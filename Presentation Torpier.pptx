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Montserrat SemiBold"/>
      <p:regular r:id="rId30"/>
      <p:bold r:id="rId31"/>
      <p:italic r:id="rId32"/>
      <p:boldItalic r:id="rId33"/>
    </p:embeddedFont>
    <p:embeddedFont>
      <p:font typeface="Proxima Nova"/>
      <p:regular r:id="rId34"/>
      <p:bold r:id="rId35"/>
      <p:italic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  <p:embeddedFont>
      <p:font typeface="Montserrat Medium"/>
      <p:regular r:id="rId42"/>
      <p:bold r:id="rId43"/>
      <p:italic r:id="rId44"/>
      <p:boldItalic r:id="rId45"/>
    </p:embeddedFont>
    <p:embeddedFont>
      <p:font typeface="Proxima Nova Semibold"/>
      <p:regular r:id="rId46"/>
      <p:bold r:id="rId47"/>
      <p:boldItalic r:id="rId48"/>
    </p:embeddedFont>
    <p:embeddedFont>
      <p:font typeface="Fira Sans Extra Condensed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B81219-01C2-4C35-BEFB-34C79CCE8DD3}">
  <a:tblStyle styleId="{C6B81219-01C2-4C35-BEFB-34C79CCE8D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42" Type="http://schemas.openxmlformats.org/officeDocument/2006/relationships/font" Target="fonts/MontserratMedium-regular.fntdata"/><Relationship Id="rId41" Type="http://schemas.openxmlformats.org/officeDocument/2006/relationships/font" Target="fonts/Montserrat-boldItalic.fntdata"/><Relationship Id="rId44" Type="http://schemas.openxmlformats.org/officeDocument/2006/relationships/font" Target="fonts/MontserratMedium-italic.fntdata"/><Relationship Id="rId43" Type="http://schemas.openxmlformats.org/officeDocument/2006/relationships/font" Target="fonts/MontserratMedium-bold.fntdata"/><Relationship Id="rId46" Type="http://schemas.openxmlformats.org/officeDocument/2006/relationships/font" Target="fonts/ProximaNovaSemibold-regular.fntdata"/><Relationship Id="rId45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roximaNovaSemibold-boldItalic.fntdata"/><Relationship Id="rId47" Type="http://schemas.openxmlformats.org/officeDocument/2006/relationships/font" Target="fonts/ProximaNovaSemibold-bold.fntdata"/><Relationship Id="rId49" Type="http://schemas.openxmlformats.org/officeDocument/2006/relationships/font" Target="fonts/FiraSansExtraCondense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SemiBold-bold.fntdata"/><Relationship Id="rId30" Type="http://schemas.openxmlformats.org/officeDocument/2006/relationships/font" Target="fonts/MontserratSemiBold-regular.fntdata"/><Relationship Id="rId33" Type="http://schemas.openxmlformats.org/officeDocument/2006/relationships/font" Target="fonts/MontserratSemiBold-boldItalic.fntdata"/><Relationship Id="rId32" Type="http://schemas.openxmlformats.org/officeDocument/2006/relationships/font" Target="fonts/MontserratSemiBold-italic.fntdata"/><Relationship Id="rId35" Type="http://schemas.openxmlformats.org/officeDocument/2006/relationships/font" Target="fonts/ProximaNova-bold.fntdata"/><Relationship Id="rId34" Type="http://schemas.openxmlformats.org/officeDocument/2006/relationships/font" Target="fonts/ProximaNova-regular.fntdata"/><Relationship Id="rId37" Type="http://schemas.openxmlformats.org/officeDocument/2006/relationships/font" Target="fonts/ProximaNova-boldItalic.fntdata"/><Relationship Id="rId36" Type="http://schemas.openxmlformats.org/officeDocument/2006/relationships/font" Target="fonts/ProximaNova-italic.fntdata"/><Relationship Id="rId39" Type="http://schemas.openxmlformats.org/officeDocument/2006/relationships/font" Target="fonts/Montserrat-bold.fntdata"/><Relationship Id="rId38" Type="http://schemas.openxmlformats.org/officeDocument/2006/relationships/font" Target="fonts/Montserrat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FiraSansExtraCondensed-italic.fntdata"/><Relationship Id="rId50" Type="http://schemas.openxmlformats.org/officeDocument/2006/relationships/font" Target="fonts/FiraSansExtraCondensed-bold.fntdata"/><Relationship Id="rId52" Type="http://schemas.openxmlformats.org/officeDocument/2006/relationships/font" Target="fonts/FiraSansExtraCondense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5fc6f885e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25fc6f885e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de95a381e3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de95a381e3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de95a381e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de95a381e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e95a381e3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e95a381e3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b6cc432ef_0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1b6cc432ef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a5868fc0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a5868fc0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de95a381e3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de95a381e3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de95a381e3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de95a381e3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a5868fc0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a5868fc0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a5868fc0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a5868fc0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a5868fc0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a5868fc0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a5868fc0f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a5868fc0f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a5868fc0f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a5868fc0f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a5868fc0f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a5868fc0f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2a5868fc0f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2a5868fc0f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a5868fc0f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a5868fc0f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a5868fc0f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2a5868fc0f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a5868fc0f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a5868fc0f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a5868fc0f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a5868fc0f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06bb2032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06bb2032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06c8bf2e1f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06c8bf2e1f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206c8bf2e1f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06c8bf2e1f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206c8bf2e1f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206c8bf2e1f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6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62625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●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○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■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●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○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■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●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○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■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3A1uf1Q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it.ly/3A1uf1Q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docs.google.com/spreadsheets/d/1F39qQPMr-M8m3TXn2RRyBtATxrhDq2LsHYLGs0vpdVg/copy" TargetMode="External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3A1uf1Q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it.ly/3A1uf1Q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it.ly/3A1uf1Q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it.ly/3A1uf1Q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bit.ly/3A1uf1Q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it.ly/3A1uf1Q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bit.ly/3A1uf1Q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docs.google.com/spreadsheets/d/1F39qQPMr-M8m3TXn2RRyBtATxrhDq2LsHYLGs0vpdVg/copy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7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docs.google.com/spreadsheets/d/1F39qQPMr-M8m3TXn2RRyBtATxrhDq2LsHYLGs0vpdVg/copy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7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bit.ly/3A1uf1Q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bit.ly/3A1uf1Q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bit.ly/3A1uf1Q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bit.ly/3A1uf1Q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bit.ly/3A1uf1Q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bit.ly/3A1uf1Q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bit.ly/3A1uf1Q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bit.ly/3A1uf1Q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Relationship Id="rId5" Type="http://schemas.openxmlformats.org/officeDocument/2006/relationships/hyperlink" Target="http://bit.ly/2PfT4lq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s://bit.ly/2ZjL1pd" TargetMode="External"/><Relationship Id="rId5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49" name="Google Shape;49;p15"/>
          <p:cNvSpPr txBox="1"/>
          <p:nvPr>
            <p:ph idx="1" type="subTitle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sp>
        <p:nvSpPr>
          <p:cNvPr id="50" name="Google Shape;50;p15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" name="Google Shape;51;p15"/>
          <p:cNvGrpSpPr/>
          <p:nvPr/>
        </p:nvGrpSpPr>
        <p:grpSpPr>
          <a:xfrm>
            <a:off x="5695999" y="980929"/>
            <a:ext cx="3000014" cy="3181642"/>
            <a:chOff x="1825800" y="1651625"/>
            <a:chExt cx="539989" cy="571775"/>
          </a:xfrm>
        </p:grpSpPr>
        <p:sp>
          <p:nvSpPr>
            <p:cNvPr id="52" name="Google Shape;52;p15"/>
            <p:cNvSpPr/>
            <p:nvPr/>
          </p:nvSpPr>
          <p:spPr>
            <a:xfrm>
              <a:off x="2093189" y="1651625"/>
              <a:ext cx="272600" cy="287950"/>
            </a:xfrm>
            <a:custGeom>
              <a:rect b="b" l="l" r="r" t="t"/>
              <a:pathLst>
                <a:path extrusionOk="0" h="11518" w="10904">
                  <a:moveTo>
                    <a:pt x="2" y="1"/>
                  </a:moveTo>
                  <a:lnTo>
                    <a:pt x="0" y="11518"/>
                  </a:lnTo>
                  <a:lnTo>
                    <a:pt x="10904" y="11518"/>
                  </a:lnTo>
                  <a:cubicBezTo>
                    <a:pt x="10391" y="5596"/>
                    <a:pt x="5836" y="826"/>
                    <a:pt x="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5"/>
            <p:cNvSpPr/>
            <p:nvPr/>
          </p:nvSpPr>
          <p:spPr>
            <a:xfrm>
              <a:off x="1825800" y="1967150"/>
              <a:ext cx="231900" cy="233575"/>
            </a:xfrm>
            <a:custGeom>
              <a:rect b="b" l="l" r="r" t="t"/>
              <a:pathLst>
                <a:path extrusionOk="0" h="9343" w="9276">
                  <a:moveTo>
                    <a:pt x="0" y="1"/>
                  </a:moveTo>
                  <a:cubicBezTo>
                    <a:pt x="465" y="4930"/>
                    <a:pt x="4350" y="8842"/>
                    <a:pt x="9275" y="9343"/>
                  </a:cubicBezTo>
                  <a:lnTo>
                    <a:pt x="92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5"/>
            <p:cNvSpPr/>
            <p:nvPr/>
          </p:nvSpPr>
          <p:spPr>
            <a:xfrm>
              <a:off x="2093189" y="1967150"/>
              <a:ext cx="244350" cy="256250"/>
            </a:xfrm>
            <a:custGeom>
              <a:rect b="b" l="l" r="r" t="t"/>
              <a:pathLst>
                <a:path extrusionOk="0" h="10250" w="9774">
                  <a:moveTo>
                    <a:pt x="0" y="1"/>
                  </a:moveTo>
                  <a:lnTo>
                    <a:pt x="0" y="10249"/>
                  </a:lnTo>
                  <a:cubicBezTo>
                    <a:pt x="5200" y="9514"/>
                    <a:pt x="9280" y="5280"/>
                    <a:pt x="9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5"/>
            <p:cNvSpPr/>
            <p:nvPr/>
          </p:nvSpPr>
          <p:spPr>
            <a:xfrm>
              <a:off x="1851375" y="1730300"/>
              <a:ext cx="206325" cy="209275"/>
            </a:xfrm>
            <a:custGeom>
              <a:rect b="b" l="l" r="r" t="t"/>
              <a:pathLst>
                <a:path extrusionOk="0" h="8371" w="8253">
                  <a:moveTo>
                    <a:pt x="8252" y="1"/>
                  </a:moveTo>
                  <a:cubicBezTo>
                    <a:pt x="3865" y="441"/>
                    <a:pt x="383" y="3959"/>
                    <a:pt x="1" y="8371"/>
                  </a:cubicBezTo>
                  <a:lnTo>
                    <a:pt x="8252" y="8371"/>
                  </a:lnTo>
                  <a:lnTo>
                    <a:pt x="8252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61" name="Google Shape;61;p1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2" name="Google Shape;62;p16"/>
          <p:cNvGraphicFramePr/>
          <p:nvPr/>
        </p:nvGraphicFramePr>
        <p:xfrm>
          <a:off x="999356" y="10071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{C6B81219-01C2-4C35-BEFB-34C79CCE8DD3}</a:tableStyleId>
              </a:tblPr>
              <a:tblGrid>
                <a:gridCol w="1366050"/>
                <a:gridCol w="1366050"/>
                <a:gridCol w="1366050"/>
                <a:gridCol w="1366050"/>
                <a:gridCol w="1366050"/>
              </a:tblGrid>
              <a:tr h="55817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Venus is the second planet from the Sun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55817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Saturn is a gas giant and has several rings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55817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Despite being red, Mars is a cold place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55817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Neptune is far away from Earth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1428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Activity 1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Activity 2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Activity 3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Activity 4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Activity 5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3" name="Google Shape;63;p16"/>
          <p:cNvGrpSpPr/>
          <p:nvPr/>
        </p:nvGrpSpPr>
        <p:grpSpPr>
          <a:xfrm>
            <a:off x="7847101" y="1008311"/>
            <a:ext cx="713717" cy="3658800"/>
            <a:chOff x="7847101" y="1008311"/>
            <a:chExt cx="713717" cy="3658800"/>
          </a:xfrm>
        </p:grpSpPr>
        <p:sp>
          <p:nvSpPr>
            <p:cNvPr id="64" name="Google Shape;64;p16"/>
            <p:cNvSpPr/>
            <p:nvPr/>
          </p:nvSpPr>
          <p:spPr>
            <a:xfrm>
              <a:off x="7847119" y="1008311"/>
              <a:ext cx="713700" cy="3658800"/>
            </a:xfrm>
            <a:prstGeom prst="homePlat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5" name="Google Shape;65;p16"/>
            <p:cNvSpPr txBox="1"/>
            <p:nvPr/>
          </p:nvSpPr>
          <p:spPr>
            <a:xfrm flipH="1" rot="-5400000">
              <a:off x="6566551" y="2638366"/>
              <a:ext cx="2959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Mercury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6" name="Google Shape;66;p16"/>
          <p:cNvGrpSpPr/>
          <p:nvPr/>
        </p:nvGrpSpPr>
        <p:grpSpPr>
          <a:xfrm>
            <a:off x="583181" y="1008916"/>
            <a:ext cx="398700" cy="2231100"/>
            <a:chOff x="583181" y="1008916"/>
            <a:chExt cx="398700" cy="2231100"/>
          </a:xfrm>
        </p:grpSpPr>
        <p:sp>
          <p:nvSpPr>
            <p:cNvPr id="67" name="Google Shape;67;p16"/>
            <p:cNvSpPr/>
            <p:nvPr/>
          </p:nvSpPr>
          <p:spPr>
            <a:xfrm>
              <a:off x="583181" y="1008916"/>
              <a:ext cx="398700" cy="2231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8" name="Google Shape;68;p16"/>
            <p:cNvSpPr txBox="1"/>
            <p:nvPr/>
          </p:nvSpPr>
          <p:spPr>
            <a:xfrm flipH="1" rot="-5400000">
              <a:off x="-321769" y="1932716"/>
              <a:ext cx="22086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Group A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9" name="Google Shape;69;p16"/>
          <p:cNvGrpSpPr/>
          <p:nvPr/>
        </p:nvGrpSpPr>
        <p:grpSpPr>
          <a:xfrm>
            <a:off x="583181" y="3239866"/>
            <a:ext cx="398700" cy="1445100"/>
            <a:chOff x="583181" y="3239866"/>
            <a:chExt cx="398700" cy="1445100"/>
          </a:xfrm>
        </p:grpSpPr>
        <p:sp>
          <p:nvSpPr>
            <p:cNvPr id="70" name="Google Shape;70;p16"/>
            <p:cNvSpPr/>
            <p:nvPr/>
          </p:nvSpPr>
          <p:spPr>
            <a:xfrm>
              <a:off x="583181" y="3239866"/>
              <a:ext cx="398700" cy="1427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71" name="Google Shape;71;p16"/>
            <p:cNvSpPr txBox="1"/>
            <p:nvPr/>
          </p:nvSpPr>
          <p:spPr>
            <a:xfrm flipH="1" rot="-5400000">
              <a:off x="59981" y="3773416"/>
              <a:ext cx="14451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Group B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77" name="Google Shape;77;p1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1760020" y="4398388"/>
            <a:ext cx="2120400" cy="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760020" y="3938675"/>
            <a:ext cx="2120400" cy="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1760020" y="3478963"/>
            <a:ext cx="2120400" cy="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1" name="Google Shape;81;p17"/>
          <p:cNvGrpSpPr/>
          <p:nvPr/>
        </p:nvGrpSpPr>
        <p:grpSpPr>
          <a:xfrm>
            <a:off x="4997798" y="1242313"/>
            <a:ext cx="3584703" cy="694775"/>
            <a:chOff x="4997798" y="1242313"/>
            <a:chExt cx="3584703" cy="694775"/>
          </a:xfrm>
        </p:grpSpPr>
        <p:sp>
          <p:nvSpPr>
            <p:cNvPr id="82" name="Google Shape;82;p17"/>
            <p:cNvSpPr/>
            <p:nvPr/>
          </p:nvSpPr>
          <p:spPr>
            <a:xfrm>
              <a:off x="4997798" y="1319347"/>
              <a:ext cx="548700" cy="54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83" name="Google Shape;83;p17"/>
            <p:cNvGrpSpPr/>
            <p:nvPr/>
          </p:nvGrpSpPr>
          <p:grpSpPr>
            <a:xfrm>
              <a:off x="5622696" y="1242313"/>
              <a:ext cx="2959805" cy="694775"/>
              <a:chOff x="5656945" y="1265825"/>
              <a:chExt cx="2959805" cy="694775"/>
            </a:xfrm>
          </p:grpSpPr>
          <p:sp>
            <p:nvSpPr>
              <p:cNvPr id="84" name="Google Shape;84;p17"/>
              <p:cNvSpPr txBox="1"/>
              <p:nvPr/>
            </p:nvSpPr>
            <p:spPr>
              <a:xfrm>
                <a:off x="5656945" y="1265825"/>
                <a:ext cx="29598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Venus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85" name="Google Shape;85;p17"/>
              <p:cNvSpPr txBox="1"/>
              <p:nvPr/>
            </p:nvSpPr>
            <p:spPr>
              <a:xfrm>
                <a:off x="5656950" y="1561900"/>
                <a:ext cx="29598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Venus has a beautiful name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86" name="Google Shape;86;p17"/>
          <p:cNvGrpSpPr/>
          <p:nvPr/>
        </p:nvGrpSpPr>
        <p:grpSpPr>
          <a:xfrm>
            <a:off x="4997798" y="2074238"/>
            <a:ext cx="3584703" cy="694775"/>
            <a:chOff x="4997798" y="2074238"/>
            <a:chExt cx="3584703" cy="694775"/>
          </a:xfrm>
        </p:grpSpPr>
        <p:sp>
          <p:nvSpPr>
            <p:cNvPr id="87" name="Google Shape;87;p17"/>
            <p:cNvSpPr/>
            <p:nvPr/>
          </p:nvSpPr>
          <p:spPr>
            <a:xfrm>
              <a:off x="4997798" y="2151272"/>
              <a:ext cx="548700" cy="548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88" name="Google Shape;88;p17"/>
            <p:cNvGrpSpPr/>
            <p:nvPr/>
          </p:nvGrpSpPr>
          <p:grpSpPr>
            <a:xfrm>
              <a:off x="5622696" y="2074238"/>
              <a:ext cx="2959805" cy="694775"/>
              <a:chOff x="5656945" y="2097750"/>
              <a:chExt cx="2959805" cy="694775"/>
            </a:xfrm>
          </p:grpSpPr>
          <p:sp>
            <p:nvSpPr>
              <p:cNvPr id="89" name="Google Shape;89;p17"/>
              <p:cNvSpPr txBox="1"/>
              <p:nvPr/>
            </p:nvSpPr>
            <p:spPr>
              <a:xfrm>
                <a:off x="5656945" y="2097750"/>
                <a:ext cx="29598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Jupiter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90" name="Google Shape;90;p17"/>
              <p:cNvSpPr txBox="1"/>
              <p:nvPr/>
            </p:nvSpPr>
            <p:spPr>
              <a:xfrm>
                <a:off x="5656950" y="2393825"/>
                <a:ext cx="29598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Jupiter is the biggest planet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sp>
        <p:nvSpPr>
          <p:cNvPr id="91" name="Google Shape;91;p17"/>
          <p:cNvSpPr/>
          <p:nvPr/>
        </p:nvSpPr>
        <p:spPr>
          <a:xfrm rot="5400000">
            <a:off x="3310931" y="4364790"/>
            <a:ext cx="76200" cy="7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2" name="Google Shape;92;p17"/>
          <p:cNvGrpSpPr/>
          <p:nvPr/>
        </p:nvGrpSpPr>
        <p:grpSpPr>
          <a:xfrm>
            <a:off x="486824" y="3284115"/>
            <a:ext cx="4169932" cy="398700"/>
            <a:chOff x="521074" y="3307627"/>
            <a:chExt cx="4169932" cy="398700"/>
          </a:xfrm>
        </p:grpSpPr>
        <p:sp>
          <p:nvSpPr>
            <p:cNvPr id="93" name="Google Shape;93;p17"/>
            <p:cNvSpPr txBox="1"/>
            <p:nvPr/>
          </p:nvSpPr>
          <p:spPr>
            <a:xfrm>
              <a:off x="3959606" y="3307627"/>
              <a:ext cx="7314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94" name="Google Shape;94;p17"/>
            <p:cNvSpPr txBox="1"/>
            <p:nvPr/>
          </p:nvSpPr>
          <p:spPr>
            <a:xfrm>
              <a:off x="521074" y="3307627"/>
              <a:ext cx="1197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Neptune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95" name="Google Shape;95;p17"/>
          <p:cNvGrpSpPr/>
          <p:nvPr/>
        </p:nvGrpSpPr>
        <p:grpSpPr>
          <a:xfrm>
            <a:off x="486824" y="3743827"/>
            <a:ext cx="4169932" cy="398700"/>
            <a:chOff x="521074" y="3767340"/>
            <a:chExt cx="4169932" cy="398700"/>
          </a:xfrm>
        </p:grpSpPr>
        <p:sp>
          <p:nvSpPr>
            <p:cNvPr id="96" name="Google Shape;96;p17"/>
            <p:cNvSpPr txBox="1"/>
            <p:nvPr/>
          </p:nvSpPr>
          <p:spPr>
            <a:xfrm>
              <a:off x="3959606" y="3767340"/>
              <a:ext cx="7314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97" name="Google Shape;97;p17"/>
            <p:cNvSpPr txBox="1"/>
            <p:nvPr/>
          </p:nvSpPr>
          <p:spPr>
            <a:xfrm>
              <a:off x="521074" y="3767340"/>
              <a:ext cx="1197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Mars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98" name="Google Shape;98;p17"/>
          <p:cNvGrpSpPr/>
          <p:nvPr/>
        </p:nvGrpSpPr>
        <p:grpSpPr>
          <a:xfrm>
            <a:off x="486824" y="4203527"/>
            <a:ext cx="4169932" cy="398700"/>
            <a:chOff x="521074" y="4227040"/>
            <a:chExt cx="4169932" cy="398700"/>
          </a:xfrm>
        </p:grpSpPr>
        <p:sp>
          <p:nvSpPr>
            <p:cNvPr id="99" name="Google Shape;99;p17"/>
            <p:cNvSpPr txBox="1"/>
            <p:nvPr/>
          </p:nvSpPr>
          <p:spPr>
            <a:xfrm>
              <a:off x="3959606" y="4227040"/>
              <a:ext cx="7314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75%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0" name="Google Shape;100;p17"/>
            <p:cNvSpPr txBox="1"/>
            <p:nvPr/>
          </p:nvSpPr>
          <p:spPr>
            <a:xfrm>
              <a:off x="521074" y="4227040"/>
              <a:ext cx="1197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Mercury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01" name="Google Shape;101;p17"/>
          <p:cNvSpPr/>
          <p:nvPr/>
        </p:nvSpPr>
        <p:spPr>
          <a:xfrm rot="5400000">
            <a:off x="2780579" y="3905077"/>
            <a:ext cx="76200" cy="7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2" name="Google Shape;102;p17"/>
          <p:cNvSpPr/>
          <p:nvPr/>
        </p:nvSpPr>
        <p:spPr>
          <a:xfrm rot="5400000">
            <a:off x="2250227" y="3445365"/>
            <a:ext cx="76200" cy="7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03" name="Google Shape;103;p17"/>
          <p:cNvGrpSpPr/>
          <p:nvPr/>
        </p:nvGrpSpPr>
        <p:grpSpPr>
          <a:xfrm>
            <a:off x="4997798" y="3490070"/>
            <a:ext cx="1755609" cy="914400"/>
            <a:chOff x="5032047" y="3513582"/>
            <a:chExt cx="1755609" cy="914400"/>
          </a:xfrm>
        </p:grpSpPr>
        <p:sp>
          <p:nvSpPr>
            <p:cNvPr id="104" name="Google Shape;104;p17"/>
            <p:cNvSpPr/>
            <p:nvPr/>
          </p:nvSpPr>
          <p:spPr>
            <a:xfrm>
              <a:off x="5032047" y="3513582"/>
              <a:ext cx="9144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05" name="Google Shape;105;p17"/>
            <p:cNvSpPr txBox="1"/>
            <p:nvPr/>
          </p:nvSpPr>
          <p:spPr>
            <a:xfrm>
              <a:off x="5946456" y="3513582"/>
              <a:ext cx="8412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200K</a:t>
              </a:r>
              <a:endPara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06" name="Google Shape;106;p17"/>
          <p:cNvGrpSpPr/>
          <p:nvPr/>
        </p:nvGrpSpPr>
        <p:grpSpPr>
          <a:xfrm>
            <a:off x="6898273" y="3490070"/>
            <a:ext cx="1758903" cy="914400"/>
            <a:chOff x="6932522" y="3513582"/>
            <a:chExt cx="1758903" cy="914400"/>
          </a:xfrm>
        </p:grpSpPr>
        <p:sp>
          <p:nvSpPr>
            <p:cNvPr id="107" name="Google Shape;107;p17"/>
            <p:cNvSpPr/>
            <p:nvPr/>
          </p:nvSpPr>
          <p:spPr>
            <a:xfrm>
              <a:off x="6932522" y="3513582"/>
              <a:ext cx="9144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08" name="Google Shape;108;p17"/>
            <p:cNvSpPr txBox="1"/>
            <p:nvPr/>
          </p:nvSpPr>
          <p:spPr>
            <a:xfrm>
              <a:off x="7846925" y="3513582"/>
              <a:ext cx="8445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500K</a:t>
              </a:r>
              <a:endPara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09" name="Google Shape;109;p17"/>
          <p:cNvGrpSpPr/>
          <p:nvPr/>
        </p:nvGrpSpPr>
        <p:grpSpPr>
          <a:xfrm>
            <a:off x="5276088" y="3658086"/>
            <a:ext cx="365760" cy="570172"/>
            <a:chOff x="4750519" y="1832473"/>
            <a:chExt cx="311258" cy="488496"/>
          </a:xfrm>
        </p:grpSpPr>
        <p:sp>
          <p:nvSpPr>
            <p:cNvPr id="110" name="Google Shape;110;p17"/>
            <p:cNvSpPr/>
            <p:nvPr/>
          </p:nvSpPr>
          <p:spPr>
            <a:xfrm>
              <a:off x="4750519" y="1832473"/>
              <a:ext cx="311258" cy="488496"/>
            </a:xfrm>
            <a:custGeom>
              <a:rect b="b" l="l" r="r" t="t"/>
              <a:pathLst>
                <a:path extrusionOk="0" h="19961" w="12720">
                  <a:moveTo>
                    <a:pt x="9286" y="581"/>
                  </a:moveTo>
                  <a:cubicBezTo>
                    <a:pt x="9286" y="581"/>
                    <a:pt x="9291" y="586"/>
                    <a:pt x="9291" y="586"/>
                  </a:cubicBezTo>
                  <a:cubicBezTo>
                    <a:pt x="9661" y="586"/>
                    <a:pt x="9963" y="883"/>
                    <a:pt x="9963" y="1253"/>
                  </a:cubicBezTo>
                  <a:lnTo>
                    <a:pt x="9963" y="4696"/>
                  </a:lnTo>
                  <a:lnTo>
                    <a:pt x="8609" y="4696"/>
                  </a:lnTo>
                  <a:lnTo>
                    <a:pt x="8609" y="1253"/>
                  </a:lnTo>
                  <a:cubicBezTo>
                    <a:pt x="8609" y="883"/>
                    <a:pt x="8911" y="586"/>
                    <a:pt x="9281" y="586"/>
                  </a:cubicBezTo>
                  <a:cubicBezTo>
                    <a:pt x="9281" y="586"/>
                    <a:pt x="9286" y="581"/>
                    <a:pt x="9286" y="581"/>
                  </a:cubicBezTo>
                  <a:close/>
                  <a:moveTo>
                    <a:pt x="2717" y="5276"/>
                  </a:moveTo>
                  <a:lnTo>
                    <a:pt x="2717" y="6547"/>
                  </a:lnTo>
                  <a:lnTo>
                    <a:pt x="2323" y="6547"/>
                  </a:lnTo>
                  <a:cubicBezTo>
                    <a:pt x="2269" y="6547"/>
                    <a:pt x="2227" y="6506"/>
                    <a:pt x="2227" y="6451"/>
                  </a:cubicBezTo>
                  <a:lnTo>
                    <a:pt x="2227" y="5276"/>
                  </a:lnTo>
                  <a:close/>
                  <a:moveTo>
                    <a:pt x="9231" y="5276"/>
                  </a:moveTo>
                  <a:lnTo>
                    <a:pt x="9231" y="6451"/>
                  </a:lnTo>
                  <a:cubicBezTo>
                    <a:pt x="9231" y="6506"/>
                    <a:pt x="9185" y="6547"/>
                    <a:pt x="9135" y="6547"/>
                  </a:cubicBezTo>
                  <a:lnTo>
                    <a:pt x="8609" y="6547"/>
                  </a:lnTo>
                  <a:lnTo>
                    <a:pt x="8609" y="5276"/>
                  </a:lnTo>
                  <a:close/>
                  <a:moveTo>
                    <a:pt x="12034" y="2483"/>
                  </a:moveTo>
                  <a:cubicBezTo>
                    <a:pt x="12088" y="2483"/>
                    <a:pt x="12134" y="2524"/>
                    <a:pt x="12134" y="2579"/>
                  </a:cubicBezTo>
                  <a:lnTo>
                    <a:pt x="12134" y="7777"/>
                  </a:lnTo>
                  <a:cubicBezTo>
                    <a:pt x="12134" y="8147"/>
                    <a:pt x="11846" y="8444"/>
                    <a:pt x="11499" y="8444"/>
                  </a:cubicBezTo>
                  <a:lnTo>
                    <a:pt x="11334" y="8444"/>
                  </a:lnTo>
                  <a:lnTo>
                    <a:pt x="11334" y="5765"/>
                  </a:lnTo>
                  <a:cubicBezTo>
                    <a:pt x="11334" y="5272"/>
                    <a:pt x="11000" y="4856"/>
                    <a:pt x="10548" y="4732"/>
                  </a:cubicBezTo>
                  <a:lnTo>
                    <a:pt x="10548" y="2483"/>
                  </a:lnTo>
                  <a:close/>
                  <a:moveTo>
                    <a:pt x="3974" y="0"/>
                  </a:moveTo>
                  <a:cubicBezTo>
                    <a:pt x="3283" y="0"/>
                    <a:pt x="2717" y="563"/>
                    <a:pt x="2717" y="1253"/>
                  </a:cubicBezTo>
                  <a:lnTo>
                    <a:pt x="2717" y="2501"/>
                  </a:lnTo>
                  <a:cubicBezTo>
                    <a:pt x="2717" y="2666"/>
                    <a:pt x="2849" y="2794"/>
                    <a:pt x="3009" y="2794"/>
                  </a:cubicBezTo>
                  <a:cubicBezTo>
                    <a:pt x="3174" y="2794"/>
                    <a:pt x="3302" y="2666"/>
                    <a:pt x="3302" y="2501"/>
                  </a:cubicBezTo>
                  <a:lnTo>
                    <a:pt x="3302" y="1253"/>
                  </a:lnTo>
                  <a:cubicBezTo>
                    <a:pt x="3302" y="883"/>
                    <a:pt x="3603" y="586"/>
                    <a:pt x="3974" y="586"/>
                  </a:cubicBezTo>
                  <a:lnTo>
                    <a:pt x="8221" y="586"/>
                  </a:lnTo>
                  <a:cubicBezTo>
                    <a:pt x="8097" y="778"/>
                    <a:pt x="8024" y="1006"/>
                    <a:pt x="8024" y="1253"/>
                  </a:cubicBezTo>
                  <a:lnTo>
                    <a:pt x="8024" y="6547"/>
                  </a:lnTo>
                  <a:lnTo>
                    <a:pt x="3302" y="6547"/>
                  </a:lnTo>
                  <a:lnTo>
                    <a:pt x="3302" y="3804"/>
                  </a:lnTo>
                  <a:cubicBezTo>
                    <a:pt x="3302" y="3639"/>
                    <a:pt x="3174" y="3511"/>
                    <a:pt x="3009" y="3511"/>
                  </a:cubicBezTo>
                  <a:cubicBezTo>
                    <a:pt x="2849" y="3511"/>
                    <a:pt x="2717" y="3639"/>
                    <a:pt x="2717" y="3804"/>
                  </a:cubicBezTo>
                  <a:lnTo>
                    <a:pt x="2717" y="4696"/>
                  </a:lnTo>
                  <a:lnTo>
                    <a:pt x="1075" y="4696"/>
                  </a:lnTo>
                  <a:cubicBezTo>
                    <a:pt x="481" y="4696"/>
                    <a:pt x="1" y="5176"/>
                    <a:pt x="1" y="5765"/>
                  </a:cubicBezTo>
                  <a:lnTo>
                    <a:pt x="1" y="18886"/>
                  </a:lnTo>
                  <a:cubicBezTo>
                    <a:pt x="1" y="19480"/>
                    <a:pt x="481" y="19960"/>
                    <a:pt x="1075" y="19960"/>
                  </a:cubicBezTo>
                  <a:lnTo>
                    <a:pt x="10264" y="19960"/>
                  </a:lnTo>
                  <a:cubicBezTo>
                    <a:pt x="10854" y="19960"/>
                    <a:pt x="11334" y="19480"/>
                    <a:pt x="11334" y="18886"/>
                  </a:cubicBezTo>
                  <a:lnTo>
                    <a:pt x="11334" y="17139"/>
                  </a:lnTo>
                  <a:cubicBezTo>
                    <a:pt x="11334" y="16979"/>
                    <a:pt x="11206" y="16847"/>
                    <a:pt x="11041" y="16847"/>
                  </a:cubicBezTo>
                  <a:cubicBezTo>
                    <a:pt x="10881" y="16847"/>
                    <a:pt x="10753" y="16979"/>
                    <a:pt x="10753" y="17139"/>
                  </a:cubicBezTo>
                  <a:lnTo>
                    <a:pt x="10753" y="18886"/>
                  </a:lnTo>
                  <a:cubicBezTo>
                    <a:pt x="10753" y="19156"/>
                    <a:pt x="10534" y="19375"/>
                    <a:pt x="10264" y="19375"/>
                  </a:cubicBezTo>
                  <a:lnTo>
                    <a:pt x="1075" y="19375"/>
                  </a:lnTo>
                  <a:cubicBezTo>
                    <a:pt x="806" y="19375"/>
                    <a:pt x="586" y="19156"/>
                    <a:pt x="586" y="18886"/>
                  </a:cubicBezTo>
                  <a:lnTo>
                    <a:pt x="586" y="5765"/>
                  </a:lnTo>
                  <a:cubicBezTo>
                    <a:pt x="586" y="5496"/>
                    <a:pt x="806" y="5276"/>
                    <a:pt x="1075" y="5276"/>
                  </a:cubicBezTo>
                  <a:lnTo>
                    <a:pt x="1642" y="5276"/>
                  </a:lnTo>
                  <a:lnTo>
                    <a:pt x="1642" y="6451"/>
                  </a:lnTo>
                  <a:cubicBezTo>
                    <a:pt x="1642" y="6826"/>
                    <a:pt x="1949" y="7132"/>
                    <a:pt x="2323" y="7132"/>
                  </a:cubicBezTo>
                  <a:lnTo>
                    <a:pt x="9135" y="7132"/>
                  </a:lnTo>
                  <a:cubicBezTo>
                    <a:pt x="9510" y="7132"/>
                    <a:pt x="9816" y="6826"/>
                    <a:pt x="9816" y="6451"/>
                  </a:cubicBezTo>
                  <a:lnTo>
                    <a:pt x="9816" y="5276"/>
                  </a:lnTo>
                  <a:lnTo>
                    <a:pt x="10264" y="5276"/>
                  </a:lnTo>
                  <a:cubicBezTo>
                    <a:pt x="10534" y="5276"/>
                    <a:pt x="10753" y="5496"/>
                    <a:pt x="10753" y="5765"/>
                  </a:cubicBezTo>
                  <a:lnTo>
                    <a:pt x="10753" y="15841"/>
                  </a:lnTo>
                  <a:cubicBezTo>
                    <a:pt x="10753" y="16001"/>
                    <a:pt x="10881" y="16134"/>
                    <a:pt x="11046" y="16134"/>
                  </a:cubicBezTo>
                  <a:cubicBezTo>
                    <a:pt x="11206" y="16134"/>
                    <a:pt x="11334" y="16001"/>
                    <a:pt x="11334" y="15841"/>
                  </a:cubicBezTo>
                  <a:lnTo>
                    <a:pt x="11334" y="9029"/>
                  </a:lnTo>
                  <a:lnTo>
                    <a:pt x="11499" y="9029"/>
                  </a:lnTo>
                  <a:cubicBezTo>
                    <a:pt x="12171" y="9029"/>
                    <a:pt x="12719" y="8467"/>
                    <a:pt x="12719" y="7777"/>
                  </a:cubicBezTo>
                  <a:lnTo>
                    <a:pt x="12719" y="2579"/>
                  </a:lnTo>
                  <a:cubicBezTo>
                    <a:pt x="12719" y="2204"/>
                    <a:pt x="12413" y="1898"/>
                    <a:pt x="12034" y="1898"/>
                  </a:cubicBezTo>
                  <a:lnTo>
                    <a:pt x="10548" y="1898"/>
                  </a:lnTo>
                  <a:lnTo>
                    <a:pt x="10548" y="1253"/>
                  </a:lnTo>
                  <a:cubicBezTo>
                    <a:pt x="10548" y="563"/>
                    <a:pt x="9981" y="0"/>
                    <a:pt x="9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4783093" y="2025236"/>
              <a:ext cx="212351" cy="88395"/>
            </a:xfrm>
            <a:custGeom>
              <a:rect b="b" l="l" r="r" t="t"/>
              <a:pathLst>
                <a:path extrusionOk="0" h="3612" w="8678">
                  <a:moveTo>
                    <a:pt x="682" y="0"/>
                  </a:moveTo>
                  <a:cubicBezTo>
                    <a:pt x="307" y="0"/>
                    <a:pt x="0" y="307"/>
                    <a:pt x="0" y="686"/>
                  </a:cubicBezTo>
                  <a:lnTo>
                    <a:pt x="0" y="2931"/>
                  </a:lnTo>
                  <a:cubicBezTo>
                    <a:pt x="0" y="3306"/>
                    <a:pt x="307" y="3612"/>
                    <a:pt x="682" y="3612"/>
                  </a:cubicBezTo>
                  <a:lnTo>
                    <a:pt x="5381" y="3612"/>
                  </a:lnTo>
                  <a:cubicBezTo>
                    <a:pt x="5541" y="3612"/>
                    <a:pt x="5674" y="3479"/>
                    <a:pt x="5674" y="3319"/>
                  </a:cubicBezTo>
                  <a:cubicBezTo>
                    <a:pt x="5674" y="3159"/>
                    <a:pt x="5541" y="3027"/>
                    <a:pt x="5381" y="3027"/>
                  </a:cubicBezTo>
                  <a:lnTo>
                    <a:pt x="682" y="3027"/>
                  </a:lnTo>
                  <a:cubicBezTo>
                    <a:pt x="627" y="3027"/>
                    <a:pt x="586" y="2981"/>
                    <a:pt x="586" y="2931"/>
                  </a:cubicBezTo>
                  <a:lnTo>
                    <a:pt x="586" y="686"/>
                  </a:lnTo>
                  <a:cubicBezTo>
                    <a:pt x="586" y="631"/>
                    <a:pt x="627" y="586"/>
                    <a:pt x="682" y="586"/>
                  </a:cubicBezTo>
                  <a:lnTo>
                    <a:pt x="7992" y="586"/>
                  </a:lnTo>
                  <a:cubicBezTo>
                    <a:pt x="8046" y="586"/>
                    <a:pt x="8092" y="631"/>
                    <a:pt x="8092" y="686"/>
                  </a:cubicBezTo>
                  <a:lnTo>
                    <a:pt x="8092" y="2931"/>
                  </a:lnTo>
                  <a:cubicBezTo>
                    <a:pt x="8092" y="2981"/>
                    <a:pt x="8046" y="3027"/>
                    <a:pt x="7992" y="3027"/>
                  </a:cubicBezTo>
                  <a:lnTo>
                    <a:pt x="6679" y="3027"/>
                  </a:lnTo>
                  <a:cubicBezTo>
                    <a:pt x="6519" y="3027"/>
                    <a:pt x="6387" y="3159"/>
                    <a:pt x="6387" y="3319"/>
                  </a:cubicBezTo>
                  <a:cubicBezTo>
                    <a:pt x="6387" y="3479"/>
                    <a:pt x="6519" y="3612"/>
                    <a:pt x="6679" y="3612"/>
                  </a:cubicBezTo>
                  <a:lnTo>
                    <a:pt x="7992" y="3612"/>
                  </a:lnTo>
                  <a:cubicBezTo>
                    <a:pt x="8371" y="3612"/>
                    <a:pt x="8677" y="3306"/>
                    <a:pt x="8677" y="2931"/>
                  </a:cubicBezTo>
                  <a:lnTo>
                    <a:pt x="8677" y="686"/>
                  </a:lnTo>
                  <a:cubicBezTo>
                    <a:pt x="8677" y="307"/>
                    <a:pt x="8371" y="0"/>
                    <a:pt x="7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4780964" y="2130292"/>
              <a:ext cx="46101" cy="43757"/>
            </a:xfrm>
            <a:custGeom>
              <a:rect b="b" l="l" r="r" t="t"/>
              <a:pathLst>
                <a:path extrusionOk="0" h="1788" w="1884">
                  <a:moveTo>
                    <a:pt x="1281" y="585"/>
                  </a:moveTo>
                  <a:cubicBezTo>
                    <a:pt x="1290" y="585"/>
                    <a:pt x="1299" y="594"/>
                    <a:pt x="1299" y="604"/>
                  </a:cubicBezTo>
                  <a:lnTo>
                    <a:pt x="1299" y="1180"/>
                  </a:lnTo>
                  <a:cubicBezTo>
                    <a:pt x="1299" y="1193"/>
                    <a:pt x="1290" y="1202"/>
                    <a:pt x="1281" y="1202"/>
                  </a:cubicBezTo>
                  <a:lnTo>
                    <a:pt x="604" y="1202"/>
                  </a:lnTo>
                  <a:cubicBezTo>
                    <a:pt x="595" y="1202"/>
                    <a:pt x="586" y="1193"/>
                    <a:pt x="586" y="1180"/>
                  </a:cubicBezTo>
                  <a:lnTo>
                    <a:pt x="586" y="604"/>
                  </a:lnTo>
                  <a:cubicBezTo>
                    <a:pt x="586" y="594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4780964" y="2182759"/>
              <a:ext cx="46101" cy="43659"/>
            </a:xfrm>
            <a:custGeom>
              <a:rect b="b" l="l" r="r" t="t"/>
              <a:pathLst>
                <a:path extrusionOk="0" h="1784" w="1884">
                  <a:moveTo>
                    <a:pt x="1281" y="585"/>
                  </a:moveTo>
                  <a:cubicBezTo>
                    <a:pt x="1290" y="585"/>
                    <a:pt x="1299" y="590"/>
                    <a:pt x="1299" y="604"/>
                  </a:cubicBezTo>
                  <a:lnTo>
                    <a:pt x="1299" y="1180"/>
                  </a:lnTo>
                  <a:cubicBezTo>
                    <a:pt x="1299" y="1189"/>
                    <a:pt x="1290" y="1198"/>
                    <a:pt x="1281" y="1198"/>
                  </a:cubicBezTo>
                  <a:lnTo>
                    <a:pt x="604" y="1198"/>
                  </a:lnTo>
                  <a:cubicBezTo>
                    <a:pt x="595" y="1198"/>
                    <a:pt x="586" y="1189"/>
                    <a:pt x="586" y="1180"/>
                  </a:cubicBezTo>
                  <a:lnTo>
                    <a:pt x="586" y="604"/>
                  </a:lnTo>
                  <a:cubicBezTo>
                    <a:pt x="586" y="590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5" y="1783"/>
                    <a:pt x="604" y="1783"/>
                  </a:cubicBezTo>
                  <a:lnTo>
                    <a:pt x="1281" y="1783"/>
                  </a:lnTo>
                  <a:cubicBezTo>
                    <a:pt x="1614" y="1783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4780964" y="2235104"/>
              <a:ext cx="46101" cy="43781"/>
            </a:xfrm>
            <a:custGeom>
              <a:rect b="b" l="l" r="r" t="t"/>
              <a:pathLst>
                <a:path extrusionOk="0" h="1789" w="1884">
                  <a:moveTo>
                    <a:pt x="1281" y="586"/>
                  </a:moveTo>
                  <a:cubicBezTo>
                    <a:pt x="1290" y="586"/>
                    <a:pt x="1299" y="595"/>
                    <a:pt x="1299" y="604"/>
                  </a:cubicBezTo>
                  <a:lnTo>
                    <a:pt x="1299" y="1185"/>
                  </a:lnTo>
                  <a:cubicBezTo>
                    <a:pt x="1299" y="1194"/>
                    <a:pt x="1290" y="1203"/>
                    <a:pt x="1281" y="1203"/>
                  </a:cubicBezTo>
                  <a:lnTo>
                    <a:pt x="604" y="1203"/>
                  </a:lnTo>
                  <a:cubicBezTo>
                    <a:pt x="595" y="1203"/>
                    <a:pt x="586" y="1194"/>
                    <a:pt x="586" y="1185"/>
                  </a:cubicBezTo>
                  <a:lnTo>
                    <a:pt x="586" y="604"/>
                  </a:lnTo>
                  <a:cubicBezTo>
                    <a:pt x="586" y="595"/>
                    <a:pt x="595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5" y="1"/>
                    <a:pt x="0" y="275"/>
                    <a:pt x="0" y="604"/>
                  </a:cubicBezTo>
                  <a:lnTo>
                    <a:pt x="0" y="1185"/>
                  </a:lnTo>
                  <a:cubicBezTo>
                    <a:pt x="0" y="1518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8"/>
                    <a:pt x="1884" y="1185"/>
                  </a:cubicBezTo>
                  <a:lnTo>
                    <a:pt x="1884" y="604"/>
                  </a:lnTo>
                  <a:cubicBezTo>
                    <a:pt x="1884" y="275"/>
                    <a:pt x="1614" y="1"/>
                    <a:pt x="1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4836567" y="2130292"/>
              <a:ext cx="46004" cy="43757"/>
            </a:xfrm>
            <a:custGeom>
              <a:rect b="b" l="l" r="r" t="t"/>
              <a:pathLst>
                <a:path extrusionOk="0" h="1788" w="1880">
                  <a:moveTo>
                    <a:pt x="1276" y="585"/>
                  </a:moveTo>
                  <a:cubicBezTo>
                    <a:pt x="1285" y="585"/>
                    <a:pt x="1294" y="594"/>
                    <a:pt x="1294" y="604"/>
                  </a:cubicBezTo>
                  <a:lnTo>
                    <a:pt x="1294" y="1180"/>
                  </a:lnTo>
                  <a:cubicBezTo>
                    <a:pt x="1294" y="1193"/>
                    <a:pt x="1285" y="1202"/>
                    <a:pt x="1276" y="1202"/>
                  </a:cubicBezTo>
                  <a:lnTo>
                    <a:pt x="604" y="1202"/>
                  </a:lnTo>
                  <a:cubicBezTo>
                    <a:pt x="590" y="1202"/>
                    <a:pt x="586" y="1193"/>
                    <a:pt x="586" y="1180"/>
                  </a:cubicBezTo>
                  <a:lnTo>
                    <a:pt x="586" y="604"/>
                  </a:lnTo>
                  <a:cubicBezTo>
                    <a:pt x="586" y="594"/>
                    <a:pt x="590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10" y="1788"/>
                    <a:pt x="1880" y="1513"/>
                    <a:pt x="1880" y="1180"/>
                  </a:cubicBezTo>
                  <a:lnTo>
                    <a:pt x="1880" y="604"/>
                  </a:lnTo>
                  <a:cubicBezTo>
                    <a:pt x="1880" y="270"/>
                    <a:pt x="161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4836567" y="2182759"/>
              <a:ext cx="46004" cy="43659"/>
            </a:xfrm>
            <a:custGeom>
              <a:rect b="b" l="l" r="r" t="t"/>
              <a:pathLst>
                <a:path extrusionOk="0" h="1784" w="1880">
                  <a:moveTo>
                    <a:pt x="1276" y="585"/>
                  </a:moveTo>
                  <a:cubicBezTo>
                    <a:pt x="1285" y="585"/>
                    <a:pt x="1294" y="590"/>
                    <a:pt x="1294" y="604"/>
                  </a:cubicBezTo>
                  <a:lnTo>
                    <a:pt x="1294" y="1180"/>
                  </a:lnTo>
                  <a:cubicBezTo>
                    <a:pt x="1294" y="1189"/>
                    <a:pt x="1285" y="1198"/>
                    <a:pt x="1276" y="1198"/>
                  </a:cubicBezTo>
                  <a:lnTo>
                    <a:pt x="604" y="1198"/>
                  </a:lnTo>
                  <a:cubicBezTo>
                    <a:pt x="590" y="1198"/>
                    <a:pt x="586" y="1189"/>
                    <a:pt x="586" y="1180"/>
                  </a:cubicBezTo>
                  <a:lnTo>
                    <a:pt x="586" y="604"/>
                  </a:lnTo>
                  <a:cubicBezTo>
                    <a:pt x="586" y="590"/>
                    <a:pt x="590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0" y="1783"/>
                    <a:pt x="604" y="1783"/>
                  </a:cubicBezTo>
                  <a:lnTo>
                    <a:pt x="1276" y="1783"/>
                  </a:lnTo>
                  <a:cubicBezTo>
                    <a:pt x="1610" y="1783"/>
                    <a:pt x="1880" y="1513"/>
                    <a:pt x="1880" y="1180"/>
                  </a:cubicBezTo>
                  <a:lnTo>
                    <a:pt x="1880" y="604"/>
                  </a:lnTo>
                  <a:cubicBezTo>
                    <a:pt x="1880" y="270"/>
                    <a:pt x="161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836567" y="2235104"/>
              <a:ext cx="46004" cy="43781"/>
            </a:xfrm>
            <a:custGeom>
              <a:rect b="b" l="l" r="r" t="t"/>
              <a:pathLst>
                <a:path extrusionOk="0" h="1789" w="1880">
                  <a:moveTo>
                    <a:pt x="1276" y="586"/>
                  </a:moveTo>
                  <a:cubicBezTo>
                    <a:pt x="1285" y="586"/>
                    <a:pt x="1294" y="595"/>
                    <a:pt x="1294" y="604"/>
                  </a:cubicBezTo>
                  <a:lnTo>
                    <a:pt x="1294" y="1185"/>
                  </a:lnTo>
                  <a:cubicBezTo>
                    <a:pt x="1294" y="1194"/>
                    <a:pt x="1285" y="1203"/>
                    <a:pt x="1276" y="1203"/>
                  </a:cubicBezTo>
                  <a:lnTo>
                    <a:pt x="604" y="1203"/>
                  </a:lnTo>
                  <a:cubicBezTo>
                    <a:pt x="590" y="1203"/>
                    <a:pt x="586" y="1194"/>
                    <a:pt x="586" y="1185"/>
                  </a:cubicBezTo>
                  <a:lnTo>
                    <a:pt x="586" y="604"/>
                  </a:lnTo>
                  <a:cubicBezTo>
                    <a:pt x="586" y="595"/>
                    <a:pt x="590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0" y="1"/>
                    <a:pt x="1" y="275"/>
                    <a:pt x="1" y="604"/>
                  </a:cubicBezTo>
                  <a:lnTo>
                    <a:pt x="1" y="1185"/>
                  </a:lnTo>
                  <a:cubicBezTo>
                    <a:pt x="1" y="1518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10" y="1788"/>
                    <a:pt x="1880" y="1518"/>
                    <a:pt x="1880" y="1185"/>
                  </a:cubicBezTo>
                  <a:lnTo>
                    <a:pt x="1880" y="604"/>
                  </a:lnTo>
                  <a:cubicBezTo>
                    <a:pt x="1880" y="275"/>
                    <a:pt x="161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4892073" y="2130292"/>
              <a:ext cx="46101" cy="43757"/>
            </a:xfrm>
            <a:custGeom>
              <a:rect b="b" l="l" r="r" t="t"/>
              <a:pathLst>
                <a:path extrusionOk="0" h="1788" w="1884">
                  <a:moveTo>
                    <a:pt x="1276" y="585"/>
                  </a:moveTo>
                  <a:cubicBezTo>
                    <a:pt x="1289" y="585"/>
                    <a:pt x="1298" y="594"/>
                    <a:pt x="1298" y="604"/>
                  </a:cubicBezTo>
                  <a:lnTo>
                    <a:pt x="1298" y="1180"/>
                  </a:lnTo>
                  <a:cubicBezTo>
                    <a:pt x="1298" y="1193"/>
                    <a:pt x="1289" y="1202"/>
                    <a:pt x="1276" y="1202"/>
                  </a:cubicBezTo>
                  <a:lnTo>
                    <a:pt x="604" y="1202"/>
                  </a:lnTo>
                  <a:cubicBezTo>
                    <a:pt x="594" y="1202"/>
                    <a:pt x="585" y="1193"/>
                    <a:pt x="585" y="1180"/>
                  </a:cubicBezTo>
                  <a:lnTo>
                    <a:pt x="585" y="604"/>
                  </a:lnTo>
                  <a:cubicBezTo>
                    <a:pt x="585" y="594"/>
                    <a:pt x="594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09" y="1788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09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4892073" y="2182759"/>
              <a:ext cx="46101" cy="43659"/>
            </a:xfrm>
            <a:custGeom>
              <a:rect b="b" l="l" r="r" t="t"/>
              <a:pathLst>
                <a:path extrusionOk="0" h="1784" w="1884">
                  <a:moveTo>
                    <a:pt x="1276" y="585"/>
                  </a:moveTo>
                  <a:cubicBezTo>
                    <a:pt x="1289" y="585"/>
                    <a:pt x="1298" y="590"/>
                    <a:pt x="1298" y="604"/>
                  </a:cubicBezTo>
                  <a:lnTo>
                    <a:pt x="1298" y="1180"/>
                  </a:lnTo>
                  <a:cubicBezTo>
                    <a:pt x="1298" y="1189"/>
                    <a:pt x="1289" y="1198"/>
                    <a:pt x="1276" y="1198"/>
                  </a:cubicBezTo>
                  <a:lnTo>
                    <a:pt x="604" y="1198"/>
                  </a:lnTo>
                  <a:cubicBezTo>
                    <a:pt x="594" y="1198"/>
                    <a:pt x="585" y="1189"/>
                    <a:pt x="585" y="1180"/>
                  </a:cubicBezTo>
                  <a:lnTo>
                    <a:pt x="585" y="604"/>
                  </a:lnTo>
                  <a:cubicBezTo>
                    <a:pt x="585" y="590"/>
                    <a:pt x="594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0" y="1783"/>
                    <a:pt x="604" y="1783"/>
                  </a:cubicBezTo>
                  <a:lnTo>
                    <a:pt x="1276" y="1783"/>
                  </a:lnTo>
                  <a:cubicBezTo>
                    <a:pt x="1609" y="1783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09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892073" y="2235104"/>
              <a:ext cx="46101" cy="43781"/>
            </a:xfrm>
            <a:custGeom>
              <a:rect b="b" l="l" r="r" t="t"/>
              <a:pathLst>
                <a:path extrusionOk="0" h="1789" w="1884">
                  <a:moveTo>
                    <a:pt x="1276" y="586"/>
                  </a:moveTo>
                  <a:cubicBezTo>
                    <a:pt x="1289" y="586"/>
                    <a:pt x="1298" y="595"/>
                    <a:pt x="1298" y="604"/>
                  </a:cubicBezTo>
                  <a:lnTo>
                    <a:pt x="1298" y="1185"/>
                  </a:lnTo>
                  <a:cubicBezTo>
                    <a:pt x="1298" y="1194"/>
                    <a:pt x="1289" y="1203"/>
                    <a:pt x="1276" y="1203"/>
                  </a:cubicBezTo>
                  <a:lnTo>
                    <a:pt x="604" y="1203"/>
                  </a:lnTo>
                  <a:cubicBezTo>
                    <a:pt x="594" y="1203"/>
                    <a:pt x="585" y="1194"/>
                    <a:pt x="585" y="1185"/>
                  </a:cubicBezTo>
                  <a:lnTo>
                    <a:pt x="585" y="604"/>
                  </a:lnTo>
                  <a:cubicBezTo>
                    <a:pt x="585" y="595"/>
                    <a:pt x="594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0" y="1"/>
                    <a:pt x="0" y="275"/>
                    <a:pt x="0" y="604"/>
                  </a:cubicBezTo>
                  <a:lnTo>
                    <a:pt x="0" y="1185"/>
                  </a:lnTo>
                  <a:cubicBezTo>
                    <a:pt x="0" y="1518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09" y="1788"/>
                    <a:pt x="1884" y="1518"/>
                    <a:pt x="1884" y="1185"/>
                  </a:cubicBezTo>
                  <a:lnTo>
                    <a:pt x="1884" y="604"/>
                  </a:lnTo>
                  <a:cubicBezTo>
                    <a:pt x="1884" y="275"/>
                    <a:pt x="1609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4947554" y="2130292"/>
              <a:ext cx="46126" cy="43757"/>
            </a:xfrm>
            <a:custGeom>
              <a:rect b="b" l="l" r="r" t="t"/>
              <a:pathLst>
                <a:path extrusionOk="0" h="1788" w="1885">
                  <a:moveTo>
                    <a:pt x="1281" y="585"/>
                  </a:moveTo>
                  <a:cubicBezTo>
                    <a:pt x="1290" y="585"/>
                    <a:pt x="1299" y="594"/>
                    <a:pt x="1299" y="604"/>
                  </a:cubicBezTo>
                  <a:lnTo>
                    <a:pt x="1299" y="1180"/>
                  </a:lnTo>
                  <a:cubicBezTo>
                    <a:pt x="1299" y="1193"/>
                    <a:pt x="1290" y="1202"/>
                    <a:pt x="1281" y="1202"/>
                  </a:cubicBezTo>
                  <a:lnTo>
                    <a:pt x="604" y="1202"/>
                  </a:lnTo>
                  <a:cubicBezTo>
                    <a:pt x="595" y="1202"/>
                    <a:pt x="586" y="1193"/>
                    <a:pt x="586" y="1180"/>
                  </a:cubicBezTo>
                  <a:lnTo>
                    <a:pt x="586" y="604"/>
                  </a:lnTo>
                  <a:cubicBezTo>
                    <a:pt x="586" y="594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4947554" y="2182759"/>
              <a:ext cx="46126" cy="43659"/>
            </a:xfrm>
            <a:custGeom>
              <a:rect b="b" l="l" r="r" t="t"/>
              <a:pathLst>
                <a:path extrusionOk="0" h="1784" w="1885">
                  <a:moveTo>
                    <a:pt x="1281" y="585"/>
                  </a:moveTo>
                  <a:cubicBezTo>
                    <a:pt x="1290" y="585"/>
                    <a:pt x="1299" y="590"/>
                    <a:pt x="1299" y="604"/>
                  </a:cubicBezTo>
                  <a:lnTo>
                    <a:pt x="1299" y="1180"/>
                  </a:lnTo>
                  <a:cubicBezTo>
                    <a:pt x="1299" y="1189"/>
                    <a:pt x="1290" y="1198"/>
                    <a:pt x="1281" y="1198"/>
                  </a:cubicBezTo>
                  <a:lnTo>
                    <a:pt x="604" y="1198"/>
                  </a:lnTo>
                  <a:cubicBezTo>
                    <a:pt x="595" y="1198"/>
                    <a:pt x="586" y="1189"/>
                    <a:pt x="586" y="1180"/>
                  </a:cubicBezTo>
                  <a:lnTo>
                    <a:pt x="586" y="604"/>
                  </a:lnTo>
                  <a:cubicBezTo>
                    <a:pt x="586" y="590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5" y="1783"/>
                    <a:pt x="604" y="1783"/>
                  </a:cubicBezTo>
                  <a:lnTo>
                    <a:pt x="1281" y="1783"/>
                  </a:lnTo>
                  <a:cubicBezTo>
                    <a:pt x="1614" y="1783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4947554" y="2235104"/>
              <a:ext cx="46126" cy="43781"/>
            </a:xfrm>
            <a:custGeom>
              <a:rect b="b" l="l" r="r" t="t"/>
              <a:pathLst>
                <a:path extrusionOk="0" h="1789" w="1885">
                  <a:moveTo>
                    <a:pt x="1281" y="586"/>
                  </a:moveTo>
                  <a:cubicBezTo>
                    <a:pt x="1290" y="586"/>
                    <a:pt x="1299" y="595"/>
                    <a:pt x="1299" y="604"/>
                  </a:cubicBezTo>
                  <a:lnTo>
                    <a:pt x="1299" y="1185"/>
                  </a:lnTo>
                  <a:cubicBezTo>
                    <a:pt x="1299" y="1194"/>
                    <a:pt x="1290" y="1203"/>
                    <a:pt x="1281" y="1203"/>
                  </a:cubicBezTo>
                  <a:lnTo>
                    <a:pt x="604" y="1203"/>
                  </a:lnTo>
                  <a:cubicBezTo>
                    <a:pt x="595" y="1203"/>
                    <a:pt x="586" y="1194"/>
                    <a:pt x="586" y="1185"/>
                  </a:cubicBezTo>
                  <a:lnTo>
                    <a:pt x="586" y="604"/>
                  </a:lnTo>
                  <a:cubicBezTo>
                    <a:pt x="586" y="595"/>
                    <a:pt x="595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5" y="1"/>
                    <a:pt x="1" y="275"/>
                    <a:pt x="1" y="604"/>
                  </a:cubicBezTo>
                  <a:lnTo>
                    <a:pt x="1" y="1185"/>
                  </a:lnTo>
                  <a:cubicBezTo>
                    <a:pt x="1" y="1518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8"/>
                    <a:pt x="1884" y="1185"/>
                  </a:cubicBezTo>
                  <a:lnTo>
                    <a:pt x="1884" y="604"/>
                  </a:lnTo>
                  <a:cubicBezTo>
                    <a:pt x="1884" y="275"/>
                    <a:pt x="1614" y="1"/>
                    <a:pt x="1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4814199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84" y="581"/>
                    <a:pt x="1212" y="453"/>
                    <a:pt x="1212" y="289"/>
                  </a:cubicBezTo>
                  <a:cubicBezTo>
                    <a:pt x="1212" y="129"/>
                    <a:pt x="1084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4854360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79" y="581"/>
                    <a:pt x="1212" y="453"/>
                    <a:pt x="1212" y="289"/>
                  </a:cubicBezTo>
                  <a:cubicBezTo>
                    <a:pt x="1212" y="129"/>
                    <a:pt x="1079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4894423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84" y="581"/>
                    <a:pt x="1212" y="453"/>
                    <a:pt x="1212" y="289"/>
                  </a:cubicBezTo>
                  <a:cubicBezTo>
                    <a:pt x="1212" y="129"/>
                    <a:pt x="1084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4934583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79" y="581"/>
                    <a:pt x="1212" y="453"/>
                    <a:pt x="1212" y="289"/>
                  </a:cubicBezTo>
                  <a:cubicBezTo>
                    <a:pt x="1212" y="129"/>
                    <a:pt x="1079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7086599" y="3704506"/>
            <a:ext cx="530354" cy="477336"/>
            <a:chOff x="1989134" y="2626673"/>
            <a:chExt cx="488446" cy="439697"/>
          </a:xfrm>
        </p:grpSpPr>
        <p:sp>
          <p:nvSpPr>
            <p:cNvPr id="129" name="Google Shape;129;p17"/>
            <p:cNvSpPr/>
            <p:nvPr/>
          </p:nvSpPr>
          <p:spPr>
            <a:xfrm>
              <a:off x="1989134" y="2626673"/>
              <a:ext cx="488446" cy="439697"/>
            </a:xfrm>
            <a:custGeom>
              <a:rect b="b" l="l" r="r" t="t"/>
              <a:pathLst>
                <a:path extrusionOk="0" h="17967" w="19961">
                  <a:moveTo>
                    <a:pt x="7932" y="1157"/>
                  </a:moveTo>
                  <a:lnTo>
                    <a:pt x="7932" y="1157"/>
                  </a:lnTo>
                  <a:cubicBezTo>
                    <a:pt x="7635" y="1399"/>
                    <a:pt x="7352" y="1683"/>
                    <a:pt x="7082" y="1998"/>
                  </a:cubicBezTo>
                  <a:cubicBezTo>
                    <a:pt x="7013" y="1911"/>
                    <a:pt x="6940" y="1824"/>
                    <a:pt x="6858" y="1747"/>
                  </a:cubicBezTo>
                  <a:cubicBezTo>
                    <a:pt x="6840" y="1728"/>
                    <a:pt x="6821" y="1715"/>
                    <a:pt x="6803" y="1696"/>
                  </a:cubicBezTo>
                  <a:cubicBezTo>
                    <a:pt x="7169" y="1486"/>
                    <a:pt x="7544" y="1308"/>
                    <a:pt x="7932" y="1157"/>
                  </a:cubicBezTo>
                  <a:close/>
                  <a:moveTo>
                    <a:pt x="14008" y="1148"/>
                  </a:moveTo>
                  <a:cubicBezTo>
                    <a:pt x="14630" y="1386"/>
                    <a:pt x="15219" y="1701"/>
                    <a:pt x="15768" y="2080"/>
                  </a:cubicBezTo>
                  <a:cubicBezTo>
                    <a:pt x="15521" y="2112"/>
                    <a:pt x="15270" y="2144"/>
                    <a:pt x="15014" y="2167"/>
                  </a:cubicBezTo>
                  <a:cubicBezTo>
                    <a:pt x="14703" y="1779"/>
                    <a:pt x="14365" y="1440"/>
                    <a:pt x="14008" y="1148"/>
                  </a:cubicBezTo>
                  <a:close/>
                  <a:moveTo>
                    <a:pt x="9756" y="791"/>
                  </a:moveTo>
                  <a:lnTo>
                    <a:pt x="9756" y="791"/>
                  </a:lnTo>
                  <a:cubicBezTo>
                    <a:pt x="9482" y="1184"/>
                    <a:pt x="9240" y="1706"/>
                    <a:pt x="9029" y="2323"/>
                  </a:cubicBezTo>
                  <a:cubicBezTo>
                    <a:pt x="8563" y="2304"/>
                    <a:pt x="8101" y="2272"/>
                    <a:pt x="7649" y="2236"/>
                  </a:cubicBezTo>
                  <a:cubicBezTo>
                    <a:pt x="8280" y="1536"/>
                    <a:pt x="8997" y="1047"/>
                    <a:pt x="9756" y="791"/>
                  </a:cubicBezTo>
                  <a:close/>
                  <a:moveTo>
                    <a:pt x="12193" y="791"/>
                  </a:moveTo>
                  <a:lnTo>
                    <a:pt x="12193" y="791"/>
                  </a:lnTo>
                  <a:cubicBezTo>
                    <a:pt x="12956" y="1047"/>
                    <a:pt x="13674" y="1541"/>
                    <a:pt x="14305" y="2236"/>
                  </a:cubicBezTo>
                  <a:cubicBezTo>
                    <a:pt x="13853" y="2272"/>
                    <a:pt x="13391" y="2300"/>
                    <a:pt x="12920" y="2323"/>
                  </a:cubicBezTo>
                  <a:cubicBezTo>
                    <a:pt x="12705" y="1683"/>
                    <a:pt x="12463" y="1171"/>
                    <a:pt x="12193" y="791"/>
                  </a:cubicBezTo>
                  <a:close/>
                  <a:moveTo>
                    <a:pt x="10977" y="586"/>
                  </a:moveTo>
                  <a:cubicBezTo>
                    <a:pt x="11425" y="586"/>
                    <a:pt x="11914" y="1239"/>
                    <a:pt x="12312" y="2346"/>
                  </a:cubicBezTo>
                  <a:cubicBezTo>
                    <a:pt x="11873" y="2359"/>
                    <a:pt x="11425" y="2368"/>
                    <a:pt x="10977" y="2368"/>
                  </a:cubicBezTo>
                  <a:cubicBezTo>
                    <a:pt x="10529" y="2368"/>
                    <a:pt x="10081" y="2359"/>
                    <a:pt x="9642" y="2346"/>
                  </a:cubicBezTo>
                  <a:cubicBezTo>
                    <a:pt x="10044" y="1235"/>
                    <a:pt x="10529" y="586"/>
                    <a:pt x="10977" y="586"/>
                  </a:cubicBezTo>
                  <a:close/>
                  <a:moveTo>
                    <a:pt x="16417" y="2583"/>
                  </a:moveTo>
                  <a:cubicBezTo>
                    <a:pt x="16655" y="2784"/>
                    <a:pt x="16879" y="3004"/>
                    <a:pt x="17098" y="3232"/>
                  </a:cubicBezTo>
                  <a:cubicBezTo>
                    <a:pt x="16682" y="3246"/>
                    <a:pt x="16280" y="3370"/>
                    <a:pt x="15928" y="3580"/>
                  </a:cubicBezTo>
                  <a:cubicBezTo>
                    <a:pt x="15768" y="3274"/>
                    <a:pt x="15599" y="2986"/>
                    <a:pt x="15416" y="2716"/>
                  </a:cubicBezTo>
                  <a:cubicBezTo>
                    <a:pt x="15759" y="2675"/>
                    <a:pt x="16093" y="2629"/>
                    <a:pt x="16417" y="2583"/>
                  </a:cubicBezTo>
                  <a:close/>
                  <a:moveTo>
                    <a:pt x="7498" y="2812"/>
                  </a:moveTo>
                  <a:cubicBezTo>
                    <a:pt x="7941" y="2848"/>
                    <a:pt x="8394" y="2876"/>
                    <a:pt x="8856" y="2899"/>
                  </a:cubicBezTo>
                  <a:cubicBezTo>
                    <a:pt x="8627" y="3713"/>
                    <a:pt x="8453" y="4645"/>
                    <a:pt x="8335" y="5633"/>
                  </a:cubicBezTo>
                  <a:cubicBezTo>
                    <a:pt x="7781" y="5573"/>
                    <a:pt x="7237" y="5491"/>
                    <a:pt x="6721" y="5395"/>
                  </a:cubicBezTo>
                  <a:cubicBezTo>
                    <a:pt x="7265" y="4933"/>
                    <a:pt x="7599" y="4247"/>
                    <a:pt x="7599" y="3511"/>
                  </a:cubicBezTo>
                  <a:cubicBezTo>
                    <a:pt x="7599" y="3269"/>
                    <a:pt x="7567" y="3036"/>
                    <a:pt x="7498" y="2812"/>
                  </a:cubicBezTo>
                  <a:close/>
                  <a:moveTo>
                    <a:pt x="14749" y="2784"/>
                  </a:moveTo>
                  <a:cubicBezTo>
                    <a:pt x="15009" y="3132"/>
                    <a:pt x="15242" y="3520"/>
                    <a:pt x="15457" y="3946"/>
                  </a:cubicBezTo>
                  <a:cubicBezTo>
                    <a:pt x="15453" y="3946"/>
                    <a:pt x="15453" y="3950"/>
                    <a:pt x="15448" y="3955"/>
                  </a:cubicBezTo>
                  <a:cubicBezTo>
                    <a:pt x="15032" y="4366"/>
                    <a:pt x="14781" y="4906"/>
                    <a:pt x="14730" y="5482"/>
                  </a:cubicBezTo>
                  <a:cubicBezTo>
                    <a:pt x="14369" y="5541"/>
                    <a:pt x="13999" y="5591"/>
                    <a:pt x="13624" y="5633"/>
                  </a:cubicBezTo>
                  <a:cubicBezTo>
                    <a:pt x="13501" y="4627"/>
                    <a:pt x="13322" y="3703"/>
                    <a:pt x="13098" y="2899"/>
                  </a:cubicBezTo>
                  <a:cubicBezTo>
                    <a:pt x="13665" y="2871"/>
                    <a:pt x="14218" y="2835"/>
                    <a:pt x="14749" y="2784"/>
                  </a:cubicBezTo>
                  <a:close/>
                  <a:moveTo>
                    <a:pt x="12499" y="2926"/>
                  </a:moveTo>
                  <a:cubicBezTo>
                    <a:pt x="12732" y="3726"/>
                    <a:pt x="12915" y="4663"/>
                    <a:pt x="13039" y="5692"/>
                  </a:cubicBezTo>
                  <a:cubicBezTo>
                    <a:pt x="12367" y="5747"/>
                    <a:pt x="11681" y="5779"/>
                    <a:pt x="10977" y="5779"/>
                  </a:cubicBezTo>
                  <a:cubicBezTo>
                    <a:pt x="10278" y="5779"/>
                    <a:pt x="9587" y="5747"/>
                    <a:pt x="8915" y="5692"/>
                  </a:cubicBezTo>
                  <a:cubicBezTo>
                    <a:pt x="9039" y="4668"/>
                    <a:pt x="9221" y="3731"/>
                    <a:pt x="9455" y="2926"/>
                  </a:cubicBezTo>
                  <a:cubicBezTo>
                    <a:pt x="9958" y="2944"/>
                    <a:pt x="10465" y="2954"/>
                    <a:pt x="10977" y="2954"/>
                  </a:cubicBezTo>
                  <a:cubicBezTo>
                    <a:pt x="11489" y="2954"/>
                    <a:pt x="12001" y="2944"/>
                    <a:pt x="12499" y="2926"/>
                  </a:cubicBezTo>
                  <a:close/>
                  <a:moveTo>
                    <a:pt x="5139" y="1632"/>
                  </a:moveTo>
                  <a:cubicBezTo>
                    <a:pt x="5633" y="1632"/>
                    <a:pt x="6094" y="1820"/>
                    <a:pt x="6451" y="2167"/>
                  </a:cubicBezTo>
                  <a:cubicBezTo>
                    <a:pt x="6817" y="2524"/>
                    <a:pt x="7018" y="2999"/>
                    <a:pt x="7018" y="3511"/>
                  </a:cubicBezTo>
                  <a:cubicBezTo>
                    <a:pt x="7018" y="4334"/>
                    <a:pt x="6465" y="5075"/>
                    <a:pt x="5674" y="5308"/>
                  </a:cubicBezTo>
                  <a:cubicBezTo>
                    <a:pt x="5550" y="5345"/>
                    <a:pt x="5464" y="5459"/>
                    <a:pt x="5464" y="5591"/>
                  </a:cubicBezTo>
                  <a:lnTo>
                    <a:pt x="5464" y="6762"/>
                  </a:lnTo>
                  <a:cubicBezTo>
                    <a:pt x="5464" y="6945"/>
                    <a:pt x="5317" y="7091"/>
                    <a:pt x="5139" y="7091"/>
                  </a:cubicBezTo>
                  <a:cubicBezTo>
                    <a:pt x="4956" y="7091"/>
                    <a:pt x="4810" y="6945"/>
                    <a:pt x="4810" y="6762"/>
                  </a:cubicBezTo>
                  <a:lnTo>
                    <a:pt x="4810" y="5591"/>
                  </a:lnTo>
                  <a:cubicBezTo>
                    <a:pt x="4810" y="5459"/>
                    <a:pt x="4723" y="5345"/>
                    <a:pt x="4600" y="5308"/>
                  </a:cubicBezTo>
                  <a:cubicBezTo>
                    <a:pt x="3790" y="5070"/>
                    <a:pt x="3237" y="4307"/>
                    <a:pt x="3260" y="3456"/>
                  </a:cubicBezTo>
                  <a:cubicBezTo>
                    <a:pt x="3287" y="2455"/>
                    <a:pt x="4092" y="1655"/>
                    <a:pt x="5093" y="1632"/>
                  </a:cubicBezTo>
                  <a:close/>
                  <a:moveTo>
                    <a:pt x="3434" y="5290"/>
                  </a:moveTo>
                  <a:cubicBezTo>
                    <a:pt x="3658" y="5505"/>
                    <a:pt x="3928" y="5678"/>
                    <a:pt x="4225" y="5797"/>
                  </a:cubicBezTo>
                  <a:lnTo>
                    <a:pt x="4225" y="6762"/>
                  </a:lnTo>
                  <a:cubicBezTo>
                    <a:pt x="4225" y="7169"/>
                    <a:pt x="4490" y="7512"/>
                    <a:pt x="4856" y="7630"/>
                  </a:cubicBezTo>
                  <a:cubicBezTo>
                    <a:pt x="4819" y="7978"/>
                    <a:pt x="4796" y="8334"/>
                    <a:pt x="4792" y="8691"/>
                  </a:cubicBezTo>
                  <a:lnTo>
                    <a:pt x="2583" y="8691"/>
                  </a:lnTo>
                  <a:cubicBezTo>
                    <a:pt x="2625" y="7512"/>
                    <a:pt x="2917" y="6346"/>
                    <a:pt x="3434" y="5290"/>
                  </a:cubicBezTo>
                  <a:close/>
                  <a:moveTo>
                    <a:pt x="6049" y="5852"/>
                  </a:moveTo>
                  <a:cubicBezTo>
                    <a:pt x="6748" y="6007"/>
                    <a:pt x="7498" y="6131"/>
                    <a:pt x="8271" y="6213"/>
                  </a:cubicBezTo>
                  <a:cubicBezTo>
                    <a:pt x="8193" y="7022"/>
                    <a:pt x="8147" y="7864"/>
                    <a:pt x="8138" y="8691"/>
                  </a:cubicBezTo>
                  <a:lnTo>
                    <a:pt x="5372" y="8691"/>
                  </a:lnTo>
                  <a:cubicBezTo>
                    <a:pt x="5381" y="8334"/>
                    <a:pt x="5404" y="7973"/>
                    <a:pt x="5445" y="7621"/>
                  </a:cubicBezTo>
                  <a:cubicBezTo>
                    <a:pt x="5797" y="7493"/>
                    <a:pt x="6049" y="7155"/>
                    <a:pt x="6049" y="6762"/>
                  </a:cubicBezTo>
                  <a:lnTo>
                    <a:pt x="6049" y="5852"/>
                  </a:lnTo>
                  <a:close/>
                  <a:moveTo>
                    <a:pt x="13103" y="6273"/>
                  </a:moveTo>
                  <a:cubicBezTo>
                    <a:pt x="13158" y="6812"/>
                    <a:pt x="13194" y="7370"/>
                    <a:pt x="13213" y="7941"/>
                  </a:cubicBezTo>
                  <a:cubicBezTo>
                    <a:pt x="13144" y="7937"/>
                    <a:pt x="13071" y="7937"/>
                    <a:pt x="12998" y="7937"/>
                  </a:cubicBezTo>
                  <a:cubicBezTo>
                    <a:pt x="12367" y="7955"/>
                    <a:pt x="11772" y="8211"/>
                    <a:pt x="11320" y="8659"/>
                  </a:cubicBezTo>
                  <a:cubicBezTo>
                    <a:pt x="11306" y="8668"/>
                    <a:pt x="11297" y="8682"/>
                    <a:pt x="11288" y="8691"/>
                  </a:cubicBezTo>
                  <a:lnTo>
                    <a:pt x="8723" y="8691"/>
                  </a:lnTo>
                  <a:cubicBezTo>
                    <a:pt x="8732" y="7859"/>
                    <a:pt x="8773" y="7045"/>
                    <a:pt x="8851" y="6273"/>
                  </a:cubicBezTo>
                  <a:cubicBezTo>
                    <a:pt x="9546" y="6332"/>
                    <a:pt x="10259" y="6359"/>
                    <a:pt x="10977" y="6359"/>
                  </a:cubicBezTo>
                  <a:cubicBezTo>
                    <a:pt x="11699" y="6359"/>
                    <a:pt x="12412" y="6332"/>
                    <a:pt x="13103" y="6273"/>
                  </a:cubicBezTo>
                  <a:close/>
                  <a:moveTo>
                    <a:pt x="14753" y="6071"/>
                  </a:moveTo>
                  <a:cubicBezTo>
                    <a:pt x="14886" y="6926"/>
                    <a:pt x="15462" y="7658"/>
                    <a:pt x="16271" y="7982"/>
                  </a:cubicBezTo>
                  <a:lnTo>
                    <a:pt x="16271" y="8691"/>
                  </a:lnTo>
                  <a:lnTo>
                    <a:pt x="14831" y="8691"/>
                  </a:lnTo>
                  <a:cubicBezTo>
                    <a:pt x="14813" y="8673"/>
                    <a:pt x="14794" y="8654"/>
                    <a:pt x="14776" y="8636"/>
                  </a:cubicBezTo>
                  <a:cubicBezTo>
                    <a:pt x="14497" y="8366"/>
                    <a:pt x="14163" y="8165"/>
                    <a:pt x="13802" y="8051"/>
                  </a:cubicBezTo>
                  <a:cubicBezTo>
                    <a:pt x="13784" y="7425"/>
                    <a:pt x="13743" y="6807"/>
                    <a:pt x="13688" y="6218"/>
                  </a:cubicBezTo>
                  <a:cubicBezTo>
                    <a:pt x="14049" y="6177"/>
                    <a:pt x="14401" y="6126"/>
                    <a:pt x="14753" y="6071"/>
                  </a:cubicBezTo>
                  <a:close/>
                  <a:moveTo>
                    <a:pt x="19174" y="7146"/>
                  </a:moveTo>
                  <a:cubicBezTo>
                    <a:pt x="19288" y="7653"/>
                    <a:pt x="19352" y="8170"/>
                    <a:pt x="19370" y="8691"/>
                  </a:cubicBezTo>
                  <a:lnTo>
                    <a:pt x="18100" y="8691"/>
                  </a:lnTo>
                  <a:lnTo>
                    <a:pt x="18100" y="7982"/>
                  </a:lnTo>
                  <a:cubicBezTo>
                    <a:pt x="18534" y="7809"/>
                    <a:pt x="18904" y="7512"/>
                    <a:pt x="19174" y="7146"/>
                  </a:cubicBezTo>
                  <a:close/>
                  <a:moveTo>
                    <a:pt x="17185" y="3818"/>
                  </a:moveTo>
                  <a:cubicBezTo>
                    <a:pt x="17679" y="3818"/>
                    <a:pt x="18145" y="4005"/>
                    <a:pt x="18497" y="4353"/>
                  </a:cubicBezTo>
                  <a:cubicBezTo>
                    <a:pt x="18863" y="4709"/>
                    <a:pt x="19064" y="5185"/>
                    <a:pt x="19064" y="5697"/>
                  </a:cubicBezTo>
                  <a:cubicBezTo>
                    <a:pt x="19064" y="6519"/>
                    <a:pt x="18511" y="7260"/>
                    <a:pt x="17720" y="7493"/>
                  </a:cubicBezTo>
                  <a:cubicBezTo>
                    <a:pt x="17597" y="7534"/>
                    <a:pt x="17514" y="7644"/>
                    <a:pt x="17514" y="7777"/>
                  </a:cubicBezTo>
                  <a:lnTo>
                    <a:pt x="17514" y="8947"/>
                  </a:lnTo>
                  <a:cubicBezTo>
                    <a:pt x="17514" y="9130"/>
                    <a:pt x="17368" y="9276"/>
                    <a:pt x="17185" y="9276"/>
                  </a:cubicBezTo>
                  <a:cubicBezTo>
                    <a:pt x="17002" y="9276"/>
                    <a:pt x="16856" y="9130"/>
                    <a:pt x="16856" y="8947"/>
                  </a:cubicBezTo>
                  <a:lnTo>
                    <a:pt x="16856" y="7777"/>
                  </a:lnTo>
                  <a:cubicBezTo>
                    <a:pt x="16856" y="7644"/>
                    <a:pt x="16774" y="7534"/>
                    <a:pt x="16650" y="7493"/>
                  </a:cubicBezTo>
                  <a:cubicBezTo>
                    <a:pt x="15837" y="7256"/>
                    <a:pt x="15283" y="6492"/>
                    <a:pt x="15306" y="5642"/>
                  </a:cubicBezTo>
                  <a:cubicBezTo>
                    <a:pt x="15334" y="4645"/>
                    <a:pt x="16138" y="3841"/>
                    <a:pt x="17140" y="3818"/>
                  </a:cubicBezTo>
                  <a:close/>
                  <a:moveTo>
                    <a:pt x="4792" y="9276"/>
                  </a:moveTo>
                  <a:cubicBezTo>
                    <a:pt x="4796" y="9578"/>
                    <a:pt x="4814" y="9875"/>
                    <a:pt x="4842" y="10172"/>
                  </a:cubicBezTo>
                  <a:cubicBezTo>
                    <a:pt x="4536" y="10099"/>
                    <a:pt x="4220" y="10058"/>
                    <a:pt x="3900" y="10058"/>
                  </a:cubicBezTo>
                  <a:cubicBezTo>
                    <a:pt x="3475" y="10058"/>
                    <a:pt x="3063" y="10126"/>
                    <a:pt x="2675" y="10259"/>
                  </a:cubicBezTo>
                  <a:cubicBezTo>
                    <a:pt x="2625" y="9934"/>
                    <a:pt x="2597" y="9605"/>
                    <a:pt x="2583" y="9276"/>
                  </a:cubicBezTo>
                  <a:close/>
                  <a:moveTo>
                    <a:pt x="10867" y="9276"/>
                  </a:moveTo>
                  <a:cubicBezTo>
                    <a:pt x="10698" y="9601"/>
                    <a:pt x="10602" y="9962"/>
                    <a:pt x="10593" y="10332"/>
                  </a:cubicBezTo>
                  <a:cubicBezTo>
                    <a:pt x="10584" y="10794"/>
                    <a:pt x="10698" y="11228"/>
                    <a:pt x="10913" y="11608"/>
                  </a:cubicBezTo>
                  <a:cubicBezTo>
                    <a:pt x="10214" y="11612"/>
                    <a:pt x="9523" y="11640"/>
                    <a:pt x="8851" y="11699"/>
                  </a:cubicBezTo>
                  <a:cubicBezTo>
                    <a:pt x="8773" y="10927"/>
                    <a:pt x="8732" y="10113"/>
                    <a:pt x="8723" y="9276"/>
                  </a:cubicBezTo>
                  <a:close/>
                  <a:moveTo>
                    <a:pt x="16335" y="9276"/>
                  </a:moveTo>
                  <a:cubicBezTo>
                    <a:pt x="16385" y="9409"/>
                    <a:pt x="16468" y="9528"/>
                    <a:pt x="16568" y="9619"/>
                  </a:cubicBezTo>
                  <a:cubicBezTo>
                    <a:pt x="16522" y="10510"/>
                    <a:pt x="16385" y="11370"/>
                    <a:pt x="16161" y="12179"/>
                  </a:cubicBezTo>
                  <a:cubicBezTo>
                    <a:pt x="15782" y="12088"/>
                    <a:pt x="15389" y="12005"/>
                    <a:pt x="14977" y="11937"/>
                  </a:cubicBezTo>
                  <a:cubicBezTo>
                    <a:pt x="15320" y="11512"/>
                    <a:pt x="15521" y="10972"/>
                    <a:pt x="15521" y="10401"/>
                  </a:cubicBezTo>
                  <a:cubicBezTo>
                    <a:pt x="15521" y="10003"/>
                    <a:pt x="15425" y="9619"/>
                    <a:pt x="15251" y="9276"/>
                  </a:cubicBezTo>
                  <a:close/>
                  <a:moveTo>
                    <a:pt x="13057" y="8522"/>
                  </a:moveTo>
                  <a:cubicBezTo>
                    <a:pt x="13551" y="8522"/>
                    <a:pt x="14017" y="8709"/>
                    <a:pt x="14369" y="9057"/>
                  </a:cubicBezTo>
                  <a:cubicBezTo>
                    <a:pt x="14735" y="9413"/>
                    <a:pt x="14936" y="9889"/>
                    <a:pt x="14936" y="10401"/>
                  </a:cubicBezTo>
                  <a:cubicBezTo>
                    <a:pt x="14936" y="11224"/>
                    <a:pt x="14383" y="11964"/>
                    <a:pt x="13592" y="12202"/>
                  </a:cubicBezTo>
                  <a:cubicBezTo>
                    <a:pt x="13469" y="12239"/>
                    <a:pt x="13386" y="12353"/>
                    <a:pt x="13386" y="12481"/>
                  </a:cubicBezTo>
                  <a:lnTo>
                    <a:pt x="13386" y="13651"/>
                  </a:lnTo>
                  <a:cubicBezTo>
                    <a:pt x="13386" y="13834"/>
                    <a:pt x="13235" y="13980"/>
                    <a:pt x="13057" y="13980"/>
                  </a:cubicBezTo>
                  <a:cubicBezTo>
                    <a:pt x="12874" y="13980"/>
                    <a:pt x="12728" y="13834"/>
                    <a:pt x="12728" y="13651"/>
                  </a:cubicBezTo>
                  <a:lnTo>
                    <a:pt x="12728" y="12481"/>
                  </a:lnTo>
                  <a:cubicBezTo>
                    <a:pt x="12728" y="12353"/>
                    <a:pt x="12646" y="12239"/>
                    <a:pt x="12522" y="12202"/>
                  </a:cubicBezTo>
                  <a:cubicBezTo>
                    <a:pt x="11708" y="11960"/>
                    <a:pt x="11155" y="11196"/>
                    <a:pt x="11178" y="10350"/>
                  </a:cubicBezTo>
                  <a:cubicBezTo>
                    <a:pt x="11206" y="9349"/>
                    <a:pt x="12010" y="8545"/>
                    <a:pt x="13011" y="8522"/>
                  </a:cubicBezTo>
                  <a:close/>
                  <a:moveTo>
                    <a:pt x="10977" y="12193"/>
                  </a:moveTo>
                  <a:cubicBezTo>
                    <a:pt x="11114" y="12193"/>
                    <a:pt x="11247" y="12197"/>
                    <a:pt x="11375" y="12197"/>
                  </a:cubicBezTo>
                  <a:cubicBezTo>
                    <a:pt x="11594" y="12403"/>
                    <a:pt x="11855" y="12572"/>
                    <a:pt x="12143" y="12691"/>
                  </a:cubicBezTo>
                  <a:lnTo>
                    <a:pt x="12143" y="13651"/>
                  </a:lnTo>
                  <a:cubicBezTo>
                    <a:pt x="12143" y="14012"/>
                    <a:pt x="12353" y="14323"/>
                    <a:pt x="12650" y="14470"/>
                  </a:cubicBezTo>
                  <a:cubicBezTo>
                    <a:pt x="12604" y="14671"/>
                    <a:pt x="12554" y="14863"/>
                    <a:pt x="12499" y="15046"/>
                  </a:cubicBezTo>
                  <a:cubicBezTo>
                    <a:pt x="12001" y="15027"/>
                    <a:pt x="11489" y="15018"/>
                    <a:pt x="10977" y="15018"/>
                  </a:cubicBezTo>
                  <a:cubicBezTo>
                    <a:pt x="10465" y="15018"/>
                    <a:pt x="9958" y="15027"/>
                    <a:pt x="9455" y="15046"/>
                  </a:cubicBezTo>
                  <a:cubicBezTo>
                    <a:pt x="9221" y="14241"/>
                    <a:pt x="9039" y="13304"/>
                    <a:pt x="8915" y="12280"/>
                  </a:cubicBezTo>
                  <a:cubicBezTo>
                    <a:pt x="9587" y="12225"/>
                    <a:pt x="10278" y="12193"/>
                    <a:pt x="10977" y="12193"/>
                  </a:cubicBezTo>
                  <a:close/>
                  <a:moveTo>
                    <a:pt x="8335" y="12335"/>
                  </a:moveTo>
                  <a:cubicBezTo>
                    <a:pt x="8453" y="13327"/>
                    <a:pt x="8627" y="14259"/>
                    <a:pt x="8856" y="15073"/>
                  </a:cubicBezTo>
                  <a:cubicBezTo>
                    <a:pt x="8435" y="15091"/>
                    <a:pt x="8024" y="15119"/>
                    <a:pt x="7621" y="15151"/>
                  </a:cubicBezTo>
                  <a:cubicBezTo>
                    <a:pt x="7740" y="14776"/>
                    <a:pt x="7804" y="14378"/>
                    <a:pt x="7804" y="13962"/>
                  </a:cubicBezTo>
                  <a:cubicBezTo>
                    <a:pt x="7804" y="13436"/>
                    <a:pt x="7699" y="12920"/>
                    <a:pt x="7498" y="12444"/>
                  </a:cubicBezTo>
                  <a:cubicBezTo>
                    <a:pt x="7772" y="12403"/>
                    <a:pt x="8051" y="12367"/>
                    <a:pt x="8335" y="12335"/>
                  </a:cubicBezTo>
                  <a:close/>
                  <a:moveTo>
                    <a:pt x="14433" y="12444"/>
                  </a:moveTo>
                  <a:cubicBezTo>
                    <a:pt x="14977" y="12522"/>
                    <a:pt x="15498" y="12623"/>
                    <a:pt x="15992" y="12741"/>
                  </a:cubicBezTo>
                  <a:cubicBezTo>
                    <a:pt x="15695" y="13624"/>
                    <a:pt x="15297" y="14428"/>
                    <a:pt x="14799" y="15123"/>
                  </a:cubicBezTo>
                  <a:cubicBezTo>
                    <a:pt x="14785" y="15146"/>
                    <a:pt x="14767" y="15164"/>
                    <a:pt x="14749" y="15187"/>
                  </a:cubicBezTo>
                  <a:cubicBezTo>
                    <a:pt x="14218" y="15137"/>
                    <a:pt x="13665" y="15100"/>
                    <a:pt x="13098" y="15068"/>
                  </a:cubicBezTo>
                  <a:cubicBezTo>
                    <a:pt x="13149" y="14904"/>
                    <a:pt x="13194" y="14730"/>
                    <a:pt x="13235" y="14547"/>
                  </a:cubicBezTo>
                  <a:cubicBezTo>
                    <a:pt x="13651" y="14465"/>
                    <a:pt x="13971" y="14095"/>
                    <a:pt x="13971" y="13651"/>
                  </a:cubicBezTo>
                  <a:lnTo>
                    <a:pt x="13971" y="12691"/>
                  </a:lnTo>
                  <a:cubicBezTo>
                    <a:pt x="14136" y="12623"/>
                    <a:pt x="14287" y="12540"/>
                    <a:pt x="14433" y="12444"/>
                  </a:cubicBezTo>
                  <a:close/>
                  <a:moveTo>
                    <a:pt x="16559" y="12888"/>
                  </a:moveTo>
                  <a:cubicBezTo>
                    <a:pt x="17126" y="13043"/>
                    <a:pt x="17642" y="13226"/>
                    <a:pt x="18109" y="13427"/>
                  </a:cubicBezTo>
                  <a:cubicBezTo>
                    <a:pt x="17647" y="14172"/>
                    <a:pt x="17071" y="14831"/>
                    <a:pt x="16417" y="15388"/>
                  </a:cubicBezTo>
                  <a:cubicBezTo>
                    <a:pt x="16093" y="15338"/>
                    <a:pt x="15759" y="15297"/>
                    <a:pt x="15416" y="15256"/>
                  </a:cubicBezTo>
                  <a:cubicBezTo>
                    <a:pt x="15887" y="14556"/>
                    <a:pt x="16271" y="13752"/>
                    <a:pt x="16559" y="12888"/>
                  </a:cubicBezTo>
                  <a:close/>
                  <a:moveTo>
                    <a:pt x="7178" y="16083"/>
                  </a:moveTo>
                  <a:cubicBezTo>
                    <a:pt x="7416" y="16353"/>
                    <a:pt x="7672" y="16600"/>
                    <a:pt x="7932" y="16815"/>
                  </a:cubicBezTo>
                  <a:cubicBezTo>
                    <a:pt x="7603" y="16687"/>
                    <a:pt x="7283" y="16536"/>
                    <a:pt x="6972" y="16367"/>
                  </a:cubicBezTo>
                  <a:cubicBezTo>
                    <a:pt x="7045" y="16275"/>
                    <a:pt x="7114" y="16184"/>
                    <a:pt x="7178" y="16083"/>
                  </a:cubicBezTo>
                  <a:close/>
                  <a:moveTo>
                    <a:pt x="15018" y="15800"/>
                  </a:moveTo>
                  <a:cubicBezTo>
                    <a:pt x="15270" y="15827"/>
                    <a:pt x="15521" y="15859"/>
                    <a:pt x="15763" y="15887"/>
                  </a:cubicBezTo>
                  <a:cubicBezTo>
                    <a:pt x="15224" y="16262"/>
                    <a:pt x="14643" y="16572"/>
                    <a:pt x="14026" y="16815"/>
                  </a:cubicBezTo>
                  <a:cubicBezTo>
                    <a:pt x="14374" y="16527"/>
                    <a:pt x="14707" y="16188"/>
                    <a:pt x="15018" y="15800"/>
                  </a:cubicBezTo>
                  <a:close/>
                  <a:moveTo>
                    <a:pt x="9029" y="15649"/>
                  </a:moveTo>
                  <a:cubicBezTo>
                    <a:pt x="9240" y="16266"/>
                    <a:pt x="9482" y="16787"/>
                    <a:pt x="9756" y="17180"/>
                  </a:cubicBezTo>
                  <a:cubicBezTo>
                    <a:pt x="9002" y="16924"/>
                    <a:pt x="8280" y="16435"/>
                    <a:pt x="7649" y="15736"/>
                  </a:cubicBezTo>
                  <a:cubicBezTo>
                    <a:pt x="8101" y="15699"/>
                    <a:pt x="8563" y="15667"/>
                    <a:pt x="9029" y="15649"/>
                  </a:cubicBezTo>
                  <a:close/>
                  <a:moveTo>
                    <a:pt x="12924" y="15649"/>
                  </a:moveTo>
                  <a:cubicBezTo>
                    <a:pt x="13395" y="15667"/>
                    <a:pt x="13857" y="15699"/>
                    <a:pt x="14305" y="15736"/>
                  </a:cubicBezTo>
                  <a:cubicBezTo>
                    <a:pt x="13674" y="16440"/>
                    <a:pt x="12952" y="16929"/>
                    <a:pt x="12188" y="17185"/>
                  </a:cubicBezTo>
                  <a:cubicBezTo>
                    <a:pt x="12458" y="16806"/>
                    <a:pt x="12705" y="16289"/>
                    <a:pt x="12924" y="15649"/>
                  </a:cubicBezTo>
                  <a:close/>
                  <a:moveTo>
                    <a:pt x="8138" y="9276"/>
                  </a:moveTo>
                  <a:cubicBezTo>
                    <a:pt x="8147" y="10108"/>
                    <a:pt x="8193" y="10945"/>
                    <a:pt x="8271" y="11754"/>
                  </a:cubicBezTo>
                  <a:cubicBezTo>
                    <a:pt x="7914" y="11795"/>
                    <a:pt x="7562" y="11841"/>
                    <a:pt x="7215" y="11900"/>
                  </a:cubicBezTo>
                  <a:cubicBezTo>
                    <a:pt x="7100" y="11717"/>
                    <a:pt x="6972" y="11544"/>
                    <a:pt x="6831" y="11384"/>
                  </a:cubicBezTo>
                  <a:cubicBezTo>
                    <a:pt x="6773" y="11319"/>
                    <a:pt x="6691" y="11285"/>
                    <a:pt x="6609" y="11285"/>
                  </a:cubicBezTo>
                  <a:cubicBezTo>
                    <a:pt x="6541" y="11285"/>
                    <a:pt x="6473" y="11308"/>
                    <a:pt x="6419" y="11356"/>
                  </a:cubicBezTo>
                  <a:cubicBezTo>
                    <a:pt x="6296" y="11466"/>
                    <a:pt x="6286" y="11649"/>
                    <a:pt x="6392" y="11772"/>
                  </a:cubicBezTo>
                  <a:cubicBezTo>
                    <a:pt x="6927" y="12376"/>
                    <a:pt x="7219" y="13153"/>
                    <a:pt x="7219" y="13962"/>
                  </a:cubicBezTo>
                  <a:cubicBezTo>
                    <a:pt x="7219" y="15791"/>
                    <a:pt x="5733" y="17281"/>
                    <a:pt x="3900" y="17281"/>
                  </a:cubicBezTo>
                  <a:cubicBezTo>
                    <a:pt x="2071" y="17281"/>
                    <a:pt x="586" y="15791"/>
                    <a:pt x="586" y="13962"/>
                  </a:cubicBezTo>
                  <a:cubicBezTo>
                    <a:pt x="586" y="12133"/>
                    <a:pt x="2071" y="10643"/>
                    <a:pt x="3900" y="10643"/>
                  </a:cubicBezTo>
                  <a:cubicBezTo>
                    <a:pt x="4444" y="10643"/>
                    <a:pt x="4979" y="10776"/>
                    <a:pt x="5454" y="11032"/>
                  </a:cubicBezTo>
                  <a:cubicBezTo>
                    <a:pt x="5497" y="11054"/>
                    <a:pt x="5543" y="11064"/>
                    <a:pt x="5588" y="11064"/>
                  </a:cubicBezTo>
                  <a:cubicBezTo>
                    <a:pt x="5694" y="11064"/>
                    <a:pt x="5798" y="11007"/>
                    <a:pt x="5852" y="10908"/>
                  </a:cubicBezTo>
                  <a:cubicBezTo>
                    <a:pt x="5925" y="10767"/>
                    <a:pt x="5870" y="10588"/>
                    <a:pt x="5729" y="10515"/>
                  </a:cubicBezTo>
                  <a:cubicBezTo>
                    <a:pt x="5637" y="10465"/>
                    <a:pt x="5546" y="10419"/>
                    <a:pt x="5450" y="10378"/>
                  </a:cubicBezTo>
                  <a:cubicBezTo>
                    <a:pt x="5409" y="10017"/>
                    <a:pt x="5381" y="9646"/>
                    <a:pt x="5372" y="9276"/>
                  </a:cubicBezTo>
                  <a:close/>
                  <a:moveTo>
                    <a:pt x="10977" y="15603"/>
                  </a:moveTo>
                  <a:cubicBezTo>
                    <a:pt x="11425" y="15603"/>
                    <a:pt x="11873" y="15612"/>
                    <a:pt x="12312" y="15626"/>
                  </a:cubicBezTo>
                  <a:cubicBezTo>
                    <a:pt x="12175" y="16006"/>
                    <a:pt x="12024" y="16335"/>
                    <a:pt x="11868" y="16604"/>
                  </a:cubicBezTo>
                  <a:cubicBezTo>
                    <a:pt x="11663" y="16961"/>
                    <a:pt x="11338" y="17386"/>
                    <a:pt x="10977" y="17386"/>
                  </a:cubicBezTo>
                  <a:cubicBezTo>
                    <a:pt x="10529" y="17386"/>
                    <a:pt x="10044" y="16737"/>
                    <a:pt x="9642" y="15626"/>
                  </a:cubicBezTo>
                  <a:cubicBezTo>
                    <a:pt x="10081" y="15612"/>
                    <a:pt x="10529" y="15603"/>
                    <a:pt x="10977" y="15603"/>
                  </a:cubicBezTo>
                  <a:close/>
                  <a:moveTo>
                    <a:pt x="10977" y="0"/>
                  </a:moveTo>
                  <a:cubicBezTo>
                    <a:pt x="10954" y="0"/>
                    <a:pt x="10927" y="5"/>
                    <a:pt x="10904" y="5"/>
                  </a:cubicBezTo>
                  <a:lnTo>
                    <a:pt x="10899" y="5"/>
                  </a:lnTo>
                  <a:cubicBezTo>
                    <a:pt x="9263" y="19"/>
                    <a:pt x="7667" y="476"/>
                    <a:pt x="6282" y="1326"/>
                  </a:cubicBezTo>
                  <a:cubicBezTo>
                    <a:pt x="5932" y="1142"/>
                    <a:pt x="5540" y="1047"/>
                    <a:pt x="5135" y="1047"/>
                  </a:cubicBezTo>
                  <a:cubicBezTo>
                    <a:pt x="5117" y="1047"/>
                    <a:pt x="5098" y="1047"/>
                    <a:pt x="5080" y="1047"/>
                  </a:cubicBezTo>
                  <a:cubicBezTo>
                    <a:pt x="4449" y="1061"/>
                    <a:pt x="3850" y="1317"/>
                    <a:pt x="3402" y="1765"/>
                  </a:cubicBezTo>
                  <a:cubicBezTo>
                    <a:pt x="2949" y="2218"/>
                    <a:pt x="2693" y="2812"/>
                    <a:pt x="2675" y="3443"/>
                  </a:cubicBezTo>
                  <a:cubicBezTo>
                    <a:pt x="2661" y="3927"/>
                    <a:pt x="2794" y="4394"/>
                    <a:pt x="3031" y="4787"/>
                  </a:cubicBezTo>
                  <a:cubicBezTo>
                    <a:pt x="2355" y="6076"/>
                    <a:pt x="1994" y="7521"/>
                    <a:pt x="1994" y="8984"/>
                  </a:cubicBezTo>
                  <a:cubicBezTo>
                    <a:pt x="1994" y="9491"/>
                    <a:pt x="2035" y="9994"/>
                    <a:pt x="2122" y="10492"/>
                  </a:cubicBezTo>
                  <a:cubicBezTo>
                    <a:pt x="860" y="11137"/>
                    <a:pt x="0" y="12453"/>
                    <a:pt x="0" y="13962"/>
                  </a:cubicBezTo>
                  <a:cubicBezTo>
                    <a:pt x="0" y="16115"/>
                    <a:pt x="1751" y="17866"/>
                    <a:pt x="3900" y="17866"/>
                  </a:cubicBezTo>
                  <a:cubicBezTo>
                    <a:pt x="4929" y="17866"/>
                    <a:pt x="5866" y="17464"/>
                    <a:pt x="6565" y="16810"/>
                  </a:cubicBezTo>
                  <a:cubicBezTo>
                    <a:pt x="7905" y="17569"/>
                    <a:pt x="9427" y="17967"/>
                    <a:pt x="10977" y="17967"/>
                  </a:cubicBezTo>
                  <a:cubicBezTo>
                    <a:pt x="14831" y="17967"/>
                    <a:pt x="18250" y="15521"/>
                    <a:pt x="19485" y="11873"/>
                  </a:cubicBezTo>
                  <a:cubicBezTo>
                    <a:pt x="19540" y="11722"/>
                    <a:pt x="19457" y="11557"/>
                    <a:pt x="19302" y="11503"/>
                  </a:cubicBezTo>
                  <a:cubicBezTo>
                    <a:pt x="19272" y="11493"/>
                    <a:pt x="19241" y="11488"/>
                    <a:pt x="19211" y="11488"/>
                  </a:cubicBezTo>
                  <a:cubicBezTo>
                    <a:pt x="19088" y="11488"/>
                    <a:pt x="18972" y="11565"/>
                    <a:pt x="18932" y="11685"/>
                  </a:cubicBezTo>
                  <a:cubicBezTo>
                    <a:pt x="18785" y="12115"/>
                    <a:pt x="18607" y="12527"/>
                    <a:pt x="18401" y="12920"/>
                  </a:cubicBezTo>
                  <a:cubicBezTo>
                    <a:pt x="17903" y="12696"/>
                    <a:pt x="17341" y="12499"/>
                    <a:pt x="16728" y="12325"/>
                  </a:cubicBezTo>
                  <a:cubicBezTo>
                    <a:pt x="16943" y="11544"/>
                    <a:pt x="17085" y="10712"/>
                    <a:pt x="17140" y="9857"/>
                  </a:cubicBezTo>
                  <a:cubicBezTo>
                    <a:pt x="17153" y="9861"/>
                    <a:pt x="17172" y="9861"/>
                    <a:pt x="17185" y="9861"/>
                  </a:cubicBezTo>
                  <a:cubicBezTo>
                    <a:pt x="17574" y="9861"/>
                    <a:pt x="17903" y="9619"/>
                    <a:pt x="18036" y="9276"/>
                  </a:cubicBezTo>
                  <a:lnTo>
                    <a:pt x="19370" y="9276"/>
                  </a:lnTo>
                  <a:cubicBezTo>
                    <a:pt x="19357" y="9678"/>
                    <a:pt x="19316" y="10076"/>
                    <a:pt x="19247" y="10469"/>
                  </a:cubicBezTo>
                  <a:cubicBezTo>
                    <a:pt x="19215" y="10629"/>
                    <a:pt x="19325" y="10780"/>
                    <a:pt x="19480" y="10808"/>
                  </a:cubicBezTo>
                  <a:cubicBezTo>
                    <a:pt x="19499" y="10812"/>
                    <a:pt x="19517" y="10812"/>
                    <a:pt x="19535" y="10812"/>
                  </a:cubicBezTo>
                  <a:cubicBezTo>
                    <a:pt x="19672" y="10812"/>
                    <a:pt x="19796" y="10712"/>
                    <a:pt x="19823" y="10570"/>
                  </a:cubicBezTo>
                  <a:cubicBezTo>
                    <a:pt x="19915" y="10049"/>
                    <a:pt x="19960" y="9518"/>
                    <a:pt x="19960" y="8984"/>
                  </a:cubicBezTo>
                  <a:cubicBezTo>
                    <a:pt x="19960" y="8083"/>
                    <a:pt x="19828" y="7192"/>
                    <a:pt x="19563" y="6337"/>
                  </a:cubicBezTo>
                  <a:cubicBezTo>
                    <a:pt x="19617" y="6131"/>
                    <a:pt x="19649" y="5916"/>
                    <a:pt x="19649" y="5697"/>
                  </a:cubicBezTo>
                  <a:cubicBezTo>
                    <a:pt x="19649" y="5025"/>
                    <a:pt x="19384" y="4398"/>
                    <a:pt x="18904" y="3932"/>
                  </a:cubicBezTo>
                  <a:cubicBezTo>
                    <a:pt x="18639" y="3671"/>
                    <a:pt x="18324" y="3479"/>
                    <a:pt x="17981" y="3365"/>
                  </a:cubicBezTo>
                  <a:cubicBezTo>
                    <a:pt x="16266" y="1226"/>
                    <a:pt x="13720" y="0"/>
                    <a:pt x="10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082108" y="2679801"/>
              <a:ext cx="65580" cy="65586"/>
            </a:xfrm>
            <a:custGeom>
              <a:rect b="b" l="l" r="r" t="t"/>
              <a:pathLst>
                <a:path extrusionOk="0" h="2680" w="2680">
                  <a:moveTo>
                    <a:pt x="1340" y="586"/>
                  </a:moveTo>
                  <a:cubicBezTo>
                    <a:pt x="1756" y="586"/>
                    <a:pt x="2094" y="924"/>
                    <a:pt x="2094" y="1340"/>
                  </a:cubicBezTo>
                  <a:cubicBezTo>
                    <a:pt x="2094" y="1756"/>
                    <a:pt x="1756" y="2095"/>
                    <a:pt x="1340" y="2095"/>
                  </a:cubicBezTo>
                  <a:cubicBezTo>
                    <a:pt x="924" y="2095"/>
                    <a:pt x="586" y="1756"/>
                    <a:pt x="586" y="1340"/>
                  </a:cubicBezTo>
                  <a:cubicBezTo>
                    <a:pt x="586" y="924"/>
                    <a:pt x="924" y="586"/>
                    <a:pt x="1340" y="586"/>
                  </a:cubicBezTo>
                  <a:close/>
                  <a:moveTo>
                    <a:pt x="1340" y="1"/>
                  </a:moveTo>
                  <a:cubicBezTo>
                    <a:pt x="599" y="1"/>
                    <a:pt x="1" y="600"/>
                    <a:pt x="1" y="1340"/>
                  </a:cubicBezTo>
                  <a:cubicBezTo>
                    <a:pt x="1" y="2076"/>
                    <a:pt x="599" y="2680"/>
                    <a:pt x="1340" y="2680"/>
                  </a:cubicBezTo>
                  <a:cubicBezTo>
                    <a:pt x="2076" y="2680"/>
                    <a:pt x="2679" y="2076"/>
                    <a:pt x="2679" y="1340"/>
                  </a:cubicBezTo>
                  <a:cubicBezTo>
                    <a:pt x="2679" y="600"/>
                    <a:pt x="2076" y="1"/>
                    <a:pt x="1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2275889" y="2848410"/>
              <a:ext cx="65580" cy="65586"/>
            </a:xfrm>
            <a:custGeom>
              <a:rect b="b" l="l" r="r" t="t"/>
              <a:pathLst>
                <a:path extrusionOk="0" h="2680" w="2680">
                  <a:moveTo>
                    <a:pt x="1340" y="585"/>
                  </a:moveTo>
                  <a:cubicBezTo>
                    <a:pt x="1756" y="585"/>
                    <a:pt x="2094" y="924"/>
                    <a:pt x="2094" y="1340"/>
                  </a:cubicBezTo>
                  <a:cubicBezTo>
                    <a:pt x="2094" y="1756"/>
                    <a:pt x="1756" y="2094"/>
                    <a:pt x="1340" y="2094"/>
                  </a:cubicBezTo>
                  <a:cubicBezTo>
                    <a:pt x="924" y="2094"/>
                    <a:pt x="586" y="1756"/>
                    <a:pt x="586" y="1340"/>
                  </a:cubicBezTo>
                  <a:cubicBezTo>
                    <a:pt x="586" y="924"/>
                    <a:pt x="924" y="585"/>
                    <a:pt x="1340" y="585"/>
                  </a:cubicBezTo>
                  <a:close/>
                  <a:moveTo>
                    <a:pt x="1340" y="0"/>
                  </a:moveTo>
                  <a:cubicBezTo>
                    <a:pt x="599" y="0"/>
                    <a:pt x="1" y="599"/>
                    <a:pt x="1" y="1340"/>
                  </a:cubicBezTo>
                  <a:cubicBezTo>
                    <a:pt x="1" y="2080"/>
                    <a:pt x="599" y="2679"/>
                    <a:pt x="1340" y="2679"/>
                  </a:cubicBezTo>
                  <a:cubicBezTo>
                    <a:pt x="2076" y="2679"/>
                    <a:pt x="2680" y="2080"/>
                    <a:pt x="2680" y="1340"/>
                  </a:cubicBezTo>
                  <a:cubicBezTo>
                    <a:pt x="2680" y="599"/>
                    <a:pt x="2076" y="0"/>
                    <a:pt x="1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2376915" y="2733296"/>
              <a:ext cx="65580" cy="65586"/>
            </a:xfrm>
            <a:custGeom>
              <a:rect b="b" l="l" r="r" t="t"/>
              <a:pathLst>
                <a:path extrusionOk="0" h="2680" w="2680">
                  <a:moveTo>
                    <a:pt x="1340" y="585"/>
                  </a:moveTo>
                  <a:cubicBezTo>
                    <a:pt x="1756" y="585"/>
                    <a:pt x="2095" y="924"/>
                    <a:pt x="2095" y="1340"/>
                  </a:cubicBezTo>
                  <a:cubicBezTo>
                    <a:pt x="2095" y="1756"/>
                    <a:pt x="1756" y="2094"/>
                    <a:pt x="1340" y="2094"/>
                  </a:cubicBezTo>
                  <a:cubicBezTo>
                    <a:pt x="924" y="2094"/>
                    <a:pt x="586" y="1756"/>
                    <a:pt x="586" y="1340"/>
                  </a:cubicBezTo>
                  <a:cubicBezTo>
                    <a:pt x="586" y="924"/>
                    <a:pt x="924" y="585"/>
                    <a:pt x="1340" y="585"/>
                  </a:cubicBezTo>
                  <a:close/>
                  <a:moveTo>
                    <a:pt x="1340" y="0"/>
                  </a:moveTo>
                  <a:cubicBezTo>
                    <a:pt x="600" y="0"/>
                    <a:pt x="1" y="599"/>
                    <a:pt x="1" y="1340"/>
                  </a:cubicBezTo>
                  <a:cubicBezTo>
                    <a:pt x="1" y="2076"/>
                    <a:pt x="600" y="2679"/>
                    <a:pt x="1340" y="2679"/>
                  </a:cubicBezTo>
                  <a:cubicBezTo>
                    <a:pt x="2081" y="2679"/>
                    <a:pt x="2680" y="2076"/>
                    <a:pt x="2680" y="1340"/>
                  </a:cubicBezTo>
                  <a:cubicBezTo>
                    <a:pt x="2680" y="599"/>
                    <a:pt x="2081" y="0"/>
                    <a:pt x="1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2060302" y="2925715"/>
              <a:ext cx="48671" cy="85262"/>
            </a:xfrm>
            <a:custGeom>
              <a:rect b="b" l="l" r="r" t="t"/>
              <a:pathLst>
                <a:path extrusionOk="0" h="3484" w="1989">
                  <a:moveTo>
                    <a:pt x="992" y="0"/>
                  </a:moveTo>
                  <a:cubicBezTo>
                    <a:pt x="832" y="0"/>
                    <a:pt x="700" y="133"/>
                    <a:pt x="700" y="293"/>
                  </a:cubicBezTo>
                  <a:lnTo>
                    <a:pt x="700" y="407"/>
                  </a:lnTo>
                  <a:cubicBezTo>
                    <a:pt x="306" y="467"/>
                    <a:pt x="0" y="809"/>
                    <a:pt x="0" y="1225"/>
                  </a:cubicBezTo>
                  <a:cubicBezTo>
                    <a:pt x="0" y="1683"/>
                    <a:pt x="375" y="2058"/>
                    <a:pt x="832" y="2058"/>
                  </a:cubicBezTo>
                  <a:lnTo>
                    <a:pt x="1157" y="2058"/>
                  </a:lnTo>
                  <a:cubicBezTo>
                    <a:pt x="1294" y="2058"/>
                    <a:pt x="1404" y="2167"/>
                    <a:pt x="1404" y="2304"/>
                  </a:cubicBezTo>
                  <a:cubicBezTo>
                    <a:pt x="1404" y="2437"/>
                    <a:pt x="1294" y="2547"/>
                    <a:pt x="1157" y="2547"/>
                  </a:cubicBezTo>
                  <a:lnTo>
                    <a:pt x="832" y="2547"/>
                  </a:lnTo>
                  <a:cubicBezTo>
                    <a:pt x="732" y="2547"/>
                    <a:pt x="645" y="2487"/>
                    <a:pt x="603" y="2396"/>
                  </a:cubicBezTo>
                  <a:cubicBezTo>
                    <a:pt x="556" y="2287"/>
                    <a:pt x="450" y="2221"/>
                    <a:pt x="336" y="2221"/>
                  </a:cubicBezTo>
                  <a:cubicBezTo>
                    <a:pt x="298" y="2221"/>
                    <a:pt x="258" y="2229"/>
                    <a:pt x="219" y="2245"/>
                  </a:cubicBezTo>
                  <a:cubicBezTo>
                    <a:pt x="73" y="2304"/>
                    <a:pt x="5" y="2478"/>
                    <a:pt x="64" y="2624"/>
                  </a:cubicBezTo>
                  <a:cubicBezTo>
                    <a:pt x="178" y="2894"/>
                    <a:pt x="421" y="3077"/>
                    <a:pt x="700" y="3123"/>
                  </a:cubicBezTo>
                  <a:lnTo>
                    <a:pt x="700" y="3191"/>
                  </a:lnTo>
                  <a:cubicBezTo>
                    <a:pt x="700" y="3351"/>
                    <a:pt x="832" y="3484"/>
                    <a:pt x="992" y="3484"/>
                  </a:cubicBezTo>
                  <a:cubicBezTo>
                    <a:pt x="1157" y="3484"/>
                    <a:pt x="1285" y="3351"/>
                    <a:pt x="1285" y="3191"/>
                  </a:cubicBezTo>
                  <a:lnTo>
                    <a:pt x="1285" y="3123"/>
                  </a:lnTo>
                  <a:cubicBezTo>
                    <a:pt x="1682" y="3059"/>
                    <a:pt x="1989" y="2716"/>
                    <a:pt x="1989" y="2304"/>
                  </a:cubicBezTo>
                  <a:cubicBezTo>
                    <a:pt x="1989" y="1843"/>
                    <a:pt x="1614" y="1472"/>
                    <a:pt x="1157" y="1472"/>
                  </a:cubicBezTo>
                  <a:lnTo>
                    <a:pt x="832" y="1472"/>
                  </a:lnTo>
                  <a:cubicBezTo>
                    <a:pt x="695" y="1472"/>
                    <a:pt x="585" y="1363"/>
                    <a:pt x="585" y="1225"/>
                  </a:cubicBezTo>
                  <a:cubicBezTo>
                    <a:pt x="585" y="1088"/>
                    <a:pt x="695" y="979"/>
                    <a:pt x="832" y="979"/>
                  </a:cubicBezTo>
                  <a:lnTo>
                    <a:pt x="1157" y="979"/>
                  </a:lnTo>
                  <a:cubicBezTo>
                    <a:pt x="1239" y="979"/>
                    <a:pt x="1317" y="1020"/>
                    <a:pt x="1362" y="1088"/>
                  </a:cubicBezTo>
                  <a:cubicBezTo>
                    <a:pt x="1417" y="1171"/>
                    <a:pt x="1509" y="1217"/>
                    <a:pt x="1602" y="1217"/>
                  </a:cubicBezTo>
                  <a:cubicBezTo>
                    <a:pt x="1658" y="1217"/>
                    <a:pt x="1715" y="1200"/>
                    <a:pt x="1765" y="1166"/>
                  </a:cubicBezTo>
                  <a:cubicBezTo>
                    <a:pt x="1902" y="1075"/>
                    <a:pt x="1934" y="896"/>
                    <a:pt x="1847" y="759"/>
                  </a:cubicBezTo>
                  <a:cubicBezTo>
                    <a:pt x="1714" y="567"/>
                    <a:pt x="1513" y="439"/>
                    <a:pt x="1285" y="403"/>
                  </a:cubicBezTo>
                  <a:lnTo>
                    <a:pt x="1285" y="293"/>
                  </a:lnTo>
                  <a:cubicBezTo>
                    <a:pt x="1285" y="133"/>
                    <a:pt x="1157" y="0"/>
                    <a:pt x="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2016984" y="2899408"/>
              <a:ext cx="136518" cy="137878"/>
            </a:xfrm>
            <a:custGeom>
              <a:rect b="b" l="l" r="r" t="t"/>
              <a:pathLst>
                <a:path extrusionOk="0" h="5634" w="5579">
                  <a:moveTo>
                    <a:pt x="2762" y="1"/>
                  </a:moveTo>
                  <a:cubicBezTo>
                    <a:pt x="1482" y="1"/>
                    <a:pt x="362" y="870"/>
                    <a:pt x="42" y="2104"/>
                  </a:cubicBezTo>
                  <a:cubicBezTo>
                    <a:pt x="1" y="2264"/>
                    <a:pt x="92" y="2419"/>
                    <a:pt x="248" y="2460"/>
                  </a:cubicBezTo>
                  <a:cubicBezTo>
                    <a:pt x="274" y="2467"/>
                    <a:pt x="300" y="2470"/>
                    <a:pt x="325" y="2470"/>
                  </a:cubicBezTo>
                  <a:cubicBezTo>
                    <a:pt x="456" y="2470"/>
                    <a:pt x="574" y="2385"/>
                    <a:pt x="604" y="2255"/>
                  </a:cubicBezTo>
                  <a:cubicBezTo>
                    <a:pt x="860" y="1272"/>
                    <a:pt x="1747" y="586"/>
                    <a:pt x="2762" y="586"/>
                  </a:cubicBezTo>
                  <a:cubicBezTo>
                    <a:pt x="3992" y="586"/>
                    <a:pt x="4993" y="1587"/>
                    <a:pt x="4993" y="2817"/>
                  </a:cubicBezTo>
                  <a:cubicBezTo>
                    <a:pt x="4993" y="4047"/>
                    <a:pt x="3992" y="5048"/>
                    <a:pt x="2762" y="5048"/>
                  </a:cubicBezTo>
                  <a:cubicBezTo>
                    <a:pt x="1761" y="5048"/>
                    <a:pt x="874" y="4371"/>
                    <a:pt x="613" y="3402"/>
                  </a:cubicBezTo>
                  <a:cubicBezTo>
                    <a:pt x="579" y="3272"/>
                    <a:pt x="458" y="3187"/>
                    <a:pt x="328" y="3187"/>
                  </a:cubicBezTo>
                  <a:cubicBezTo>
                    <a:pt x="303" y="3187"/>
                    <a:pt x="277" y="3190"/>
                    <a:pt x="252" y="3197"/>
                  </a:cubicBezTo>
                  <a:cubicBezTo>
                    <a:pt x="97" y="3238"/>
                    <a:pt x="5" y="3398"/>
                    <a:pt x="47" y="3553"/>
                  </a:cubicBezTo>
                  <a:cubicBezTo>
                    <a:pt x="380" y="4778"/>
                    <a:pt x="1496" y="5633"/>
                    <a:pt x="2762" y="5633"/>
                  </a:cubicBezTo>
                  <a:cubicBezTo>
                    <a:pt x="4316" y="5633"/>
                    <a:pt x="5578" y="4371"/>
                    <a:pt x="5578" y="2817"/>
                  </a:cubicBezTo>
                  <a:cubicBezTo>
                    <a:pt x="5578" y="1267"/>
                    <a:pt x="4316" y="1"/>
                    <a:pt x="2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5" name="Google Shape;135;p1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776" y="1086500"/>
            <a:ext cx="4151377" cy="1928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" name="Google Shape;142;p18"/>
          <p:cNvCxnSpPr/>
          <p:nvPr/>
        </p:nvCxnSpPr>
        <p:spPr>
          <a:xfrm>
            <a:off x="466500" y="2846075"/>
            <a:ext cx="821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8"/>
          <p:cNvSpPr/>
          <p:nvPr/>
        </p:nvSpPr>
        <p:spPr>
          <a:xfrm>
            <a:off x="620708" y="2800316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742644" y="1284699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5" name="Google Shape;145;p18"/>
          <p:cNvGrpSpPr/>
          <p:nvPr/>
        </p:nvGrpSpPr>
        <p:grpSpPr>
          <a:xfrm>
            <a:off x="1699657" y="1349224"/>
            <a:ext cx="1986001" cy="780875"/>
            <a:chOff x="1703079" y="1342875"/>
            <a:chExt cx="1986001" cy="780875"/>
          </a:xfrm>
        </p:grpSpPr>
        <p:sp>
          <p:nvSpPr>
            <p:cNvPr id="146" name="Google Shape;146;p18"/>
            <p:cNvSpPr txBox="1"/>
            <p:nvPr/>
          </p:nvSpPr>
          <p:spPr>
            <a:xfrm>
              <a:off x="1703079" y="13428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Phase 1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1703080" y="16389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Saturn is a gas giant and has several rings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148" name="Google Shape;148;p18"/>
          <p:cNvCxnSpPr/>
          <p:nvPr/>
        </p:nvCxnSpPr>
        <p:spPr>
          <a:xfrm rot="10800000">
            <a:off x="666450" y="1279924"/>
            <a:ext cx="0" cy="152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8"/>
          <p:cNvSpPr/>
          <p:nvPr/>
        </p:nvSpPr>
        <p:spPr>
          <a:xfrm flipH="1" rot="10800000">
            <a:off x="2233259" y="2800316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2355186" y="3500273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51" name="Google Shape;151;p18"/>
          <p:cNvGrpSpPr/>
          <p:nvPr/>
        </p:nvGrpSpPr>
        <p:grpSpPr>
          <a:xfrm>
            <a:off x="3312199" y="3564798"/>
            <a:ext cx="1986001" cy="780875"/>
            <a:chOff x="3166119" y="3290475"/>
            <a:chExt cx="1986001" cy="780875"/>
          </a:xfrm>
        </p:grpSpPr>
        <p:sp>
          <p:nvSpPr>
            <p:cNvPr id="152" name="Google Shape;152;p18"/>
            <p:cNvSpPr txBox="1"/>
            <p:nvPr/>
          </p:nvSpPr>
          <p:spPr>
            <a:xfrm>
              <a:off x="3166119" y="32904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Phase 2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3166120" y="35865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Jupiter is the biggest planet of them all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154" name="Google Shape;154;p18"/>
          <p:cNvCxnSpPr>
            <a:stCxn id="149" idx="0"/>
          </p:cNvCxnSpPr>
          <p:nvPr/>
        </p:nvCxnSpPr>
        <p:spPr>
          <a:xfrm>
            <a:off x="2279009" y="2891816"/>
            <a:ext cx="0" cy="151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8"/>
          <p:cNvSpPr/>
          <p:nvPr/>
        </p:nvSpPr>
        <p:spPr>
          <a:xfrm>
            <a:off x="3967737" y="1284699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56" name="Google Shape;156;p18"/>
          <p:cNvGrpSpPr/>
          <p:nvPr/>
        </p:nvGrpSpPr>
        <p:grpSpPr>
          <a:xfrm>
            <a:off x="4924750" y="1349224"/>
            <a:ext cx="1986001" cy="780875"/>
            <a:chOff x="4924750" y="1349224"/>
            <a:chExt cx="1986001" cy="780875"/>
          </a:xfrm>
        </p:grpSpPr>
        <p:sp>
          <p:nvSpPr>
            <p:cNvPr id="157" name="Google Shape;157;p18"/>
            <p:cNvSpPr txBox="1"/>
            <p:nvPr/>
          </p:nvSpPr>
          <p:spPr>
            <a:xfrm>
              <a:off x="4924750" y="1349224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Phase 3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4924751" y="1645299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Venus is the second planet from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159" name="Google Shape;159;p18"/>
          <p:cNvSpPr/>
          <p:nvPr/>
        </p:nvSpPr>
        <p:spPr>
          <a:xfrm flipH="1" rot="10800000">
            <a:off x="3845801" y="2800316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60" name="Google Shape;160;p18"/>
          <p:cNvCxnSpPr/>
          <p:nvPr/>
        </p:nvCxnSpPr>
        <p:spPr>
          <a:xfrm rot="10800000">
            <a:off x="3891550" y="1279324"/>
            <a:ext cx="0" cy="152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18"/>
          <p:cNvSpPr/>
          <p:nvPr/>
        </p:nvSpPr>
        <p:spPr>
          <a:xfrm>
            <a:off x="5580278" y="3500273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62" name="Google Shape;162;p18"/>
          <p:cNvGrpSpPr/>
          <p:nvPr/>
        </p:nvGrpSpPr>
        <p:grpSpPr>
          <a:xfrm>
            <a:off x="6537291" y="3564798"/>
            <a:ext cx="1986001" cy="780875"/>
            <a:chOff x="6537291" y="3564798"/>
            <a:chExt cx="1986001" cy="780875"/>
          </a:xfrm>
        </p:grpSpPr>
        <p:sp>
          <p:nvSpPr>
            <p:cNvPr id="163" name="Google Shape;163;p18"/>
            <p:cNvSpPr txBox="1"/>
            <p:nvPr/>
          </p:nvSpPr>
          <p:spPr>
            <a:xfrm>
              <a:off x="6537291" y="3564798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Phase 4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6537292" y="3860873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Mercury is the closest planet to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165" name="Google Shape;165;p18"/>
          <p:cNvSpPr/>
          <p:nvPr/>
        </p:nvSpPr>
        <p:spPr>
          <a:xfrm flipH="1" rot="10800000">
            <a:off x="5458352" y="2800316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66" name="Google Shape;166;p18"/>
          <p:cNvCxnSpPr>
            <a:stCxn id="165" idx="0"/>
          </p:cNvCxnSpPr>
          <p:nvPr/>
        </p:nvCxnSpPr>
        <p:spPr>
          <a:xfrm>
            <a:off x="5504102" y="2891816"/>
            <a:ext cx="2100" cy="152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7" name="Google Shape;167;p18"/>
          <p:cNvGrpSpPr/>
          <p:nvPr/>
        </p:nvGrpSpPr>
        <p:grpSpPr>
          <a:xfrm>
            <a:off x="5783587" y="3703781"/>
            <a:ext cx="502907" cy="502909"/>
            <a:chOff x="8877894" y="3553070"/>
            <a:chExt cx="488544" cy="488593"/>
          </a:xfrm>
        </p:grpSpPr>
        <p:sp>
          <p:nvSpPr>
            <p:cNvPr id="168" name="Google Shape;168;p18"/>
            <p:cNvSpPr/>
            <p:nvPr/>
          </p:nvSpPr>
          <p:spPr>
            <a:xfrm>
              <a:off x="9000849" y="3609012"/>
              <a:ext cx="338542" cy="209803"/>
            </a:xfrm>
            <a:custGeom>
              <a:rect b="b" l="l" r="r" t="t"/>
              <a:pathLst>
                <a:path extrusionOk="0" h="8573" w="13835">
                  <a:moveTo>
                    <a:pt x="13503" y="0"/>
                  </a:moveTo>
                  <a:cubicBezTo>
                    <a:pt x="13420" y="0"/>
                    <a:pt x="13338" y="36"/>
                    <a:pt x="13281" y="105"/>
                  </a:cubicBezTo>
                  <a:lnTo>
                    <a:pt x="10698" y="3219"/>
                  </a:lnTo>
                  <a:lnTo>
                    <a:pt x="9176" y="2624"/>
                  </a:lnTo>
                  <a:cubicBezTo>
                    <a:pt x="9142" y="2610"/>
                    <a:pt x="9107" y="2604"/>
                    <a:pt x="9071" y="2604"/>
                  </a:cubicBezTo>
                  <a:cubicBezTo>
                    <a:pt x="8992" y="2604"/>
                    <a:pt x="8913" y="2637"/>
                    <a:pt x="8856" y="2698"/>
                  </a:cubicBezTo>
                  <a:lnTo>
                    <a:pt x="4705" y="7201"/>
                  </a:lnTo>
                  <a:lnTo>
                    <a:pt x="2725" y="6071"/>
                  </a:lnTo>
                  <a:cubicBezTo>
                    <a:pt x="2680" y="6047"/>
                    <a:pt x="2631" y="6035"/>
                    <a:pt x="2582" y="6035"/>
                  </a:cubicBezTo>
                  <a:cubicBezTo>
                    <a:pt x="2513" y="6035"/>
                    <a:pt x="2444" y="6060"/>
                    <a:pt x="2387" y="6108"/>
                  </a:cubicBezTo>
                  <a:lnTo>
                    <a:pt x="133" y="8060"/>
                  </a:lnTo>
                  <a:cubicBezTo>
                    <a:pt x="14" y="8165"/>
                    <a:pt x="1" y="8348"/>
                    <a:pt x="106" y="8471"/>
                  </a:cubicBezTo>
                  <a:cubicBezTo>
                    <a:pt x="165" y="8535"/>
                    <a:pt x="243" y="8572"/>
                    <a:pt x="325" y="8572"/>
                  </a:cubicBezTo>
                  <a:cubicBezTo>
                    <a:pt x="394" y="8572"/>
                    <a:pt x="462" y="8549"/>
                    <a:pt x="517" y="8499"/>
                  </a:cubicBezTo>
                  <a:lnTo>
                    <a:pt x="2616" y="6684"/>
                  </a:lnTo>
                  <a:lnTo>
                    <a:pt x="4618" y="7822"/>
                  </a:lnTo>
                  <a:cubicBezTo>
                    <a:pt x="4664" y="7849"/>
                    <a:pt x="4714" y="7862"/>
                    <a:pt x="4764" y="7862"/>
                  </a:cubicBezTo>
                  <a:cubicBezTo>
                    <a:pt x="4842" y="7862"/>
                    <a:pt x="4920" y="7829"/>
                    <a:pt x="4979" y="7767"/>
                  </a:cubicBezTo>
                  <a:lnTo>
                    <a:pt x="9149" y="3242"/>
                  </a:lnTo>
                  <a:lnTo>
                    <a:pt x="10685" y="3840"/>
                  </a:lnTo>
                  <a:cubicBezTo>
                    <a:pt x="10719" y="3854"/>
                    <a:pt x="10756" y="3861"/>
                    <a:pt x="10792" y="3861"/>
                  </a:cubicBezTo>
                  <a:cubicBezTo>
                    <a:pt x="10876" y="3861"/>
                    <a:pt x="10960" y="3825"/>
                    <a:pt x="11014" y="3758"/>
                  </a:cubicBezTo>
                  <a:lnTo>
                    <a:pt x="13729" y="480"/>
                  </a:lnTo>
                  <a:cubicBezTo>
                    <a:pt x="13834" y="352"/>
                    <a:pt x="13816" y="169"/>
                    <a:pt x="13693" y="69"/>
                  </a:cubicBezTo>
                  <a:cubicBezTo>
                    <a:pt x="13636" y="23"/>
                    <a:pt x="13569" y="0"/>
                    <a:pt x="13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8877894" y="3553070"/>
              <a:ext cx="488544" cy="488593"/>
            </a:xfrm>
            <a:custGeom>
              <a:rect b="b" l="l" r="r" t="t"/>
              <a:pathLst>
                <a:path extrusionOk="0" h="19965" w="19965">
                  <a:moveTo>
                    <a:pt x="16687" y="9071"/>
                  </a:moveTo>
                  <a:cubicBezTo>
                    <a:pt x="16724" y="9071"/>
                    <a:pt x="16756" y="9103"/>
                    <a:pt x="16756" y="9139"/>
                  </a:cubicBezTo>
                  <a:lnTo>
                    <a:pt x="16756" y="9779"/>
                  </a:lnTo>
                  <a:cubicBezTo>
                    <a:pt x="16756" y="9816"/>
                    <a:pt x="16724" y="9848"/>
                    <a:pt x="16687" y="9848"/>
                  </a:cubicBezTo>
                  <a:lnTo>
                    <a:pt x="14205" y="9848"/>
                  </a:lnTo>
                  <a:cubicBezTo>
                    <a:pt x="14163" y="9848"/>
                    <a:pt x="14136" y="9816"/>
                    <a:pt x="14136" y="9779"/>
                  </a:cubicBezTo>
                  <a:lnTo>
                    <a:pt x="14136" y="9139"/>
                  </a:lnTo>
                  <a:cubicBezTo>
                    <a:pt x="14136" y="9103"/>
                    <a:pt x="14163" y="9071"/>
                    <a:pt x="14205" y="9071"/>
                  </a:cubicBezTo>
                  <a:close/>
                  <a:moveTo>
                    <a:pt x="16175" y="10433"/>
                  </a:moveTo>
                  <a:cubicBezTo>
                    <a:pt x="16216" y="10433"/>
                    <a:pt x="16243" y="10465"/>
                    <a:pt x="16243" y="10501"/>
                  </a:cubicBezTo>
                  <a:lnTo>
                    <a:pt x="16243" y="11141"/>
                  </a:lnTo>
                  <a:cubicBezTo>
                    <a:pt x="16243" y="11178"/>
                    <a:pt x="16216" y="11210"/>
                    <a:pt x="16175" y="11210"/>
                  </a:cubicBezTo>
                  <a:lnTo>
                    <a:pt x="13693" y="11210"/>
                  </a:lnTo>
                  <a:cubicBezTo>
                    <a:pt x="13656" y="11210"/>
                    <a:pt x="13624" y="11178"/>
                    <a:pt x="13624" y="11141"/>
                  </a:cubicBezTo>
                  <a:lnTo>
                    <a:pt x="13624" y="10501"/>
                  </a:lnTo>
                  <a:cubicBezTo>
                    <a:pt x="13624" y="10465"/>
                    <a:pt x="13656" y="10433"/>
                    <a:pt x="13693" y="10433"/>
                  </a:cubicBezTo>
                  <a:close/>
                  <a:moveTo>
                    <a:pt x="9916" y="11795"/>
                  </a:moveTo>
                  <a:cubicBezTo>
                    <a:pt x="9953" y="11795"/>
                    <a:pt x="9985" y="11827"/>
                    <a:pt x="9985" y="11864"/>
                  </a:cubicBezTo>
                  <a:lnTo>
                    <a:pt x="9985" y="12504"/>
                  </a:lnTo>
                  <a:cubicBezTo>
                    <a:pt x="9985" y="12540"/>
                    <a:pt x="9953" y="12572"/>
                    <a:pt x="9916" y="12572"/>
                  </a:cubicBezTo>
                  <a:lnTo>
                    <a:pt x="7434" y="12572"/>
                  </a:lnTo>
                  <a:cubicBezTo>
                    <a:pt x="7393" y="12572"/>
                    <a:pt x="7365" y="12540"/>
                    <a:pt x="7365" y="12504"/>
                  </a:cubicBezTo>
                  <a:lnTo>
                    <a:pt x="7365" y="11864"/>
                  </a:lnTo>
                  <a:cubicBezTo>
                    <a:pt x="7365" y="11827"/>
                    <a:pt x="7393" y="11795"/>
                    <a:pt x="7434" y="11795"/>
                  </a:cubicBezTo>
                  <a:close/>
                  <a:moveTo>
                    <a:pt x="16842" y="11795"/>
                  </a:moveTo>
                  <a:cubicBezTo>
                    <a:pt x="16879" y="11795"/>
                    <a:pt x="16911" y="11827"/>
                    <a:pt x="16911" y="11864"/>
                  </a:cubicBezTo>
                  <a:lnTo>
                    <a:pt x="16911" y="12504"/>
                  </a:lnTo>
                  <a:cubicBezTo>
                    <a:pt x="16911" y="12540"/>
                    <a:pt x="16879" y="12572"/>
                    <a:pt x="16842" y="12572"/>
                  </a:cubicBezTo>
                  <a:lnTo>
                    <a:pt x="14360" y="12572"/>
                  </a:lnTo>
                  <a:cubicBezTo>
                    <a:pt x="14319" y="12572"/>
                    <a:pt x="14291" y="12540"/>
                    <a:pt x="14291" y="12504"/>
                  </a:cubicBezTo>
                  <a:lnTo>
                    <a:pt x="14291" y="11864"/>
                  </a:lnTo>
                  <a:cubicBezTo>
                    <a:pt x="14291" y="11827"/>
                    <a:pt x="14323" y="11795"/>
                    <a:pt x="14360" y="11795"/>
                  </a:cubicBezTo>
                  <a:close/>
                  <a:moveTo>
                    <a:pt x="9560" y="13158"/>
                  </a:moveTo>
                  <a:cubicBezTo>
                    <a:pt x="9601" y="13158"/>
                    <a:pt x="9628" y="13185"/>
                    <a:pt x="9628" y="13226"/>
                  </a:cubicBezTo>
                  <a:lnTo>
                    <a:pt x="9628" y="13866"/>
                  </a:lnTo>
                  <a:cubicBezTo>
                    <a:pt x="9628" y="13903"/>
                    <a:pt x="9601" y="13935"/>
                    <a:pt x="9560" y="13935"/>
                  </a:cubicBezTo>
                  <a:lnTo>
                    <a:pt x="7077" y="13935"/>
                  </a:lnTo>
                  <a:cubicBezTo>
                    <a:pt x="7041" y="13935"/>
                    <a:pt x="7009" y="13903"/>
                    <a:pt x="7009" y="13866"/>
                  </a:cubicBezTo>
                  <a:lnTo>
                    <a:pt x="7009" y="13226"/>
                  </a:lnTo>
                  <a:cubicBezTo>
                    <a:pt x="7009" y="13185"/>
                    <a:pt x="7041" y="13158"/>
                    <a:pt x="7077" y="13158"/>
                  </a:cubicBezTo>
                  <a:close/>
                  <a:moveTo>
                    <a:pt x="16330" y="13158"/>
                  </a:moveTo>
                  <a:cubicBezTo>
                    <a:pt x="16371" y="13158"/>
                    <a:pt x="16399" y="13185"/>
                    <a:pt x="16399" y="13226"/>
                  </a:cubicBezTo>
                  <a:lnTo>
                    <a:pt x="16399" y="13866"/>
                  </a:lnTo>
                  <a:cubicBezTo>
                    <a:pt x="16399" y="13903"/>
                    <a:pt x="16371" y="13935"/>
                    <a:pt x="16330" y="13935"/>
                  </a:cubicBezTo>
                  <a:lnTo>
                    <a:pt x="13848" y="13935"/>
                  </a:lnTo>
                  <a:cubicBezTo>
                    <a:pt x="13811" y="13935"/>
                    <a:pt x="13779" y="13903"/>
                    <a:pt x="13779" y="13866"/>
                  </a:cubicBezTo>
                  <a:lnTo>
                    <a:pt x="13779" y="13226"/>
                  </a:lnTo>
                  <a:cubicBezTo>
                    <a:pt x="13779" y="13185"/>
                    <a:pt x="13811" y="13158"/>
                    <a:pt x="13848" y="13158"/>
                  </a:cubicBezTo>
                  <a:close/>
                  <a:moveTo>
                    <a:pt x="15905" y="14520"/>
                  </a:moveTo>
                  <a:cubicBezTo>
                    <a:pt x="15946" y="14520"/>
                    <a:pt x="15974" y="14547"/>
                    <a:pt x="15974" y="14588"/>
                  </a:cubicBezTo>
                  <a:lnTo>
                    <a:pt x="15974" y="15224"/>
                  </a:lnTo>
                  <a:cubicBezTo>
                    <a:pt x="15974" y="15265"/>
                    <a:pt x="15946" y="15292"/>
                    <a:pt x="15905" y="15292"/>
                  </a:cubicBezTo>
                  <a:lnTo>
                    <a:pt x="13423" y="15292"/>
                  </a:lnTo>
                  <a:cubicBezTo>
                    <a:pt x="13386" y="15292"/>
                    <a:pt x="13354" y="15265"/>
                    <a:pt x="13354" y="15224"/>
                  </a:cubicBezTo>
                  <a:lnTo>
                    <a:pt x="13354" y="14588"/>
                  </a:lnTo>
                  <a:cubicBezTo>
                    <a:pt x="13354" y="14547"/>
                    <a:pt x="13386" y="14520"/>
                    <a:pt x="13423" y="14520"/>
                  </a:cubicBezTo>
                  <a:close/>
                  <a:moveTo>
                    <a:pt x="4746" y="15878"/>
                  </a:moveTo>
                  <a:cubicBezTo>
                    <a:pt x="4782" y="15878"/>
                    <a:pt x="4814" y="15910"/>
                    <a:pt x="4814" y="15946"/>
                  </a:cubicBezTo>
                  <a:lnTo>
                    <a:pt x="4814" y="16586"/>
                  </a:lnTo>
                  <a:cubicBezTo>
                    <a:pt x="4814" y="16623"/>
                    <a:pt x="4782" y="16655"/>
                    <a:pt x="4746" y="16655"/>
                  </a:cubicBezTo>
                  <a:lnTo>
                    <a:pt x="2263" y="16655"/>
                  </a:lnTo>
                  <a:cubicBezTo>
                    <a:pt x="2227" y="16655"/>
                    <a:pt x="2195" y="16623"/>
                    <a:pt x="2195" y="16586"/>
                  </a:cubicBezTo>
                  <a:lnTo>
                    <a:pt x="2195" y="15946"/>
                  </a:lnTo>
                  <a:cubicBezTo>
                    <a:pt x="2195" y="15910"/>
                    <a:pt x="2227" y="15878"/>
                    <a:pt x="2263" y="15878"/>
                  </a:cubicBezTo>
                  <a:close/>
                  <a:moveTo>
                    <a:pt x="10694" y="14520"/>
                  </a:moveTo>
                  <a:cubicBezTo>
                    <a:pt x="10735" y="14520"/>
                    <a:pt x="10762" y="14547"/>
                    <a:pt x="10762" y="14588"/>
                  </a:cubicBezTo>
                  <a:lnTo>
                    <a:pt x="10762" y="15224"/>
                  </a:lnTo>
                  <a:cubicBezTo>
                    <a:pt x="10762" y="15265"/>
                    <a:pt x="10735" y="15292"/>
                    <a:pt x="10694" y="15292"/>
                  </a:cubicBezTo>
                  <a:lnTo>
                    <a:pt x="9839" y="15292"/>
                  </a:lnTo>
                  <a:cubicBezTo>
                    <a:pt x="9679" y="15292"/>
                    <a:pt x="9546" y="15425"/>
                    <a:pt x="9546" y="15585"/>
                  </a:cubicBezTo>
                  <a:cubicBezTo>
                    <a:pt x="9546" y="15750"/>
                    <a:pt x="9679" y="15878"/>
                    <a:pt x="9839" y="15878"/>
                  </a:cubicBezTo>
                  <a:lnTo>
                    <a:pt x="10342" y="15878"/>
                  </a:lnTo>
                  <a:cubicBezTo>
                    <a:pt x="10378" y="15878"/>
                    <a:pt x="10410" y="15910"/>
                    <a:pt x="10410" y="15946"/>
                  </a:cubicBezTo>
                  <a:lnTo>
                    <a:pt x="10410" y="16586"/>
                  </a:lnTo>
                  <a:cubicBezTo>
                    <a:pt x="10410" y="16623"/>
                    <a:pt x="10378" y="16655"/>
                    <a:pt x="10342" y="16655"/>
                  </a:cubicBezTo>
                  <a:lnTo>
                    <a:pt x="7859" y="16655"/>
                  </a:lnTo>
                  <a:cubicBezTo>
                    <a:pt x="7818" y="16655"/>
                    <a:pt x="7791" y="16623"/>
                    <a:pt x="7791" y="16586"/>
                  </a:cubicBezTo>
                  <a:lnTo>
                    <a:pt x="7791" y="15946"/>
                  </a:lnTo>
                  <a:cubicBezTo>
                    <a:pt x="7791" y="15910"/>
                    <a:pt x="7818" y="15878"/>
                    <a:pt x="7859" y="15878"/>
                  </a:cubicBezTo>
                  <a:lnTo>
                    <a:pt x="8540" y="15878"/>
                  </a:lnTo>
                  <a:cubicBezTo>
                    <a:pt x="8700" y="15878"/>
                    <a:pt x="8833" y="15750"/>
                    <a:pt x="8833" y="15585"/>
                  </a:cubicBezTo>
                  <a:cubicBezTo>
                    <a:pt x="8833" y="15425"/>
                    <a:pt x="8700" y="15292"/>
                    <a:pt x="8540" y="15292"/>
                  </a:cubicBezTo>
                  <a:lnTo>
                    <a:pt x="8211" y="15292"/>
                  </a:lnTo>
                  <a:cubicBezTo>
                    <a:pt x="8175" y="15292"/>
                    <a:pt x="8143" y="15265"/>
                    <a:pt x="8143" y="15224"/>
                  </a:cubicBezTo>
                  <a:lnTo>
                    <a:pt x="8143" y="14588"/>
                  </a:lnTo>
                  <a:cubicBezTo>
                    <a:pt x="8143" y="14547"/>
                    <a:pt x="8175" y="14520"/>
                    <a:pt x="8211" y="14520"/>
                  </a:cubicBezTo>
                  <a:close/>
                  <a:moveTo>
                    <a:pt x="15905" y="15878"/>
                  </a:moveTo>
                  <a:cubicBezTo>
                    <a:pt x="15946" y="15878"/>
                    <a:pt x="15974" y="15910"/>
                    <a:pt x="15974" y="15946"/>
                  </a:cubicBezTo>
                  <a:lnTo>
                    <a:pt x="15974" y="16586"/>
                  </a:lnTo>
                  <a:cubicBezTo>
                    <a:pt x="15974" y="16623"/>
                    <a:pt x="15946" y="16655"/>
                    <a:pt x="15905" y="16655"/>
                  </a:cubicBezTo>
                  <a:lnTo>
                    <a:pt x="13423" y="16655"/>
                  </a:lnTo>
                  <a:cubicBezTo>
                    <a:pt x="13386" y="16655"/>
                    <a:pt x="13354" y="16623"/>
                    <a:pt x="13354" y="16586"/>
                  </a:cubicBezTo>
                  <a:lnTo>
                    <a:pt x="13354" y="15946"/>
                  </a:lnTo>
                  <a:cubicBezTo>
                    <a:pt x="13354" y="15910"/>
                    <a:pt x="13386" y="15878"/>
                    <a:pt x="13423" y="15878"/>
                  </a:cubicBezTo>
                  <a:close/>
                  <a:moveTo>
                    <a:pt x="5098" y="17240"/>
                  </a:moveTo>
                  <a:cubicBezTo>
                    <a:pt x="5139" y="17240"/>
                    <a:pt x="5166" y="17272"/>
                    <a:pt x="5166" y="17309"/>
                  </a:cubicBezTo>
                  <a:lnTo>
                    <a:pt x="5166" y="17949"/>
                  </a:lnTo>
                  <a:cubicBezTo>
                    <a:pt x="5166" y="17985"/>
                    <a:pt x="5139" y="18017"/>
                    <a:pt x="5098" y="18017"/>
                  </a:cubicBezTo>
                  <a:lnTo>
                    <a:pt x="2615" y="18017"/>
                  </a:lnTo>
                  <a:cubicBezTo>
                    <a:pt x="2579" y="18017"/>
                    <a:pt x="2547" y="17985"/>
                    <a:pt x="2547" y="17949"/>
                  </a:cubicBezTo>
                  <a:lnTo>
                    <a:pt x="2547" y="17309"/>
                  </a:lnTo>
                  <a:cubicBezTo>
                    <a:pt x="2547" y="17272"/>
                    <a:pt x="2579" y="17240"/>
                    <a:pt x="2615" y="17240"/>
                  </a:cubicBezTo>
                  <a:close/>
                  <a:moveTo>
                    <a:pt x="9916" y="17240"/>
                  </a:moveTo>
                  <a:cubicBezTo>
                    <a:pt x="9953" y="17240"/>
                    <a:pt x="9985" y="17272"/>
                    <a:pt x="9985" y="17309"/>
                  </a:cubicBezTo>
                  <a:lnTo>
                    <a:pt x="9985" y="17949"/>
                  </a:lnTo>
                  <a:cubicBezTo>
                    <a:pt x="9985" y="17985"/>
                    <a:pt x="9953" y="18017"/>
                    <a:pt x="9916" y="18017"/>
                  </a:cubicBezTo>
                  <a:lnTo>
                    <a:pt x="7434" y="18017"/>
                  </a:lnTo>
                  <a:cubicBezTo>
                    <a:pt x="7393" y="18017"/>
                    <a:pt x="7365" y="17985"/>
                    <a:pt x="7365" y="17949"/>
                  </a:cubicBezTo>
                  <a:lnTo>
                    <a:pt x="7365" y="17309"/>
                  </a:lnTo>
                  <a:cubicBezTo>
                    <a:pt x="7365" y="17272"/>
                    <a:pt x="7393" y="17240"/>
                    <a:pt x="7434" y="17240"/>
                  </a:cubicBezTo>
                  <a:close/>
                  <a:moveTo>
                    <a:pt x="15905" y="17240"/>
                  </a:moveTo>
                  <a:cubicBezTo>
                    <a:pt x="15946" y="17240"/>
                    <a:pt x="15974" y="17272"/>
                    <a:pt x="15974" y="17309"/>
                  </a:cubicBezTo>
                  <a:lnTo>
                    <a:pt x="15974" y="17949"/>
                  </a:lnTo>
                  <a:cubicBezTo>
                    <a:pt x="15974" y="17985"/>
                    <a:pt x="15946" y="18017"/>
                    <a:pt x="15905" y="18017"/>
                  </a:cubicBezTo>
                  <a:lnTo>
                    <a:pt x="13423" y="18017"/>
                  </a:lnTo>
                  <a:cubicBezTo>
                    <a:pt x="13386" y="18017"/>
                    <a:pt x="13354" y="17985"/>
                    <a:pt x="13354" y="17949"/>
                  </a:cubicBezTo>
                  <a:lnTo>
                    <a:pt x="13354" y="17309"/>
                  </a:lnTo>
                  <a:cubicBezTo>
                    <a:pt x="13354" y="17272"/>
                    <a:pt x="13386" y="17240"/>
                    <a:pt x="13423" y="17240"/>
                  </a:cubicBezTo>
                  <a:close/>
                  <a:moveTo>
                    <a:pt x="4609" y="18602"/>
                  </a:moveTo>
                  <a:cubicBezTo>
                    <a:pt x="4645" y="18602"/>
                    <a:pt x="4677" y="18634"/>
                    <a:pt x="4677" y="18671"/>
                  </a:cubicBezTo>
                  <a:lnTo>
                    <a:pt x="4677" y="19311"/>
                  </a:lnTo>
                  <a:cubicBezTo>
                    <a:pt x="4677" y="19348"/>
                    <a:pt x="4645" y="19380"/>
                    <a:pt x="4609" y="19380"/>
                  </a:cubicBezTo>
                  <a:lnTo>
                    <a:pt x="2126" y="19380"/>
                  </a:lnTo>
                  <a:cubicBezTo>
                    <a:pt x="2085" y="19380"/>
                    <a:pt x="2058" y="19348"/>
                    <a:pt x="2058" y="19311"/>
                  </a:cubicBezTo>
                  <a:lnTo>
                    <a:pt x="2058" y="18671"/>
                  </a:lnTo>
                  <a:cubicBezTo>
                    <a:pt x="2058" y="18634"/>
                    <a:pt x="2085" y="18602"/>
                    <a:pt x="2126" y="18602"/>
                  </a:cubicBezTo>
                  <a:close/>
                  <a:moveTo>
                    <a:pt x="10639" y="18602"/>
                  </a:moveTo>
                  <a:cubicBezTo>
                    <a:pt x="10675" y="18602"/>
                    <a:pt x="10707" y="18634"/>
                    <a:pt x="10707" y="18671"/>
                  </a:cubicBezTo>
                  <a:lnTo>
                    <a:pt x="10707" y="19311"/>
                  </a:lnTo>
                  <a:cubicBezTo>
                    <a:pt x="10707" y="19348"/>
                    <a:pt x="10675" y="19380"/>
                    <a:pt x="10639" y="19380"/>
                  </a:cubicBezTo>
                  <a:lnTo>
                    <a:pt x="8156" y="19380"/>
                  </a:lnTo>
                  <a:cubicBezTo>
                    <a:pt x="8120" y="19380"/>
                    <a:pt x="8088" y="19348"/>
                    <a:pt x="8088" y="19311"/>
                  </a:cubicBezTo>
                  <a:lnTo>
                    <a:pt x="8088" y="18671"/>
                  </a:lnTo>
                  <a:cubicBezTo>
                    <a:pt x="8088" y="18634"/>
                    <a:pt x="8120" y="18602"/>
                    <a:pt x="8156" y="18602"/>
                  </a:cubicBezTo>
                  <a:close/>
                  <a:moveTo>
                    <a:pt x="16628" y="18602"/>
                  </a:moveTo>
                  <a:cubicBezTo>
                    <a:pt x="16669" y="18602"/>
                    <a:pt x="16696" y="18634"/>
                    <a:pt x="16696" y="18671"/>
                  </a:cubicBezTo>
                  <a:lnTo>
                    <a:pt x="16696" y="19311"/>
                  </a:lnTo>
                  <a:cubicBezTo>
                    <a:pt x="16696" y="19348"/>
                    <a:pt x="16669" y="19380"/>
                    <a:pt x="16628" y="19380"/>
                  </a:cubicBezTo>
                  <a:lnTo>
                    <a:pt x="14145" y="19380"/>
                  </a:lnTo>
                  <a:cubicBezTo>
                    <a:pt x="14109" y="19380"/>
                    <a:pt x="14077" y="19348"/>
                    <a:pt x="14077" y="19311"/>
                  </a:cubicBezTo>
                  <a:lnTo>
                    <a:pt x="14077" y="18671"/>
                  </a:lnTo>
                  <a:cubicBezTo>
                    <a:pt x="14077" y="18634"/>
                    <a:pt x="14109" y="18602"/>
                    <a:pt x="14145" y="18602"/>
                  </a:cubicBezTo>
                  <a:close/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19672"/>
                  </a:lnTo>
                  <a:cubicBezTo>
                    <a:pt x="0" y="19832"/>
                    <a:pt x="133" y="19965"/>
                    <a:pt x="293" y="19965"/>
                  </a:cubicBezTo>
                  <a:lnTo>
                    <a:pt x="19672" y="19965"/>
                  </a:lnTo>
                  <a:cubicBezTo>
                    <a:pt x="19832" y="19965"/>
                    <a:pt x="19965" y="19832"/>
                    <a:pt x="19965" y="19672"/>
                  </a:cubicBezTo>
                  <a:cubicBezTo>
                    <a:pt x="19965" y="19508"/>
                    <a:pt x="19832" y="19380"/>
                    <a:pt x="19672" y="19380"/>
                  </a:cubicBezTo>
                  <a:lnTo>
                    <a:pt x="17281" y="19380"/>
                  </a:lnTo>
                  <a:cubicBezTo>
                    <a:pt x="17281" y="19357"/>
                    <a:pt x="17281" y="19334"/>
                    <a:pt x="17281" y="19311"/>
                  </a:cubicBezTo>
                  <a:lnTo>
                    <a:pt x="17281" y="18671"/>
                  </a:lnTo>
                  <a:cubicBezTo>
                    <a:pt x="17281" y="18310"/>
                    <a:pt x="16989" y="18017"/>
                    <a:pt x="16628" y="18017"/>
                  </a:cubicBezTo>
                  <a:lnTo>
                    <a:pt x="16554" y="18017"/>
                  </a:lnTo>
                  <a:cubicBezTo>
                    <a:pt x="16559" y="17994"/>
                    <a:pt x="16559" y="17971"/>
                    <a:pt x="16559" y="17949"/>
                  </a:cubicBezTo>
                  <a:lnTo>
                    <a:pt x="16559" y="17309"/>
                  </a:lnTo>
                  <a:cubicBezTo>
                    <a:pt x="16559" y="17176"/>
                    <a:pt x="16518" y="17053"/>
                    <a:pt x="16449" y="16947"/>
                  </a:cubicBezTo>
                  <a:cubicBezTo>
                    <a:pt x="16518" y="16847"/>
                    <a:pt x="16559" y="16719"/>
                    <a:pt x="16559" y="16586"/>
                  </a:cubicBezTo>
                  <a:lnTo>
                    <a:pt x="16559" y="15946"/>
                  </a:lnTo>
                  <a:cubicBezTo>
                    <a:pt x="16559" y="15814"/>
                    <a:pt x="16518" y="15690"/>
                    <a:pt x="16449" y="15585"/>
                  </a:cubicBezTo>
                  <a:cubicBezTo>
                    <a:pt x="16518" y="15485"/>
                    <a:pt x="16559" y="15361"/>
                    <a:pt x="16559" y="15224"/>
                  </a:cubicBezTo>
                  <a:lnTo>
                    <a:pt x="16559" y="14588"/>
                  </a:lnTo>
                  <a:cubicBezTo>
                    <a:pt x="16559" y="14552"/>
                    <a:pt x="16554" y="14515"/>
                    <a:pt x="16550" y="14479"/>
                  </a:cubicBezTo>
                  <a:cubicBezTo>
                    <a:pt x="16801" y="14387"/>
                    <a:pt x="16984" y="14150"/>
                    <a:pt x="16984" y="13866"/>
                  </a:cubicBezTo>
                  <a:lnTo>
                    <a:pt x="16984" y="13226"/>
                  </a:lnTo>
                  <a:cubicBezTo>
                    <a:pt x="16984" y="13199"/>
                    <a:pt x="16984" y="13167"/>
                    <a:pt x="16980" y="13144"/>
                  </a:cubicBezTo>
                  <a:cubicBezTo>
                    <a:pt x="17272" y="13080"/>
                    <a:pt x="17496" y="12815"/>
                    <a:pt x="17496" y="12504"/>
                  </a:cubicBezTo>
                  <a:lnTo>
                    <a:pt x="17496" y="11864"/>
                  </a:lnTo>
                  <a:cubicBezTo>
                    <a:pt x="17496" y="11503"/>
                    <a:pt x="17204" y="11210"/>
                    <a:pt x="16842" y="11210"/>
                  </a:cubicBezTo>
                  <a:lnTo>
                    <a:pt x="16824" y="11210"/>
                  </a:lnTo>
                  <a:cubicBezTo>
                    <a:pt x="16829" y="11187"/>
                    <a:pt x="16829" y="11164"/>
                    <a:pt x="16829" y="11141"/>
                  </a:cubicBezTo>
                  <a:lnTo>
                    <a:pt x="16829" y="10501"/>
                  </a:lnTo>
                  <a:cubicBezTo>
                    <a:pt x="16829" y="10474"/>
                    <a:pt x="16829" y="10447"/>
                    <a:pt x="16824" y="10419"/>
                  </a:cubicBezTo>
                  <a:cubicBezTo>
                    <a:pt x="17117" y="10355"/>
                    <a:pt x="17341" y="10095"/>
                    <a:pt x="17341" y="9779"/>
                  </a:cubicBezTo>
                  <a:lnTo>
                    <a:pt x="17341" y="9139"/>
                  </a:lnTo>
                  <a:cubicBezTo>
                    <a:pt x="17341" y="8943"/>
                    <a:pt x="17249" y="8764"/>
                    <a:pt x="17108" y="8645"/>
                  </a:cubicBezTo>
                  <a:cubicBezTo>
                    <a:pt x="17135" y="8572"/>
                    <a:pt x="17149" y="8499"/>
                    <a:pt x="17149" y="8417"/>
                  </a:cubicBezTo>
                  <a:lnTo>
                    <a:pt x="17149" y="7781"/>
                  </a:lnTo>
                  <a:cubicBezTo>
                    <a:pt x="17149" y="7420"/>
                    <a:pt x="16856" y="7128"/>
                    <a:pt x="16495" y="7128"/>
                  </a:cubicBezTo>
                  <a:lnTo>
                    <a:pt x="15818" y="7128"/>
                  </a:lnTo>
                  <a:cubicBezTo>
                    <a:pt x="15654" y="7128"/>
                    <a:pt x="15526" y="7256"/>
                    <a:pt x="15526" y="7420"/>
                  </a:cubicBezTo>
                  <a:cubicBezTo>
                    <a:pt x="15526" y="7580"/>
                    <a:pt x="15654" y="7713"/>
                    <a:pt x="15818" y="7713"/>
                  </a:cubicBezTo>
                  <a:lnTo>
                    <a:pt x="16495" y="7713"/>
                  </a:lnTo>
                  <a:cubicBezTo>
                    <a:pt x="16536" y="7713"/>
                    <a:pt x="16563" y="7740"/>
                    <a:pt x="16563" y="7781"/>
                  </a:cubicBezTo>
                  <a:lnTo>
                    <a:pt x="16563" y="8417"/>
                  </a:lnTo>
                  <a:cubicBezTo>
                    <a:pt x="16563" y="8458"/>
                    <a:pt x="16536" y="8485"/>
                    <a:pt x="16495" y="8485"/>
                  </a:cubicBezTo>
                  <a:lnTo>
                    <a:pt x="14013" y="8485"/>
                  </a:lnTo>
                  <a:cubicBezTo>
                    <a:pt x="13976" y="8485"/>
                    <a:pt x="13944" y="8458"/>
                    <a:pt x="13944" y="8417"/>
                  </a:cubicBezTo>
                  <a:lnTo>
                    <a:pt x="13944" y="7781"/>
                  </a:lnTo>
                  <a:cubicBezTo>
                    <a:pt x="13944" y="7740"/>
                    <a:pt x="13976" y="7713"/>
                    <a:pt x="14013" y="7713"/>
                  </a:cubicBezTo>
                  <a:lnTo>
                    <a:pt x="14520" y="7713"/>
                  </a:lnTo>
                  <a:cubicBezTo>
                    <a:pt x="14680" y="7713"/>
                    <a:pt x="14813" y="7580"/>
                    <a:pt x="14813" y="7420"/>
                  </a:cubicBezTo>
                  <a:cubicBezTo>
                    <a:pt x="14813" y="7256"/>
                    <a:pt x="14680" y="7128"/>
                    <a:pt x="14520" y="7128"/>
                  </a:cubicBezTo>
                  <a:lnTo>
                    <a:pt x="14013" y="7128"/>
                  </a:lnTo>
                  <a:cubicBezTo>
                    <a:pt x="13651" y="7128"/>
                    <a:pt x="13359" y="7420"/>
                    <a:pt x="13359" y="7781"/>
                  </a:cubicBezTo>
                  <a:lnTo>
                    <a:pt x="13359" y="8417"/>
                  </a:lnTo>
                  <a:cubicBezTo>
                    <a:pt x="13359" y="8618"/>
                    <a:pt x="13450" y="8796"/>
                    <a:pt x="13592" y="8915"/>
                  </a:cubicBezTo>
                  <a:cubicBezTo>
                    <a:pt x="13565" y="8988"/>
                    <a:pt x="13551" y="9061"/>
                    <a:pt x="13551" y="9139"/>
                  </a:cubicBezTo>
                  <a:lnTo>
                    <a:pt x="13551" y="9779"/>
                  </a:lnTo>
                  <a:cubicBezTo>
                    <a:pt x="13551" y="9807"/>
                    <a:pt x="13551" y="9834"/>
                    <a:pt x="13555" y="9861"/>
                  </a:cubicBezTo>
                  <a:cubicBezTo>
                    <a:pt x="13263" y="9925"/>
                    <a:pt x="13039" y="10191"/>
                    <a:pt x="13039" y="10501"/>
                  </a:cubicBezTo>
                  <a:lnTo>
                    <a:pt x="13039" y="11141"/>
                  </a:lnTo>
                  <a:cubicBezTo>
                    <a:pt x="13039" y="11503"/>
                    <a:pt x="13331" y="11795"/>
                    <a:pt x="13693" y="11795"/>
                  </a:cubicBezTo>
                  <a:lnTo>
                    <a:pt x="13711" y="11795"/>
                  </a:lnTo>
                  <a:cubicBezTo>
                    <a:pt x="13706" y="11818"/>
                    <a:pt x="13706" y="11841"/>
                    <a:pt x="13706" y="11864"/>
                  </a:cubicBezTo>
                  <a:lnTo>
                    <a:pt x="13706" y="12504"/>
                  </a:lnTo>
                  <a:cubicBezTo>
                    <a:pt x="13706" y="12531"/>
                    <a:pt x="13706" y="12559"/>
                    <a:pt x="13711" y="12586"/>
                  </a:cubicBezTo>
                  <a:cubicBezTo>
                    <a:pt x="13418" y="12650"/>
                    <a:pt x="13194" y="12911"/>
                    <a:pt x="13194" y="13226"/>
                  </a:cubicBezTo>
                  <a:lnTo>
                    <a:pt x="13194" y="13866"/>
                  </a:lnTo>
                  <a:cubicBezTo>
                    <a:pt x="13194" y="13903"/>
                    <a:pt x="13199" y="13935"/>
                    <a:pt x="13203" y="13971"/>
                  </a:cubicBezTo>
                  <a:cubicBezTo>
                    <a:pt x="12952" y="14063"/>
                    <a:pt x="12769" y="14305"/>
                    <a:pt x="12769" y="14588"/>
                  </a:cubicBezTo>
                  <a:lnTo>
                    <a:pt x="12769" y="15224"/>
                  </a:lnTo>
                  <a:cubicBezTo>
                    <a:pt x="12769" y="15361"/>
                    <a:pt x="12810" y="15485"/>
                    <a:pt x="12879" y="15585"/>
                  </a:cubicBezTo>
                  <a:cubicBezTo>
                    <a:pt x="12810" y="15690"/>
                    <a:pt x="12769" y="15814"/>
                    <a:pt x="12769" y="15946"/>
                  </a:cubicBezTo>
                  <a:lnTo>
                    <a:pt x="12769" y="16586"/>
                  </a:lnTo>
                  <a:cubicBezTo>
                    <a:pt x="12769" y="16719"/>
                    <a:pt x="12810" y="16847"/>
                    <a:pt x="12879" y="16947"/>
                  </a:cubicBezTo>
                  <a:cubicBezTo>
                    <a:pt x="12810" y="17053"/>
                    <a:pt x="12769" y="17176"/>
                    <a:pt x="12769" y="17309"/>
                  </a:cubicBezTo>
                  <a:lnTo>
                    <a:pt x="12769" y="17949"/>
                  </a:lnTo>
                  <a:cubicBezTo>
                    <a:pt x="12769" y="18310"/>
                    <a:pt x="13062" y="18602"/>
                    <a:pt x="13423" y="18602"/>
                  </a:cubicBezTo>
                  <a:lnTo>
                    <a:pt x="13496" y="18602"/>
                  </a:lnTo>
                  <a:cubicBezTo>
                    <a:pt x="13496" y="18625"/>
                    <a:pt x="13491" y="18648"/>
                    <a:pt x="13491" y="18671"/>
                  </a:cubicBezTo>
                  <a:lnTo>
                    <a:pt x="13491" y="19311"/>
                  </a:lnTo>
                  <a:cubicBezTo>
                    <a:pt x="13491" y="19334"/>
                    <a:pt x="13496" y="19357"/>
                    <a:pt x="13496" y="19380"/>
                  </a:cubicBezTo>
                  <a:lnTo>
                    <a:pt x="11288" y="19380"/>
                  </a:lnTo>
                  <a:cubicBezTo>
                    <a:pt x="11292" y="19357"/>
                    <a:pt x="11292" y="19334"/>
                    <a:pt x="11292" y="19311"/>
                  </a:cubicBezTo>
                  <a:lnTo>
                    <a:pt x="11292" y="18671"/>
                  </a:lnTo>
                  <a:cubicBezTo>
                    <a:pt x="11292" y="18310"/>
                    <a:pt x="11000" y="18017"/>
                    <a:pt x="10639" y="18017"/>
                  </a:cubicBezTo>
                  <a:lnTo>
                    <a:pt x="10566" y="18017"/>
                  </a:lnTo>
                  <a:cubicBezTo>
                    <a:pt x="10566" y="17994"/>
                    <a:pt x="10570" y="17971"/>
                    <a:pt x="10570" y="17949"/>
                  </a:cubicBezTo>
                  <a:lnTo>
                    <a:pt x="10570" y="17309"/>
                  </a:lnTo>
                  <a:cubicBezTo>
                    <a:pt x="10570" y="17272"/>
                    <a:pt x="10566" y="17235"/>
                    <a:pt x="10561" y="17203"/>
                  </a:cubicBezTo>
                  <a:cubicBezTo>
                    <a:pt x="10812" y="17112"/>
                    <a:pt x="10995" y="16870"/>
                    <a:pt x="10995" y="16586"/>
                  </a:cubicBezTo>
                  <a:lnTo>
                    <a:pt x="10995" y="15946"/>
                  </a:lnTo>
                  <a:cubicBezTo>
                    <a:pt x="10995" y="15901"/>
                    <a:pt x="10991" y="15855"/>
                    <a:pt x="10982" y="15814"/>
                  </a:cubicBezTo>
                  <a:cubicBezTo>
                    <a:pt x="11196" y="15709"/>
                    <a:pt x="11347" y="15485"/>
                    <a:pt x="11347" y="15224"/>
                  </a:cubicBezTo>
                  <a:lnTo>
                    <a:pt x="11347" y="14588"/>
                  </a:lnTo>
                  <a:cubicBezTo>
                    <a:pt x="11347" y="14227"/>
                    <a:pt x="11055" y="13935"/>
                    <a:pt x="10694" y="13935"/>
                  </a:cubicBezTo>
                  <a:lnTo>
                    <a:pt x="10209" y="13935"/>
                  </a:lnTo>
                  <a:cubicBezTo>
                    <a:pt x="10213" y="13912"/>
                    <a:pt x="10213" y="13889"/>
                    <a:pt x="10213" y="13866"/>
                  </a:cubicBezTo>
                  <a:lnTo>
                    <a:pt x="10213" y="13226"/>
                  </a:lnTo>
                  <a:cubicBezTo>
                    <a:pt x="10213" y="13180"/>
                    <a:pt x="10209" y="13135"/>
                    <a:pt x="10200" y="13089"/>
                  </a:cubicBezTo>
                  <a:cubicBezTo>
                    <a:pt x="10419" y="12984"/>
                    <a:pt x="10570" y="12760"/>
                    <a:pt x="10570" y="12504"/>
                  </a:cubicBezTo>
                  <a:lnTo>
                    <a:pt x="10570" y="11864"/>
                  </a:lnTo>
                  <a:cubicBezTo>
                    <a:pt x="10570" y="11503"/>
                    <a:pt x="10278" y="11210"/>
                    <a:pt x="9916" y="11210"/>
                  </a:cubicBezTo>
                  <a:lnTo>
                    <a:pt x="7434" y="11210"/>
                  </a:lnTo>
                  <a:cubicBezTo>
                    <a:pt x="7073" y="11210"/>
                    <a:pt x="6780" y="11503"/>
                    <a:pt x="6780" y="11864"/>
                  </a:cubicBezTo>
                  <a:lnTo>
                    <a:pt x="6780" y="12504"/>
                  </a:lnTo>
                  <a:cubicBezTo>
                    <a:pt x="6780" y="12550"/>
                    <a:pt x="6785" y="12595"/>
                    <a:pt x="6794" y="12636"/>
                  </a:cubicBezTo>
                  <a:cubicBezTo>
                    <a:pt x="6574" y="12746"/>
                    <a:pt x="6424" y="12966"/>
                    <a:pt x="6424" y="13226"/>
                  </a:cubicBezTo>
                  <a:lnTo>
                    <a:pt x="6424" y="13866"/>
                  </a:lnTo>
                  <a:cubicBezTo>
                    <a:pt x="6424" y="14223"/>
                    <a:pt x="6716" y="14520"/>
                    <a:pt x="7077" y="14520"/>
                  </a:cubicBezTo>
                  <a:lnTo>
                    <a:pt x="7562" y="14520"/>
                  </a:lnTo>
                  <a:cubicBezTo>
                    <a:pt x="7562" y="14538"/>
                    <a:pt x="7557" y="14561"/>
                    <a:pt x="7557" y="14588"/>
                  </a:cubicBezTo>
                  <a:lnTo>
                    <a:pt x="7557" y="15224"/>
                  </a:lnTo>
                  <a:cubicBezTo>
                    <a:pt x="7557" y="15274"/>
                    <a:pt x="7562" y="15315"/>
                    <a:pt x="7571" y="15361"/>
                  </a:cubicBezTo>
                  <a:cubicBezTo>
                    <a:pt x="7356" y="15466"/>
                    <a:pt x="7205" y="15690"/>
                    <a:pt x="7205" y="15946"/>
                  </a:cubicBezTo>
                  <a:lnTo>
                    <a:pt x="7205" y="16586"/>
                  </a:lnTo>
                  <a:cubicBezTo>
                    <a:pt x="7205" y="16623"/>
                    <a:pt x="7210" y="16659"/>
                    <a:pt x="7215" y="16696"/>
                  </a:cubicBezTo>
                  <a:cubicBezTo>
                    <a:pt x="6958" y="16783"/>
                    <a:pt x="6780" y="17025"/>
                    <a:pt x="6780" y="17309"/>
                  </a:cubicBezTo>
                  <a:lnTo>
                    <a:pt x="6780" y="17949"/>
                  </a:lnTo>
                  <a:cubicBezTo>
                    <a:pt x="6780" y="18310"/>
                    <a:pt x="7073" y="18602"/>
                    <a:pt x="7434" y="18602"/>
                  </a:cubicBezTo>
                  <a:lnTo>
                    <a:pt x="7507" y="18602"/>
                  </a:lnTo>
                  <a:cubicBezTo>
                    <a:pt x="7503" y="18625"/>
                    <a:pt x="7503" y="18648"/>
                    <a:pt x="7503" y="18671"/>
                  </a:cubicBezTo>
                  <a:lnTo>
                    <a:pt x="7503" y="19311"/>
                  </a:lnTo>
                  <a:cubicBezTo>
                    <a:pt x="7503" y="19334"/>
                    <a:pt x="7503" y="19357"/>
                    <a:pt x="7507" y="19380"/>
                  </a:cubicBezTo>
                  <a:lnTo>
                    <a:pt x="5258" y="19380"/>
                  </a:lnTo>
                  <a:cubicBezTo>
                    <a:pt x="5258" y="19357"/>
                    <a:pt x="5262" y="19334"/>
                    <a:pt x="5262" y="19311"/>
                  </a:cubicBezTo>
                  <a:lnTo>
                    <a:pt x="5262" y="18671"/>
                  </a:lnTo>
                  <a:cubicBezTo>
                    <a:pt x="5262" y="18639"/>
                    <a:pt x="5258" y="18611"/>
                    <a:pt x="5253" y="18584"/>
                  </a:cubicBezTo>
                  <a:cubicBezTo>
                    <a:pt x="5541" y="18511"/>
                    <a:pt x="5752" y="18255"/>
                    <a:pt x="5752" y="17949"/>
                  </a:cubicBezTo>
                  <a:lnTo>
                    <a:pt x="5752" y="17309"/>
                  </a:lnTo>
                  <a:cubicBezTo>
                    <a:pt x="5752" y="17053"/>
                    <a:pt x="5601" y="16829"/>
                    <a:pt x="5386" y="16723"/>
                  </a:cubicBezTo>
                  <a:cubicBezTo>
                    <a:pt x="5395" y="16678"/>
                    <a:pt x="5400" y="16632"/>
                    <a:pt x="5400" y="16586"/>
                  </a:cubicBezTo>
                  <a:lnTo>
                    <a:pt x="5400" y="15946"/>
                  </a:lnTo>
                  <a:cubicBezTo>
                    <a:pt x="5400" y="15590"/>
                    <a:pt x="5107" y="15292"/>
                    <a:pt x="4746" y="15292"/>
                  </a:cubicBezTo>
                  <a:lnTo>
                    <a:pt x="2263" y="15292"/>
                  </a:lnTo>
                  <a:cubicBezTo>
                    <a:pt x="1902" y="15292"/>
                    <a:pt x="1610" y="15590"/>
                    <a:pt x="1610" y="15946"/>
                  </a:cubicBezTo>
                  <a:lnTo>
                    <a:pt x="1610" y="16586"/>
                  </a:lnTo>
                  <a:cubicBezTo>
                    <a:pt x="1610" y="16847"/>
                    <a:pt x="1761" y="17066"/>
                    <a:pt x="1975" y="17176"/>
                  </a:cubicBezTo>
                  <a:cubicBezTo>
                    <a:pt x="1966" y="17217"/>
                    <a:pt x="1962" y="17263"/>
                    <a:pt x="1962" y="17309"/>
                  </a:cubicBezTo>
                  <a:lnTo>
                    <a:pt x="1962" y="17949"/>
                  </a:lnTo>
                  <a:cubicBezTo>
                    <a:pt x="1962" y="17981"/>
                    <a:pt x="1966" y="18008"/>
                    <a:pt x="1971" y="18035"/>
                  </a:cubicBezTo>
                  <a:cubicBezTo>
                    <a:pt x="1683" y="18109"/>
                    <a:pt x="1473" y="18365"/>
                    <a:pt x="1473" y="18671"/>
                  </a:cubicBezTo>
                  <a:lnTo>
                    <a:pt x="1473" y="19311"/>
                  </a:lnTo>
                  <a:cubicBezTo>
                    <a:pt x="1473" y="19334"/>
                    <a:pt x="1473" y="19357"/>
                    <a:pt x="1473" y="19380"/>
                  </a:cubicBezTo>
                  <a:lnTo>
                    <a:pt x="586" y="19380"/>
                  </a:lnTo>
                  <a:lnTo>
                    <a:pt x="586" y="15078"/>
                  </a:lnTo>
                  <a:lnTo>
                    <a:pt x="4568" y="11631"/>
                  </a:lnTo>
                  <a:cubicBezTo>
                    <a:pt x="4686" y="11525"/>
                    <a:pt x="4700" y="11343"/>
                    <a:pt x="4595" y="11219"/>
                  </a:cubicBezTo>
                  <a:cubicBezTo>
                    <a:pt x="4537" y="11151"/>
                    <a:pt x="4456" y="11117"/>
                    <a:pt x="4374" y="11117"/>
                  </a:cubicBezTo>
                  <a:cubicBezTo>
                    <a:pt x="4307" y="11117"/>
                    <a:pt x="4239" y="11140"/>
                    <a:pt x="4184" y="11187"/>
                  </a:cubicBezTo>
                  <a:lnTo>
                    <a:pt x="586" y="14305"/>
                  </a:lnTo>
                  <a:lnTo>
                    <a:pt x="586" y="9866"/>
                  </a:lnTo>
                  <a:lnTo>
                    <a:pt x="993" y="9866"/>
                  </a:lnTo>
                  <a:cubicBezTo>
                    <a:pt x="1153" y="9866"/>
                    <a:pt x="1285" y="9738"/>
                    <a:pt x="1285" y="9573"/>
                  </a:cubicBezTo>
                  <a:cubicBezTo>
                    <a:pt x="1285" y="9413"/>
                    <a:pt x="1153" y="9281"/>
                    <a:pt x="993" y="9281"/>
                  </a:cubicBezTo>
                  <a:lnTo>
                    <a:pt x="586" y="9281"/>
                  </a:lnTo>
                  <a:lnTo>
                    <a:pt x="586" y="7196"/>
                  </a:lnTo>
                  <a:lnTo>
                    <a:pt x="993" y="7196"/>
                  </a:lnTo>
                  <a:cubicBezTo>
                    <a:pt x="1153" y="7196"/>
                    <a:pt x="1285" y="7064"/>
                    <a:pt x="1285" y="6904"/>
                  </a:cubicBezTo>
                  <a:cubicBezTo>
                    <a:pt x="1285" y="6744"/>
                    <a:pt x="1153" y="6611"/>
                    <a:pt x="993" y="6611"/>
                  </a:cubicBezTo>
                  <a:lnTo>
                    <a:pt x="586" y="6611"/>
                  </a:lnTo>
                  <a:lnTo>
                    <a:pt x="586" y="4522"/>
                  </a:lnTo>
                  <a:lnTo>
                    <a:pt x="993" y="4522"/>
                  </a:lnTo>
                  <a:cubicBezTo>
                    <a:pt x="1153" y="4522"/>
                    <a:pt x="1285" y="4394"/>
                    <a:pt x="1285" y="4234"/>
                  </a:cubicBezTo>
                  <a:cubicBezTo>
                    <a:pt x="1285" y="4069"/>
                    <a:pt x="1153" y="3941"/>
                    <a:pt x="993" y="3941"/>
                  </a:cubicBezTo>
                  <a:lnTo>
                    <a:pt x="586" y="3941"/>
                  </a:lnTo>
                  <a:lnTo>
                    <a:pt x="586" y="1852"/>
                  </a:lnTo>
                  <a:lnTo>
                    <a:pt x="993" y="1852"/>
                  </a:lnTo>
                  <a:cubicBezTo>
                    <a:pt x="1153" y="1852"/>
                    <a:pt x="1285" y="1724"/>
                    <a:pt x="1285" y="1559"/>
                  </a:cubicBezTo>
                  <a:cubicBezTo>
                    <a:pt x="1285" y="1399"/>
                    <a:pt x="1153" y="1267"/>
                    <a:pt x="993" y="1267"/>
                  </a:cubicBezTo>
                  <a:lnTo>
                    <a:pt x="586" y="1267"/>
                  </a:lnTo>
                  <a:lnTo>
                    <a:pt x="586" y="293"/>
                  </a:lnTo>
                  <a:cubicBezTo>
                    <a:pt x="586" y="133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9056795" y="3723686"/>
              <a:ext cx="14339" cy="21267"/>
            </a:xfrm>
            <a:custGeom>
              <a:rect b="b" l="l" r="r" t="t"/>
              <a:pathLst>
                <a:path extrusionOk="0" h="869" w="58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576"/>
                  </a:lnTo>
                  <a:cubicBezTo>
                    <a:pt x="1" y="736"/>
                    <a:pt x="133" y="869"/>
                    <a:pt x="293" y="869"/>
                  </a:cubicBezTo>
                  <a:cubicBezTo>
                    <a:pt x="458" y="869"/>
                    <a:pt x="586" y="736"/>
                    <a:pt x="586" y="576"/>
                  </a:cubicBezTo>
                  <a:lnTo>
                    <a:pt x="586" y="293"/>
                  </a:lnTo>
                  <a:cubicBezTo>
                    <a:pt x="586" y="133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9215676" y="3639210"/>
              <a:ext cx="14339" cy="21169"/>
            </a:xfrm>
            <a:custGeom>
              <a:rect b="b" l="l" r="r" t="t"/>
              <a:pathLst>
                <a:path extrusionOk="0" h="865" w="586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lnTo>
                    <a:pt x="0" y="572"/>
                  </a:lnTo>
                  <a:cubicBezTo>
                    <a:pt x="0" y="737"/>
                    <a:pt x="133" y="865"/>
                    <a:pt x="293" y="865"/>
                  </a:cubicBezTo>
                  <a:cubicBezTo>
                    <a:pt x="453" y="865"/>
                    <a:pt x="585" y="737"/>
                    <a:pt x="585" y="572"/>
                  </a:cubicBezTo>
                  <a:lnTo>
                    <a:pt x="585" y="289"/>
                  </a:lnTo>
                  <a:cubicBezTo>
                    <a:pt x="585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8978260" y="3607887"/>
              <a:ext cx="48108" cy="84039"/>
            </a:xfrm>
            <a:custGeom>
              <a:rect b="b" l="l" r="r" t="t"/>
              <a:pathLst>
                <a:path extrusionOk="0" h="3434" w="1966">
                  <a:moveTo>
                    <a:pt x="983" y="1"/>
                  </a:moveTo>
                  <a:cubicBezTo>
                    <a:pt x="823" y="1"/>
                    <a:pt x="691" y="133"/>
                    <a:pt x="691" y="293"/>
                  </a:cubicBezTo>
                  <a:lnTo>
                    <a:pt x="691" y="398"/>
                  </a:lnTo>
                  <a:cubicBezTo>
                    <a:pt x="302" y="462"/>
                    <a:pt x="0" y="801"/>
                    <a:pt x="0" y="1207"/>
                  </a:cubicBezTo>
                  <a:cubicBezTo>
                    <a:pt x="0" y="1660"/>
                    <a:pt x="371" y="2030"/>
                    <a:pt x="823" y="2030"/>
                  </a:cubicBezTo>
                  <a:lnTo>
                    <a:pt x="1143" y="2030"/>
                  </a:lnTo>
                  <a:cubicBezTo>
                    <a:pt x="1271" y="2030"/>
                    <a:pt x="1381" y="2135"/>
                    <a:pt x="1381" y="2268"/>
                  </a:cubicBezTo>
                  <a:cubicBezTo>
                    <a:pt x="1381" y="2396"/>
                    <a:pt x="1271" y="2506"/>
                    <a:pt x="1143" y="2506"/>
                  </a:cubicBezTo>
                  <a:lnTo>
                    <a:pt x="823" y="2506"/>
                  </a:lnTo>
                  <a:cubicBezTo>
                    <a:pt x="727" y="2506"/>
                    <a:pt x="640" y="2446"/>
                    <a:pt x="604" y="2359"/>
                  </a:cubicBezTo>
                  <a:cubicBezTo>
                    <a:pt x="556" y="2247"/>
                    <a:pt x="450" y="2180"/>
                    <a:pt x="336" y="2180"/>
                  </a:cubicBezTo>
                  <a:cubicBezTo>
                    <a:pt x="297" y="2180"/>
                    <a:pt x="258" y="2188"/>
                    <a:pt x="220" y="2204"/>
                  </a:cubicBezTo>
                  <a:cubicBezTo>
                    <a:pt x="73" y="2268"/>
                    <a:pt x="5" y="2437"/>
                    <a:pt x="64" y="2588"/>
                  </a:cubicBezTo>
                  <a:cubicBezTo>
                    <a:pt x="179" y="2849"/>
                    <a:pt x="416" y="3032"/>
                    <a:pt x="691" y="3077"/>
                  </a:cubicBezTo>
                  <a:lnTo>
                    <a:pt x="691" y="3141"/>
                  </a:lnTo>
                  <a:cubicBezTo>
                    <a:pt x="691" y="3301"/>
                    <a:pt x="823" y="3434"/>
                    <a:pt x="983" y="3434"/>
                  </a:cubicBezTo>
                  <a:cubicBezTo>
                    <a:pt x="1143" y="3434"/>
                    <a:pt x="1276" y="3301"/>
                    <a:pt x="1276" y="3141"/>
                  </a:cubicBezTo>
                  <a:lnTo>
                    <a:pt x="1276" y="3077"/>
                  </a:lnTo>
                  <a:cubicBezTo>
                    <a:pt x="1664" y="3013"/>
                    <a:pt x="1966" y="2675"/>
                    <a:pt x="1966" y="2268"/>
                  </a:cubicBezTo>
                  <a:cubicBezTo>
                    <a:pt x="1966" y="1815"/>
                    <a:pt x="1596" y="1445"/>
                    <a:pt x="1143" y="1445"/>
                  </a:cubicBezTo>
                  <a:lnTo>
                    <a:pt x="823" y="1445"/>
                  </a:lnTo>
                  <a:cubicBezTo>
                    <a:pt x="691" y="1445"/>
                    <a:pt x="585" y="1340"/>
                    <a:pt x="585" y="1207"/>
                  </a:cubicBezTo>
                  <a:cubicBezTo>
                    <a:pt x="585" y="1079"/>
                    <a:pt x="691" y="970"/>
                    <a:pt x="823" y="970"/>
                  </a:cubicBezTo>
                  <a:lnTo>
                    <a:pt x="1143" y="970"/>
                  </a:lnTo>
                  <a:cubicBezTo>
                    <a:pt x="1221" y="970"/>
                    <a:pt x="1294" y="1011"/>
                    <a:pt x="1340" y="1075"/>
                  </a:cubicBezTo>
                  <a:cubicBezTo>
                    <a:pt x="1397" y="1161"/>
                    <a:pt x="1488" y="1205"/>
                    <a:pt x="1582" y="1205"/>
                  </a:cubicBezTo>
                  <a:cubicBezTo>
                    <a:pt x="1638" y="1205"/>
                    <a:pt x="1695" y="1190"/>
                    <a:pt x="1747" y="1157"/>
                  </a:cubicBezTo>
                  <a:cubicBezTo>
                    <a:pt x="1879" y="1066"/>
                    <a:pt x="1916" y="883"/>
                    <a:pt x="1824" y="750"/>
                  </a:cubicBezTo>
                  <a:cubicBezTo>
                    <a:pt x="1696" y="558"/>
                    <a:pt x="1495" y="435"/>
                    <a:pt x="1276" y="398"/>
                  </a:cubicBezTo>
                  <a:lnTo>
                    <a:pt x="1276" y="293"/>
                  </a:lnTo>
                  <a:cubicBezTo>
                    <a:pt x="1276" y="133"/>
                    <a:pt x="1143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8934501" y="3582045"/>
              <a:ext cx="135613" cy="135724"/>
            </a:xfrm>
            <a:custGeom>
              <a:rect b="b" l="l" r="r" t="t"/>
              <a:pathLst>
                <a:path extrusionOk="0" h="5546" w="5542">
                  <a:moveTo>
                    <a:pt x="2771" y="586"/>
                  </a:moveTo>
                  <a:cubicBezTo>
                    <a:pt x="3978" y="586"/>
                    <a:pt x="4956" y="1569"/>
                    <a:pt x="4956" y="2771"/>
                  </a:cubicBezTo>
                  <a:cubicBezTo>
                    <a:pt x="4956" y="3978"/>
                    <a:pt x="3978" y="4961"/>
                    <a:pt x="2771" y="4961"/>
                  </a:cubicBezTo>
                  <a:cubicBezTo>
                    <a:pt x="1564" y="4961"/>
                    <a:pt x="586" y="3978"/>
                    <a:pt x="586" y="2771"/>
                  </a:cubicBezTo>
                  <a:cubicBezTo>
                    <a:pt x="586" y="1569"/>
                    <a:pt x="1564" y="586"/>
                    <a:pt x="2771" y="586"/>
                  </a:cubicBezTo>
                  <a:close/>
                  <a:moveTo>
                    <a:pt x="2771" y="0"/>
                  </a:moveTo>
                  <a:cubicBezTo>
                    <a:pt x="1244" y="0"/>
                    <a:pt x="1" y="1244"/>
                    <a:pt x="1" y="2771"/>
                  </a:cubicBezTo>
                  <a:cubicBezTo>
                    <a:pt x="1" y="4302"/>
                    <a:pt x="1244" y="5546"/>
                    <a:pt x="2771" y="5546"/>
                  </a:cubicBezTo>
                  <a:cubicBezTo>
                    <a:pt x="4298" y="5546"/>
                    <a:pt x="5542" y="4302"/>
                    <a:pt x="5542" y="2771"/>
                  </a:cubicBezTo>
                  <a:cubicBezTo>
                    <a:pt x="5542" y="1244"/>
                    <a:pt x="4298" y="0"/>
                    <a:pt x="2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9087778" y="3603408"/>
              <a:ext cx="37390" cy="25207"/>
            </a:xfrm>
            <a:custGeom>
              <a:rect b="b" l="l" r="r" t="t"/>
              <a:pathLst>
                <a:path extrusionOk="0" h="1030" w="1528">
                  <a:moveTo>
                    <a:pt x="764" y="1"/>
                  </a:moveTo>
                  <a:cubicBezTo>
                    <a:pt x="687" y="1"/>
                    <a:pt x="613" y="33"/>
                    <a:pt x="559" y="88"/>
                  </a:cubicBezTo>
                  <a:lnTo>
                    <a:pt x="115" y="531"/>
                  </a:lnTo>
                  <a:cubicBezTo>
                    <a:pt x="1" y="645"/>
                    <a:pt x="1" y="828"/>
                    <a:pt x="115" y="942"/>
                  </a:cubicBezTo>
                  <a:cubicBezTo>
                    <a:pt x="172" y="1000"/>
                    <a:pt x="247" y="1028"/>
                    <a:pt x="321" y="1028"/>
                  </a:cubicBezTo>
                  <a:cubicBezTo>
                    <a:pt x="395" y="1028"/>
                    <a:pt x="469" y="1000"/>
                    <a:pt x="527" y="942"/>
                  </a:cubicBezTo>
                  <a:lnTo>
                    <a:pt x="764" y="705"/>
                  </a:lnTo>
                  <a:lnTo>
                    <a:pt x="1002" y="942"/>
                  </a:lnTo>
                  <a:cubicBezTo>
                    <a:pt x="1057" y="1002"/>
                    <a:pt x="1135" y="1029"/>
                    <a:pt x="1208" y="1029"/>
                  </a:cubicBezTo>
                  <a:cubicBezTo>
                    <a:pt x="1281" y="1029"/>
                    <a:pt x="1359" y="1002"/>
                    <a:pt x="1413" y="942"/>
                  </a:cubicBezTo>
                  <a:cubicBezTo>
                    <a:pt x="1528" y="828"/>
                    <a:pt x="1528" y="645"/>
                    <a:pt x="1413" y="531"/>
                  </a:cubicBezTo>
                  <a:lnTo>
                    <a:pt x="970" y="88"/>
                  </a:lnTo>
                  <a:cubicBezTo>
                    <a:pt x="915" y="33"/>
                    <a:pt x="842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9087778" y="3637302"/>
              <a:ext cx="37390" cy="25207"/>
            </a:xfrm>
            <a:custGeom>
              <a:rect b="b" l="l" r="r" t="t"/>
              <a:pathLst>
                <a:path extrusionOk="0" h="1030" w="1528">
                  <a:moveTo>
                    <a:pt x="764" y="1"/>
                  </a:moveTo>
                  <a:cubicBezTo>
                    <a:pt x="687" y="1"/>
                    <a:pt x="613" y="33"/>
                    <a:pt x="559" y="88"/>
                  </a:cubicBezTo>
                  <a:lnTo>
                    <a:pt x="115" y="531"/>
                  </a:lnTo>
                  <a:cubicBezTo>
                    <a:pt x="1" y="645"/>
                    <a:pt x="1" y="828"/>
                    <a:pt x="115" y="943"/>
                  </a:cubicBezTo>
                  <a:cubicBezTo>
                    <a:pt x="172" y="1000"/>
                    <a:pt x="247" y="1028"/>
                    <a:pt x="321" y="1028"/>
                  </a:cubicBezTo>
                  <a:cubicBezTo>
                    <a:pt x="395" y="1028"/>
                    <a:pt x="469" y="1000"/>
                    <a:pt x="527" y="943"/>
                  </a:cubicBezTo>
                  <a:lnTo>
                    <a:pt x="764" y="705"/>
                  </a:lnTo>
                  <a:lnTo>
                    <a:pt x="1002" y="943"/>
                  </a:lnTo>
                  <a:cubicBezTo>
                    <a:pt x="1057" y="1002"/>
                    <a:pt x="1135" y="1029"/>
                    <a:pt x="1208" y="1029"/>
                  </a:cubicBezTo>
                  <a:cubicBezTo>
                    <a:pt x="1281" y="1029"/>
                    <a:pt x="1359" y="1002"/>
                    <a:pt x="1413" y="943"/>
                  </a:cubicBezTo>
                  <a:cubicBezTo>
                    <a:pt x="1528" y="828"/>
                    <a:pt x="1528" y="645"/>
                    <a:pt x="1413" y="531"/>
                  </a:cubicBezTo>
                  <a:lnTo>
                    <a:pt x="970" y="88"/>
                  </a:lnTo>
                  <a:cubicBezTo>
                    <a:pt x="915" y="33"/>
                    <a:pt x="842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9087778" y="3671219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764" y="0"/>
                  </a:moveTo>
                  <a:cubicBezTo>
                    <a:pt x="687" y="0"/>
                    <a:pt x="613" y="32"/>
                    <a:pt x="559" y="87"/>
                  </a:cubicBezTo>
                  <a:lnTo>
                    <a:pt x="115" y="530"/>
                  </a:lnTo>
                  <a:cubicBezTo>
                    <a:pt x="1" y="645"/>
                    <a:pt x="1" y="828"/>
                    <a:pt x="115" y="942"/>
                  </a:cubicBezTo>
                  <a:cubicBezTo>
                    <a:pt x="172" y="999"/>
                    <a:pt x="247" y="1028"/>
                    <a:pt x="321" y="1028"/>
                  </a:cubicBezTo>
                  <a:cubicBezTo>
                    <a:pt x="395" y="1028"/>
                    <a:pt x="469" y="999"/>
                    <a:pt x="527" y="942"/>
                  </a:cubicBezTo>
                  <a:lnTo>
                    <a:pt x="764" y="704"/>
                  </a:lnTo>
                  <a:lnTo>
                    <a:pt x="1002" y="942"/>
                  </a:lnTo>
                  <a:cubicBezTo>
                    <a:pt x="1057" y="1001"/>
                    <a:pt x="1135" y="1029"/>
                    <a:pt x="1208" y="1029"/>
                  </a:cubicBezTo>
                  <a:cubicBezTo>
                    <a:pt x="1281" y="1029"/>
                    <a:pt x="1359" y="1001"/>
                    <a:pt x="1413" y="942"/>
                  </a:cubicBezTo>
                  <a:cubicBezTo>
                    <a:pt x="1528" y="828"/>
                    <a:pt x="1528" y="645"/>
                    <a:pt x="1413" y="530"/>
                  </a:cubicBezTo>
                  <a:lnTo>
                    <a:pt x="970" y="87"/>
                  </a:lnTo>
                  <a:cubicBezTo>
                    <a:pt x="915" y="32"/>
                    <a:pt x="842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" name="Google Shape;177;p18"/>
          <p:cNvGrpSpPr/>
          <p:nvPr/>
        </p:nvGrpSpPr>
        <p:grpSpPr>
          <a:xfrm>
            <a:off x="946411" y="1553587"/>
            <a:ext cx="502907" cy="372145"/>
            <a:chOff x="8877894" y="2849489"/>
            <a:chExt cx="488544" cy="357935"/>
          </a:xfrm>
        </p:grpSpPr>
        <p:sp>
          <p:nvSpPr>
            <p:cNvPr id="178" name="Google Shape;178;p18"/>
            <p:cNvSpPr/>
            <p:nvPr/>
          </p:nvSpPr>
          <p:spPr>
            <a:xfrm>
              <a:off x="8877894" y="2849489"/>
              <a:ext cx="488544" cy="357935"/>
            </a:xfrm>
            <a:custGeom>
              <a:rect b="b" l="l" r="r" t="t"/>
              <a:pathLst>
                <a:path extrusionOk="0" h="14626" w="19965">
                  <a:moveTo>
                    <a:pt x="956" y="1"/>
                  </a:moveTo>
                  <a:cubicBezTo>
                    <a:pt x="430" y="1"/>
                    <a:pt x="0" y="426"/>
                    <a:pt x="0" y="956"/>
                  </a:cubicBezTo>
                  <a:lnTo>
                    <a:pt x="0" y="8623"/>
                  </a:lnTo>
                  <a:cubicBezTo>
                    <a:pt x="0" y="8783"/>
                    <a:pt x="133" y="8915"/>
                    <a:pt x="293" y="8915"/>
                  </a:cubicBezTo>
                  <a:cubicBezTo>
                    <a:pt x="458" y="8915"/>
                    <a:pt x="586" y="8783"/>
                    <a:pt x="586" y="8623"/>
                  </a:cubicBezTo>
                  <a:lnTo>
                    <a:pt x="586" y="3946"/>
                  </a:lnTo>
                  <a:cubicBezTo>
                    <a:pt x="586" y="3740"/>
                    <a:pt x="755" y="3576"/>
                    <a:pt x="956" y="3576"/>
                  </a:cubicBezTo>
                  <a:lnTo>
                    <a:pt x="19009" y="3576"/>
                  </a:lnTo>
                  <a:cubicBezTo>
                    <a:pt x="19215" y="3576"/>
                    <a:pt x="19380" y="3740"/>
                    <a:pt x="19380" y="3946"/>
                  </a:cubicBezTo>
                  <a:lnTo>
                    <a:pt x="19380" y="13670"/>
                  </a:lnTo>
                  <a:cubicBezTo>
                    <a:pt x="19380" y="13875"/>
                    <a:pt x="19215" y="14040"/>
                    <a:pt x="19009" y="14040"/>
                  </a:cubicBezTo>
                  <a:lnTo>
                    <a:pt x="956" y="14040"/>
                  </a:lnTo>
                  <a:cubicBezTo>
                    <a:pt x="755" y="14040"/>
                    <a:pt x="586" y="13875"/>
                    <a:pt x="586" y="13670"/>
                  </a:cubicBezTo>
                  <a:lnTo>
                    <a:pt x="586" y="9921"/>
                  </a:lnTo>
                  <a:cubicBezTo>
                    <a:pt x="586" y="9756"/>
                    <a:pt x="458" y="9628"/>
                    <a:pt x="293" y="9628"/>
                  </a:cubicBezTo>
                  <a:cubicBezTo>
                    <a:pt x="133" y="9628"/>
                    <a:pt x="0" y="9756"/>
                    <a:pt x="0" y="9921"/>
                  </a:cubicBezTo>
                  <a:lnTo>
                    <a:pt x="0" y="13670"/>
                  </a:lnTo>
                  <a:cubicBezTo>
                    <a:pt x="0" y="14195"/>
                    <a:pt x="430" y="14625"/>
                    <a:pt x="956" y="14625"/>
                  </a:cubicBezTo>
                  <a:lnTo>
                    <a:pt x="19009" y="14625"/>
                  </a:lnTo>
                  <a:cubicBezTo>
                    <a:pt x="19535" y="14625"/>
                    <a:pt x="19965" y="14195"/>
                    <a:pt x="19965" y="13670"/>
                  </a:cubicBezTo>
                  <a:lnTo>
                    <a:pt x="19965" y="956"/>
                  </a:lnTo>
                  <a:cubicBezTo>
                    <a:pt x="19965" y="426"/>
                    <a:pt x="19535" y="1"/>
                    <a:pt x="19009" y="1"/>
                  </a:cubicBezTo>
                  <a:lnTo>
                    <a:pt x="12225" y="1"/>
                  </a:lnTo>
                  <a:cubicBezTo>
                    <a:pt x="12065" y="1"/>
                    <a:pt x="11932" y="129"/>
                    <a:pt x="11932" y="293"/>
                  </a:cubicBezTo>
                  <a:cubicBezTo>
                    <a:pt x="11932" y="453"/>
                    <a:pt x="12065" y="586"/>
                    <a:pt x="12225" y="586"/>
                  </a:cubicBezTo>
                  <a:lnTo>
                    <a:pt x="19009" y="586"/>
                  </a:lnTo>
                  <a:cubicBezTo>
                    <a:pt x="19215" y="586"/>
                    <a:pt x="19380" y="750"/>
                    <a:pt x="19380" y="956"/>
                  </a:cubicBezTo>
                  <a:lnTo>
                    <a:pt x="19380" y="1230"/>
                  </a:lnTo>
                  <a:lnTo>
                    <a:pt x="13514" y="1230"/>
                  </a:lnTo>
                  <a:cubicBezTo>
                    <a:pt x="13354" y="1230"/>
                    <a:pt x="13222" y="1363"/>
                    <a:pt x="13222" y="1523"/>
                  </a:cubicBezTo>
                  <a:cubicBezTo>
                    <a:pt x="13222" y="1683"/>
                    <a:pt x="13354" y="1815"/>
                    <a:pt x="13514" y="1815"/>
                  </a:cubicBezTo>
                  <a:lnTo>
                    <a:pt x="19380" y="1815"/>
                  </a:lnTo>
                  <a:lnTo>
                    <a:pt x="19380" y="3068"/>
                  </a:lnTo>
                  <a:cubicBezTo>
                    <a:pt x="19265" y="3018"/>
                    <a:pt x="19142" y="2990"/>
                    <a:pt x="19009" y="2990"/>
                  </a:cubicBezTo>
                  <a:lnTo>
                    <a:pt x="956" y="2990"/>
                  </a:lnTo>
                  <a:cubicBezTo>
                    <a:pt x="823" y="2990"/>
                    <a:pt x="700" y="3018"/>
                    <a:pt x="586" y="3068"/>
                  </a:cubicBezTo>
                  <a:lnTo>
                    <a:pt x="586" y="2222"/>
                  </a:lnTo>
                  <a:lnTo>
                    <a:pt x="7567" y="2222"/>
                  </a:lnTo>
                  <a:cubicBezTo>
                    <a:pt x="7731" y="2222"/>
                    <a:pt x="7859" y="2094"/>
                    <a:pt x="7859" y="1930"/>
                  </a:cubicBezTo>
                  <a:cubicBezTo>
                    <a:pt x="7859" y="1770"/>
                    <a:pt x="7731" y="1637"/>
                    <a:pt x="7567" y="1637"/>
                  </a:cubicBezTo>
                  <a:lnTo>
                    <a:pt x="586" y="1637"/>
                  </a:lnTo>
                  <a:lnTo>
                    <a:pt x="586" y="956"/>
                  </a:lnTo>
                  <a:cubicBezTo>
                    <a:pt x="586" y="750"/>
                    <a:pt x="755" y="586"/>
                    <a:pt x="956" y="586"/>
                  </a:cubicBezTo>
                  <a:lnTo>
                    <a:pt x="10927" y="586"/>
                  </a:lnTo>
                  <a:cubicBezTo>
                    <a:pt x="11087" y="586"/>
                    <a:pt x="11219" y="453"/>
                    <a:pt x="11219" y="293"/>
                  </a:cubicBezTo>
                  <a:cubicBezTo>
                    <a:pt x="11219" y="129"/>
                    <a:pt x="11087" y="1"/>
                    <a:pt x="109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8910346" y="2955108"/>
              <a:ext cx="423649" cy="219959"/>
            </a:xfrm>
            <a:custGeom>
              <a:rect b="b" l="l" r="r" t="t"/>
              <a:pathLst>
                <a:path extrusionOk="0" h="8988" w="17313">
                  <a:moveTo>
                    <a:pt x="14287" y="585"/>
                  </a:moveTo>
                  <a:lnTo>
                    <a:pt x="14287" y="1957"/>
                  </a:lnTo>
                  <a:lnTo>
                    <a:pt x="13368" y="1957"/>
                  </a:lnTo>
                  <a:lnTo>
                    <a:pt x="13368" y="585"/>
                  </a:lnTo>
                  <a:close/>
                  <a:moveTo>
                    <a:pt x="3941" y="7031"/>
                  </a:moveTo>
                  <a:lnTo>
                    <a:pt x="3941" y="8403"/>
                  </a:lnTo>
                  <a:lnTo>
                    <a:pt x="3018" y="8403"/>
                  </a:lnTo>
                  <a:lnTo>
                    <a:pt x="3018" y="7031"/>
                  </a:lnTo>
                  <a:close/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8695"/>
                  </a:lnTo>
                  <a:cubicBezTo>
                    <a:pt x="0" y="8855"/>
                    <a:pt x="133" y="8988"/>
                    <a:pt x="293" y="8988"/>
                  </a:cubicBezTo>
                  <a:lnTo>
                    <a:pt x="10648" y="8988"/>
                  </a:lnTo>
                  <a:cubicBezTo>
                    <a:pt x="10808" y="8988"/>
                    <a:pt x="10940" y="8855"/>
                    <a:pt x="10940" y="8695"/>
                  </a:cubicBezTo>
                  <a:cubicBezTo>
                    <a:pt x="10940" y="8531"/>
                    <a:pt x="10808" y="8403"/>
                    <a:pt x="10648" y="8403"/>
                  </a:cubicBezTo>
                  <a:lnTo>
                    <a:pt x="4526" y="8403"/>
                  </a:lnTo>
                  <a:lnTo>
                    <a:pt x="4526" y="6931"/>
                  </a:lnTo>
                  <a:cubicBezTo>
                    <a:pt x="4526" y="6666"/>
                    <a:pt x="4307" y="6446"/>
                    <a:pt x="4037" y="6446"/>
                  </a:cubicBezTo>
                  <a:lnTo>
                    <a:pt x="2922" y="6446"/>
                  </a:lnTo>
                  <a:cubicBezTo>
                    <a:pt x="2652" y="6446"/>
                    <a:pt x="2437" y="6666"/>
                    <a:pt x="2437" y="6931"/>
                  </a:cubicBezTo>
                  <a:lnTo>
                    <a:pt x="2437" y="8403"/>
                  </a:lnTo>
                  <a:lnTo>
                    <a:pt x="585" y="8403"/>
                  </a:lnTo>
                  <a:lnTo>
                    <a:pt x="585" y="585"/>
                  </a:lnTo>
                  <a:lnTo>
                    <a:pt x="12783" y="585"/>
                  </a:lnTo>
                  <a:lnTo>
                    <a:pt x="12783" y="2053"/>
                  </a:lnTo>
                  <a:cubicBezTo>
                    <a:pt x="12783" y="2323"/>
                    <a:pt x="13002" y="2537"/>
                    <a:pt x="13272" y="2537"/>
                  </a:cubicBezTo>
                  <a:lnTo>
                    <a:pt x="14387" y="2537"/>
                  </a:lnTo>
                  <a:cubicBezTo>
                    <a:pt x="14657" y="2537"/>
                    <a:pt x="14872" y="2323"/>
                    <a:pt x="14872" y="2053"/>
                  </a:cubicBezTo>
                  <a:lnTo>
                    <a:pt x="14872" y="585"/>
                  </a:lnTo>
                  <a:lnTo>
                    <a:pt x="16728" y="585"/>
                  </a:lnTo>
                  <a:lnTo>
                    <a:pt x="16728" y="8403"/>
                  </a:lnTo>
                  <a:lnTo>
                    <a:pt x="11946" y="8403"/>
                  </a:lnTo>
                  <a:cubicBezTo>
                    <a:pt x="11786" y="8403"/>
                    <a:pt x="11653" y="8531"/>
                    <a:pt x="11653" y="8695"/>
                  </a:cubicBezTo>
                  <a:cubicBezTo>
                    <a:pt x="11653" y="8855"/>
                    <a:pt x="11786" y="8988"/>
                    <a:pt x="11946" y="8988"/>
                  </a:cubicBezTo>
                  <a:lnTo>
                    <a:pt x="17020" y="8988"/>
                  </a:lnTo>
                  <a:cubicBezTo>
                    <a:pt x="17185" y="8988"/>
                    <a:pt x="17313" y="8855"/>
                    <a:pt x="17313" y="8695"/>
                  </a:cubicBezTo>
                  <a:lnTo>
                    <a:pt x="17313" y="293"/>
                  </a:lnTo>
                  <a:cubicBezTo>
                    <a:pt x="17313" y="128"/>
                    <a:pt x="17185" y="0"/>
                    <a:pt x="17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9095952" y="3018416"/>
              <a:ext cx="52488" cy="93216"/>
            </a:xfrm>
            <a:custGeom>
              <a:rect b="b" l="l" r="r" t="t"/>
              <a:pathLst>
                <a:path extrusionOk="0" h="3809" w="2145">
                  <a:moveTo>
                    <a:pt x="1075" y="1"/>
                  </a:moveTo>
                  <a:cubicBezTo>
                    <a:pt x="910" y="1"/>
                    <a:pt x="782" y="133"/>
                    <a:pt x="782" y="293"/>
                  </a:cubicBezTo>
                  <a:lnTo>
                    <a:pt x="782" y="444"/>
                  </a:lnTo>
                  <a:cubicBezTo>
                    <a:pt x="343" y="499"/>
                    <a:pt x="1" y="878"/>
                    <a:pt x="1" y="1331"/>
                  </a:cubicBezTo>
                  <a:cubicBezTo>
                    <a:pt x="1" y="1820"/>
                    <a:pt x="403" y="2223"/>
                    <a:pt x="892" y="2223"/>
                  </a:cubicBezTo>
                  <a:lnTo>
                    <a:pt x="1253" y="2223"/>
                  </a:lnTo>
                  <a:cubicBezTo>
                    <a:pt x="1422" y="2223"/>
                    <a:pt x="1560" y="2360"/>
                    <a:pt x="1560" y="2529"/>
                  </a:cubicBezTo>
                  <a:cubicBezTo>
                    <a:pt x="1560" y="2698"/>
                    <a:pt x="1422" y="2835"/>
                    <a:pt x="1253" y="2835"/>
                  </a:cubicBezTo>
                  <a:lnTo>
                    <a:pt x="892" y="2835"/>
                  </a:lnTo>
                  <a:cubicBezTo>
                    <a:pt x="769" y="2835"/>
                    <a:pt x="659" y="2762"/>
                    <a:pt x="609" y="2648"/>
                  </a:cubicBezTo>
                  <a:cubicBezTo>
                    <a:pt x="561" y="2535"/>
                    <a:pt x="454" y="2468"/>
                    <a:pt x="341" y="2468"/>
                  </a:cubicBezTo>
                  <a:cubicBezTo>
                    <a:pt x="302" y="2468"/>
                    <a:pt x="263" y="2476"/>
                    <a:pt x="225" y="2492"/>
                  </a:cubicBezTo>
                  <a:cubicBezTo>
                    <a:pt x="78" y="2556"/>
                    <a:pt x="10" y="2725"/>
                    <a:pt x="69" y="2876"/>
                  </a:cubicBezTo>
                  <a:cubicBezTo>
                    <a:pt x="197" y="3173"/>
                    <a:pt x="467" y="3375"/>
                    <a:pt x="782" y="3411"/>
                  </a:cubicBezTo>
                  <a:lnTo>
                    <a:pt x="782" y="3516"/>
                  </a:lnTo>
                  <a:cubicBezTo>
                    <a:pt x="782" y="3676"/>
                    <a:pt x="910" y="3809"/>
                    <a:pt x="1075" y="3809"/>
                  </a:cubicBezTo>
                  <a:cubicBezTo>
                    <a:pt x="1235" y="3809"/>
                    <a:pt x="1368" y="3676"/>
                    <a:pt x="1368" y="3516"/>
                  </a:cubicBezTo>
                  <a:lnTo>
                    <a:pt x="1368" y="3411"/>
                  </a:lnTo>
                  <a:cubicBezTo>
                    <a:pt x="1806" y="3356"/>
                    <a:pt x="2145" y="2981"/>
                    <a:pt x="2145" y="2529"/>
                  </a:cubicBezTo>
                  <a:cubicBezTo>
                    <a:pt x="2145" y="2035"/>
                    <a:pt x="1747" y="1637"/>
                    <a:pt x="1253" y="1637"/>
                  </a:cubicBezTo>
                  <a:lnTo>
                    <a:pt x="892" y="1637"/>
                  </a:lnTo>
                  <a:cubicBezTo>
                    <a:pt x="723" y="1637"/>
                    <a:pt x="586" y="1500"/>
                    <a:pt x="586" y="1331"/>
                  </a:cubicBezTo>
                  <a:cubicBezTo>
                    <a:pt x="586" y="1162"/>
                    <a:pt x="723" y="1025"/>
                    <a:pt x="892" y="1025"/>
                  </a:cubicBezTo>
                  <a:lnTo>
                    <a:pt x="1253" y="1025"/>
                  </a:lnTo>
                  <a:cubicBezTo>
                    <a:pt x="1358" y="1025"/>
                    <a:pt x="1450" y="1075"/>
                    <a:pt x="1509" y="1157"/>
                  </a:cubicBezTo>
                  <a:cubicBezTo>
                    <a:pt x="1567" y="1243"/>
                    <a:pt x="1658" y="1288"/>
                    <a:pt x="1752" y="1288"/>
                  </a:cubicBezTo>
                  <a:cubicBezTo>
                    <a:pt x="1808" y="1288"/>
                    <a:pt x="1865" y="1272"/>
                    <a:pt x="1916" y="1240"/>
                  </a:cubicBezTo>
                  <a:cubicBezTo>
                    <a:pt x="2049" y="1148"/>
                    <a:pt x="2085" y="965"/>
                    <a:pt x="1994" y="833"/>
                  </a:cubicBezTo>
                  <a:cubicBezTo>
                    <a:pt x="1848" y="618"/>
                    <a:pt x="1619" y="476"/>
                    <a:pt x="1368" y="444"/>
                  </a:cubicBezTo>
                  <a:lnTo>
                    <a:pt x="1368" y="293"/>
                  </a:lnTo>
                  <a:cubicBezTo>
                    <a:pt x="1368" y="133"/>
                    <a:pt x="1235" y="1"/>
                    <a:pt x="10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9046394" y="2989222"/>
              <a:ext cx="151592" cy="151632"/>
            </a:xfrm>
            <a:custGeom>
              <a:rect b="b" l="l" r="r" t="t"/>
              <a:pathLst>
                <a:path extrusionOk="0" h="6196" w="6195">
                  <a:moveTo>
                    <a:pt x="3100" y="586"/>
                  </a:moveTo>
                  <a:cubicBezTo>
                    <a:pt x="4485" y="586"/>
                    <a:pt x="5610" y="1715"/>
                    <a:pt x="5610" y="3100"/>
                  </a:cubicBezTo>
                  <a:cubicBezTo>
                    <a:pt x="5610" y="4485"/>
                    <a:pt x="4485" y="5610"/>
                    <a:pt x="3100" y="5610"/>
                  </a:cubicBezTo>
                  <a:cubicBezTo>
                    <a:pt x="1715" y="5610"/>
                    <a:pt x="586" y="4485"/>
                    <a:pt x="586" y="3100"/>
                  </a:cubicBezTo>
                  <a:cubicBezTo>
                    <a:pt x="586" y="1715"/>
                    <a:pt x="1715" y="586"/>
                    <a:pt x="3100" y="586"/>
                  </a:cubicBezTo>
                  <a:close/>
                  <a:moveTo>
                    <a:pt x="3100" y="1"/>
                  </a:moveTo>
                  <a:cubicBezTo>
                    <a:pt x="1390" y="1"/>
                    <a:pt x="0" y="1390"/>
                    <a:pt x="0" y="3100"/>
                  </a:cubicBezTo>
                  <a:cubicBezTo>
                    <a:pt x="0" y="4805"/>
                    <a:pt x="1390" y="6195"/>
                    <a:pt x="3100" y="6195"/>
                  </a:cubicBezTo>
                  <a:cubicBezTo>
                    <a:pt x="4805" y="6195"/>
                    <a:pt x="6195" y="4805"/>
                    <a:pt x="6195" y="3100"/>
                  </a:cubicBezTo>
                  <a:cubicBezTo>
                    <a:pt x="6195" y="1390"/>
                    <a:pt x="4805" y="1"/>
                    <a:pt x="3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9217683" y="3033858"/>
              <a:ext cx="62447" cy="62454"/>
            </a:xfrm>
            <a:custGeom>
              <a:rect b="b" l="l" r="r" t="t"/>
              <a:pathLst>
                <a:path extrusionOk="0" h="2552" w="2552">
                  <a:moveTo>
                    <a:pt x="1276" y="586"/>
                  </a:moveTo>
                  <a:cubicBezTo>
                    <a:pt x="1655" y="586"/>
                    <a:pt x="1966" y="892"/>
                    <a:pt x="1966" y="1276"/>
                  </a:cubicBezTo>
                  <a:cubicBezTo>
                    <a:pt x="1966" y="1656"/>
                    <a:pt x="1655" y="1966"/>
                    <a:pt x="1276" y="1966"/>
                  </a:cubicBezTo>
                  <a:cubicBezTo>
                    <a:pt x="897" y="1966"/>
                    <a:pt x="586" y="1656"/>
                    <a:pt x="586" y="1276"/>
                  </a:cubicBezTo>
                  <a:cubicBezTo>
                    <a:pt x="586" y="892"/>
                    <a:pt x="897" y="586"/>
                    <a:pt x="1276" y="586"/>
                  </a:cubicBezTo>
                  <a:close/>
                  <a:moveTo>
                    <a:pt x="1276" y="1"/>
                  </a:moveTo>
                  <a:cubicBezTo>
                    <a:pt x="572" y="1"/>
                    <a:pt x="1" y="572"/>
                    <a:pt x="1" y="1276"/>
                  </a:cubicBezTo>
                  <a:cubicBezTo>
                    <a:pt x="1" y="1976"/>
                    <a:pt x="572" y="2552"/>
                    <a:pt x="1276" y="2552"/>
                  </a:cubicBezTo>
                  <a:cubicBezTo>
                    <a:pt x="1980" y="2552"/>
                    <a:pt x="2551" y="1976"/>
                    <a:pt x="2551" y="1276"/>
                  </a:cubicBezTo>
                  <a:cubicBezTo>
                    <a:pt x="2551" y="572"/>
                    <a:pt x="198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8964261" y="3033858"/>
              <a:ext cx="62447" cy="62454"/>
            </a:xfrm>
            <a:custGeom>
              <a:rect b="b" l="l" r="r" t="t"/>
              <a:pathLst>
                <a:path extrusionOk="0" h="2552" w="2552">
                  <a:moveTo>
                    <a:pt x="1276" y="586"/>
                  </a:moveTo>
                  <a:cubicBezTo>
                    <a:pt x="1656" y="586"/>
                    <a:pt x="1967" y="892"/>
                    <a:pt x="1967" y="1276"/>
                  </a:cubicBezTo>
                  <a:cubicBezTo>
                    <a:pt x="1967" y="1656"/>
                    <a:pt x="1656" y="1966"/>
                    <a:pt x="1276" y="1966"/>
                  </a:cubicBezTo>
                  <a:cubicBezTo>
                    <a:pt x="897" y="1966"/>
                    <a:pt x="586" y="1656"/>
                    <a:pt x="586" y="1276"/>
                  </a:cubicBezTo>
                  <a:cubicBezTo>
                    <a:pt x="586" y="892"/>
                    <a:pt x="897" y="586"/>
                    <a:pt x="1276" y="586"/>
                  </a:cubicBezTo>
                  <a:close/>
                  <a:moveTo>
                    <a:pt x="1276" y="1"/>
                  </a:moveTo>
                  <a:cubicBezTo>
                    <a:pt x="572" y="1"/>
                    <a:pt x="1" y="572"/>
                    <a:pt x="1" y="1276"/>
                  </a:cubicBezTo>
                  <a:cubicBezTo>
                    <a:pt x="1" y="1976"/>
                    <a:pt x="572" y="2552"/>
                    <a:pt x="1276" y="2552"/>
                  </a:cubicBezTo>
                  <a:cubicBezTo>
                    <a:pt x="1980" y="2552"/>
                    <a:pt x="2552" y="1976"/>
                    <a:pt x="2552" y="1276"/>
                  </a:cubicBezTo>
                  <a:cubicBezTo>
                    <a:pt x="2552" y="572"/>
                    <a:pt x="198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9208408" y="3132429"/>
              <a:ext cx="98125" cy="14341"/>
            </a:xfrm>
            <a:custGeom>
              <a:rect b="b" l="l" r="r" t="t"/>
              <a:pathLst>
                <a:path extrusionOk="0" h="586" w="401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717" y="585"/>
                  </a:lnTo>
                  <a:cubicBezTo>
                    <a:pt x="3881" y="585"/>
                    <a:pt x="4009" y="453"/>
                    <a:pt x="4009" y="293"/>
                  </a:cubicBezTo>
                  <a:cubicBezTo>
                    <a:pt x="4009" y="133"/>
                    <a:pt x="3881" y="0"/>
                    <a:pt x="3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8937854" y="2983299"/>
              <a:ext cx="98149" cy="14341"/>
            </a:xfrm>
            <a:custGeom>
              <a:rect b="b" l="l" r="r" t="t"/>
              <a:pathLst>
                <a:path extrusionOk="0" h="586" w="4011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7"/>
                    <a:pt x="133" y="585"/>
                    <a:pt x="293" y="585"/>
                  </a:cubicBezTo>
                  <a:lnTo>
                    <a:pt x="3718" y="585"/>
                  </a:lnTo>
                  <a:cubicBezTo>
                    <a:pt x="3878" y="585"/>
                    <a:pt x="4010" y="457"/>
                    <a:pt x="4010" y="293"/>
                  </a:cubicBezTo>
                  <a:cubicBezTo>
                    <a:pt x="4010" y="133"/>
                    <a:pt x="3878" y="0"/>
                    <a:pt x="3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8939102" y="3006009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5" y="457"/>
                    <a:pt x="585" y="297"/>
                  </a:cubicBezTo>
                  <a:lnTo>
                    <a:pt x="585" y="293"/>
                  </a:lnTo>
                  <a:cubicBezTo>
                    <a:pt x="585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8960688" y="3006009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8982273" y="3006009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297"/>
                  </a:lnTo>
                  <a:cubicBezTo>
                    <a:pt x="1" y="457"/>
                    <a:pt x="133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9247786" y="3111383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33" y="590"/>
                    <a:pt x="293" y="590"/>
                  </a:cubicBezTo>
                  <a:cubicBezTo>
                    <a:pt x="457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29"/>
                    <a:pt x="457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9269493" y="3111383"/>
              <a:ext cx="14217" cy="14463"/>
            </a:xfrm>
            <a:custGeom>
              <a:rect b="b" l="l" r="r" t="t"/>
              <a:pathLst>
                <a:path extrusionOk="0" h="591" w="581">
                  <a:moveTo>
                    <a:pt x="288" y="1"/>
                  </a:moveTo>
                  <a:cubicBezTo>
                    <a:pt x="128" y="1"/>
                    <a:pt x="0" y="129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0"/>
                    <a:pt x="288" y="590"/>
                  </a:cubicBezTo>
                  <a:cubicBezTo>
                    <a:pt x="453" y="590"/>
                    <a:pt x="581" y="458"/>
                    <a:pt x="581" y="298"/>
                  </a:cubicBezTo>
                  <a:lnTo>
                    <a:pt x="581" y="293"/>
                  </a:lnTo>
                  <a:cubicBezTo>
                    <a:pt x="581" y="129"/>
                    <a:pt x="45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9291079" y="3111383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29" y="590"/>
                    <a:pt x="293" y="590"/>
                  </a:cubicBezTo>
                  <a:cubicBezTo>
                    <a:pt x="453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4219961" y="1487617"/>
            <a:ext cx="411469" cy="504080"/>
            <a:chOff x="8922534" y="2014299"/>
            <a:chExt cx="399717" cy="488545"/>
          </a:xfrm>
        </p:grpSpPr>
        <p:sp>
          <p:nvSpPr>
            <p:cNvPr id="193" name="Google Shape;193;p18"/>
            <p:cNvSpPr/>
            <p:nvPr/>
          </p:nvSpPr>
          <p:spPr>
            <a:xfrm>
              <a:off x="9158604" y="2129609"/>
              <a:ext cx="25204" cy="18110"/>
            </a:xfrm>
            <a:custGeom>
              <a:rect b="b" l="l" r="r" t="t"/>
              <a:pathLst>
                <a:path extrusionOk="0" h="740" w="1030">
                  <a:moveTo>
                    <a:pt x="697" y="1"/>
                  </a:moveTo>
                  <a:cubicBezTo>
                    <a:pt x="660" y="1"/>
                    <a:pt x="622" y="8"/>
                    <a:pt x="586" y="22"/>
                  </a:cubicBezTo>
                  <a:lnTo>
                    <a:pt x="220" y="178"/>
                  </a:lnTo>
                  <a:cubicBezTo>
                    <a:pt x="69" y="237"/>
                    <a:pt x="1" y="411"/>
                    <a:pt x="60" y="557"/>
                  </a:cubicBezTo>
                  <a:cubicBezTo>
                    <a:pt x="110" y="671"/>
                    <a:pt x="216" y="740"/>
                    <a:pt x="330" y="740"/>
                  </a:cubicBezTo>
                  <a:cubicBezTo>
                    <a:pt x="371" y="740"/>
                    <a:pt x="408" y="731"/>
                    <a:pt x="444" y="717"/>
                  </a:cubicBezTo>
                  <a:lnTo>
                    <a:pt x="810" y="566"/>
                  </a:lnTo>
                  <a:cubicBezTo>
                    <a:pt x="961" y="502"/>
                    <a:pt x="1029" y="333"/>
                    <a:pt x="970" y="182"/>
                  </a:cubicBezTo>
                  <a:cubicBezTo>
                    <a:pt x="921" y="68"/>
                    <a:pt x="813" y="1"/>
                    <a:pt x="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9145413" y="2104673"/>
              <a:ext cx="22047" cy="22246"/>
            </a:xfrm>
            <a:custGeom>
              <a:rect b="b" l="l" r="r" t="t"/>
              <a:pathLst>
                <a:path extrusionOk="0" h="909" w="901">
                  <a:moveTo>
                    <a:pt x="569" y="1"/>
                  </a:moveTo>
                  <a:cubicBezTo>
                    <a:pt x="479" y="1"/>
                    <a:pt x="391" y="41"/>
                    <a:pt x="334" y="118"/>
                  </a:cubicBezTo>
                  <a:lnTo>
                    <a:pt x="96" y="442"/>
                  </a:lnTo>
                  <a:cubicBezTo>
                    <a:pt x="0" y="570"/>
                    <a:pt x="28" y="753"/>
                    <a:pt x="160" y="849"/>
                  </a:cubicBezTo>
                  <a:cubicBezTo>
                    <a:pt x="211" y="890"/>
                    <a:pt x="270" y="909"/>
                    <a:pt x="334" y="909"/>
                  </a:cubicBezTo>
                  <a:cubicBezTo>
                    <a:pt x="421" y="909"/>
                    <a:pt x="512" y="867"/>
                    <a:pt x="567" y="790"/>
                  </a:cubicBezTo>
                  <a:lnTo>
                    <a:pt x="805" y="465"/>
                  </a:lnTo>
                  <a:cubicBezTo>
                    <a:pt x="901" y="337"/>
                    <a:pt x="873" y="154"/>
                    <a:pt x="745" y="58"/>
                  </a:cubicBezTo>
                  <a:cubicBezTo>
                    <a:pt x="692" y="19"/>
                    <a:pt x="630" y="1"/>
                    <a:pt x="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9164429" y="2157360"/>
              <a:ext cx="25082" cy="15883"/>
            </a:xfrm>
            <a:custGeom>
              <a:rect b="b" l="l" r="r" t="t"/>
              <a:pathLst>
                <a:path extrusionOk="0" h="649" w="1025">
                  <a:moveTo>
                    <a:pt x="315" y="1"/>
                  </a:moveTo>
                  <a:cubicBezTo>
                    <a:pt x="172" y="1"/>
                    <a:pt x="49" y="105"/>
                    <a:pt x="28" y="250"/>
                  </a:cubicBezTo>
                  <a:cubicBezTo>
                    <a:pt x="0" y="410"/>
                    <a:pt x="110" y="561"/>
                    <a:pt x="270" y="584"/>
                  </a:cubicBezTo>
                  <a:lnTo>
                    <a:pt x="668" y="644"/>
                  </a:lnTo>
                  <a:cubicBezTo>
                    <a:pt x="682" y="644"/>
                    <a:pt x="700" y="648"/>
                    <a:pt x="714" y="648"/>
                  </a:cubicBezTo>
                  <a:cubicBezTo>
                    <a:pt x="855" y="648"/>
                    <a:pt x="979" y="543"/>
                    <a:pt x="1002" y="397"/>
                  </a:cubicBezTo>
                  <a:cubicBezTo>
                    <a:pt x="1024" y="237"/>
                    <a:pt x="915" y="90"/>
                    <a:pt x="755" y="63"/>
                  </a:cubicBezTo>
                  <a:lnTo>
                    <a:pt x="357" y="4"/>
                  </a:lnTo>
                  <a:cubicBezTo>
                    <a:pt x="343" y="2"/>
                    <a:pt x="329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8922534" y="2014299"/>
              <a:ext cx="399717" cy="488545"/>
            </a:xfrm>
            <a:custGeom>
              <a:rect b="b" l="l" r="r" t="t"/>
              <a:pathLst>
                <a:path extrusionOk="0" h="19963" w="16335">
                  <a:moveTo>
                    <a:pt x="8207" y="830"/>
                  </a:moveTo>
                  <a:lnTo>
                    <a:pt x="10630" y="1822"/>
                  </a:lnTo>
                  <a:lnTo>
                    <a:pt x="8998" y="2508"/>
                  </a:lnTo>
                  <a:cubicBezTo>
                    <a:pt x="8986" y="2512"/>
                    <a:pt x="8975" y="2513"/>
                    <a:pt x="8966" y="2513"/>
                  </a:cubicBezTo>
                  <a:cubicBezTo>
                    <a:pt x="8952" y="2513"/>
                    <a:pt x="8941" y="2510"/>
                    <a:pt x="8934" y="2508"/>
                  </a:cubicBezTo>
                  <a:cubicBezTo>
                    <a:pt x="8920" y="2499"/>
                    <a:pt x="8902" y="2489"/>
                    <a:pt x="8892" y="2462"/>
                  </a:cubicBezTo>
                  <a:lnTo>
                    <a:pt x="8207" y="830"/>
                  </a:lnTo>
                  <a:close/>
                  <a:moveTo>
                    <a:pt x="6864" y="4496"/>
                  </a:moveTo>
                  <a:cubicBezTo>
                    <a:pt x="7633" y="4496"/>
                    <a:pt x="8364" y="4949"/>
                    <a:pt x="8678" y="5703"/>
                  </a:cubicBezTo>
                  <a:cubicBezTo>
                    <a:pt x="8883" y="6197"/>
                    <a:pt x="8879" y="6741"/>
                    <a:pt x="8673" y="7230"/>
                  </a:cubicBezTo>
                  <a:lnTo>
                    <a:pt x="7877" y="7230"/>
                  </a:lnTo>
                  <a:cubicBezTo>
                    <a:pt x="7983" y="7034"/>
                    <a:pt x="8001" y="6791"/>
                    <a:pt x="7909" y="6567"/>
                  </a:cubicBezTo>
                  <a:cubicBezTo>
                    <a:pt x="7785" y="6271"/>
                    <a:pt x="7495" y="6092"/>
                    <a:pt x="7191" y="6092"/>
                  </a:cubicBezTo>
                  <a:cubicBezTo>
                    <a:pt x="7092" y="6092"/>
                    <a:pt x="6991" y="6111"/>
                    <a:pt x="6895" y="6151"/>
                  </a:cubicBezTo>
                  <a:lnTo>
                    <a:pt x="6625" y="6266"/>
                  </a:lnTo>
                  <a:cubicBezTo>
                    <a:pt x="6602" y="6275"/>
                    <a:pt x="6578" y="6279"/>
                    <a:pt x="6554" y="6279"/>
                  </a:cubicBezTo>
                  <a:cubicBezTo>
                    <a:pt x="6530" y="6279"/>
                    <a:pt x="6506" y="6275"/>
                    <a:pt x="6483" y="6266"/>
                  </a:cubicBezTo>
                  <a:cubicBezTo>
                    <a:pt x="6437" y="6247"/>
                    <a:pt x="6401" y="6211"/>
                    <a:pt x="6378" y="6165"/>
                  </a:cubicBezTo>
                  <a:cubicBezTo>
                    <a:pt x="6360" y="6115"/>
                    <a:pt x="6360" y="6064"/>
                    <a:pt x="6378" y="6019"/>
                  </a:cubicBezTo>
                  <a:cubicBezTo>
                    <a:pt x="6396" y="5973"/>
                    <a:pt x="6433" y="5936"/>
                    <a:pt x="6483" y="5914"/>
                  </a:cubicBezTo>
                  <a:lnTo>
                    <a:pt x="6748" y="5804"/>
                  </a:lnTo>
                  <a:cubicBezTo>
                    <a:pt x="6772" y="5793"/>
                    <a:pt x="6798" y="5788"/>
                    <a:pt x="6823" y="5788"/>
                  </a:cubicBezTo>
                  <a:cubicBezTo>
                    <a:pt x="6860" y="5788"/>
                    <a:pt x="6897" y="5799"/>
                    <a:pt x="6927" y="5818"/>
                  </a:cubicBezTo>
                  <a:cubicBezTo>
                    <a:pt x="6977" y="5851"/>
                    <a:pt x="7032" y="5867"/>
                    <a:pt x="7087" y="5867"/>
                  </a:cubicBezTo>
                  <a:cubicBezTo>
                    <a:pt x="7182" y="5867"/>
                    <a:pt x="7275" y="5819"/>
                    <a:pt x="7333" y="5735"/>
                  </a:cubicBezTo>
                  <a:cubicBezTo>
                    <a:pt x="7420" y="5598"/>
                    <a:pt x="7384" y="5420"/>
                    <a:pt x="7247" y="5328"/>
                  </a:cubicBezTo>
                  <a:cubicBezTo>
                    <a:pt x="7119" y="5244"/>
                    <a:pt x="6971" y="5202"/>
                    <a:pt x="6824" y="5202"/>
                  </a:cubicBezTo>
                  <a:cubicBezTo>
                    <a:pt x="6771" y="5202"/>
                    <a:pt x="6718" y="5208"/>
                    <a:pt x="6666" y="5219"/>
                  </a:cubicBezTo>
                  <a:lnTo>
                    <a:pt x="6639" y="5150"/>
                  </a:lnTo>
                  <a:cubicBezTo>
                    <a:pt x="6590" y="5039"/>
                    <a:pt x="6482" y="4973"/>
                    <a:pt x="6366" y="4973"/>
                  </a:cubicBezTo>
                  <a:cubicBezTo>
                    <a:pt x="6329" y="4973"/>
                    <a:pt x="6291" y="4980"/>
                    <a:pt x="6255" y="4995"/>
                  </a:cubicBezTo>
                  <a:cubicBezTo>
                    <a:pt x="6104" y="5059"/>
                    <a:pt x="6035" y="5228"/>
                    <a:pt x="6099" y="5379"/>
                  </a:cubicBezTo>
                  <a:lnTo>
                    <a:pt x="6127" y="5447"/>
                  </a:lnTo>
                  <a:cubicBezTo>
                    <a:pt x="5999" y="5530"/>
                    <a:pt x="5898" y="5653"/>
                    <a:pt x="5839" y="5795"/>
                  </a:cubicBezTo>
                  <a:cubicBezTo>
                    <a:pt x="5761" y="5987"/>
                    <a:pt x="5761" y="6197"/>
                    <a:pt x="5839" y="6389"/>
                  </a:cubicBezTo>
                  <a:cubicBezTo>
                    <a:pt x="5921" y="6581"/>
                    <a:pt x="6067" y="6727"/>
                    <a:pt x="6259" y="6805"/>
                  </a:cubicBezTo>
                  <a:cubicBezTo>
                    <a:pt x="6355" y="6844"/>
                    <a:pt x="6456" y="6863"/>
                    <a:pt x="6556" y="6863"/>
                  </a:cubicBezTo>
                  <a:cubicBezTo>
                    <a:pt x="6657" y="6863"/>
                    <a:pt x="6757" y="6844"/>
                    <a:pt x="6853" y="6805"/>
                  </a:cubicBezTo>
                  <a:lnTo>
                    <a:pt x="7123" y="6691"/>
                  </a:lnTo>
                  <a:cubicBezTo>
                    <a:pt x="7147" y="6680"/>
                    <a:pt x="7172" y="6676"/>
                    <a:pt x="7196" y="6676"/>
                  </a:cubicBezTo>
                  <a:cubicBezTo>
                    <a:pt x="7270" y="6676"/>
                    <a:pt x="7339" y="6719"/>
                    <a:pt x="7370" y="6791"/>
                  </a:cubicBezTo>
                  <a:cubicBezTo>
                    <a:pt x="7411" y="6887"/>
                    <a:pt x="7365" y="7002"/>
                    <a:pt x="7269" y="7043"/>
                  </a:cubicBezTo>
                  <a:lnTo>
                    <a:pt x="7000" y="7152"/>
                  </a:lnTo>
                  <a:cubicBezTo>
                    <a:pt x="6975" y="7163"/>
                    <a:pt x="6950" y="7168"/>
                    <a:pt x="6925" y="7168"/>
                  </a:cubicBezTo>
                  <a:cubicBezTo>
                    <a:pt x="6876" y="7168"/>
                    <a:pt x="6830" y="7149"/>
                    <a:pt x="6794" y="7116"/>
                  </a:cubicBezTo>
                  <a:cubicBezTo>
                    <a:pt x="6737" y="7059"/>
                    <a:pt x="6663" y="7031"/>
                    <a:pt x="6588" y="7031"/>
                  </a:cubicBezTo>
                  <a:cubicBezTo>
                    <a:pt x="6512" y="7031"/>
                    <a:pt x="6436" y="7060"/>
                    <a:pt x="6378" y="7120"/>
                  </a:cubicBezTo>
                  <a:cubicBezTo>
                    <a:pt x="6346" y="7152"/>
                    <a:pt x="6328" y="7189"/>
                    <a:pt x="6314" y="7230"/>
                  </a:cubicBezTo>
                  <a:lnTo>
                    <a:pt x="5061" y="7230"/>
                  </a:lnTo>
                  <a:cubicBezTo>
                    <a:pt x="5061" y="7226"/>
                    <a:pt x="5057" y="7221"/>
                    <a:pt x="5057" y="7216"/>
                  </a:cubicBezTo>
                  <a:cubicBezTo>
                    <a:pt x="4636" y="6220"/>
                    <a:pt x="5112" y="5068"/>
                    <a:pt x="6108" y="4647"/>
                  </a:cubicBezTo>
                  <a:cubicBezTo>
                    <a:pt x="6355" y="4545"/>
                    <a:pt x="6612" y="4496"/>
                    <a:pt x="6864" y="4496"/>
                  </a:cubicBezTo>
                  <a:close/>
                  <a:moveTo>
                    <a:pt x="14621" y="10270"/>
                  </a:moveTo>
                  <a:lnTo>
                    <a:pt x="15727" y="12913"/>
                  </a:lnTo>
                  <a:cubicBezTo>
                    <a:pt x="15741" y="12940"/>
                    <a:pt x="15736" y="12963"/>
                    <a:pt x="15727" y="12977"/>
                  </a:cubicBezTo>
                  <a:cubicBezTo>
                    <a:pt x="15722" y="12986"/>
                    <a:pt x="15709" y="13009"/>
                    <a:pt x="15681" y="13022"/>
                  </a:cubicBezTo>
                  <a:lnTo>
                    <a:pt x="14301" y="13603"/>
                  </a:lnTo>
                  <a:lnTo>
                    <a:pt x="14301" y="10279"/>
                  </a:lnTo>
                  <a:lnTo>
                    <a:pt x="14529" y="10279"/>
                  </a:lnTo>
                  <a:cubicBezTo>
                    <a:pt x="14561" y="10279"/>
                    <a:pt x="14589" y="10275"/>
                    <a:pt x="14621" y="10270"/>
                  </a:cubicBezTo>
                  <a:close/>
                  <a:moveTo>
                    <a:pt x="7668" y="1"/>
                  </a:moveTo>
                  <a:cubicBezTo>
                    <a:pt x="7628" y="1"/>
                    <a:pt x="7588" y="9"/>
                    <a:pt x="7553" y="25"/>
                  </a:cubicBezTo>
                  <a:lnTo>
                    <a:pt x="6428" y="496"/>
                  </a:lnTo>
                  <a:cubicBezTo>
                    <a:pt x="6277" y="556"/>
                    <a:pt x="6209" y="729"/>
                    <a:pt x="6268" y="876"/>
                  </a:cubicBezTo>
                  <a:cubicBezTo>
                    <a:pt x="6317" y="990"/>
                    <a:pt x="6426" y="1057"/>
                    <a:pt x="6541" y="1057"/>
                  </a:cubicBezTo>
                  <a:cubicBezTo>
                    <a:pt x="6578" y="1057"/>
                    <a:pt x="6616" y="1050"/>
                    <a:pt x="6652" y="1036"/>
                  </a:cubicBezTo>
                  <a:lnTo>
                    <a:pt x="7507" y="674"/>
                  </a:lnTo>
                  <a:lnTo>
                    <a:pt x="8353" y="2686"/>
                  </a:lnTo>
                  <a:cubicBezTo>
                    <a:pt x="8422" y="2851"/>
                    <a:pt x="8550" y="2979"/>
                    <a:pt x="8714" y="3047"/>
                  </a:cubicBezTo>
                  <a:cubicBezTo>
                    <a:pt x="8796" y="3079"/>
                    <a:pt x="8883" y="3097"/>
                    <a:pt x="8966" y="3097"/>
                  </a:cubicBezTo>
                  <a:cubicBezTo>
                    <a:pt x="9057" y="3097"/>
                    <a:pt x="9144" y="3079"/>
                    <a:pt x="9226" y="3047"/>
                  </a:cubicBezTo>
                  <a:lnTo>
                    <a:pt x="11238" y="2201"/>
                  </a:lnTo>
                  <a:lnTo>
                    <a:pt x="13345" y="7230"/>
                  </a:lnTo>
                  <a:lnTo>
                    <a:pt x="12243" y="7230"/>
                  </a:lnTo>
                  <a:cubicBezTo>
                    <a:pt x="12079" y="7230"/>
                    <a:pt x="11951" y="7358"/>
                    <a:pt x="11951" y="7523"/>
                  </a:cubicBezTo>
                  <a:cubicBezTo>
                    <a:pt x="11951" y="7683"/>
                    <a:pt x="12079" y="7815"/>
                    <a:pt x="12243" y="7815"/>
                  </a:cubicBezTo>
                  <a:lnTo>
                    <a:pt x="14529" y="7815"/>
                  </a:lnTo>
                  <a:cubicBezTo>
                    <a:pt x="14566" y="7815"/>
                    <a:pt x="14598" y="7843"/>
                    <a:pt x="14598" y="7884"/>
                  </a:cubicBezTo>
                  <a:lnTo>
                    <a:pt x="14598" y="9626"/>
                  </a:lnTo>
                  <a:cubicBezTo>
                    <a:pt x="14598" y="9662"/>
                    <a:pt x="14566" y="9694"/>
                    <a:pt x="14529" y="9694"/>
                  </a:cubicBezTo>
                  <a:lnTo>
                    <a:pt x="654" y="9694"/>
                  </a:lnTo>
                  <a:cubicBezTo>
                    <a:pt x="613" y="9694"/>
                    <a:pt x="586" y="9662"/>
                    <a:pt x="586" y="9626"/>
                  </a:cubicBezTo>
                  <a:lnTo>
                    <a:pt x="586" y="7884"/>
                  </a:lnTo>
                  <a:cubicBezTo>
                    <a:pt x="586" y="7843"/>
                    <a:pt x="613" y="7815"/>
                    <a:pt x="654" y="7815"/>
                  </a:cubicBezTo>
                  <a:lnTo>
                    <a:pt x="10945" y="7815"/>
                  </a:lnTo>
                  <a:cubicBezTo>
                    <a:pt x="11105" y="7815"/>
                    <a:pt x="11238" y="7683"/>
                    <a:pt x="11238" y="7523"/>
                  </a:cubicBezTo>
                  <a:cubicBezTo>
                    <a:pt x="11238" y="7358"/>
                    <a:pt x="11105" y="7230"/>
                    <a:pt x="10945" y="7230"/>
                  </a:cubicBezTo>
                  <a:lnTo>
                    <a:pt x="9295" y="7230"/>
                  </a:lnTo>
                  <a:cubicBezTo>
                    <a:pt x="9478" y="6659"/>
                    <a:pt x="9455" y="6042"/>
                    <a:pt x="9217" y="5475"/>
                  </a:cubicBezTo>
                  <a:cubicBezTo>
                    <a:pt x="8811" y="4500"/>
                    <a:pt x="7859" y="3912"/>
                    <a:pt x="6861" y="3912"/>
                  </a:cubicBezTo>
                  <a:cubicBezTo>
                    <a:pt x="6535" y="3912"/>
                    <a:pt x="6203" y="3975"/>
                    <a:pt x="5884" y="4108"/>
                  </a:cubicBezTo>
                  <a:cubicBezTo>
                    <a:pt x="4659" y="4624"/>
                    <a:pt x="4042" y="5987"/>
                    <a:pt x="4440" y="7230"/>
                  </a:cubicBezTo>
                  <a:lnTo>
                    <a:pt x="2785" y="7230"/>
                  </a:lnTo>
                  <a:lnTo>
                    <a:pt x="1185" y="3417"/>
                  </a:lnTo>
                  <a:cubicBezTo>
                    <a:pt x="1175" y="3390"/>
                    <a:pt x="1180" y="3367"/>
                    <a:pt x="1185" y="3353"/>
                  </a:cubicBezTo>
                  <a:cubicBezTo>
                    <a:pt x="1189" y="3340"/>
                    <a:pt x="1203" y="3321"/>
                    <a:pt x="1230" y="3308"/>
                  </a:cubicBezTo>
                  <a:lnTo>
                    <a:pt x="5455" y="1539"/>
                  </a:lnTo>
                  <a:cubicBezTo>
                    <a:pt x="5601" y="1475"/>
                    <a:pt x="5674" y="1305"/>
                    <a:pt x="5610" y="1155"/>
                  </a:cubicBezTo>
                  <a:cubicBezTo>
                    <a:pt x="5562" y="1042"/>
                    <a:pt x="5456" y="975"/>
                    <a:pt x="5342" y="975"/>
                  </a:cubicBezTo>
                  <a:cubicBezTo>
                    <a:pt x="5304" y="975"/>
                    <a:pt x="5264" y="983"/>
                    <a:pt x="5226" y="999"/>
                  </a:cubicBezTo>
                  <a:lnTo>
                    <a:pt x="1006" y="2768"/>
                  </a:lnTo>
                  <a:cubicBezTo>
                    <a:pt x="842" y="2837"/>
                    <a:pt x="714" y="2965"/>
                    <a:pt x="645" y="3129"/>
                  </a:cubicBezTo>
                  <a:cubicBezTo>
                    <a:pt x="577" y="3299"/>
                    <a:pt x="577" y="3477"/>
                    <a:pt x="645" y="3641"/>
                  </a:cubicBezTo>
                  <a:lnTo>
                    <a:pt x="2149" y="7230"/>
                  </a:lnTo>
                  <a:lnTo>
                    <a:pt x="654" y="7230"/>
                  </a:lnTo>
                  <a:cubicBezTo>
                    <a:pt x="293" y="7230"/>
                    <a:pt x="1" y="7523"/>
                    <a:pt x="1" y="7884"/>
                  </a:cubicBezTo>
                  <a:lnTo>
                    <a:pt x="1" y="9626"/>
                  </a:lnTo>
                  <a:cubicBezTo>
                    <a:pt x="1" y="9987"/>
                    <a:pt x="293" y="10279"/>
                    <a:pt x="654" y="10279"/>
                  </a:cubicBezTo>
                  <a:lnTo>
                    <a:pt x="883" y="10279"/>
                  </a:lnTo>
                  <a:lnTo>
                    <a:pt x="883" y="14371"/>
                  </a:lnTo>
                  <a:cubicBezTo>
                    <a:pt x="883" y="14536"/>
                    <a:pt x="1015" y="14664"/>
                    <a:pt x="1175" y="14664"/>
                  </a:cubicBezTo>
                  <a:cubicBezTo>
                    <a:pt x="1335" y="14664"/>
                    <a:pt x="1468" y="14536"/>
                    <a:pt x="1468" y="14371"/>
                  </a:cubicBezTo>
                  <a:lnTo>
                    <a:pt x="1468" y="10279"/>
                  </a:lnTo>
                  <a:lnTo>
                    <a:pt x="13715" y="10279"/>
                  </a:lnTo>
                  <a:lnTo>
                    <a:pt x="13715" y="19308"/>
                  </a:lnTo>
                  <a:cubicBezTo>
                    <a:pt x="13715" y="19345"/>
                    <a:pt x="13683" y="19377"/>
                    <a:pt x="13647" y="19377"/>
                  </a:cubicBezTo>
                  <a:lnTo>
                    <a:pt x="1537" y="19377"/>
                  </a:lnTo>
                  <a:cubicBezTo>
                    <a:pt x="1500" y="19377"/>
                    <a:pt x="1468" y="19345"/>
                    <a:pt x="1468" y="19308"/>
                  </a:cubicBezTo>
                  <a:lnTo>
                    <a:pt x="1468" y="15674"/>
                  </a:lnTo>
                  <a:cubicBezTo>
                    <a:pt x="1468" y="15509"/>
                    <a:pt x="1335" y="15381"/>
                    <a:pt x="1175" y="15381"/>
                  </a:cubicBezTo>
                  <a:cubicBezTo>
                    <a:pt x="1015" y="15381"/>
                    <a:pt x="883" y="15509"/>
                    <a:pt x="883" y="15674"/>
                  </a:cubicBezTo>
                  <a:lnTo>
                    <a:pt x="883" y="19308"/>
                  </a:lnTo>
                  <a:cubicBezTo>
                    <a:pt x="883" y="19670"/>
                    <a:pt x="1175" y="19962"/>
                    <a:pt x="1537" y="19962"/>
                  </a:cubicBezTo>
                  <a:lnTo>
                    <a:pt x="13647" y="19962"/>
                  </a:lnTo>
                  <a:cubicBezTo>
                    <a:pt x="14003" y="19962"/>
                    <a:pt x="14301" y="19670"/>
                    <a:pt x="14301" y="19308"/>
                  </a:cubicBezTo>
                  <a:lnTo>
                    <a:pt x="14301" y="14234"/>
                  </a:lnTo>
                  <a:lnTo>
                    <a:pt x="15910" y="13562"/>
                  </a:lnTo>
                  <a:cubicBezTo>
                    <a:pt x="16074" y="13493"/>
                    <a:pt x="16202" y="13361"/>
                    <a:pt x="16271" y="13196"/>
                  </a:cubicBezTo>
                  <a:cubicBezTo>
                    <a:pt x="16335" y="13032"/>
                    <a:pt x="16335" y="12849"/>
                    <a:pt x="16266" y="12684"/>
                  </a:cubicBezTo>
                  <a:lnTo>
                    <a:pt x="15110" y="9923"/>
                  </a:lnTo>
                  <a:cubicBezTo>
                    <a:pt x="15156" y="9836"/>
                    <a:pt x="15183" y="9735"/>
                    <a:pt x="15183" y="9626"/>
                  </a:cubicBezTo>
                  <a:lnTo>
                    <a:pt x="15183" y="7884"/>
                  </a:lnTo>
                  <a:cubicBezTo>
                    <a:pt x="15183" y="7523"/>
                    <a:pt x="14890" y="7230"/>
                    <a:pt x="14529" y="7230"/>
                  </a:cubicBezTo>
                  <a:lnTo>
                    <a:pt x="13981" y="7230"/>
                  </a:lnTo>
                  <a:lnTo>
                    <a:pt x="11663" y="1708"/>
                  </a:lnTo>
                  <a:cubicBezTo>
                    <a:pt x="11635" y="1635"/>
                    <a:pt x="11576" y="1580"/>
                    <a:pt x="11503" y="1548"/>
                  </a:cubicBezTo>
                  <a:lnTo>
                    <a:pt x="7777" y="21"/>
                  </a:lnTo>
                  <a:cubicBezTo>
                    <a:pt x="7742" y="8"/>
                    <a:pt x="7704" y="1"/>
                    <a:pt x="7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8977134" y="2083897"/>
              <a:ext cx="63671" cy="34188"/>
            </a:xfrm>
            <a:custGeom>
              <a:rect b="b" l="l" r="r" t="t"/>
              <a:pathLst>
                <a:path extrusionOk="0" h="1397" w="2602">
                  <a:moveTo>
                    <a:pt x="2273" y="1"/>
                  </a:moveTo>
                  <a:cubicBezTo>
                    <a:pt x="2234" y="1"/>
                    <a:pt x="2195" y="9"/>
                    <a:pt x="2158" y="25"/>
                  </a:cubicBezTo>
                  <a:lnTo>
                    <a:pt x="220" y="834"/>
                  </a:lnTo>
                  <a:cubicBezTo>
                    <a:pt x="69" y="898"/>
                    <a:pt x="1" y="1067"/>
                    <a:pt x="65" y="1218"/>
                  </a:cubicBezTo>
                  <a:cubicBezTo>
                    <a:pt x="110" y="1328"/>
                    <a:pt x="220" y="1396"/>
                    <a:pt x="334" y="1396"/>
                  </a:cubicBezTo>
                  <a:cubicBezTo>
                    <a:pt x="371" y="1396"/>
                    <a:pt x="407" y="1392"/>
                    <a:pt x="444" y="1373"/>
                  </a:cubicBezTo>
                  <a:lnTo>
                    <a:pt x="2382" y="564"/>
                  </a:lnTo>
                  <a:cubicBezTo>
                    <a:pt x="2533" y="500"/>
                    <a:pt x="2602" y="327"/>
                    <a:pt x="2538" y="180"/>
                  </a:cubicBezTo>
                  <a:cubicBezTo>
                    <a:pt x="2493" y="68"/>
                    <a:pt x="2385" y="1"/>
                    <a:pt x="2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8986409" y="2115930"/>
              <a:ext cx="35604" cy="22392"/>
            </a:xfrm>
            <a:custGeom>
              <a:rect b="b" l="l" r="r" t="t"/>
              <a:pathLst>
                <a:path extrusionOk="0" h="915" w="1455">
                  <a:moveTo>
                    <a:pt x="1120" y="0"/>
                  </a:moveTo>
                  <a:cubicBezTo>
                    <a:pt x="1083" y="0"/>
                    <a:pt x="1044" y="8"/>
                    <a:pt x="1007" y="23"/>
                  </a:cubicBezTo>
                  <a:lnTo>
                    <a:pt x="220" y="353"/>
                  </a:lnTo>
                  <a:cubicBezTo>
                    <a:pt x="70" y="417"/>
                    <a:pt x="1" y="586"/>
                    <a:pt x="65" y="737"/>
                  </a:cubicBezTo>
                  <a:cubicBezTo>
                    <a:pt x="111" y="846"/>
                    <a:pt x="220" y="915"/>
                    <a:pt x="335" y="915"/>
                  </a:cubicBezTo>
                  <a:cubicBezTo>
                    <a:pt x="371" y="915"/>
                    <a:pt x="408" y="910"/>
                    <a:pt x="444" y="892"/>
                  </a:cubicBezTo>
                  <a:lnTo>
                    <a:pt x="1235" y="563"/>
                  </a:lnTo>
                  <a:cubicBezTo>
                    <a:pt x="1382" y="499"/>
                    <a:pt x="1455" y="330"/>
                    <a:pt x="1391" y="179"/>
                  </a:cubicBezTo>
                  <a:cubicBezTo>
                    <a:pt x="1343" y="69"/>
                    <a:pt x="1235" y="0"/>
                    <a:pt x="1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9050187" y="2291464"/>
              <a:ext cx="116159" cy="57633"/>
            </a:xfrm>
            <a:custGeom>
              <a:rect b="b" l="l" r="r" t="t"/>
              <a:pathLst>
                <a:path extrusionOk="0" h="2355" w="4747">
                  <a:moveTo>
                    <a:pt x="3914" y="586"/>
                  </a:moveTo>
                  <a:cubicBezTo>
                    <a:pt x="4051" y="586"/>
                    <a:pt x="4161" y="700"/>
                    <a:pt x="4161" y="837"/>
                  </a:cubicBezTo>
                  <a:lnTo>
                    <a:pt x="4161" y="1523"/>
                  </a:lnTo>
                  <a:cubicBezTo>
                    <a:pt x="4161" y="1660"/>
                    <a:pt x="4051" y="1770"/>
                    <a:pt x="3914" y="1770"/>
                  </a:cubicBezTo>
                  <a:lnTo>
                    <a:pt x="837" y="1770"/>
                  </a:lnTo>
                  <a:cubicBezTo>
                    <a:pt x="700" y="1770"/>
                    <a:pt x="586" y="1660"/>
                    <a:pt x="586" y="1523"/>
                  </a:cubicBezTo>
                  <a:lnTo>
                    <a:pt x="586" y="837"/>
                  </a:lnTo>
                  <a:cubicBezTo>
                    <a:pt x="586" y="700"/>
                    <a:pt x="700" y="586"/>
                    <a:pt x="837" y="586"/>
                  </a:cubicBezTo>
                  <a:close/>
                  <a:moveTo>
                    <a:pt x="837" y="0"/>
                  </a:moveTo>
                  <a:cubicBezTo>
                    <a:pt x="376" y="0"/>
                    <a:pt x="1" y="375"/>
                    <a:pt x="1" y="837"/>
                  </a:cubicBezTo>
                  <a:lnTo>
                    <a:pt x="1" y="1523"/>
                  </a:lnTo>
                  <a:cubicBezTo>
                    <a:pt x="1" y="1980"/>
                    <a:pt x="376" y="2355"/>
                    <a:pt x="837" y="2355"/>
                  </a:cubicBezTo>
                  <a:lnTo>
                    <a:pt x="3914" y="2355"/>
                  </a:lnTo>
                  <a:cubicBezTo>
                    <a:pt x="4371" y="2355"/>
                    <a:pt x="4746" y="1980"/>
                    <a:pt x="4746" y="1523"/>
                  </a:cubicBezTo>
                  <a:lnTo>
                    <a:pt x="4746" y="837"/>
                  </a:lnTo>
                  <a:cubicBezTo>
                    <a:pt x="4746" y="375"/>
                    <a:pt x="4371" y="0"/>
                    <a:pt x="3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8979043" y="2413406"/>
              <a:ext cx="103166" cy="54182"/>
            </a:xfrm>
            <a:custGeom>
              <a:rect b="b" l="l" r="r" t="t"/>
              <a:pathLst>
                <a:path extrusionOk="0" h="2214" w="4216">
                  <a:moveTo>
                    <a:pt x="3502" y="586"/>
                  </a:moveTo>
                  <a:cubicBezTo>
                    <a:pt x="3571" y="586"/>
                    <a:pt x="3630" y="645"/>
                    <a:pt x="3630" y="714"/>
                  </a:cubicBezTo>
                  <a:lnTo>
                    <a:pt x="3630" y="1495"/>
                  </a:lnTo>
                  <a:cubicBezTo>
                    <a:pt x="3630" y="1568"/>
                    <a:pt x="3571" y="1628"/>
                    <a:pt x="3502" y="1628"/>
                  </a:cubicBezTo>
                  <a:lnTo>
                    <a:pt x="718" y="1628"/>
                  </a:lnTo>
                  <a:cubicBezTo>
                    <a:pt x="645" y="1628"/>
                    <a:pt x="585" y="1568"/>
                    <a:pt x="585" y="1495"/>
                  </a:cubicBezTo>
                  <a:lnTo>
                    <a:pt x="585" y="714"/>
                  </a:lnTo>
                  <a:cubicBezTo>
                    <a:pt x="585" y="645"/>
                    <a:pt x="645" y="586"/>
                    <a:pt x="718" y="586"/>
                  </a:cubicBezTo>
                  <a:close/>
                  <a:moveTo>
                    <a:pt x="718" y="0"/>
                  </a:moveTo>
                  <a:cubicBezTo>
                    <a:pt x="325" y="0"/>
                    <a:pt x="0" y="320"/>
                    <a:pt x="0" y="714"/>
                  </a:cubicBezTo>
                  <a:lnTo>
                    <a:pt x="0" y="1495"/>
                  </a:lnTo>
                  <a:cubicBezTo>
                    <a:pt x="0" y="1888"/>
                    <a:pt x="325" y="2213"/>
                    <a:pt x="718" y="2213"/>
                  </a:cubicBezTo>
                  <a:lnTo>
                    <a:pt x="3502" y="2213"/>
                  </a:lnTo>
                  <a:cubicBezTo>
                    <a:pt x="3895" y="2213"/>
                    <a:pt x="4215" y="1893"/>
                    <a:pt x="4215" y="1495"/>
                  </a:cubicBezTo>
                  <a:lnTo>
                    <a:pt x="4215" y="714"/>
                  </a:lnTo>
                  <a:cubicBezTo>
                    <a:pt x="4215" y="320"/>
                    <a:pt x="3895" y="0"/>
                    <a:pt x="3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9189147" y="2422460"/>
              <a:ext cx="48353" cy="14341"/>
            </a:xfrm>
            <a:custGeom>
              <a:rect b="b" l="l" r="r" t="t"/>
              <a:pathLst>
                <a:path extrusionOk="0" h="586" w="197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1683" y="586"/>
                  </a:lnTo>
                  <a:cubicBezTo>
                    <a:pt x="1843" y="586"/>
                    <a:pt x="1976" y="453"/>
                    <a:pt x="1976" y="293"/>
                  </a:cubicBezTo>
                  <a:cubicBezTo>
                    <a:pt x="1976" y="133"/>
                    <a:pt x="1843" y="1"/>
                    <a:pt x="1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9150332" y="2446173"/>
              <a:ext cx="87162" cy="14243"/>
            </a:xfrm>
            <a:custGeom>
              <a:rect b="b" l="l" r="r" t="t"/>
              <a:pathLst>
                <a:path extrusionOk="0" h="582" w="3562">
                  <a:moveTo>
                    <a:pt x="293" y="1"/>
                  </a:moveTo>
                  <a:cubicBezTo>
                    <a:pt x="128" y="1"/>
                    <a:pt x="0" y="129"/>
                    <a:pt x="0" y="293"/>
                  </a:cubicBezTo>
                  <a:cubicBezTo>
                    <a:pt x="0" y="453"/>
                    <a:pt x="128" y="581"/>
                    <a:pt x="293" y="581"/>
                  </a:cubicBezTo>
                  <a:lnTo>
                    <a:pt x="3269" y="581"/>
                  </a:lnTo>
                  <a:cubicBezTo>
                    <a:pt x="3429" y="581"/>
                    <a:pt x="3562" y="453"/>
                    <a:pt x="3562" y="293"/>
                  </a:cubicBezTo>
                  <a:cubicBezTo>
                    <a:pt x="3562" y="129"/>
                    <a:pt x="3429" y="1"/>
                    <a:pt x="3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" name="Google Shape;203;p18"/>
          <p:cNvGrpSpPr/>
          <p:nvPr/>
        </p:nvGrpSpPr>
        <p:grpSpPr>
          <a:xfrm>
            <a:off x="2564899" y="3743996"/>
            <a:ext cx="502907" cy="422471"/>
            <a:chOff x="8877894" y="1284705"/>
            <a:chExt cx="488544" cy="408935"/>
          </a:xfrm>
        </p:grpSpPr>
        <p:sp>
          <p:nvSpPr>
            <p:cNvPr id="204" name="Google Shape;204;p18"/>
            <p:cNvSpPr/>
            <p:nvPr/>
          </p:nvSpPr>
          <p:spPr>
            <a:xfrm>
              <a:off x="8877894" y="1284705"/>
              <a:ext cx="488544" cy="408935"/>
            </a:xfrm>
            <a:custGeom>
              <a:rect b="b" l="l" r="r" t="t"/>
              <a:pathLst>
                <a:path extrusionOk="0" h="16710" w="19965">
                  <a:moveTo>
                    <a:pt x="878" y="0"/>
                  </a:moveTo>
                  <a:cubicBezTo>
                    <a:pt x="394" y="0"/>
                    <a:pt x="0" y="398"/>
                    <a:pt x="0" y="878"/>
                  </a:cubicBezTo>
                  <a:lnTo>
                    <a:pt x="0" y="15832"/>
                  </a:lnTo>
                  <a:cubicBezTo>
                    <a:pt x="0" y="16312"/>
                    <a:pt x="394" y="16710"/>
                    <a:pt x="878" y="16710"/>
                  </a:cubicBezTo>
                  <a:lnTo>
                    <a:pt x="19087" y="16710"/>
                  </a:lnTo>
                  <a:cubicBezTo>
                    <a:pt x="19572" y="16710"/>
                    <a:pt x="19965" y="16312"/>
                    <a:pt x="19965" y="15832"/>
                  </a:cubicBezTo>
                  <a:lnTo>
                    <a:pt x="19965" y="8732"/>
                  </a:lnTo>
                  <a:cubicBezTo>
                    <a:pt x="19965" y="8568"/>
                    <a:pt x="19832" y="8440"/>
                    <a:pt x="19672" y="8440"/>
                  </a:cubicBezTo>
                  <a:cubicBezTo>
                    <a:pt x="19512" y="8440"/>
                    <a:pt x="19380" y="8568"/>
                    <a:pt x="19380" y="8732"/>
                  </a:cubicBezTo>
                  <a:lnTo>
                    <a:pt x="19380" y="15832"/>
                  </a:lnTo>
                  <a:cubicBezTo>
                    <a:pt x="19380" y="15992"/>
                    <a:pt x="19247" y="16124"/>
                    <a:pt x="19087" y="16124"/>
                  </a:cubicBezTo>
                  <a:lnTo>
                    <a:pt x="878" y="16124"/>
                  </a:lnTo>
                  <a:cubicBezTo>
                    <a:pt x="718" y="16124"/>
                    <a:pt x="586" y="15992"/>
                    <a:pt x="586" y="15832"/>
                  </a:cubicBezTo>
                  <a:lnTo>
                    <a:pt x="586" y="3310"/>
                  </a:lnTo>
                  <a:lnTo>
                    <a:pt x="19380" y="3310"/>
                  </a:lnTo>
                  <a:lnTo>
                    <a:pt x="19380" y="7429"/>
                  </a:lnTo>
                  <a:cubicBezTo>
                    <a:pt x="19380" y="7594"/>
                    <a:pt x="19512" y="7722"/>
                    <a:pt x="19672" y="7722"/>
                  </a:cubicBezTo>
                  <a:cubicBezTo>
                    <a:pt x="19832" y="7722"/>
                    <a:pt x="19965" y="7594"/>
                    <a:pt x="19965" y="7429"/>
                  </a:cubicBezTo>
                  <a:lnTo>
                    <a:pt x="19965" y="878"/>
                  </a:lnTo>
                  <a:cubicBezTo>
                    <a:pt x="19965" y="398"/>
                    <a:pt x="19572" y="0"/>
                    <a:pt x="19087" y="0"/>
                  </a:cubicBezTo>
                  <a:lnTo>
                    <a:pt x="4709" y="0"/>
                  </a:lnTo>
                  <a:cubicBezTo>
                    <a:pt x="4549" y="0"/>
                    <a:pt x="4421" y="133"/>
                    <a:pt x="4421" y="293"/>
                  </a:cubicBezTo>
                  <a:cubicBezTo>
                    <a:pt x="4421" y="458"/>
                    <a:pt x="4549" y="586"/>
                    <a:pt x="4709" y="586"/>
                  </a:cubicBezTo>
                  <a:lnTo>
                    <a:pt x="19087" y="586"/>
                  </a:lnTo>
                  <a:cubicBezTo>
                    <a:pt x="19247" y="586"/>
                    <a:pt x="19380" y="718"/>
                    <a:pt x="19380" y="878"/>
                  </a:cubicBezTo>
                  <a:lnTo>
                    <a:pt x="19380" y="2725"/>
                  </a:lnTo>
                  <a:lnTo>
                    <a:pt x="586" y="2725"/>
                  </a:lnTo>
                  <a:lnTo>
                    <a:pt x="586" y="878"/>
                  </a:lnTo>
                  <a:cubicBezTo>
                    <a:pt x="586" y="718"/>
                    <a:pt x="718" y="586"/>
                    <a:pt x="878" y="586"/>
                  </a:cubicBezTo>
                  <a:lnTo>
                    <a:pt x="3411" y="586"/>
                  </a:lnTo>
                  <a:cubicBezTo>
                    <a:pt x="3575" y="586"/>
                    <a:pt x="3703" y="458"/>
                    <a:pt x="3703" y="293"/>
                  </a:cubicBezTo>
                  <a:cubicBezTo>
                    <a:pt x="3703" y="133"/>
                    <a:pt x="3575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8"/>
            <p:cNvSpPr/>
            <p:nvPr/>
          </p:nvSpPr>
          <p:spPr>
            <a:xfrm>
              <a:off x="8914580" y="1317594"/>
              <a:ext cx="14364" cy="14463"/>
            </a:xfrm>
            <a:custGeom>
              <a:rect b="b" l="l" r="r" t="t"/>
              <a:pathLst>
                <a:path extrusionOk="0" h="591" w="587">
                  <a:moveTo>
                    <a:pt x="294" y="0"/>
                  </a:moveTo>
                  <a:cubicBezTo>
                    <a:pt x="134" y="0"/>
                    <a:pt x="1" y="128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4" y="590"/>
                    <a:pt x="294" y="590"/>
                  </a:cubicBezTo>
                  <a:cubicBezTo>
                    <a:pt x="454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8"/>
                    <a:pt x="454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8"/>
            <p:cNvSpPr/>
            <p:nvPr/>
          </p:nvSpPr>
          <p:spPr>
            <a:xfrm>
              <a:off x="8939983" y="1317594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3" y="590"/>
                    <a:pt x="293" y="590"/>
                  </a:cubicBezTo>
                  <a:cubicBezTo>
                    <a:pt x="458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8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8965509" y="1317594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28" y="0"/>
                    <a:pt x="0" y="128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0"/>
                    <a:pt x="293" y="590"/>
                  </a:cubicBezTo>
                  <a:cubicBezTo>
                    <a:pt x="453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28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9128184" y="1317594"/>
              <a:ext cx="201608" cy="14341"/>
            </a:xfrm>
            <a:custGeom>
              <a:rect b="b" l="l" r="r" t="t"/>
              <a:pathLst>
                <a:path extrusionOk="0" h="586" w="8239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7946" y="586"/>
                  </a:lnTo>
                  <a:cubicBezTo>
                    <a:pt x="8110" y="586"/>
                    <a:pt x="8238" y="458"/>
                    <a:pt x="8238" y="293"/>
                  </a:cubicBezTo>
                  <a:cubicBezTo>
                    <a:pt x="8238" y="133"/>
                    <a:pt x="8110" y="0"/>
                    <a:pt x="79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9083863" y="1466626"/>
              <a:ext cx="234056" cy="180240"/>
            </a:xfrm>
            <a:custGeom>
              <a:rect b="b" l="l" r="r" t="t"/>
              <a:pathLst>
                <a:path extrusionOk="0" h="7365" w="9565">
                  <a:moveTo>
                    <a:pt x="8767" y="1"/>
                  </a:moveTo>
                  <a:cubicBezTo>
                    <a:pt x="8682" y="1"/>
                    <a:pt x="8601" y="36"/>
                    <a:pt x="8545" y="105"/>
                  </a:cubicBezTo>
                  <a:lnTo>
                    <a:pt x="6387" y="2661"/>
                  </a:lnTo>
                  <a:lnTo>
                    <a:pt x="5825" y="2190"/>
                  </a:lnTo>
                  <a:cubicBezTo>
                    <a:pt x="5769" y="2144"/>
                    <a:pt x="5702" y="2122"/>
                    <a:pt x="5636" y="2122"/>
                  </a:cubicBezTo>
                  <a:cubicBezTo>
                    <a:pt x="5555" y="2122"/>
                    <a:pt x="5476" y="2154"/>
                    <a:pt x="5418" y="2217"/>
                  </a:cubicBezTo>
                  <a:lnTo>
                    <a:pt x="4079" y="3703"/>
                  </a:lnTo>
                  <a:lnTo>
                    <a:pt x="2447" y="3054"/>
                  </a:lnTo>
                  <a:cubicBezTo>
                    <a:pt x="2410" y="3040"/>
                    <a:pt x="2372" y="3033"/>
                    <a:pt x="2335" y="3033"/>
                  </a:cubicBezTo>
                  <a:cubicBezTo>
                    <a:pt x="2284" y="3033"/>
                    <a:pt x="2235" y="3046"/>
                    <a:pt x="2191" y="3072"/>
                  </a:cubicBezTo>
                  <a:lnTo>
                    <a:pt x="586" y="4009"/>
                  </a:lnTo>
                  <a:lnTo>
                    <a:pt x="586" y="1015"/>
                  </a:lnTo>
                  <a:cubicBezTo>
                    <a:pt x="586" y="855"/>
                    <a:pt x="453" y="722"/>
                    <a:pt x="293" y="722"/>
                  </a:cubicBezTo>
                  <a:cubicBezTo>
                    <a:pt x="129" y="722"/>
                    <a:pt x="1" y="855"/>
                    <a:pt x="1" y="1015"/>
                  </a:cubicBezTo>
                  <a:lnTo>
                    <a:pt x="1" y="7072"/>
                  </a:lnTo>
                  <a:cubicBezTo>
                    <a:pt x="1" y="7237"/>
                    <a:pt x="129" y="7365"/>
                    <a:pt x="293" y="7365"/>
                  </a:cubicBezTo>
                  <a:lnTo>
                    <a:pt x="9272" y="7365"/>
                  </a:lnTo>
                  <a:cubicBezTo>
                    <a:pt x="9432" y="7365"/>
                    <a:pt x="9565" y="7237"/>
                    <a:pt x="9565" y="7072"/>
                  </a:cubicBezTo>
                  <a:cubicBezTo>
                    <a:pt x="9565" y="6912"/>
                    <a:pt x="9432" y="6780"/>
                    <a:pt x="9272" y="6780"/>
                  </a:cubicBezTo>
                  <a:lnTo>
                    <a:pt x="9062" y="6780"/>
                  </a:lnTo>
                  <a:lnTo>
                    <a:pt x="9062" y="4773"/>
                  </a:lnTo>
                  <a:cubicBezTo>
                    <a:pt x="9062" y="4613"/>
                    <a:pt x="8929" y="4480"/>
                    <a:pt x="8769" y="4480"/>
                  </a:cubicBezTo>
                  <a:cubicBezTo>
                    <a:pt x="8605" y="4480"/>
                    <a:pt x="8477" y="4613"/>
                    <a:pt x="8477" y="4773"/>
                  </a:cubicBezTo>
                  <a:lnTo>
                    <a:pt x="8477" y="6780"/>
                  </a:lnTo>
                  <a:lnTo>
                    <a:pt x="7549" y="6780"/>
                  </a:lnTo>
                  <a:lnTo>
                    <a:pt x="7549" y="6473"/>
                  </a:lnTo>
                  <a:cubicBezTo>
                    <a:pt x="7549" y="6313"/>
                    <a:pt x="7421" y="6185"/>
                    <a:pt x="7256" y="6185"/>
                  </a:cubicBezTo>
                  <a:cubicBezTo>
                    <a:pt x="7096" y="6185"/>
                    <a:pt x="6963" y="6313"/>
                    <a:pt x="6963" y="6473"/>
                  </a:cubicBezTo>
                  <a:lnTo>
                    <a:pt x="6963" y="6780"/>
                  </a:lnTo>
                  <a:lnTo>
                    <a:pt x="5752" y="6780"/>
                  </a:lnTo>
                  <a:lnTo>
                    <a:pt x="5752" y="6473"/>
                  </a:lnTo>
                  <a:cubicBezTo>
                    <a:pt x="5752" y="6313"/>
                    <a:pt x="5624" y="6185"/>
                    <a:pt x="5459" y="6185"/>
                  </a:cubicBezTo>
                  <a:cubicBezTo>
                    <a:pt x="5299" y="6185"/>
                    <a:pt x="5167" y="6313"/>
                    <a:pt x="5167" y="6473"/>
                  </a:cubicBezTo>
                  <a:lnTo>
                    <a:pt x="5167" y="6780"/>
                  </a:lnTo>
                  <a:lnTo>
                    <a:pt x="3955" y="6780"/>
                  </a:lnTo>
                  <a:lnTo>
                    <a:pt x="3955" y="6473"/>
                  </a:lnTo>
                  <a:cubicBezTo>
                    <a:pt x="3955" y="6313"/>
                    <a:pt x="3827" y="6185"/>
                    <a:pt x="3663" y="6185"/>
                  </a:cubicBezTo>
                  <a:cubicBezTo>
                    <a:pt x="3503" y="6185"/>
                    <a:pt x="3375" y="6313"/>
                    <a:pt x="3375" y="6473"/>
                  </a:cubicBezTo>
                  <a:lnTo>
                    <a:pt x="3375" y="6780"/>
                  </a:lnTo>
                  <a:lnTo>
                    <a:pt x="2163" y="6780"/>
                  </a:lnTo>
                  <a:lnTo>
                    <a:pt x="2163" y="6473"/>
                  </a:lnTo>
                  <a:cubicBezTo>
                    <a:pt x="2163" y="6313"/>
                    <a:pt x="2031" y="6185"/>
                    <a:pt x="1871" y="6185"/>
                  </a:cubicBezTo>
                  <a:cubicBezTo>
                    <a:pt x="1706" y="6185"/>
                    <a:pt x="1578" y="6313"/>
                    <a:pt x="1578" y="6473"/>
                  </a:cubicBezTo>
                  <a:lnTo>
                    <a:pt x="1578" y="6780"/>
                  </a:lnTo>
                  <a:lnTo>
                    <a:pt x="586" y="6780"/>
                  </a:lnTo>
                  <a:lnTo>
                    <a:pt x="586" y="4686"/>
                  </a:lnTo>
                  <a:lnTo>
                    <a:pt x="2360" y="3648"/>
                  </a:lnTo>
                  <a:lnTo>
                    <a:pt x="4051" y="4325"/>
                  </a:lnTo>
                  <a:cubicBezTo>
                    <a:pt x="4086" y="4337"/>
                    <a:pt x="4122" y="4343"/>
                    <a:pt x="4158" y="4343"/>
                  </a:cubicBezTo>
                  <a:cubicBezTo>
                    <a:pt x="4241" y="4343"/>
                    <a:pt x="4323" y="4311"/>
                    <a:pt x="4380" y="4247"/>
                  </a:cubicBezTo>
                  <a:lnTo>
                    <a:pt x="5665" y="2821"/>
                  </a:lnTo>
                  <a:lnTo>
                    <a:pt x="6237" y="3296"/>
                  </a:lnTo>
                  <a:cubicBezTo>
                    <a:pt x="6291" y="3342"/>
                    <a:pt x="6358" y="3365"/>
                    <a:pt x="6424" y="3365"/>
                  </a:cubicBezTo>
                  <a:cubicBezTo>
                    <a:pt x="6508" y="3365"/>
                    <a:pt x="6592" y="3328"/>
                    <a:pt x="6648" y="3259"/>
                  </a:cubicBezTo>
                  <a:lnTo>
                    <a:pt x="8477" y="1092"/>
                  </a:lnTo>
                  <a:lnTo>
                    <a:pt x="8477" y="3474"/>
                  </a:lnTo>
                  <a:cubicBezTo>
                    <a:pt x="8477" y="3639"/>
                    <a:pt x="8605" y="3767"/>
                    <a:pt x="8769" y="3767"/>
                  </a:cubicBezTo>
                  <a:cubicBezTo>
                    <a:pt x="8929" y="3767"/>
                    <a:pt x="9062" y="3639"/>
                    <a:pt x="9062" y="3474"/>
                  </a:cubicBezTo>
                  <a:lnTo>
                    <a:pt x="9062" y="292"/>
                  </a:lnTo>
                  <a:cubicBezTo>
                    <a:pt x="9062" y="169"/>
                    <a:pt x="8984" y="59"/>
                    <a:pt x="8870" y="18"/>
                  </a:cubicBezTo>
                  <a:cubicBezTo>
                    <a:pt x="8836" y="6"/>
                    <a:pt x="8801" y="1"/>
                    <a:pt x="8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9133886" y="1504312"/>
              <a:ext cx="14339" cy="20165"/>
            </a:xfrm>
            <a:custGeom>
              <a:rect b="b" l="l" r="r" t="t"/>
              <a:pathLst>
                <a:path extrusionOk="0" h="824" w="58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531"/>
                  </a:lnTo>
                  <a:cubicBezTo>
                    <a:pt x="0" y="691"/>
                    <a:pt x="133" y="823"/>
                    <a:pt x="293" y="823"/>
                  </a:cubicBezTo>
                  <a:cubicBezTo>
                    <a:pt x="453" y="823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8"/>
            <p:cNvSpPr/>
            <p:nvPr/>
          </p:nvSpPr>
          <p:spPr>
            <a:xfrm>
              <a:off x="9214428" y="1481480"/>
              <a:ext cx="14364" cy="20067"/>
            </a:xfrm>
            <a:custGeom>
              <a:rect b="b" l="l" r="r" t="t"/>
              <a:pathLst>
                <a:path extrusionOk="0" h="820" w="587">
                  <a:moveTo>
                    <a:pt x="294" y="1"/>
                  </a:moveTo>
                  <a:cubicBezTo>
                    <a:pt x="134" y="1"/>
                    <a:pt x="1" y="129"/>
                    <a:pt x="1" y="289"/>
                  </a:cubicBezTo>
                  <a:lnTo>
                    <a:pt x="1" y="527"/>
                  </a:lnTo>
                  <a:cubicBezTo>
                    <a:pt x="1" y="687"/>
                    <a:pt x="134" y="819"/>
                    <a:pt x="294" y="819"/>
                  </a:cubicBezTo>
                  <a:cubicBezTo>
                    <a:pt x="458" y="819"/>
                    <a:pt x="586" y="687"/>
                    <a:pt x="586" y="527"/>
                  </a:cubicBezTo>
                  <a:lnTo>
                    <a:pt x="586" y="289"/>
                  </a:lnTo>
                  <a:cubicBezTo>
                    <a:pt x="586" y="129"/>
                    <a:pt x="458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8"/>
            <p:cNvSpPr/>
            <p:nvPr/>
          </p:nvSpPr>
          <p:spPr>
            <a:xfrm>
              <a:off x="9291299" y="1432146"/>
              <a:ext cx="14339" cy="20165"/>
            </a:xfrm>
            <a:custGeom>
              <a:rect b="b" l="l" r="r" t="t"/>
              <a:pathLst>
                <a:path extrusionOk="0" h="824" w="58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lnTo>
                    <a:pt x="1" y="531"/>
                  </a:lnTo>
                  <a:cubicBezTo>
                    <a:pt x="1" y="691"/>
                    <a:pt x="129" y="824"/>
                    <a:pt x="293" y="824"/>
                  </a:cubicBezTo>
                  <a:cubicBezTo>
                    <a:pt x="453" y="824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8929925" y="1632519"/>
              <a:ext cx="127660" cy="14341"/>
            </a:xfrm>
            <a:custGeom>
              <a:rect b="b" l="l" r="r" t="t"/>
              <a:pathLst>
                <a:path extrusionOk="0" h="586" w="5217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4924" y="586"/>
                  </a:lnTo>
                  <a:cubicBezTo>
                    <a:pt x="5084" y="586"/>
                    <a:pt x="5217" y="458"/>
                    <a:pt x="5217" y="293"/>
                  </a:cubicBezTo>
                  <a:cubicBezTo>
                    <a:pt x="5217" y="133"/>
                    <a:pt x="5084" y="1"/>
                    <a:pt x="4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8929925" y="1603202"/>
              <a:ext cx="30783" cy="14341"/>
            </a:xfrm>
            <a:custGeom>
              <a:rect b="b" l="l" r="r" t="t"/>
              <a:pathLst>
                <a:path extrusionOk="0" h="586" w="1258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965" y="586"/>
                  </a:lnTo>
                  <a:cubicBezTo>
                    <a:pt x="1125" y="586"/>
                    <a:pt x="1257" y="458"/>
                    <a:pt x="1257" y="293"/>
                  </a:cubicBezTo>
                  <a:cubicBezTo>
                    <a:pt x="1257" y="133"/>
                    <a:pt x="1125" y="1"/>
                    <a:pt x="9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8977354" y="1603202"/>
              <a:ext cx="80237" cy="14341"/>
            </a:xfrm>
            <a:custGeom>
              <a:rect b="b" l="l" r="r" t="t"/>
              <a:pathLst>
                <a:path extrusionOk="0" h="586" w="3279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2986" y="586"/>
                  </a:lnTo>
                  <a:cubicBezTo>
                    <a:pt x="3146" y="586"/>
                    <a:pt x="3279" y="458"/>
                    <a:pt x="3279" y="293"/>
                  </a:cubicBezTo>
                  <a:cubicBezTo>
                    <a:pt x="3279" y="133"/>
                    <a:pt x="3146" y="1"/>
                    <a:pt x="2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8"/>
            <p:cNvSpPr/>
            <p:nvPr/>
          </p:nvSpPr>
          <p:spPr>
            <a:xfrm>
              <a:off x="9026693" y="1573909"/>
              <a:ext cx="30906" cy="14341"/>
            </a:xfrm>
            <a:custGeom>
              <a:rect b="b" l="l" r="r" t="t"/>
              <a:pathLst>
                <a:path extrusionOk="0" h="586" w="1263">
                  <a:moveTo>
                    <a:pt x="293" y="0"/>
                  </a:moveTo>
                  <a:cubicBezTo>
                    <a:pt x="129" y="0"/>
                    <a:pt x="1" y="133"/>
                    <a:pt x="1" y="293"/>
                  </a:cubicBezTo>
                  <a:cubicBezTo>
                    <a:pt x="1" y="457"/>
                    <a:pt x="129" y="585"/>
                    <a:pt x="293" y="585"/>
                  </a:cubicBezTo>
                  <a:lnTo>
                    <a:pt x="970" y="585"/>
                  </a:lnTo>
                  <a:cubicBezTo>
                    <a:pt x="1130" y="585"/>
                    <a:pt x="1263" y="457"/>
                    <a:pt x="1263" y="293"/>
                  </a:cubicBezTo>
                  <a:cubicBezTo>
                    <a:pt x="1263" y="133"/>
                    <a:pt x="1130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8929925" y="1573909"/>
              <a:ext cx="80457" cy="14341"/>
            </a:xfrm>
            <a:custGeom>
              <a:rect b="b" l="l" r="r" t="t"/>
              <a:pathLst>
                <a:path extrusionOk="0" h="586" w="3288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7"/>
                    <a:pt x="128" y="585"/>
                    <a:pt x="293" y="585"/>
                  </a:cubicBezTo>
                  <a:lnTo>
                    <a:pt x="2995" y="585"/>
                  </a:lnTo>
                  <a:cubicBezTo>
                    <a:pt x="3155" y="585"/>
                    <a:pt x="3287" y="457"/>
                    <a:pt x="3287" y="293"/>
                  </a:cubicBezTo>
                  <a:cubicBezTo>
                    <a:pt x="3287" y="133"/>
                    <a:pt x="3155" y="0"/>
                    <a:pt x="29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8983742" y="1428353"/>
              <a:ext cx="51142" cy="14341"/>
            </a:xfrm>
            <a:custGeom>
              <a:rect b="b" l="l" r="r" t="t"/>
              <a:pathLst>
                <a:path extrusionOk="0" h="586" w="2090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797" y="586"/>
                  </a:lnTo>
                  <a:cubicBezTo>
                    <a:pt x="1957" y="586"/>
                    <a:pt x="2089" y="453"/>
                    <a:pt x="2089" y="293"/>
                  </a:cubicBezTo>
                  <a:cubicBezTo>
                    <a:pt x="2089" y="128"/>
                    <a:pt x="1957" y="0"/>
                    <a:pt x="1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8983742" y="1398938"/>
              <a:ext cx="93084" cy="14341"/>
            </a:xfrm>
            <a:custGeom>
              <a:rect b="b" l="l" r="r" t="t"/>
              <a:pathLst>
                <a:path extrusionOk="0" h="586" w="3804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511" y="585"/>
                  </a:lnTo>
                  <a:cubicBezTo>
                    <a:pt x="3671" y="585"/>
                    <a:pt x="3804" y="453"/>
                    <a:pt x="3804" y="293"/>
                  </a:cubicBezTo>
                  <a:cubicBezTo>
                    <a:pt x="3804" y="133"/>
                    <a:pt x="3671" y="0"/>
                    <a:pt x="3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8983742" y="1449276"/>
              <a:ext cx="51142" cy="14341"/>
            </a:xfrm>
            <a:custGeom>
              <a:rect b="b" l="l" r="r" t="t"/>
              <a:pathLst>
                <a:path extrusionOk="0" h="586" w="209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797" y="585"/>
                  </a:lnTo>
                  <a:cubicBezTo>
                    <a:pt x="1957" y="585"/>
                    <a:pt x="2089" y="453"/>
                    <a:pt x="2089" y="293"/>
                  </a:cubicBezTo>
                  <a:cubicBezTo>
                    <a:pt x="2089" y="133"/>
                    <a:pt x="1957" y="0"/>
                    <a:pt x="1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8929142" y="1522788"/>
              <a:ext cx="37488" cy="25182"/>
            </a:xfrm>
            <a:custGeom>
              <a:rect b="b" l="l" r="r" t="t"/>
              <a:pathLst>
                <a:path extrusionOk="0" h="1029" w="1532">
                  <a:moveTo>
                    <a:pt x="323" y="1"/>
                  </a:moveTo>
                  <a:cubicBezTo>
                    <a:pt x="247" y="1"/>
                    <a:pt x="172" y="30"/>
                    <a:pt x="115" y="87"/>
                  </a:cubicBezTo>
                  <a:cubicBezTo>
                    <a:pt x="0" y="201"/>
                    <a:pt x="0" y="384"/>
                    <a:pt x="115" y="498"/>
                  </a:cubicBezTo>
                  <a:lnTo>
                    <a:pt x="558" y="942"/>
                  </a:lnTo>
                  <a:cubicBezTo>
                    <a:pt x="613" y="996"/>
                    <a:pt x="691" y="1028"/>
                    <a:pt x="768" y="1028"/>
                  </a:cubicBezTo>
                  <a:cubicBezTo>
                    <a:pt x="846" y="1028"/>
                    <a:pt x="919" y="996"/>
                    <a:pt x="974" y="942"/>
                  </a:cubicBezTo>
                  <a:lnTo>
                    <a:pt x="1417" y="498"/>
                  </a:lnTo>
                  <a:cubicBezTo>
                    <a:pt x="1532" y="384"/>
                    <a:pt x="1532" y="201"/>
                    <a:pt x="1417" y="87"/>
                  </a:cubicBezTo>
                  <a:cubicBezTo>
                    <a:pt x="1360" y="30"/>
                    <a:pt x="1285" y="1"/>
                    <a:pt x="1210" y="1"/>
                  </a:cubicBezTo>
                  <a:cubicBezTo>
                    <a:pt x="1135" y="1"/>
                    <a:pt x="1061" y="30"/>
                    <a:pt x="1006" y="87"/>
                  </a:cubicBezTo>
                  <a:lnTo>
                    <a:pt x="768" y="324"/>
                  </a:lnTo>
                  <a:lnTo>
                    <a:pt x="531" y="87"/>
                  </a:lnTo>
                  <a:cubicBezTo>
                    <a:pt x="473" y="30"/>
                    <a:pt x="398" y="1"/>
                    <a:pt x="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8923194" y="1392991"/>
              <a:ext cx="44119" cy="75669"/>
            </a:xfrm>
            <a:custGeom>
              <a:rect b="b" l="l" r="r" t="t"/>
              <a:pathLst>
                <a:path extrusionOk="0" h="3092" w="1803">
                  <a:moveTo>
                    <a:pt x="902" y="1"/>
                  </a:moveTo>
                  <a:cubicBezTo>
                    <a:pt x="742" y="1"/>
                    <a:pt x="609" y="133"/>
                    <a:pt x="609" y="293"/>
                  </a:cubicBezTo>
                  <a:lnTo>
                    <a:pt x="609" y="357"/>
                  </a:lnTo>
                  <a:cubicBezTo>
                    <a:pt x="266" y="426"/>
                    <a:pt x="6" y="732"/>
                    <a:pt x="6" y="1102"/>
                  </a:cubicBezTo>
                  <a:cubicBezTo>
                    <a:pt x="6" y="1519"/>
                    <a:pt x="344" y="1857"/>
                    <a:pt x="764" y="1857"/>
                  </a:cubicBezTo>
                  <a:lnTo>
                    <a:pt x="1043" y="1857"/>
                  </a:lnTo>
                  <a:cubicBezTo>
                    <a:pt x="1139" y="1857"/>
                    <a:pt x="1217" y="1935"/>
                    <a:pt x="1217" y="2031"/>
                  </a:cubicBezTo>
                  <a:cubicBezTo>
                    <a:pt x="1217" y="2127"/>
                    <a:pt x="1139" y="2204"/>
                    <a:pt x="1043" y="2204"/>
                  </a:cubicBezTo>
                  <a:lnTo>
                    <a:pt x="764" y="2204"/>
                  </a:lnTo>
                  <a:cubicBezTo>
                    <a:pt x="691" y="2204"/>
                    <a:pt x="632" y="2163"/>
                    <a:pt x="604" y="2099"/>
                  </a:cubicBezTo>
                  <a:cubicBezTo>
                    <a:pt x="556" y="1989"/>
                    <a:pt x="446" y="1920"/>
                    <a:pt x="332" y="1920"/>
                  </a:cubicBezTo>
                  <a:cubicBezTo>
                    <a:pt x="295" y="1920"/>
                    <a:pt x="257" y="1928"/>
                    <a:pt x="220" y="1944"/>
                  </a:cubicBezTo>
                  <a:cubicBezTo>
                    <a:pt x="70" y="2008"/>
                    <a:pt x="1" y="2177"/>
                    <a:pt x="65" y="2328"/>
                  </a:cubicBezTo>
                  <a:cubicBezTo>
                    <a:pt x="161" y="2561"/>
                    <a:pt x="371" y="2725"/>
                    <a:pt x="609" y="2776"/>
                  </a:cubicBezTo>
                  <a:lnTo>
                    <a:pt x="609" y="2803"/>
                  </a:lnTo>
                  <a:cubicBezTo>
                    <a:pt x="609" y="2963"/>
                    <a:pt x="742" y="3091"/>
                    <a:pt x="902" y="3091"/>
                  </a:cubicBezTo>
                  <a:cubicBezTo>
                    <a:pt x="1066" y="3091"/>
                    <a:pt x="1194" y="2963"/>
                    <a:pt x="1194" y="2803"/>
                  </a:cubicBezTo>
                  <a:lnTo>
                    <a:pt x="1194" y="2776"/>
                  </a:lnTo>
                  <a:cubicBezTo>
                    <a:pt x="1542" y="2707"/>
                    <a:pt x="1802" y="2401"/>
                    <a:pt x="1802" y="2031"/>
                  </a:cubicBezTo>
                  <a:cubicBezTo>
                    <a:pt x="1802" y="1615"/>
                    <a:pt x="1464" y="1276"/>
                    <a:pt x="1043" y="1276"/>
                  </a:cubicBezTo>
                  <a:lnTo>
                    <a:pt x="764" y="1276"/>
                  </a:lnTo>
                  <a:cubicBezTo>
                    <a:pt x="668" y="1276"/>
                    <a:pt x="591" y="1198"/>
                    <a:pt x="591" y="1102"/>
                  </a:cubicBezTo>
                  <a:cubicBezTo>
                    <a:pt x="591" y="1006"/>
                    <a:pt x="668" y="929"/>
                    <a:pt x="764" y="929"/>
                  </a:cubicBezTo>
                  <a:lnTo>
                    <a:pt x="1043" y="929"/>
                  </a:lnTo>
                  <a:cubicBezTo>
                    <a:pt x="1103" y="929"/>
                    <a:pt x="1158" y="956"/>
                    <a:pt x="1190" y="1002"/>
                  </a:cubicBezTo>
                  <a:cubicBezTo>
                    <a:pt x="1247" y="1088"/>
                    <a:pt x="1338" y="1132"/>
                    <a:pt x="1432" y="1132"/>
                  </a:cubicBezTo>
                  <a:cubicBezTo>
                    <a:pt x="1488" y="1132"/>
                    <a:pt x="1545" y="1117"/>
                    <a:pt x="1596" y="1084"/>
                  </a:cubicBezTo>
                  <a:cubicBezTo>
                    <a:pt x="1729" y="993"/>
                    <a:pt x="1766" y="810"/>
                    <a:pt x="1674" y="677"/>
                  </a:cubicBezTo>
                  <a:cubicBezTo>
                    <a:pt x="1560" y="508"/>
                    <a:pt x="1391" y="398"/>
                    <a:pt x="1194" y="357"/>
                  </a:cubicBezTo>
                  <a:lnTo>
                    <a:pt x="1194" y="293"/>
                  </a:lnTo>
                  <a:cubicBezTo>
                    <a:pt x="1194" y="133"/>
                    <a:pt x="1066" y="1"/>
                    <a:pt x="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29" name="Google Shape;229;p19"/>
          <p:cNvGraphicFramePr/>
          <p:nvPr/>
        </p:nvGraphicFramePr>
        <p:xfrm>
          <a:off x="2019702" y="1084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{C6B81219-01C2-4C35-BEFB-34C79CCE8DD3}</a:tableStyleId>
              </a:tblPr>
              <a:tblGrid>
                <a:gridCol w="975350"/>
                <a:gridCol w="975350"/>
                <a:gridCol w="975350"/>
              </a:tblGrid>
              <a:tr h="975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1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2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3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5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4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5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6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5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7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8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9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grpSp>
        <p:nvGrpSpPr>
          <p:cNvPr id="230" name="Google Shape;230;p19"/>
          <p:cNvGrpSpPr/>
          <p:nvPr/>
        </p:nvGrpSpPr>
        <p:grpSpPr>
          <a:xfrm>
            <a:off x="862297" y="1050420"/>
            <a:ext cx="4126206" cy="3591300"/>
            <a:chOff x="862297" y="1050420"/>
            <a:chExt cx="4126206" cy="3591300"/>
          </a:xfrm>
        </p:grpSpPr>
        <p:sp>
          <p:nvSpPr>
            <p:cNvPr id="231" name="Google Shape;231;p19"/>
            <p:cNvSpPr txBox="1"/>
            <p:nvPr/>
          </p:nvSpPr>
          <p:spPr>
            <a:xfrm>
              <a:off x="862297" y="3326818"/>
              <a:ext cx="9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Low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2" name="Google Shape;232;p19"/>
            <p:cNvSpPr txBox="1"/>
            <p:nvPr/>
          </p:nvSpPr>
          <p:spPr>
            <a:xfrm>
              <a:off x="862297" y="2348410"/>
              <a:ext cx="9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Medium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3" name="Google Shape;233;p19"/>
            <p:cNvSpPr txBox="1"/>
            <p:nvPr/>
          </p:nvSpPr>
          <p:spPr>
            <a:xfrm>
              <a:off x="862297" y="1379146"/>
              <a:ext cx="9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High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2039363" y="4243020"/>
              <a:ext cx="9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Low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5" name="Google Shape;235;p19"/>
            <p:cNvSpPr txBox="1"/>
            <p:nvPr/>
          </p:nvSpPr>
          <p:spPr>
            <a:xfrm>
              <a:off x="3017771" y="4243020"/>
              <a:ext cx="9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Medium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6" name="Google Shape;236;p19"/>
            <p:cNvSpPr txBox="1"/>
            <p:nvPr/>
          </p:nvSpPr>
          <p:spPr>
            <a:xfrm>
              <a:off x="3996179" y="4243008"/>
              <a:ext cx="9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High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237" name="Google Shape;237;p19"/>
            <p:cNvCxnSpPr/>
            <p:nvPr/>
          </p:nvCxnSpPr>
          <p:spPr>
            <a:xfrm>
              <a:off x="1867302" y="1050420"/>
              <a:ext cx="0" cy="311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238" name="Google Shape;238;p19"/>
            <p:cNvCxnSpPr/>
            <p:nvPr/>
          </p:nvCxnSpPr>
          <p:spPr>
            <a:xfrm>
              <a:off x="1867302" y="4167020"/>
              <a:ext cx="3121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239" name="Google Shape;239;p19"/>
          <p:cNvGrpSpPr/>
          <p:nvPr/>
        </p:nvGrpSpPr>
        <p:grpSpPr>
          <a:xfrm>
            <a:off x="5558600" y="3570941"/>
            <a:ext cx="2723103" cy="927689"/>
            <a:chOff x="5617897" y="3296621"/>
            <a:chExt cx="2723103" cy="927689"/>
          </a:xfrm>
        </p:grpSpPr>
        <p:sp>
          <p:nvSpPr>
            <p:cNvPr id="240" name="Google Shape;240;p19"/>
            <p:cNvSpPr/>
            <p:nvPr/>
          </p:nvSpPr>
          <p:spPr>
            <a:xfrm>
              <a:off x="5617897" y="3412977"/>
              <a:ext cx="548700" cy="54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241" name="Google Shape;241;p19"/>
            <p:cNvGrpSpPr/>
            <p:nvPr/>
          </p:nvGrpSpPr>
          <p:grpSpPr>
            <a:xfrm>
              <a:off x="6242800" y="3296621"/>
              <a:ext cx="2098201" cy="927689"/>
              <a:chOff x="6242800" y="3294866"/>
              <a:chExt cx="2098201" cy="927689"/>
            </a:xfrm>
          </p:grpSpPr>
          <p:sp>
            <p:nvSpPr>
              <p:cNvPr id="242" name="Google Shape;242;p19"/>
              <p:cNvSpPr txBox="1"/>
              <p:nvPr/>
            </p:nvSpPr>
            <p:spPr>
              <a:xfrm>
                <a:off x="6242801" y="3536154"/>
                <a:ext cx="2098200" cy="6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Despite being red, Mars is actually an </a:t>
                </a: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extremely</a:t>
                </a: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cold place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243" name="Google Shape;243;p19"/>
              <p:cNvSpPr txBox="1"/>
              <p:nvPr/>
            </p:nvSpPr>
            <p:spPr>
              <a:xfrm>
                <a:off x="6242800" y="3294866"/>
                <a:ext cx="20982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Mars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</p:grpSp>
      </p:grpSp>
      <p:grpSp>
        <p:nvGrpSpPr>
          <p:cNvPr id="244" name="Google Shape;244;p19"/>
          <p:cNvGrpSpPr/>
          <p:nvPr/>
        </p:nvGrpSpPr>
        <p:grpSpPr>
          <a:xfrm>
            <a:off x="5558600" y="1193510"/>
            <a:ext cx="2723103" cy="927670"/>
            <a:chOff x="5617897" y="919190"/>
            <a:chExt cx="2723103" cy="927670"/>
          </a:xfrm>
        </p:grpSpPr>
        <p:sp>
          <p:nvSpPr>
            <p:cNvPr id="245" name="Google Shape;245;p19"/>
            <p:cNvSpPr/>
            <p:nvPr/>
          </p:nvSpPr>
          <p:spPr>
            <a:xfrm>
              <a:off x="5617897" y="1035519"/>
              <a:ext cx="548700" cy="54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246" name="Google Shape;246;p19"/>
            <p:cNvGrpSpPr/>
            <p:nvPr/>
          </p:nvGrpSpPr>
          <p:grpSpPr>
            <a:xfrm>
              <a:off x="6242800" y="919190"/>
              <a:ext cx="2098201" cy="927670"/>
              <a:chOff x="6242800" y="1100300"/>
              <a:chExt cx="2098201" cy="927670"/>
            </a:xfrm>
          </p:grpSpPr>
          <p:sp>
            <p:nvSpPr>
              <p:cNvPr id="247" name="Google Shape;247;p19"/>
              <p:cNvSpPr txBox="1"/>
              <p:nvPr/>
            </p:nvSpPr>
            <p:spPr>
              <a:xfrm>
                <a:off x="6242800" y="1100300"/>
                <a:ext cx="20982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Venus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248" name="Google Shape;248;p19"/>
              <p:cNvSpPr txBox="1"/>
              <p:nvPr/>
            </p:nvSpPr>
            <p:spPr>
              <a:xfrm>
                <a:off x="6242801" y="1341570"/>
                <a:ext cx="2098200" cy="6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Venus has a beautiful name. Venus also has high temperatures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249" name="Google Shape;249;p19"/>
          <p:cNvGrpSpPr/>
          <p:nvPr/>
        </p:nvGrpSpPr>
        <p:grpSpPr>
          <a:xfrm>
            <a:off x="5558600" y="2382235"/>
            <a:ext cx="2723103" cy="927660"/>
            <a:chOff x="5617897" y="2107915"/>
            <a:chExt cx="2723103" cy="927660"/>
          </a:xfrm>
        </p:grpSpPr>
        <p:sp>
          <p:nvSpPr>
            <p:cNvPr id="250" name="Google Shape;250;p19"/>
            <p:cNvSpPr/>
            <p:nvPr/>
          </p:nvSpPr>
          <p:spPr>
            <a:xfrm>
              <a:off x="5617897" y="2224248"/>
              <a:ext cx="548700" cy="548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251" name="Google Shape;251;p19"/>
            <p:cNvGrpSpPr/>
            <p:nvPr/>
          </p:nvGrpSpPr>
          <p:grpSpPr>
            <a:xfrm>
              <a:off x="6242800" y="2107915"/>
              <a:ext cx="2098201" cy="927660"/>
              <a:chOff x="6242800" y="2197585"/>
              <a:chExt cx="2098201" cy="927660"/>
            </a:xfrm>
          </p:grpSpPr>
          <p:sp>
            <p:nvSpPr>
              <p:cNvPr id="252" name="Google Shape;252;p19"/>
              <p:cNvSpPr txBox="1"/>
              <p:nvPr/>
            </p:nvSpPr>
            <p:spPr>
              <a:xfrm>
                <a:off x="6242800" y="2197585"/>
                <a:ext cx="20982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Jupiter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253" name="Google Shape;253;p19"/>
              <p:cNvSpPr txBox="1"/>
              <p:nvPr/>
            </p:nvSpPr>
            <p:spPr>
              <a:xfrm>
                <a:off x="6242801" y="2438845"/>
                <a:ext cx="2098200" cy="6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It was named after the Roman god of the skies and lightning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3092100" y="1056295"/>
            <a:ext cx="2959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Question 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2807838" y="1757458"/>
            <a:ext cx="5487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Yes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5787463" y="1761206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1136338" y="2608620"/>
            <a:ext cx="26586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Question 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5349062" y="2604302"/>
            <a:ext cx="26586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Question 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1478968" y="3309782"/>
            <a:ext cx="5487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Yes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2910092" y="3306542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730388" y="4237145"/>
            <a:ext cx="1711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 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2720863" y="4234982"/>
            <a:ext cx="1711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711338" y="4234982"/>
            <a:ext cx="1711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6701813" y="4234982"/>
            <a:ext cx="1711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4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5688430" y="3308145"/>
            <a:ext cx="5487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Yes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7119555" y="330490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73" name="Google Shape;273;p20"/>
          <p:cNvCxnSpPr>
            <a:stCxn id="260" idx="2"/>
            <a:endCxn id="261" idx="3"/>
          </p:cNvCxnSpPr>
          <p:nvPr/>
        </p:nvCxnSpPr>
        <p:spPr>
          <a:xfrm rot="5400000">
            <a:off x="3675750" y="1135645"/>
            <a:ext cx="576900" cy="1215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0"/>
          <p:cNvCxnSpPr>
            <a:stCxn id="260" idx="2"/>
            <a:endCxn id="262" idx="1"/>
          </p:cNvCxnSpPr>
          <p:nvPr/>
        </p:nvCxnSpPr>
        <p:spPr>
          <a:xfrm flipH="1" rot="-5400000">
            <a:off x="4889550" y="1137445"/>
            <a:ext cx="580500" cy="1215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0"/>
          <p:cNvCxnSpPr>
            <a:stCxn id="261" idx="1"/>
            <a:endCxn id="263" idx="0"/>
          </p:cNvCxnSpPr>
          <p:nvPr/>
        </p:nvCxnSpPr>
        <p:spPr>
          <a:xfrm flipH="1">
            <a:off x="2465538" y="2031808"/>
            <a:ext cx="342300" cy="57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0"/>
          <p:cNvCxnSpPr>
            <a:stCxn id="262" idx="3"/>
            <a:endCxn id="264" idx="0"/>
          </p:cNvCxnSpPr>
          <p:nvPr/>
        </p:nvCxnSpPr>
        <p:spPr>
          <a:xfrm>
            <a:off x="6336163" y="2035556"/>
            <a:ext cx="342300" cy="568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0"/>
          <p:cNvCxnSpPr>
            <a:stCxn id="263" idx="2"/>
            <a:endCxn id="265" idx="3"/>
          </p:cNvCxnSpPr>
          <p:nvPr/>
        </p:nvCxnSpPr>
        <p:spPr>
          <a:xfrm rot="5400000">
            <a:off x="1958188" y="3076770"/>
            <a:ext cx="576900" cy="438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0"/>
          <p:cNvCxnSpPr>
            <a:stCxn id="263" idx="2"/>
            <a:endCxn id="266" idx="1"/>
          </p:cNvCxnSpPr>
          <p:nvPr/>
        </p:nvCxnSpPr>
        <p:spPr>
          <a:xfrm flipH="1" rot="-5400000">
            <a:off x="2401138" y="3071820"/>
            <a:ext cx="573600" cy="444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0"/>
          <p:cNvCxnSpPr>
            <a:stCxn id="264" idx="2"/>
            <a:endCxn id="271" idx="3"/>
          </p:cNvCxnSpPr>
          <p:nvPr/>
        </p:nvCxnSpPr>
        <p:spPr>
          <a:xfrm rot="5400000">
            <a:off x="6167912" y="3072152"/>
            <a:ext cx="579600" cy="441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0"/>
          <p:cNvCxnSpPr>
            <a:stCxn id="264" idx="2"/>
            <a:endCxn id="272" idx="1"/>
          </p:cNvCxnSpPr>
          <p:nvPr/>
        </p:nvCxnSpPr>
        <p:spPr>
          <a:xfrm flipH="1" rot="-5400000">
            <a:off x="6610862" y="3070502"/>
            <a:ext cx="576300" cy="441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0"/>
          <p:cNvCxnSpPr>
            <a:stCxn id="265" idx="2"/>
            <a:endCxn id="267" idx="0"/>
          </p:cNvCxnSpPr>
          <p:nvPr/>
        </p:nvCxnSpPr>
        <p:spPr>
          <a:xfrm rot="5400000">
            <a:off x="1480468" y="3964233"/>
            <a:ext cx="378600" cy="1671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0"/>
          <p:cNvCxnSpPr>
            <a:stCxn id="266" idx="2"/>
            <a:endCxn id="268" idx="0"/>
          </p:cNvCxnSpPr>
          <p:nvPr/>
        </p:nvCxnSpPr>
        <p:spPr>
          <a:xfrm flipH="1" rot="-5400000">
            <a:off x="3190743" y="3848942"/>
            <a:ext cx="379800" cy="392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0"/>
          <p:cNvCxnSpPr>
            <a:stCxn id="271" idx="2"/>
            <a:endCxn id="269" idx="0"/>
          </p:cNvCxnSpPr>
          <p:nvPr/>
        </p:nvCxnSpPr>
        <p:spPr>
          <a:xfrm rot="5400000">
            <a:off x="5576080" y="3848145"/>
            <a:ext cx="378000" cy="395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0"/>
          <p:cNvCxnSpPr>
            <a:stCxn id="272" idx="2"/>
            <a:endCxn id="270" idx="0"/>
          </p:cNvCxnSpPr>
          <p:nvPr/>
        </p:nvCxnSpPr>
        <p:spPr>
          <a:xfrm flipH="1" rot="-5400000">
            <a:off x="7285155" y="3962355"/>
            <a:ext cx="381300" cy="1638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</a:t>
            </a:r>
            <a:r>
              <a:rPr lang="en"/>
              <a:t> Infographics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5165836" y="2660701"/>
            <a:ext cx="2515645" cy="246303"/>
          </a:xfrm>
          <a:custGeom>
            <a:rect b="b" l="l" r="r" t="t"/>
            <a:pathLst>
              <a:path extrusionOk="0" h="2888" w="106629">
                <a:moveTo>
                  <a:pt x="0" y="0"/>
                </a:moveTo>
                <a:lnTo>
                  <a:pt x="0" y="2888"/>
                </a:lnTo>
                <a:lnTo>
                  <a:pt x="106628" y="2888"/>
                </a:lnTo>
                <a:lnTo>
                  <a:pt x="10662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5165836" y="2660708"/>
            <a:ext cx="2198325" cy="246289"/>
          </a:xfrm>
          <a:custGeom>
            <a:rect b="b" l="l" r="r" t="t"/>
            <a:pathLst>
              <a:path extrusionOk="0" h="2888" w="79881">
                <a:moveTo>
                  <a:pt x="0" y="0"/>
                </a:moveTo>
                <a:lnTo>
                  <a:pt x="0" y="2888"/>
                </a:lnTo>
                <a:lnTo>
                  <a:pt x="79880" y="2888"/>
                </a:lnTo>
                <a:lnTo>
                  <a:pt x="79880" y="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3" name="Google Shape;293;p21"/>
          <p:cNvGrpSpPr/>
          <p:nvPr/>
        </p:nvGrpSpPr>
        <p:grpSpPr>
          <a:xfrm>
            <a:off x="5165836" y="2256006"/>
            <a:ext cx="3499950" cy="730201"/>
            <a:chOff x="5165836" y="2217906"/>
            <a:chExt cx="3499950" cy="730201"/>
          </a:xfrm>
        </p:grpSpPr>
        <p:sp>
          <p:nvSpPr>
            <p:cNvPr id="294" name="Google Shape;294;p21"/>
            <p:cNvSpPr txBox="1"/>
            <p:nvPr/>
          </p:nvSpPr>
          <p:spPr>
            <a:xfrm>
              <a:off x="5165836" y="2217906"/>
              <a:ext cx="19977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Mercury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95" name="Google Shape;295;p21"/>
            <p:cNvSpPr txBox="1"/>
            <p:nvPr/>
          </p:nvSpPr>
          <p:spPr>
            <a:xfrm>
              <a:off x="7841386" y="2543407"/>
              <a:ext cx="8244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90%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296" name="Google Shape;296;p21"/>
          <p:cNvSpPr/>
          <p:nvPr/>
        </p:nvSpPr>
        <p:spPr>
          <a:xfrm>
            <a:off x="5165836" y="3512251"/>
            <a:ext cx="2515645" cy="246303"/>
          </a:xfrm>
          <a:custGeom>
            <a:rect b="b" l="l" r="r" t="t"/>
            <a:pathLst>
              <a:path extrusionOk="0" h="2888" w="106629">
                <a:moveTo>
                  <a:pt x="0" y="0"/>
                </a:moveTo>
                <a:lnTo>
                  <a:pt x="0" y="2888"/>
                </a:lnTo>
                <a:lnTo>
                  <a:pt x="106628" y="2888"/>
                </a:lnTo>
                <a:lnTo>
                  <a:pt x="10662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5165833" y="3512250"/>
            <a:ext cx="1266913" cy="246303"/>
          </a:xfrm>
          <a:custGeom>
            <a:rect b="b" l="l" r="r" t="t"/>
            <a:pathLst>
              <a:path extrusionOk="0" h="2888" w="79881">
                <a:moveTo>
                  <a:pt x="0" y="0"/>
                </a:moveTo>
                <a:lnTo>
                  <a:pt x="0" y="2888"/>
                </a:lnTo>
                <a:lnTo>
                  <a:pt x="79880" y="2888"/>
                </a:lnTo>
                <a:lnTo>
                  <a:pt x="79880" y="0"/>
                </a:lnTo>
                <a:close/>
              </a:path>
            </a:pathLst>
          </a:cu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21"/>
          <p:cNvGrpSpPr/>
          <p:nvPr/>
        </p:nvGrpSpPr>
        <p:grpSpPr>
          <a:xfrm>
            <a:off x="5165836" y="3107556"/>
            <a:ext cx="3499950" cy="730201"/>
            <a:chOff x="5165836" y="3069456"/>
            <a:chExt cx="3499950" cy="730201"/>
          </a:xfrm>
        </p:grpSpPr>
        <p:sp>
          <p:nvSpPr>
            <p:cNvPr id="299" name="Google Shape;299;p21"/>
            <p:cNvSpPr txBox="1"/>
            <p:nvPr/>
          </p:nvSpPr>
          <p:spPr>
            <a:xfrm>
              <a:off x="5165836" y="3069456"/>
              <a:ext cx="19977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Jupiter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00" name="Google Shape;300;p21"/>
            <p:cNvSpPr txBox="1"/>
            <p:nvPr/>
          </p:nvSpPr>
          <p:spPr>
            <a:xfrm>
              <a:off x="7841386" y="3394957"/>
              <a:ext cx="8244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01" name="Google Shape;301;p21"/>
          <p:cNvSpPr/>
          <p:nvPr/>
        </p:nvSpPr>
        <p:spPr>
          <a:xfrm>
            <a:off x="5165836" y="4355576"/>
            <a:ext cx="2515645" cy="246303"/>
          </a:xfrm>
          <a:custGeom>
            <a:rect b="b" l="l" r="r" t="t"/>
            <a:pathLst>
              <a:path extrusionOk="0" h="2888" w="106629">
                <a:moveTo>
                  <a:pt x="0" y="0"/>
                </a:moveTo>
                <a:lnTo>
                  <a:pt x="0" y="2888"/>
                </a:lnTo>
                <a:lnTo>
                  <a:pt x="106628" y="2888"/>
                </a:lnTo>
                <a:lnTo>
                  <a:pt x="10662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21"/>
          <p:cNvGrpSpPr/>
          <p:nvPr/>
        </p:nvGrpSpPr>
        <p:grpSpPr>
          <a:xfrm>
            <a:off x="5165836" y="3950881"/>
            <a:ext cx="3499950" cy="730201"/>
            <a:chOff x="5165836" y="3912781"/>
            <a:chExt cx="3499950" cy="730201"/>
          </a:xfrm>
        </p:grpSpPr>
        <p:sp>
          <p:nvSpPr>
            <p:cNvPr id="303" name="Google Shape;303;p21"/>
            <p:cNvSpPr txBox="1"/>
            <p:nvPr/>
          </p:nvSpPr>
          <p:spPr>
            <a:xfrm>
              <a:off x="5165836" y="3912781"/>
              <a:ext cx="19977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Neptune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04" name="Google Shape;304;p21"/>
            <p:cNvSpPr txBox="1"/>
            <p:nvPr/>
          </p:nvSpPr>
          <p:spPr>
            <a:xfrm>
              <a:off x="7841386" y="4238282"/>
              <a:ext cx="8244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75%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05" name="Google Shape;305;p21"/>
          <p:cNvSpPr/>
          <p:nvPr/>
        </p:nvSpPr>
        <p:spPr>
          <a:xfrm>
            <a:off x="5165836" y="4355580"/>
            <a:ext cx="1884592" cy="246303"/>
          </a:xfrm>
          <a:custGeom>
            <a:rect b="b" l="l" r="r" t="t"/>
            <a:pathLst>
              <a:path extrusionOk="0" h="2888" w="79881">
                <a:moveTo>
                  <a:pt x="0" y="0"/>
                </a:moveTo>
                <a:lnTo>
                  <a:pt x="0" y="2888"/>
                </a:lnTo>
                <a:lnTo>
                  <a:pt x="79880" y="2888"/>
                </a:lnTo>
                <a:lnTo>
                  <a:pt x="7988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478214" y="1076831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4762418" y="1076758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308" name="Google Shape;308;p21"/>
          <p:cNvGrpSpPr/>
          <p:nvPr/>
        </p:nvGrpSpPr>
        <p:grpSpPr>
          <a:xfrm>
            <a:off x="5673824" y="1144104"/>
            <a:ext cx="2884516" cy="771792"/>
            <a:chOff x="5673824" y="1144104"/>
            <a:chExt cx="2884516" cy="771792"/>
          </a:xfrm>
        </p:grpSpPr>
        <p:grpSp>
          <p:nvGrpSpPr>
            <p:cNvPr id="309" name="Google Shape;309;p21"/>
            <p:cNvGrpSpPr/>
            <p:nvPr/>
          </p:nvGrpSpPr>
          <p:grpSpPr>
            <a:xfrm>
              <a:off x="5673824" y="1147520"/>
              <a:ext cx="1881300" cy="768375"/>
              <a:chOff x="5551570" y="1181722"/>
              <a:chExt cx="1881300" cy="768375"/>
            </a:xfrm>
          </p:grpSpPr>
          <p:sp>
            <p:nvSpPr>
              <p:cNvPr id="310" name="Google Shape;310;p21"/>
              <p:cNvSpPr txBox="1"/>
              <p:nvPr/>
            </p:nvSpPr>
            <p:spPr>
              <a:xfrm>
                <a:off x="5551570" y="1181722"/>
                <a:ext cx="1878000" cy="4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Mars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311" name="Google Shape;311;p21"/>
              <p:cNvSpPr txBox="1"/>
              <p:nvPr/>
            </p:nvSpPr>
            <p:spPr>
              <a:xfrm>
                <a:off x="5551570" y="1545398"/>
                <a:ext cx="1881300" cy="4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Despite being red, Mars is a cold place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312" name="Google Shape;312;p21"/>
            <p:cNvSpPr txBox="1"/>
            <p:nvPr/>
          </p:nvSpPr>
          <p:spPr>
            <a:xfrm>
              <a:off x="7733940" y="1144104"/>
              <a:ext cx="8244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4/5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313" name="Google Shape;313;p21"/>
          <p:cNvGrpSpPr/>
          <p:nvPr/>
        </p:nvGrpSpPr>
        <p:grpSpPr>
          <a:xfrm>
            <a:off x="1392620" y="1144104"/>
            <a:ext cx="2887816" cy="769270"/>
            <a:chOff x="1392620" y="1144104"/>
            <a:chExt cx="2887816" cy="769270"/>
          </a:xfrm>
        </p:grpSpPr>
        <p:grpSp>
          <p:nvGrpSpPr>
            <p:cNvPr id="314" name="Google Shape;314;p21"/>
            <p:cNvGrpSpPr/>
            <p:nvPr/>
          </p:nvGrpSpPr>
          <p:grpSpPr>
            <a:xfrm>
              <a:off x="1392620" y="1144974"/>
              <a:ext cx="1884600" cy="768400"/>
              <a:chOff x="1392620" y="1179176"/>
              <a:chExt cx="1884600" cy="768400"/>
            </a:xfrm>
          </p:grpSpPr>
          <p:sp>
            <p:nvSpPr>
              <p:cNvPr id="315" name="Google Shape;315;p21"/>
              <p:cNvSpPr txBox="1"/>
              <p:nvPr/>
            </p:nvSpPr>
            <p:spPr>
              <a:xfrm>
                <a:off x="1392620" y="1179176"/>
                <a:ext cx="1881300" cy="4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Venus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316" name="Google Shape;316;p21"/>
              <p:cNvSpPr txBox="1"/>
              <p:nvPr/>
            </p:nvSpPr>
            <p:spPr>
              <a:xfrm>
                <a:off x="1392620" y="1542876"/>
                <a:ext cx="1884600" cy="4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Venus is the second planet from the Sun 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317" name="Google Shape;317;p21"/>
            <p:cNvSpPr txBox="1"/>
            <p:nvPr/>
          </p:nvSpPr>
          <p:spPr>
            <a:xfrm>
              <a:off x="3456036" y="1144104"/>
              <a:ext cx="8244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2/5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318" name="Google Shape;318;p21"/>
          <p:cNvGrpSpPr/>
          <p:nvPr/>
        </p:nvGrpSpPr>
        <p:grpSpPr>
          <a:xfrm>
            <a:off x="3353427" y="1575854"/>
            <a:ext cx="1029650" cy="300166"/>
            <a:chOff x="3302120" y="1581682"/>
            <a:chExt cx="1029650" cy="404700"/>
          </a:xfrm>
        </p:grpSpPr>
        <p:sp>
          <p:nvSpPr>
            <p:cNvPr id="319" name="Google Shape;319;p21"/>
            <p:cNvSpPr/>
            <p:nvPr/>
          </p:nvSpPr>
          <p:spPr>
            <a:xfrm>
              <a:off x="3302120" y="1581682"/>
              <a:ext cx="167400" cy="40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3517682" y="1581682"/>
              <a:ext cx="167400" cy="40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3733245" y="1581682"/>
              <a:ext cx="167400" cy="404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3948807" y="1581682"/>
              <a:ext cx="167400" cy="404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4164370" y="1581682"/>
              <a:ext cx="167400" cy="404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324" name="Google Shape;324;p21"/>
          <p:cNvGrpSpPr/>
          <p:nvPr/>
        </p:nvGrpSpPr>
        <p:grpSpPr>
          <a:xfrm>
            <a:off x="7631331" y="1564511"/>
            <a:ext cx="1029650" cy="300166"/>
            <a:chOff x="7432870" y="1566389"/>
            <a:chExt cx="1029650" cy="404700"/>
          </a:xfrm>
        </p:grpSpPr>
        <p:sp>
          <p:nvSpPr>
            <p:cNvPr id="325" name="Google Shape;325;p21"/>
            <p:cNvSpPr/>
            <p:nvPr/>
          </p:nvSpPr>
          <p:spPr>
            <a:xfrm>
              <a:off x="7432870" y="1566389"/>
              <a:ext cx="167400" cy="404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7648432" y="1566389"/>
              <a:ext cx="167400" cy="404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7863995" y="1566389"/>
              <a:ext cx="167400" cy="404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8079557" y="1566389"/>
              <a:ext cx="167400" cy="404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8295120" y="1566389"/>
              <a:ext cx="167400" cy="404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330" name="Google Shape;330;p21"/>
          <p:cNvGrpSpPr/>
          <p:nvPr/>
        </p:nvGrpSpPr>
        <p:grpSpPr>
          <a:xfrm>
            <a:off x="478221" y="2286763"/>
            <a:ext cx="4420130" cy="2354764"/>
            <a:chOff x="478221" y="2286763"/>
            <a:chExt cx="4420130" cy="2354764"/>
          </a:xfrm>
        </p:grpSpPr>
        <p:grpSp>
          <p:nvGrpSpPr>
            <p:cNvPr id="331" name="Google Shape;331;p21"/>
            <p:cNvGrpSpPr/>
            <p:nvPr/>
          </p:nvGrpSpPr>
          <p:grpSpPr>
            <a:xfrm>
              <a:off x="478221" y="2286763"/>
              <a:ext cx="4420130" cy="2354764"/>
              <a:chOff x="233350" y="949250"/>
              <a:chExt cx="7137300" cy="3802300"/>
            </a:xfrm>
          </p:grpSpPr>
          <p:sp>
            <p:nvSpPr>
              <p:cNvPr id="332" name="Google Shape;332;p21"/>
              <p:cNvSpPr/>
              <p:nvPr/>
            </p:nvSpPr>
            <p:spPr>
              <a:xfrm>
                <a:off x="4428450" y="2808675"/>
                <a:ext cx="1478900" cy="330100"/>
              </a:xfrm>
              <a:custGeom>
                <a:rect b="b" l="l" r="r" t="t"/>
                <a:pathLst>
                  <a:path extrusionOk="0" h="13204" w="59156">
                    <a:moveTo>
                      <a:pt x="1" y="0"/>
                    </a:moveTo>
                    <a:lnTo>
                      <a:pt x="1" y="0"/>
                    </a:lnTo>
                    <a:close/>
                    <a:moveTo>
                      <a:pt x="59155" y="13203"/>
                    </a:move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1"/>
              <p:cNvSpPr/>
              <p:nvPr/>
            </p:nvSpPr>
            <p:spPr>
              <a:xfrm>
                <a:off x="2909400" y="1076125"/>
                <a:ext cx="4118650" cy="3109225"/>
              </a:xfrm>
              <a:custGeom>
                <a:rect b="b" l="l" r="r" t="t"/>
                <a:pathLst>
                  <a:path extrusionOk="0" h="124369" w="164746">
                    <a:moveTo>
                      <a:pt x="49520" y="11070"/>
                    </a:moveTo>
                    <a:cubicBezTo>
                      <a:pt x="49737" y="11070"/>
                      <a:pt x="49861" y="11136"/>
                      <a:pt x="49875" y="11358"/>
                    </a:cubicBezTo>
                    <a:cubicBezTo>
                      <a:pt x="49875" y="11575"/>
                      <a:pt x="49818" y="11698"/>
                      <a:pt x="49684" y="11698"/>
                    </a:cubicBezTo>
                    <a:cubicBezTo>
                      <a:pt x="49636" y="11698"/>
                      <a:pt x="49580" y="11683"/>
                      <a:pt x="49512" y="11651"/>
                    </a:cubicBezTo>
                    <a:cubicBezTo>
                      <a:pt x="49305" y="11565"/>
                      <a:pt x="49115" y="11444"/>
                      <a:pt x="48925" y="11323"/>
                    </a:cubicBezTo>
                    <a:lnTo>
                      <a:pt x="49339" y="11081"/>
                    </a:lnTo>
                    <a:cubicBezTo>
                      <a:pt x="49405" y="11074"/>
                      <a:pt x="49465" y="11070"/>
                      <a:pt x="49520" y="11070"/>
                    </a:cubicBezTo>
                    <a:close/>
                    <a:moveTo>
                      <a:pt x="46983" y="11081"/>
                    </a:moveTo>
                    <a:cubicBezTo>
                      <a:pt x="47014" y="11081"/>
                      <a:pt x="47051" y="11087"/>
                      <a:pt x="47093" y="11098"/>
                    </a:cubicBezTo>
                    <a:cubicBezTo>
                      <a:pt x="47369" y="11185"/>
                      <a:pt x="47870" y="11168"/>
                      <a:pt x="47767" y="11686"/>
                    </a:cubicBezTo>
                    <a:cubicBezTo>
                      <a:pt x="47732" y="11893"/>
                      <a:pt x="47888" y="12274"/>
                      <a:pt x="47490" y="12343"/>
                    </a:cubicBezTo>
                    <a:cubicBezTo>
                      <a:pt x="47110" y="12222"/>
                      <a:pt x="46834" y="11893"/>
                      <a:pt x="46799" y="11496"/>
                    </a:cubicBezTo>
                    <a:cubicBezTo>
                      <a:pt x="46784" y="11302"/>
                      <a:pt x="46782" y="11081"/>
                      <a:pt x="46983" y="11081"/>
                    </a:cubicBezTo>
                    <a:close/>
                    <a:moveTo>
                      <a:pt x="38158" y="11530"/>
                    </a:moveTo>
                    <a:cubicBezTo>
                      <a:pt x="38279" y="11530"/>
                      <a:pt x="38417" y="11703"/>
                      <a:pt x="38642" y="11876"/>
                    </a:cubicBezTo>
                    <a:cubicBezTo>
                      <a:pt x="38366" y="12118"/>
                      <a:pt x="38089" y="12360"/>
                      <a:pt x="37778" y="12585"/>
                    </a:cubicBezTo>
                    <a:cubicBezTo>
                      <a:pt x="35549" y="13967"/>
                      <a:pt x="35514" y="15903"/>
                      <a:pt x="37692" y="17268"/>
                    </a:cubicBezTo>
                    <a:cubicBezTo>
                      <a:pt x="38003" y="17458"/>
                      <a:pt x="38227" y="17631"/>
                      <a:pt x="38158" y="18080"/>
                    </a:cubicBezTo>
                    <a:cubicBezTo>
                      <a:pt x="38106" y="18529"/>
                      <a:pt x="37951" y="18599"/>
                      <a:pt x="37553" y="18737"/>
                    </a:cubicBezTo>
                    <a:cubicBezTo>
                      <a:pt x="36568" y="19117"/>
                      <a:pt x="36309" y="19981"/>
                      <a:pt x="36378" y="20949"/>
                    </a:cubicBezTo>
                    <a:cubicBezTo>
                      <a:pt x="36427" y="21679"/>
                      <a:pt x="36279" y="22143"/>
                      <a:pt x="35819" y="22143"/>
                    </a:cubicBezTo>
                    <a:cubicBezTo>
                      <a:pt x="35625" y="22143"/>
                      <a:pt x="35377" y="22061"/>
                      <a:pt x="35065" y="21882"/>
                    </a:cubicBezTo>
                    <a:cubicBezTo>
                      <a:pt x="34913" y="21798"/>
                      <a:pt x="34745" y="21754"/>
                      <a:pt x="34578" y="21754"/>
                    </a:cubicBezTo>
                    <a:cubicBezTo>
                      <a:pt x="34403" y="21754"/>
                      <a:pt x="34230" y="21802"/>
                      <a:pt x="34080" y="21899"/>
                    </a:cubicBezTo>
                    <a:cubicBezTo>
                      <a:pt x="33134" y="22372"/>
                      <a:pt x="32094" y="22613"/>
                      <a:pt x="31041" y="22613"/>
                    </a:cubicBezTo>
                    <a:cubicBezTo>
                      <a:pt x="30747" y="22613"/>
                      <a:pt x="30451" y="22594"/>
                      <a:pt x="30157" y="22556"/>
                    </a:cubicBezTo>
                    <a:cubicBezTo>
                      <a:pt x="29915" y="22521"/>
                      <a:pt x="29759" y="22608"/>
                      <a:pt x="29829" y="22262"/>
                    </a:cubicBezTo>
                    <a:lnTo>
                      <a:pt x="29829" y="22262"/>
                    </a:lnTo>
                    <a:lnTo>
                      <a:pt x="29829" y="22279"/>
                    </a:lnTo>
                    <a:cubicBezTo>
                      <a:pt x="29898" y="21986"/>
                      <a:pt x="29984" y="21882"/>
                      <a:pt x="30364" y="21830"/>
                    </a:cubicBezTo>
                    <a:cubicBezTo>
                      <a:pt x="31505" y="21675"/>
                      <a:pt x="32836" y="21467"/>
                      <a:pt x="33354" y="20361"/>
                    </a:cubicBezTo>
                    <a:cubicBezTo>
                      <a:pt x="33821" y="19342"/>
                      <a:pt x="33872" y="18184"/>
                      <a:pt x="34927" y="17458"/>
                    </a:cubicBezTo>
                    <a:cubicBezTo>
                      <a:pt x="35238" y="17216"/>
                      <a:pt x="34978" y="16836"/>
                      <a:pt x="34667" y="16594"/>
                    </a:cubicBezTo>
                    <a:cubicBezTo>
                      <a:pt x="33216" y="15436"/>
                      <a:pt x="33907" y="14572"/>
                      <a:pt x="35099" y="13846"/>
                    </a:cubicBezTo>
                    <a:cubicBezTo>
                      <a:pt x="35860" y="13380"/>
                      <a:pt x="36724" y="13086"/>
                      <a:pt x="37018" y="12066"/>
                    </a:cubicBezTo>
                    <a:cubicBezTo>
                      <a:pt x="37156" y="11582"/>
                      <a:pt x="37709" y="11548"/>
                      <a:pt x="38158" y="11530"/>
                    </a:cubicBezTo>
                    <a:close/>
                    <a:moveTo>
                      <a:pt x="46802" y="32066"/>
                    </a:moveTo>
                    <a:cubicBezTo>
                      <a:pt x="47245" y="32066"/>
                      <a:pt x="47720" y="32469"/>
                      <a:pt x="47888" y="33080"/>
                    </a:cubicBezTo>
                    <a:cubicBezTo>
                      <a:pt x="48059" y="33754"/>
                      <a:pt x="48393" y="34225"/>
                      <a:pt x="48918" y="34225"/>
                    </a:cubicBezTo>
                    <a:cubicBezTo>
                      <a:pt x="49080" y="34225"/>
                      <a:pt x="49261" y="34181"/>
                      <a:pt x="49460" y="34083"/>
                    </a:cubicBezTo>
                    <a:cubicBezTo>
                      <a:pt x="50103" y="33764"/>
                      <a:pt x="50701" y="33627"/>
                      <a:pt x="51269" y="33627"/>
                    </a:cubicBezTo>
                    <a:cubicBezTo>
                      <a:pt x="52489" y="33627"/>
                      <a:pt x="53566" y="34260"/>
                      <a:pt x="54628" y="35085"/>
                    </a:cubicBezTo>
                    <a:cubicBezTo>
                      <a:pt x="54818" y="35223"/>
                      <a:pt x="55008" y="35396"/>
                      <a:pt x="55163" y="35586"/>
                    </a:cubicBezTo>
                    <a:cubicBezTo>
                      <a:pt x="55543" y="36053"/>
                      <a:pt x="56684" y="36070"/>
                      <a:pt x="56321" y="36917"/>
                    </a:cubicBezTo>
                    <a:lnTo>
                      <a:pt x="56321" y="36934"/>
                    </a:lnTo>
                    <a:cubicBezTo>
                      <a:pt x="56149" y="37350"/>
                      <a:pt x="55751" y="37415"/>
                      <a:pt x="55318" y="37415"/>
                    </a:cubicBezTo>
                    <a:cubicBezTo>
                      <a:pt x="55122" y="37415"/>
                      <a:pt x="54919" y="37401"/>
                      <a:pt x="54727" y="37401"/>
                    </a:cubicBezTo>
                    <a:cubicBezTo>
                      <a:pt x="54620" y="37401"/>
                      <a:pt x="54517" y="37405"/>
                      <a:pt x="54420" y="37418"/>
                    </a:cubicBezTo>
                    <a:cubicBezTo>
                      <a:pt x="54278" y="37432"/>
                      <a:pt x="54136" y="37440"/>
                      <a:pt x="53995" y="37440"/>
                    </a:cubicBezTo>
                    <a:cubicBezTo>
                      <a:pt x="53292" y="37440"/>
                      <a:pt x="52602" y="37262"/>
                      <a:pt x="51983" y="36917"/>
                    </a:cubicBezTo>
                    <a:cubicBezTo>
                      <a:pt x="51332" y="36539"/>
                      <a:pt x="50680" y="36418"/>
                      <a:pt x="50028" y="36418"/>
                    </a:cubicBezTo>
                    <a:cubicBezTo>
                      <a:pt x="48867" y="36418"/>
                      <a:pt x="47706" y="36802"/>
                      <a:pt x="46545" y="36802"/>
                    </a:cubicBezTo>
                    <a:cubicBezTo>
                      <a:pt x="46302" y="36802"/>
                      <a:pt x="46058" y="36785"/>
                      <a:pt x="45814" y="36744"/>
                    </a:cubicBezTo>
                    <a:cubicBezTo>
                      <a:pt x="44881" y="36588"/>
                      <a:pt x="44552" y="36105"/>
                      <a:pt x="44673" y="35241"/>
                    </a:cubicBezTo>
                    <a:cubicBezTo>
                      <a:pt x="44846" y="34083"/>
                      <a:pt x="45537" y="33115"/>
                      <a:pt x="46263" y="32320"/>
                    </a:cubicBezTo>
                    <a:cubicBezTo>
                      <a:pt x="46417" y="32145"/>
                      <a:pt x="46607" y="32066"/>
                      <a:pt x="46802" y="32066"/>
                    </a:cubicBezTo>
                    <a:close/>
                    <a:moveTo>
                      <a:pt x="64554" y="31370"/>
                    </a:moveTo>
                    <a:cubicBezTo>
                      <a:pt x="64860" y="31370"/>
                      <a:pt x="65185" y="31437"/>
                      <a:pt x="65532" y="31594"/>
                    </a:cubicBezTo>
                    <a:cubicBezTo>
                      <a:pt x="65878" y="31767"/>
                      <a:pt x="65930" y="32251"/>
                      <a:pt x="65636" y="32493"/>
                    </a:cubicBezTo>
                    <a:cubicBezTo>
                      <a:pt x="64063" y="34065"/>
                      <a:pt x="64184" y="35085"/>
                      <a:pt x="65895" y="36588"/>
                    </a:cubicBezTo>
                    <a:cubicBezTo>
                      <a:pt x="67243" y="37815"/>
                      <a:pt x="67762" y="39544"/>
                      <a:pt x="68211" y="41237"/>
                    </a:cubicBezTo>
                    <a:cubicBezTo>
                      <a:pt x="68364" y="41802"/>
                      <a:pt x="68057" y="41990"/>
                      <a:pt x="67435" y="41990"/>
                    </a:cubicBezTo>
                    <a:cubicBezTo>
                      <a:pt x="67353" y="41990"/>
                      <a:pt x="67266" y="41986"/>
                      <a:pt x="67174" y="41980"/>
                    </a:cubicBezTo>
                    <a:cubicBezTo>
                      <a:pt x="66517" y="41064"/>
                      <a:pt x="64271" y="41825"/>
                      <a:pt x="64547" y="39146"/>
                    </a:cubicBezTo>
                    <a:lnTo>
                      <a:pt x="64547" y="39146"/>
                    </a:lnTo>
                    <a:lnTo>
                      <a:pt x="64547" y="39181"/>
                    </a:lnTo>
                    <a:cubicBezTo>
                      <a:pt x="64685" y="37885"/>
                      <a:pt x="63113" y="36295"/>
                      <a:pt x="62076" y="35050"/>
                    </a:cubicBezTo>
                    <a:cubicBezTo>
                      <a:pt x="61281" y="34100"/>
                      <a:pt x="61385" y="33288"/>
                      <a:pt x="62076" y="32683"/>
                    </a:cubicBezTo>
                    <a:cubicBezTo>
                      <a:pt x="62786" y="32052"/>
                      <a:pt x="63577" y="31370"/>
                      <a:pt x="64554" y="31370"/>
                    </a:cubicBezTo>
                    <a:close/>
                    <a:moveTo>
                      <a:pt x="30705" y="33465"/>
                    </a:moveTo>
                    <a:cubicBezTo>
                      <a:pt x="30874" y="33465"/>
                      <a:pt x="31043" y="33637"/>
                      <a:pt x="31090" y="33720"/>
                    </a:cubicBezTo>
                    <a:cubicBezTo>
                      <a:pt x="31920" y="35120"/>
                      <a:pt x="33579" y="35258"/>
                      <a:pt x="34719" y="36226"/>
                    </a:cubicBezTo>
                    <a:cubicBezTo>
                      <a:pt x="36205" y="37487"/>
                      <a:pt x="36275" y="39354"/>
                      <a:pt x="37191" y="40822"/>
                    </a:cubicBezTo>
                    <a:cubicBezTo>
                      <a:pt x="37484" y="41289"/>
                      <a:pt x="37571" y="41980"/>
                      <a:pt x="37968" y="42274"/>
                    </a:cubicBezTo>
                    <a:cubicBezTo>
                      <a:pt x="38403" y="42594"/>
                      <a:pt x="39075" y="43217"/>
                      <a:pt x="39556" y="43217"/>
                    </a:cubicBezTo>
                    <a:cubicBezTo>
                      <a:pt x="39725" y="43217"/>
                      <a:pt x="39870" y="43141"/>
                      <a:pt x="39973" y="42948"/>
                    </a:cubicBezTo>
                    <a:cubicBezTo>
                      <a:pt x="40336" y="42274"/>
                      <a:pt x="41234" y="41289"/>
                      <a:pt x="40543" y="40183"/>
                    </a:cubicBezTo>
                    <a:cubicBezTo>
                      <a:pt x="40301" y="39803"/>
                      <a:pt x="39610" y="39215"/>
                      <a:pt x="40284" y="38904"/>
                    </a:cubicBezTo>
                    <a:cubicBezTo>
                      <a:pt x="40592" y="38765"/>
                      <a:pt x="41024" y="38302"/>
                      <a:pt x="41439" y="38302"/>
                    </a:cubicBezTo>
                    <a:cubicBezTo>
                      <a:pt x="41746" y="38302"/>
                      <a:pt x="42043" y="38557"/>
                      <a:pt x="42271" y="39388"/>
                    </a:cubicBezTo>
                    <a:cubicBezTo>
                      <a:pt x="42782" y="41200"/>
                      <a:pt x="43748" y="43327"/>
                      <a:pt x="46038" y="43327"/>
                    </a:cubicBezTo>
                    <a:cubicBezTo>
                      <a:pt x="46150" y="43327"/>
                      <a:pt x="46266" y="43321"/>
                      <a:pt x="46384" y="43311"/>
                    </a:cubicBezTo>
                    <a:cubicBezTo>
                      <a:pt x="46463" y="43304"/>
                      <a:pt x="46542" y="43300"/>
                      <a:pt x="46620" y="43300"/>
                    </a:cubicBezTo>
                    <a:cubicBezTo>
                      <a:pt x="47585" y="43300"/>
                      <a:pt x="48526" y="43802"/>
                      <a:pt x="49487" y="43802"/>
                    </a:cubicBezTo>
                    <a:cubicBezTo>
                      <a:pt x="49955" y="43802"/>
                      <a:pt x="50429" y="43683"/>
                      <a:pt x="50912" y="43328"/>
                    </a:cubicBezTo>
                    <a:cubicBezTo>
                      <a:pt x="51106" y="43191"/>
                      <a:pt x="51242" y="43135"/>
                      <a:pt x="51336" y="43135"/>
                    </a:cubicBezTo>
                    <a:cubicBezTo>
                      <a:pt x="51643" y="43135"/>
                      <a:pt x="51508" y="43736"/>
                      <a:pt x="51534" y="44054"/>
                    </a:cubicBezTo>
                    <a:cubicBezTo>
                      <a:pt x="51845" y="45488"/>
                      <a:pt x="50843" y="46629"/>
                      <a:pt x="50618" y="47942"/>
                    </a:cubicBezTo>
                    <a:cubicBezTo>
                      <a:pt x="50585" y="48144"/>
                      <a:pt x="50240" y="48444"/>
                      <a:pt x="50046" y="48444"/>
                    </a:cubicBezTo>
                    <a:cubicBezTo>
                      <a:pt x="50041" y="48444"/>
                      <a:pt x="50036" y="48444"/>
                      <a:pt x="50031" y="48444"/>
                    </a:cubicBezTo>
                    <a:cubicBezTo>
                      <a:pt x="49523" y="48389"/>
                      <a:pt x="49010" y="48372"/>
                      <a:pt x="48494" y="48372"/>
                    </a:cubicBezTo>
                    <a:cubicBezTo>
                      <a:pt x="47534" y="48372"/>
                      <a:pt x="46564" y="48433"/>
                      <a:pt x="45600" y="48433"/>
                    </a:cubicBezTo>
                    <a:cubicBezTo>
                      <a:pt x="43779" y="48433"/>
                      <a:pt x="41984" y="48215"/>
                      <a:pt x="40336" y="46957"/>
                    </a:cubicBezTo>
                    <a:cubicBezTo>
                      <a:pt x="40033" y="46726"/>
                      <a:pt x="39675" y="46623"/>
                      <a:pt x="39308" y="46623"/>
                    </a:cubicBezTo>
                    <a:cubicBezTo>
                      <a:pt x="38250" y="46623"/>
                      <a:pt x="37116" y="47478"/>
                      <a:pt x="37000" y="48582"/>
                    </a:cubicBezTo>
                    <a:cubicBezTo>
                      <a:pt x="36972" y="48947"/>
                      <a:pt x="36796" y="49426"/>
                      <a:pt x="36527" y="49426"/>
                    </a:cubicBezTo>
                    <a:cubicBezTo>
                      <a:pt x="36465" y="49426"/>
                      <a:pt x="36398" y="49400"/>
                      <a:pt x="36326" y="49342"/>
                    </a:cubicBezTo>
                    <a:cubicBezTo>
                      <a:pt x="35376" y="48582"/>
                      <a:pt x="34045" y="48772"/>
                      <a:pt x="33147" y="47752"/>
                    </a:cubicBezTo>
                    <a:cubicBezTo>
                      <a:pt x="32334" y="46819"/>
                      <a:pt x="30900" y="46785"/>
                      <a:pt x="29673" y="46525"/>
                    </a:cubicBezTo>
                    <a:cubicBezTo>
                      <a:pt x="28913" y="46370"/>
                      <a:pt x="27807" y="46422"/>
                      <a:pt x="28567" y="44953"/>
                    </a:cubicBezTo>
                    <a:cubicBezTo>
                      <a:pt x="28982" y="44158"/>
                      <a:pt x="29034" y="43000"/>
                      <a:pt x="28515" y="42257"/>
                    </a:cubicBezTo>
                    <a:cubicBezTo>
                      <a:pt x="28230" y="41853"/>
                      <a:pt x="27848" y="41722"/>
                      <a:pt x="27412" y="41722"/>
                    </a:cubicBezTo>
                    <a:cubicBezTo>
                      <a:pt x="27028" y="41722"/>
                      <a:pt x="26602" y="41823"/>
                      <a:pt x="26165" y="41928"/>
                    </a:cubicBezTo>
                    <a:cubicBezTo>
                      <a:pt x="25497" y="42091"/>
                      <a:pt x="24818" y="42128"/>
                      <a:pt x="24133" y="42128"/>
                    </a:cubicBezTo>
                    <a:cubicBezTo>
                      <a:pt x="23569" y="42128"/>
                      <a:pt x="23001" y="42103"/>
                      <a:pt x="22432" y="42103"/>
                    </a:cubicBezTo>
                    <a:cubicBezTo>
                      <a:pt x="21707" y="42103"/>
                      <a:pt x="20980" y="42143"/>
                      <a:pt x="20255" y="42326"/>
                    </a:cubicBezTo>
                    <a:cubicBezTo>
                      <a:pt x="19287" y="42585"/>
                      <a:pt x="18319" y="42862"/>
                      <a:pt x="17559" y="43380"/>
                    </a:cubicBezTo>
                    <a:cubicBezTo>
                      <a:pt x="17082" y="43705"/>
                      <a:pt x="16613" y="43798"/>
                      <a:pt x="16149" y="43798"/>
                    </a:cubicBezTo>
                    <a:cubicBezTo>
                      <a:pt x="15538" y="43798"/>
                      <a:pt x="14935" y="43638"/>
                      <a:pt x="14326" y="43638"/>
                    </a:cubicBezTo>
                    <a:cubicBezTo>
                      <a:pt x="14292" y="43638"/>
                      <a:pt x="14258" y="43638"/>
                      <a:pt x="14223" y="43639"/>
                    </a:cubicBezTo>
                    <a:cubicBezTo>
                      <a:pt x="14120" y="43622"/>
                      <a:pt x="14016" y="43570"/>
                      <a:pt x="13930" y="43466"/>
                    </a:cubicBezTo>
                    <a:cubicBezTo>
                      <a:pt x="14043" y="43169"/>
                      <a:pt x="14308" y="43115"/>
                      <a:pt x="14562" y="43115"/>
                    </a:cubicBezTo>
                    <a:cubicBezTo>
                      <a:pt x="14617" y="43115"/>
                      <a:pt x="14672" y="43118"/>
                      <a:pt x="14725" y="43121"/>
                    </a:cubicBezTo>
                    <a:cubicBezTo>
                      <a:pt x="14838" y="43129"/>
                      <a:pt x="14949" y="43134"/>
                      <a:pt x="15058" y="43134"/>
                    </a:cubicBezTo>
                    <a:cubicBezTo>
                      <a:pt x="16723" y="43134"/>
                      <a:pt x="17967" y="42165"/>
                      <a:pt x="18388" y="40771"/>
                    </a:cubicBezTo>
                    <a:cubicBezTo>
                      <a:pt x="18976" y="38921"/>
                      <a:pt x="20808" y="38282"/>
                      <a:pt x="21482" y="37090"/>
                    </a:cubicBezTo>
                    <a:cubicBezTo>
                      <a:pt x="22174" y="35865"/>
                      <a:pt x="22770" y="35535"/>
                      <a:pt x="23579" y="35535"/>
                    </a:cubicBezTo>
                    <a:cubicBezTo>
                      <a:pt x="23899" y="35535"/>
                      <a:pt x="24254" y="35587"/>
                      <a:pt x="24661" y="35655"/>
                    </a:cubicBezTo>
                    <a:cubicBezTo>
                      <a:pt x="24682" y="35658"/>
                      <a:pt x="24703" y="35660"/>
                      <a:pt x="24725" y="35660"/>
                    </a:cubicBezTo>
                    <a:cubicBezTo>
                      <a:pt x="25065" y="35660"/>
                      <a:pt x="25513" y="35293"/>
                      <a:pt x="25854" y="35033"/>
                    </a:cubicBezTo>
                    <a:cubicBezTo>
                      <a:pt x="26267" y="34730"/>
                      <a:pt x="26584" y="34570"/>
                      <a:pt x="26849" y="34570"/>
                    </a:cubicBezTo>
                    <a:cubicBezTo>
                      <a:pt x="27249" y="34570"/>
                      <a:pt x="27529" y="34935"/>
                      <a:pt x="27841" y="35724"/>
                    </a:cubicBezTo>
                    <a:cubicBezTo>
                      <a:pt x="28325" y="36969"/>
                      <a:pt x="29742" y="37574"/>
                      <a:pt x="30952" y="38161"/>
                    </a:cubicBezTo>
                    <a:cubicBezTo>
                      <a:pt x="31712" y="38524"/>
                      <a:pt x="32732" y="38852"/>
                      <a:pt x="32680" y="39716"/>
                    </a:cubicBezTo>
                    <a:cubicBezTo>
                      <a:pt x="32594" y="40753"/>
                      <a:pt x="31488" y="40546"/>
                      <a:pt x="30710" y="40615"/>
                    </a:cubicBezTo>
                    <a:cubicBezTo>
                      <a:pt x="30312" y="40650"/>
                      <a:pt x="29794" y="40598"/>
                      <a:pt x="29673" y="41134"/>
                    </a:cubicBezTo>
                    <a:cubicBezTo>
                      <a:pt x="29552" y="41669"/>
                      <a:pt x="30036" y="41825"/>
                      <a:pt x="30382" y="42032"/>
                    </a:cubicBezTo>
                    <a:cubicBezTo>
                      <a:pt x="30898" y="42336"/>
                      <a:pt x="31474" y="42934"/>
                      <a:pt x="32011" y="42934"/>
                    </a:cubicBezTo>
                    <a:cubicBezTo>
                      <a:pt x="32175" y="42934"/>
                      <a:pt x="32336" y="42878"/>
                      <a:pt x="32490" y="42741"/>
                    </a:cubicBezTo>
                    <a:cubicBezTo>
                      <a:pt x="33354" y="41963"/>
                      <a:pt x="33890" y="40788"/>
                      <a:pt x="34512" y="39751"/>
                    </a:cubicBezTo>
                    <a:cubicBezTo>
                      <a:pt x="34586" y="39617"/>
                      <a:pt x="34289" y="39329"/>
                      <a:pt x="34602" y="39329"/>
                    </a:cubicBezTo>
                    <a:cubicBezTo>
                      <a:pt x="34653" y="39329"/>
                      <a:pt x="34719" y="39337"/>
                      <a:pt x="34806" y="39354"/>
                    </a:cubicBezTo>
                    <a:cubicBezTo>
                      <a:pt x="34890" y="39373"/>
                      <a:pt x="34965" y="39381"/>
                      <a:pt x="35031" y="39381"/>
                    </a:cubicBezTo>
                    <a:cubicBezTo>
                      <a:pt x="35567" y="39381"/>
                      <a:pt x="35557" y="38814"/>
                      <a:pt x="35341" y="38507"/>
                    </a:cubicBezTo>
                    <a:cubicBezTo>
                      <a:pt x="34806" y="37781"/>
                      <a:pt x="34546" y="36658"/>
                      <a:pt x="33561" y="36468"/>
                    </a:cubicBezTo>
                    <a:cubicBezTo>
                      <a:pt x="32248" y="36208"/>
                      <a:pt x="31591" y="35206"/>
                      <a:pt x="30727" y="34411"/>
                    </a:cubicBezTo>
                    <a:cubicBezTo>
                      <a:pt x="30468" y="34169"/>
                      <a:pt x="30278" y="33910"/>
                      <a:pt x="30485" y="33599"/>
                    </a:cubicBezTo>
                    <a:cubicBezTo>
                      <a:pt x="30551" y="33501"/>
                      <a:pt x="30628" y="33465"/>
                      <a:pt x="30705" y="33465"/>
                    </a:cubicBezTo>
                    <a:close/>
                    <a:moveTo>
                      <a:pt x="65829" y="50622"/>
                    </a:moveTo>
                    <a:cubicBezTo>
                      <a:pt x="66138" y="50622"/>
                      <a:pt x="66376" y="50877"/>
                      <a:pt x="66569" y="51209"/>
                    </a:cubicBezTo>
                    <a:cubicBezTo>
                      <a:pt x="67601" y="52923"/>
                      <a:pt x="68767" y="54401"/>
                      <a:pt x="70703" y="54401"/>
                    </a:cubicBezTo>
                    <a:cubicBezTo>
                      <a:pt x="71167" y="54401"/>
                      <a:pt x="71676" y="54316"/>
                      <a:pt x="72237" y="54129"/>
                    </a:cubicBezTo>
                    <a:cubicBezTo>
                      <a:pt x="72263" y="54119"/>
                      <a:pt x="72291" y="54114"/>
                      <a:pt x="72320" y="54114"/>
                    </a:cubicBezTo>
                    <a:cubicBezTo>
                      <a:pt x="72487" y="54114"/>
                      <a:pt x="72701" y="54260"/>
                      <a:pt x="72877" y="54319"/>
                    </a:cubicBezTo>
                    <a:cubicBezTo>
                      <a:pt x="72687" y="54406"/>
                      <a:pt x="72514" y="54527"/>
                      <a:pt x="72358" y="54665"/>
                    </a:cubicBezTo>
                    <a:lnTo>
                      <a:pt x="72358" y="54682"/>
                    </a:lnTo>
                    <a:cubicBezTo>
                      <a:pt x="71675" y="55659"/>
                      <a:pt x="71022" y="56681"/>
                      <a:pt x="69648" y="56681"/>
                    </a:cubicBezTo>
                    <a:cubicBezTo>
                      <a:pt x="69564" y="56681"/>
                      <a:pt x="69476" y="56678"/>
                      <a:pt x="69386" y="56669"/>
                    </a:cubicBezTo>
                    <a:cubicBezTo>
                      <a:pt x="69196" y="56600"/>
                      <a:pt x="68850" y="56549"/>
                      <a:pt x="68850" y="56445"/>
                    </a:cubicBezTo>
                    <a:cubicBezTo>
                      <a:pt x="68660" y="54216"/>
                      <a:pt x="66258" y="53559"/>
                      <a:pt x="65532" y="51727"/>
                    </a:cubicBezTo>
                    <a:cubicBezTo>
                      <a:pt x="65394" y="51381"/>
                      <a:pt x="64945" y="50932"/>
                      <a:pt x="65584" y="50673"/>
                    </a:cubicBezTo>
                    <a:cubicBezTo>
                      <a:pt x="65670" y="50638"/>
                      <a:pt x="65752" y="50622"/>
                      <a:pt x="65829" y="50622"/>
                    </a:cubicBezTo>
                    <a:close/>
                    <a:moveTo>
                      <a:pt x="50497" y="52695"/>
                    </a:moveTo>
                    <a:lnTo>
                      <a:pt x="50497" y="52695"/>
                    </a:lnTo>
                    <a:cubicBezTo>
                      <a:pt x="51016" y="52885"/>
                      <a:pt x="51863" y="52937"/>
                      <a:pt x="52001" y="53265"/>
                    </a:cubicBezTo>
                    <a:cubicBezTo>
                      <a:pt x="53055" y="55840"/>
                      <a:pt x="55734" y="57464"/>
                      <a:pt x="56114" y="60420"/>
                    </a:cubicBezTo>
                    <a:cubicBezTo>
                      <a:pt x="56252" y="61439"/>
                      <a:pt x="57323" y="61802"/>
                      <a:pt x="57859" y="62580"/>
                    </a:cubicBezTo>
                    <a:cubicBezTo>
                      <a:pt x="59294" y="64654"/>
                      <a:pt x="60106" y="66952"/>
                      <a:pt x="60763" y="69337"/>
                    </a:cubicBezTo>
                    <a:cubicBezTo>
                      <a:pt x="58533" y="67643"/>
                      <a:pt x="56615" y="65656"/>
                      <a:pt x="55336" y="63133"/>
                    </a:cubicBezTo>
                    <a:cubicBezTo>
                      <a:pt x="55198" y="62874"/>
                      <a:pt x="55008" y="62614"/>
                      <a:pt x="55008" y="62355"/>
                    </a:cubicBezTo>
                    <a:cubicBezTo>
                      <a:pt x="54990" y="58916"/>
                      <a:pt x="52139" y="56739"/>
                      <a:pt x="51189" y="53697"/>
                    </a:cubicBezTo>
                    <a:cubicBezTo>
                      <a:pt x="51085" y="53334"/>
                      <a:pt x="50739" y="53040"/>
                      <a:pt x="50497" y="52695"/>
                    </a:cubicBezTo>
                    <a:close/>
                    <a:moveTo>
                      <a:pt x="87976" y="1"/>
                    </a:moveTo>
                    <a:cubicBezTo>
                      <a:pt x="87018" y="1"/>
                      <a:pt x="85745" y="1010"/>
                      <a:pt x="84455" y="1127"/>
                    </a:cubicBezTo>
                    <a:cubicBezTo>
                      <a:pt x="83776" y="1176"/>
                      <a:pt x="83111" y="1512"/>
                      <a:pt x="82448" y="1512"/>
                    </a:cubicBezTo>
                    <a:cubicBezTo>
                      <a:pt x="82403" y="1512"/>
                      <a:pt x="82358" y="1511"/>
                      <a:pt x="82313" y="1507"/>
                    </a:cubicBezTo>
                    <a:cubicBezTo>
                      <a:pt x="82281" y="1506"/>
                      <a:pt x="82250" y="1506"/>
                      <a:pt x="82218" y="1506"/>
                    </a:cubicBezTo>
                    <a:cubicBezTo>
                      <a:pt x="80376" y="1506"/>
                      <a:pt x="79245" y="3375"/>
                      <a:pt x="77443" y="3375"/>
                    </a:cubicBezTo>
                    <a:cubicBezTo>
                      <a:pt x="77340" y="3375"/>
                      <a:pt x="77235" y="3369"/>
                      <a:pt x="77128" y="3356"/>
                    </a:cubicBezTo>
                    <a:cubicBezTo>
                      <a:pt x="77026" y="3344"/>
                      <a:pt x="76928" y="3335"/>
                      <a:pt x="76837" y="3335"/>
                    </a:cubicBezTo>
                    <a:cubicBezTo>
                      <a:pt x="76434" y="3335"/>
                      <a:pt x="76136" y="3491"/>
                      <a:pt x="75953" y="4082"/>
                    </a:cubicBezTo>
                    <a:cubicBezTo>
                      <a:pt x="75843" y="4459"/>
                      <a:pt x="75132" y="4980"/>
                      <a:pt x="74758" y="4980"/>
                    </a:cubicBezTo>
                    <a:cubicBezTo>
                      <a:pt x="74720" y="4980"/>
                      <a:pt x="74687" y="4974"/>
                      <a:pt x="74657" y="4964"/>
                    </a:cubicBezTo>
                    <a:cubicBezTo>
                      <a:pt x="73910" y="4715"/>
                      <a:pt x="73366" y="4590"/>
                      <a:pt x="73013" y="4590"/>
                    </a:cubicBezTo>
                    <a:cubicBezTo>
                      <a:pt x="72190" y="4590"/>
                      <a:pt x="72409" y="5268"/>
                      <a:pt x="73534" y="6623"/>
                    </a:cubicBezTo>
                    <a:cubicBezTo>
                      <a:pt x="73585" y="6692"/>
                      <a:pt x="73499" y="6882"/>
                      <a:pt x="73482" y="7003"/>
                    </a:cubicBezTo>
                    <a:cubicBezTo>
                      <a:pt x="73413" y="6968"/>
                      <a:pt x="73292" y="6951"/>
                      <a:pt x="73240" y="6882"/>
                    </a:cubicBezTo>
                    <a:cubicBezTo>
                      <a:pt x="72877" y="6381"/>
                      <a:pt x="72324" y="5914"/>
                      <a:pt x="72220" y="5344"/>
                    </a:cubicBezTo>
                    <a:cubicBezTo>
                      <a:pt x="72065" y="4531"/>
                      <a:pt x="71961" y="3840"/>
                      <a:pt x="71010" y="3650"/>
                    </a:cubicBezTo>
                    <a:cubicBezTo>
                      <a:pt x="70839" y="3615"/>
                      <a:pt x="70680" y="3599"/>
                      <a:pt x="70533" y="3599"/>
                    </a:cubicBezTo>
                    <a:cubicBezTo>
                      <a:pt x="69359" y="3599"/>
                      <a:pt x="68898" y="4626"/>
                      <a:pt x="68315" y="5517"/>
                    </a:cubicBezTo>
                    <a:cubicBezTo>
                      <a:pt x="67865" y="6208"/>
                      <a:pt x="68349" y="6536"/>
                      <a:pt x="68729" y="6934"/>
                    </a:cubicBezTo>
                    <a:cubicBezTo>
                      <a:pt x="68798" y="7003"/>
                      <a:pt x="68850" y="7089"/>
                      <a:pt x="68902" y="7176"/>
                    </a:cubicBezTo>
                    <a:cubicBezTo>
                      <a:pt x="68817" y="7188"/>
                      <a:pt x="68731" y="7200"/>
                      <a:pt x="68645" y="7200"/>
                    </a:cubicBezTo>
                    <a:cubicBezTo>
                      <a:pt x="68610" y="7200"/>
                      <a:pt x="68575" y="7198"/>
                      <a:pt x="68539" y="7193"/>
                    </a:cubicBezTo>
                    <a:cubicBezTo>
                      <a:pt x="67376" y="7024"/>
                      <a:pt x="66212" y="6691"/>
                      <a:pt x="65033" y="6691"/>
                    </a:cubicBezTo>
                    <a:cubicBezTo>
                      <a:pt x="65003" y="6691"/>
                      <a:pt x="64974" y="6691"/>
                      <a:pt x="64945" y="6692"/>
                    </a:cubicBezTo>
                    <a:cubicBezTo>
                      <a:pt x="64584" y="6692"/>
                      <a:pt x="63909" y="6196"/>
                      <a:pt x="63437" y="6196"/>
                    </a:cubicBezTo>
                    <a:cubicBezTo>
                      <a:pt x="63072" y="6196"/>
                      <a:pt x="62827" y="6492"/>
                      <a:pt x="62940" y="7538"/>
                    </a:cubicBezTo>
                    <a:cubicBezTo>
                      <a:pt x="62940" y="7608"/>
                      <a:pt x="62525" y="7711"/>
                      <a:pt x="62283" y="7798"/>
                    </a:cubicBezTo>
                    <a:cubicBezTo>
                      <a:pt x="61879" y="7955"/>
                      <a:pt x="61464" y="8005"/>
                      <a:pt x="61043" y="8005"/>
                    </a:cubicBezTo>
                    <a:cubicBezTo>
                      <a:pt x="60325" y="8005"/>
                      <a:pt x="59591" y="7860"/>
                      <a:pt x="58870" y="7860"/>
                    </a:cubicBezTo>
                    <a:cubicBezTo>
                      <a:pt x="58295" y="7860"/>
                      <a:pt x="57729" y="7952"/>
                      <a:pt x="57185" y="8282"/>
                    </a:cubicBezTo>
                    <a:cubicBezTo>
                      <a:pt x="56736" y="8610"/>
                      <a:pt x="56304" y="8938"/>
                      <a:pt x="55837" y="9267"/>
                    </a:cubicBezTo>
                    <a:cubicBezTo>
                      <a:pt x="55671" y="9381"/>
                      <a:pt x="55417" y="9527"/>
                      <a:pt x="55226" y="9527"/>
                    </a:cubicBezTo>
                    <a:cubicBezTo>
                      <a:pt x="55100" y="9527"/>
                      <a:pt x="55001" y="9463"/>
                      <a:pt x="54973" y="9284"/>
                    </a:cubicBezTo>
                    <a:cubicBezTo>
                      <a:pt x="54819" y="8258"/>
                      <a:pt x="54209" y="8003"/>
                      <a:pt x="53545" y="8003"/>
                    </a:cubicBezTo>
                    <a:cubicBezTo>
                      <a:pt x="53313" y="8003"/>
                      <a:pt x="53075" y="8034"/>
                      <a:pt x="52848" y="8074"/>
                    </a:cubicBezTo>
                    <a:cubicBezTo>
                      <a:pt x="51897" y="8264"/>
                      <a:pt x="52416" y="9232"/>
                      <a:pt x="52295" y="9854"/>
                    </a:cubicBezTo>
                    <a:cubicBezTo>
                      <a:pt x="52156" y="10615"/>
                      <a:pt x="51344" y="10096"/>
                      <a:pt x="50998" y="10545"/>
                    </a:cubicBezTo>
                    <a:cubicBezTo>
                      <a:pt x="50949" y="10609"/>
                      <a:pt x="50910" y="10635"/>
                      <a:pt x="50880" y="10635"/>
                    </a:cubicBezTo>
                    <a:cubicBezTo>
                      <a:pt x="50805" y="10635"/>
                      <a:pt x="50789" y="10469"/>
                      <a:pt x="50826" y="10321"/>
                    </a:cubicBezTo>
                    <a:cubicBezTo>
                      <a:pt x="51033" y="8990"/>
                      <a:pt x="50221" y="8541"/>
                      <a:pt x="49115" y="8161"/>
                    </a:cubicBezTo>
                    <a:cubicBezTo>
                      <a:pt x="46903" y="7400"/>
                      <a:pt x="44535" y="7176"/>
                      <a:pt x="42392" y="6070"/>
                    </a:cubicBezTo>
                    <a:cubicBezTo>
                      <a:pt x="41667" y="5697"/>
                      <a:pt x="40852" y="5536"/>
                      <a:pt x="40032" y="5536"/>
                    </a:cubicBezTo>
                    <a:cubicBezTo>
                      <a:pt x="39367" y="5536"/>
                      <a:pt x="38699" y="5642"/>
                      <a:pt x="38072" y="5828"/>
                    </a:cubicBezTo>
                    <a:cubicBezTo>
                      <a:pt x="36033" y="6432"/>
                      <a:pt x="33838" y="6502"/>
                      <a:pt x="31989" y="7642"/>
                    </a:cubicBezTo>
                    <a:cubicBezTo>
                      <a:pt x="31263" y="8074"/>
                      <a:pt x="29206" y="7296"/>
                      <a:pt x="30226" y="9457"/>
                    </a:cubicBezTo>
                    <a:cubicBezTo>
                      <a:pt x="30278" y="9578"/>
                      <a:pt x="29984" y="9854"/>
                      <a:pt x="29863" y="10079"/>
                    </a:cubicBezTo>
                    <a:cubicBezTo>
                      <a:pt x="28653" y="12412"/>
                      <a:pt x="26234" y="13224"/>
                      <a:pt x="24229" y="14555"/>
                    </a:cubicBezTo>
                    <a:cubicBezTo>
                      <a:pt x="22536" y="15661"/>
                      <a:pt x="23486" y="17112"/>
                      <a:pt x="24022" y="18236"/>
                    </a:cubicBezTo>
                    <a:cubicBezTo>
                      <a:pt x="24328" y="18880"/>
                      <a:pt x="24972" y="19241"/>
                      <a:pt x="25627" y="19241"/>
                    </a:cubicBezTo>
                    <a:cubicBezTo>
                      <a:pt x="26008" y="19241"/>
                      <a:pt x="26393" y="19119"/>
                      <a:pt x="26718" y="18858"/>
                    </a:cubicBezTo>
                    <a:cubicBezTo>
                      <a:pt x="27228" y="18470"/>
                      <a:pt x="27609" y="18306"/>
                      <a:pt x="27903" y="18306"/>
                    </a:cubicBezTo>
                    <a:cubicBezTo>
                      <a:pt x="28524" y="18306"/>
                      <a:pt x="28748" y="19042"/>
                      <a:pt x="28947" y="19946"/>
                    </a:cubicBezTo>
                    <a:cubicBezTo>
                      <a:pt x="28982" y="20223"/>
                      <a:pt x="28999" y="20499"/>
                      <a:pt x="28982" y="20776"/>
                    </a:cubicBezTo>
                    <a:cubicBezTo>
                      <a:pt x="28774" y="20551"/>
                      <a:pt x="28446" y="20396"/>
                      <a:pt x="28342" y="20119"/>
                    </a:cubicBezTo>
                    <a:cubicBezTo>
                      <a:pt x="28124" y="19474"/>
                      <a:pt x="27849" y="19234"/>
                      <a:pt x="27528" y="19234"/>
                    </a:cubicBezTo>
                    <a:cubicBezTo>
                      <a:pt x="27212" y="19234"/>
                      <a:pt x="26853" y="19465"/>
                      <a:pt x="26459" y="19774"/>
                    </a:cubicBezTo>
                    <a:cubicBezTo>
                      <a:pt x="25646" y="20379"/>
                      <a:pt x="25958" y="21260"/>
                      <a:pt x="26130" y="21899"/>
                    </a:cubicBezTo>
                    <a:cubicBezTo>
                      <a:pt x="26459" y="23092"/>
                      <a:pt x="25802" y="23420"/>
                      <a:pt x="24938" y="23627"/>
                    </a:cubicBezTo>
                    <a:cubicBezTo>
                      <a:pt x="23901" y="23852"/>
                      <a:pt x="23072" y="24267"/>
                      <a:pt x="22553" y="25269"/>
                    </a:cubicBezTo>
                    <a:cubicBezTo>
                      <a:pt x="22273" y="25790"/>
                      <a:pt x="21682" y="26043"/>
                      <a:pt x="21157" y="26043"/>
                    </a:cubicBezTo>
                    <a:cubicBezTo>
                      <a:pt x="21003" y="26043"/>
                      <a:pt x="20855" y="26021"/>
                      <a:pt x="20721" y="25978"/>
                    </a:cubicBezTo>
                    <a:cubicBezTo>
                      <a:pt x="20116" y="25788"/>
                      <a:pt x="20963" y="25390"/>
                      <a:pt x="20946" y="24993"/>
                    </a:cubicBezTo>
                    <a:cubicBezTo>
                      <a:pt x="20929" y="24543"/>
                      <a:pt x="20738" y="24129"/>
                      <a:pt x="20410" y="23835"/>
                    </a:cubicBezTo>
                    <a:cubicBezTo>
                      <a:pt x="19477" y="22798"/>
                      <a:pt x="18354" y="21709"/>
                      <a:pt x="18215" y="20327"/>
                    </a:cubicBezTo>
                    <a:cubicBezTo>
                      <a:pt x="18098" y="19205"/>
                      <a:pt x="17332" y="17921"/>
                      <a:pt x="16200" y="17921"/>
                    </a:cubicBezTo>
                    <a:cubicBezTo>
                      <a:pt x="16163" y="17921"/>
                      <a:pt x="16127" y="17922"/>
                      <a:pt x="16090" y="17925"/>
                    </a:cubicBezTo>
                    <a:cubicBezTo>
                      <a:pt x="15105" y="17976"/>
                      <a:pt x="14068" y="18391"/>
                      <a:pt x="13930" y="19221"/>
                    </a:cubicBezTo>
                    <a:cubicBezTo>
                      <a:pt x="13670" y="20430"/>
                      <a:pt x="14137" y="21709"/>
                      <a:pt x="15122" y="22470"/>
                    </a:cubicBezTo>
                    <a:cubicBezTo>
                      <a:pt x="15952" y="23109"/>
                      <a:pt x="15952" y="23161"/>
                      <a:pt x="15589" y="23489"/>
                    </a:cubicBezTo>
                    <a:cubicBezTo>
                      <a:pt x="14448" y="24526"/>
                      <a:pt x="14915" y="26116"/>
                      <a:pt x="14292" y="27377"/>
                    </a:cubicBezTo>
                    <a:cubicBezTo>
                      <a:pt x="14143" y="27687"/>
                      <a:pt x="14420" y="27822"/>
                      <a:pt x="14760" y="27822"/>
                    </a:cubicBezTo>
                    <a:cubicBezTo>
                      <a:pt x="14932" y="27822"/>
                      <a:pt x="15121" y="27787"/>
                      <a:pt x="15278" y="27723"/>
                    </a:cubicBezTo>
                    <a:cubicBezTo>
                      <a:pt x="16510" y="27249"/>
                      <a:pt x="17772" y="26919"/>
                      <a:pt x="19089" y="26919"/>
                    </a:cubicBezTo>
                    <a:cubicBezTo>
                      <a:pt x="19212" y="26919"/>
                      <a:pt x="19336" y="26922"/>
                      <a:pt x="19460" y="26928"/>
                    </a:cubicBezTo>
                    <a:lnTo>
                      <a:pt x="19874" y="26928"/>
                    </a:lnTo>
                    <a:cubicBezTo>
                      <a:pt x="19840" y="26997"/>
                      <a:pt x="19823" y="27136"/>
                      <a:pt x="19753" y="27153"/>
                    </a:cubicBezTo>
                    <a:cubicBezTo>
                      <a:pt x="18630" y="27585"/>
                      <a:pt x="17507" y="28138"/>
                      <a:pt x="16349" y="28414"/>
                    </a:cubicBezTo>
                    <a:cubicBezTo>
                      <a:pt x="15692" y="28570"/>
                      <a:pt x="14915" y="28432"/>
                      <a:pt x="14707" y="29209"/>
                    </a:cubicBezTo>
                    <a:cubicBezTo>
                      <a:pt x="14500" y="30004"/>
                      <a:pt x="15260" y="30194"/>
                      <a:pt x="15813" y="30505"/>
                    </a:cubicBezTo>
                    <a:cubicBezTo>
                      <a:pt x="17161" y="31318"/>
                      <a:pt x="17369" y="32493"/>
                      <a:pt x="16867" y="33910"/>
                    </a:cubicBezTo>
                    <a:cubicBezTo>
                      <a:pt x="16664" y="34503"/>
                      <a:pt x="16349" y="34660"/>
                      <a:pt x="15995" y="34660"/>
                    </a:cubicBezTo>
                    <a:cubicBezTo>
                      <a:pt x="15626" y="34660"/>
                      <a:pt x="15216" y="34489"/>
                      <a:pt x="14846" y="34463"/>
                    </a:cubicBezTo>
                    <a:cubicBezTo>
                      <a:pt x="13916" y="34396"/>
                      <a:pt x="12987" y="34203"/>
                      <a:pt x="12042" y="34203"/>
                    </a:cubicBezTo>
                    <a:cubicBezTo>
                      <a:pt x="12003" y="34203"/>
                      <a:pt x="11964" y="34203"/>
                      <a:pt x="11925" y="34204"/>
                    </a:cubicBezTo>
                    <a:cubicBezTo>
                      <a:pt x="10957" y="34221"/>
                      <a:pt x="9834" y="34446"/>
                      <a:pt x="9989" y="35759"/>
                    </a:cubicBezTo>
                    <a:cubicBezTo>
                      <a:pt x="10128" y="37072"/>
                      <a:pt x="9834" y="38196"/>
                      <a:pt x="9592" y="39440"/>
                    </a:cubicBezTo>
                    <a:cubicBezTo>
                      <a:pt x="9385" y="40425"/>
                      <a:pt x="8693" y="42136"/>
                      <a:pt x="10542" y="42464"/>
                    </a:cubicBezTo>
                    <a:cubicBezTo>
                      <a:pt x="12305" y="42758"/>
                      <a:pt x="12668" y="43173"/>
                      <a:pt x="11735" y="44693"/>
                    </a:cubicBezTo>
                    <a:cubicBezTo>
                      <a:pt x="11389" y="45298"/>
                      <a:pt x="10888" y="45817"/>
                      <a:pt x="10300" y="46180"/>
                    </a:cubicBezTo>
                    <a:cubicBezTo>
                      <a:pt x="9108" y="46871"/>
                      <a:pt x="8175" y="47752"/>
                      <a:pt x="8313" y="49342"/>
                    </a:cubicBezTo>
                    <a:cubicBezTo>
                      <a:pt x="8365" y="49964"/>
                      <a:pt x="8140" y="50707"/>
                      <a:pt x="7535" y="50967"/>
                    </a:cubicBezTo>
                    <a:cubicBezTo>
                      <a:pt x="5168" y="52021"/>
                      <a:pt x="3768" y="53991"/>
                      <a:pt x="2662" y="56168"/>
                    </a:cubicBezTo>
                    <a:cubicBezTo>
                      <a:pt x="1781" y="57931"/>
                      <a:pt x="122" y="59469"/>
                      <a:pt x="1279" y="61888"/>
                    </a:cubicBezTo>
                    <a:cubicBezTo>
                      <a:pt x="1936" y="63236"/>
                      <a:pt x="1573" y="64792"/>
                      <a:pt x="830" y="66209"/>
                    </a:cubicBezTo>
                    <a:cubicBezTo>
                      <a:pt x="1" y="67781"/>
                      <a:pt x="744" y="70477"/>
                      <a:pt x="2126" y="71687"/>
                    </a:cubicBezTo>
                    <a:cubicBezTo>
                      <a:pt x="2420" y="71946"/>
                      <a:pt x="2662" y="72240"/>
                      <a:pt x="2818" y="72586"/>
                    </a:cubicBezTo>
                    <a:cubicBezTo>
                      <a:pt x="4027" y="75040"/>
                      <a:pt x="5462" y="77303"/>
                      <a:pt x="7881" y="78755"/>
                    </a:cubicBezTo>
                    <a:cubicBezTo>
                      <a:pt x="8455" y="79100"/>
                      <a:pt x="9053" y="79742"/>
                      <a:pt x="9645" y="79742"/>
                    </a:cubicBezTo>
                    <a:cubicBezTo>
                      <a:pt x="9766" y="79742"/>
                      <a:pt x="9887" y="79715"/>
                      <a:pt x="10007" y="79654"/>
                    </a:cubicBezTo>
                    <a:cubicBezTo>
                      <a:pt x="12824" y="78254"/>
                      <a:pt x="16142" y="79844"/>
                      <a:pt x="18889" y="77874"/>
                    </a:cubicBezTo>
                    <a:cubicBezTo>
                      <a:pt x="19326" y="77562"/>
                      <a:pt x="19938" y="77352"/>
                      <a:pt x="20558" y="77352"/>
                    </a:cubicBezTo>
                    <a:cubicBezTo>
                      <a:pt x="21313" y="77352"/>
                      <a:pt x="22079" y="77663"/>
                      <a:pt x="22553" y="78479"/>
                    </a:cubicBezTo>
                    <a:cubicBezTo>
                      <a:pt x="23034" y="79313"/>
                      <a:pt x="23538" y="79650"/>
                      <a:pt x="24283" y="79650"/>
                    </a:cubicBezTo>
                    <a:cubicBezTo>
                      <a:pt x="24448" y="79650"/>
                      <a:pt x="24626" y="79633"/>
                      <a:pt x="24817" y="79602"/>
                    </a:cubicBezTo>
                    <a:cubicBezTo>
                      <a:pt x="24994" y="79574"/>
                      <a:pt x="25161" y="79561"/>
                      <a:pt x="25317" y="79561"/>
                    </a:cubicBezTo>
                    <a:cubicBezTo>
                      <a:pt x="26715" y="79561"/>
                      <a:pt x="27271" y="80640"/>
                      <a:pt x="26960" y="82194"/>
                    </a:cubicBezTo>
                    <a:cubicBezTo>
                      <a:pt x="26683" y="83611"/>
                      <a:pt x="25750" y="85218"/>
                      <a:pt x="26545" y="86480"/>
                    </a:cubicBezTo>
                    <a:cubicBezTo>
                      <a:pt x="27461" y="87966"/>
                      <a:pt x="28515" y="89400"/>
                      <a:pt x="29206" y="90973"/>
                    </a:cubicBezTo>
                    <a:cubicBezTo>
                      <a:pt x="30416" y="93721"/>
                      <a:pt x="31298" y="96641"/>
                      <a:pt x="29777" y="99631"/>
                    </a:cubicBezTo>
                    <a:cubicBezTo>
                      <a:pt x="28809" y="101515"/>
                      <a:pt x="28619" y="103502"/>
                      <a:pt x="29535" y="105369"/>
                    </a:cubicBezTo>
                    <a:cubicBezTo>
                      <a:pt x="30503" y="107321"/>
                      <a:pt x="31228" y="109274"/>
                      <a:pt x="31488" y="111469"/>
                    </a:cubicBezTo>
                    <a:cubicBezTo>
                      <a:pt x="31712" y="113456"/>
                      <a:pt x="31695" y="115599"/>
                      <a:pt x="33371" y="117172"/>
                    </a:cubicBezTo>
                    <a:cubicBezTo>
                      <a:pt x="34322" y="118088"/>
                      <a:pt x="34581" y="119436"/>
                      <a:pt x="35013" y="120645"/>
                    </a:cubicBezTo>
                    <a:cubicBezTo>
                      <a:pt x="35393" y="121717"/>
                      <a:pt x="34546" y="123065"/>
                      <a:pt x="35843" y="123998"/>
                    </a:cubicBezTo>
                    <a:cubicBezTo>
                      <a:pt x="36206" y="124270"/>
                      <a:pt x="36549" y="124368"/>
                      <a:pt x="36881" y="124368"/>
                    </a:cubicBezTo>
                    <a:cubicBezTo>
                      <a:pt x="37735" y="124368"/>
                      <a:pt x="38515" y="123721"/>
                      <a:pt x="39372" y="123721"/>
                    </a:cubicBezTo>
                    <a:cubicBezTo>
                      <a:pt x="39388" y="123721"/>
                      <a:pt x="39404" y="123721"/>
                      <a:pt x="39420" y="123721"/>
                    </a:cubicBezTo>
                    <a:cubicBezTo>
                      <a:pt x="39526" y="123724"/>
                      <a:pt x="39630" y="123725"/>
                      <a:pt x="39734" y="123725"/>
                    </a:cubicBezTo>
                    <a:cubicBezTo>
                      <a:pt x="44937" y="123725"/>
                      <a:pt x="47636" y="120353"/>
                      <a:pt x="49754" y="116100"/>
                    </a:cubicBezTo>
                    <a:cubicBezTo>
                      <a:pt x="50186" y="115236"/>
                      <a:pt x="49720" y="113957"/>
                      <a:pt x="50826" y="113508"/>
                    </a:cubicBezTo>
                    <a:cubicBezTo>
                      <a:pt x="52761" y="112713"/>
                      <a:pt x="53193" y="111175"/>
                      <a:pt x="52692" y="109499"/>
                    </a:cubicBezTo>
                    <a:cubicBezTo>
                      <a:pt x="51949" y="107028"/>
                      <a:pt x="53297" y="106112"/>
                      <a:pt x="55181" y="105282"/>
                    </a:cubicBezTo>
                    <a:cubicBezTo>
                      <a:pt x="57773" y="104107"/>
                      <a:pt x="59449" y="98370"/>
                      <a:pt x="57963" y="96071"/>
                    </a:cubicBezTo>
                    <a:cubicBezTo>
                      <a:pt x="56770" y="94239"/>
                      <a:pt x="57099" y="92217"/>
                      <a:pt x="57444" y="90316"/>
                    </a:cubicBezTo>
                    <a:cubicBezTo>
                      <a:pt x="57911" y="87621"/>
                      <a:pt x="59933" y="85823"/>
                      <a:pt x="61851" y="84164"/>
                    </a:cubicBezTo>
                    <a:cubicBezTo>
                      <a:pt x="65601" y="80915"/>
                      <a:pt x="68055" y="76992"/>
                      <a:pt x="69109" y="72171"/>
                    </a:cubicBezTo>
                    <a:cubicBezTo>
                      <a:pt x="69271" y="71459"/>
                      <a:pt x="69266" y="70656"/>
                      <a:pt x="68371" y="70656"/>
                    </a:cubicBezTo>
                    <a:cubicBezTo>
                      <a:pt x="68311" y="70656"/>
                      <a:pt x="68246" y="70660"/>
                      <a:pt x="68176" y="70667"/>
                    </a:cubicBezTo>
                    <a:cubicBezTo>
                      <a:pt x="67157" y="70788"/>
                      <a:pt x="66154" y="71151"/>
                      <a:pt x="65152" y="71462"/>
                    </a:cubicBezTo>
                    <a:cubicBezTo>
                      <a:pt x="63960" y="71826"/>
                      <a:pt x="63201" y="72060"/>
                      <a:pt x="62664" y="72060"/>
                    </a:cubicBezTo>
                    <a:cubicBezTo>
                      <a:pt x="61727" y="72060"/>
                      <a:pt x="61469" y="71346"/>
                      <a:pt x="60772" y="69363"/>
                    </a:cubicBezTo>
                    <a:lnTo>
                      <a:pt x="60772" y="69363"/>
                    </a:lnTo>
                    <a:cubicBezTo>
                      <a:pt x="61180" y="69747"/>
                      <a:pt x="61467" y="70422"/>
                      <a:pt x="62074" y="70422"/>
                    </a:cubicBezTo>
                    <a:cubicBezTo>
                      <a:pt x="62180" y="70422"/>
                      <a:pt x="62295" y="70402"/>
                      <a:pt x="62422" y="70356"/>
                    </a:cubicBezTo>
                    <a:cubicBezTo>
                      <a:pt x="63925" y="69769"/>
                      <a:pt x="65359" y="68957"/>
                      <a:pt x="66897" y="68455"/>
                    </a:cubicBezTo>
                    <a:cubicBezTo>
                      <a:pt x="68660" y="67868"/>
                      <a:pt x="69732" y="66209"/>
                      <a:pt x="71391" y="65639"/>
                    </a:cubicBezTo>
                    <a:cubicBezTo>
                      <a:pt x="73706" y="64844"/>
                      <a:pt x="76713" y="61716"/>
                      <a:pt x="76852" y="59383"/>
                    </a:cubicBezTo>
                    <a:cubicBezTo>
                      <a:pt x="76834" y="59072"/>
                      <a:pt x="76713" y="58778"/>
                      <a:pt x="76506" y="58553"/>
                    </a:cubicBezTo>
                    <a:cubicBezTo>
                      <a:pt x="75918" y="57810"/>
                      <a:pt x="75279" y="57153"/>
                      <a:pt x="74294" y="56894"/>
                    </a:cubicBezTo>
                    <a:cubicBezTo>
                      <a:pt x="73724" y="56739"/>
                      <a:pt x="73378" y="56151"/>
                      <a:pt x="73516" y="55581"/>
                    </a:cubicBezTo>
                    <a:cubicBezTo>
                      <a:pt x="73547" y="55481"/>
                      <a:pt x="73596" y="55443"/>
                      <a:pt x="73658" y="55443"/>
                    </a:cubicBezTo>
                    <a:cubicBezTo>
                      <a:pt x="73842" y="55443"/>
                      <a:pt x="74139" y="55775"/>
                      <a:pt x="74398" y="55788"/>
                    </a:cubicBezTo>
                    <a:cubicBezTo>
                      <a:pt x="75366" y="55855"/>
                      <a:pt x="76333" y="56083"/>
                      <a:pt x="77301" y="56083"/>
                    </a:cubicBezTo>
                    <a:cubicBezTo>
                      <a:pt x="77336" y="56083"/>
                      <a:pt x="77370" y="56083"/>
                      <a:pt x="77405" y="56082"/>
                    </a:cubicBezTo>
                    <a:cubicBezTo>
                      <a:pt x="77727" y="56077"/>
                      <a:pt x="78047" y="56073"/>
                      <a:pt x="78365" y="56073"/>
                    </a:cubicBezTo>
                    <a:cubicBezTo>
                      <a:pt x="81373" y="56073"/>
                      <a:pt x="84145" y="56432"/>
                      <a:pt x="85786" y="59746"/>
                    </a:cubicBezTo>
                    <a:cubicBezTo>
                      <a:pt x="86136" y="60461"/>
                      <a:pt x="86996" y="61297"/>
                      <a:pt x="88011" y="61297"/>
                    </a:cubicBezTo>
                    <a:cubicBezTo>
                      <a:pt x="88148" y="61297"/>
                      <a:pt x="88288" y="61282"/>
                      <a:pt x="88430" y="61249"/>
                    </a:cubicBezTo>
                    <a:cubicBezTo>
                      <a:pt x="88585" y="61214"/>
                      <a:pt x="88707" y="61197"/>
                      <a:pt x="88805" y="61197"/>
                    </a:cubicBezTo>
                    <a:cubicBezTo>
                      <a:pt x="89186" y="61197"/>
                      <a:pt x="89184" y="61451"/>
                      <a:pt x="89225" y="61837"/>
                    </a:cubicBezTo>
                    <a:cubicBezTo>
                      <a:pt x="89830" y="66554"/>
                      <a:pt x="91990" y="70685"/>
                      <a:pt x="94133" y="74832"/>
                    </a:cubicBezTo>
                    <a:cubicBezTo>
                      <a:pt x="94475" y="75487"/>
                      <a:pt x="94875" y="75911"/>
                      <a:pt x="95290" y="75911"/>
                    </a:cubicBezTo>
                    <a:cubicBezTo>
                      <a:pt x="95652" y="75911"/>
                      <a:pt x="96025" y="75588"/>
                      <a:pt x="96380" y="74815"/>
                    </a:cubicBezTo>
                    <a:cubicBezTo>
                      <a:pt x="96622" y="74297"/>
                      <a:pt x="97036" y="73847"/>
                      <a:pt x="97382" y="73381"/>
                    </a:cubicBezTo>
                    <a:lnTo>
                      <a:pt x="97538" y="73225"/>
                    </a:lnTo>
                    <a:cubicBezTo>
                      <a:pt x="98212" y="71618"/>
                      <a:pt x="98056" y="69993"/>
                      <a:pt x="97831" y="68317"/>
                    </a:cubicBezTo>
                    <a:cubicBezTo>
                      <a:pt x="97762" y="67833"/>
                      <a:pt x="97589" y="67211"/>
                      <a:pt x="98194" y="67073"/>
                    </a:cubicBezTo>
                    <a:cubicBezTo>
                      <a:pt x="99784" y="66693"/>
                      <a:pt x="100268" y="65258"/>
                      <a:pt x="101149" y="64187"/>
                    </a:cubicBezTo>
                    <a:cubicBezTo>
                      <a:pt x="102117" y="63029"/>
                      <a:pt x="103137" y="61629"/>
                      <a:pt x="104243" y="60903"/>
                    </a:cubicBezTo>
                    <a:cubicBezTo>
                      <a:pt x="104825" y="60515"/>
                      <a:pt x="105739" y="59942"/>
                      <a:pt x="106690" y="59942"/>
                    </a:cubicBezTo>
                    <a:cubicBezTo>
                      <a:pt x="107432" y="59942"/>
                      <a:pt x="108196" y="60292"/>
                      <a:pt x="108840" y="61353"/>
                    </a:cubicBezTo>
                    <a:cubicBezTo>
                      <a:pt x="109600" y="62632"/>
                      <a:pt x="110965" y="63565"/>
                      <a:pt x="111017" y="65258"/>
                    </a:cubicBezTo>
                    <a:cubicBezTo>
                      <a:pt x="111034" y="65777"/>
                      <a:pt x="110793" y="66433"/>
                      <a:pt x="111536" y="66693"/>
                    </a:cubicBezTo>
                    <a:cubicBezTo>
                      <a:pt x="111822" y="66788"/>
                      <a:pt x="112112" y="66862"/>
                      <a:pt x="112391" y="66862"/>
                    </a:cubicBezTo>
                    <a:cubicBezTo>
                      <a:pt x="112769" y="66862"/>
                      <a:pt x="113129" y="66727"/>
                      <a:pt x="113437" y="66330"/>
                    </a:cubicBezTo>
                    <a:cubicBezTo>
                      <a:pt x="113540" y="66205"/>
                      <a:pt x="113700" y="66031"/>
                      <a:pt x="113856" y="66031"/>
                    </a:cubicBezTo>
                    <a:cubicBezTo>
                      <a:pt x="113960" y="66031"/>
                      <a:pt x="114062" y="66109"/>
                      <a:pt x="114145" y="66330"/>
                    </a:cubicBezTo>
                    <a:cubicBezTo>
                      <a:pt x="114543" y="67470"/>
                      <a:pt x="114802" y="68663"/>
                      <a:pt x="115286" y="69769"/>
                    </a:cubicBezTo>
                    <a:cubicBezTo>
                      <a:pt x="116271" y="72033"/>
                      <a:pt x="114940" y="74677"/>
                      <a:pt x="116858" y="76871"/>
                    </a:cubicBezTo>
                    <a:cubicBezTo>
                      <a:pt x="118241" y="78461"/>
                      <a:pt x="118362" y="80915"/>
                      <a:pt x="119900" y="82540"/>
                    </a:cubicBezTo>
                    <a:cubicBezTo>
                      <a:pt x="120401" y="82799"/>
                      <a:pt x="120885" y="83058"/>
                      <a:pt x="121386" y="83300"/>
                    </a:cubicBezTo>
                    <a:cubicBezTo>
                      <a:pt x="121538" y="83368"/>
                      <a:pt x="121699" y="83403"/>
                      <a:pt x="121846" y="83403"/>
                    </a:cubicBezTo>
                    <a:cubicBezTo>
                      <a:pt x="122184" y="83403"/>
                      <a:pt x="122445" y="83219"/>
                      <a:pt x="122337" y="82834"/>
                    </a:cubicBezTo>
                    <a:cubicBezTo>
                      <a:pt x="121818" y="80915"/>
                      <a:pt x="121991" y="78790"/>
                      <a:pt x="119969" y="77355"/>
                    </a:cubicBezTo>
                    <a:cubicBezTo>
                      <a:pt x="118414" y="76249"/>
                      <a:pt x="117239" y="74521"/>
                      <a:pt x="117463" y="72378"/>
                    </a:cubicBezTo>
                    <a:cubicBezTo>
                      <a:pt x="117528" y="71821"/>
                      <a:pt x="116912" y="70437"/>
                      <a:pt x="117695" y="70437"/>
                    </a:cubicBezTo>
                    <a:cubicBezTo>
                      <a:pt x="117955" y="70437"/>
                      <a:pt x="118371" y="70590"/>
                      <a:pt x="119019" y="70979"/>
                    </a:cubicBezTo>
                    <a:cubicBezTo>
                      <a:pt x="120194" y="71704"/>
                      <a:pt x="121386" y="72655"/>
                      <a:pt x="121749" y="73605"/>
                    </a:cubicBezTo>
                    <a:cubicBezTo>
                      <a:pt x="122096" y="74553"/>
                      <a:pt x="122434" y="74868"/>
                      <a:pt x="122776" y="74868"/>
                    </a:cubicBezTo>
                    <a:cubicBezTo>
                      <a:pt x="123251" y="74868"/>
                      <a:pt x="123732" y="74261"/>
                      <a:pt x="124255" y="73899"/>
                    </a:cubicBezTo>
                    <a:cubicBezTo>
                      <a:pt x="124531" y="73709"/>
                      <a:pt x="124721" y="73363"/>
                      <a:pt x="125015" y="73208"/>
                    </a:cubicBezTo>
                    <a:cubicBezTo>
                      <a:pt x="126743" y="72292"/>
                      <a:pt x="127210" y="70961"/>
                      <a:pt x="126743" y="69043"/>
                    </a:cubicBezTo>
                    <a:cubicBezTo>
                      <a:pt x="126294" y="67159"/>
                      <a:pt x="125292" y="65725"/>
                      <a:pt x="123892" y="64533"/>
                    </a:cubicBezTo>
                    <a:cubicBezTo>
                      <a:pt x="122596" y="63409"/>
                      <a:pt x="122285" y="62459"/>
                      <a:pt x="123546" y="61059"/>
                    </a:cubicBezTo>
                    <a:cubicBezTo>
                      <a:pt x="123952" y="60621"/>
                      <a:pt x="124332" y="60388"/>
                      <a:pt x="124705" y="60388"/>
                    </a:cubicBezTo>
                    <a:cubicBezTo>
                      <a:pt x="124936" y="60388"/>
                      <a:pt x="125164" y="60477"/>
                      <a:pt x="125395" y="60661"/>
                    </a:cubicBezTo>
                    <a:cubicBezTo>
                      <a:pt x="126000" y="61145"/>
                      <a:pt x="125810" y="61750"/>
                      <a:pt x="125119" y="62234"/>
                    </a:cubicBezTo>
                    <a:cubicBezTo>
                      <a:pt x="124618" y="62580"/>
                      <a:pt x="124445" y="63219"/>
                      <a:pt x="125050" y="63651"/>
                    </a:cubicBezTo>
                    <a:cubicBezTo>
                      <a:pt x="125442" y="63952"/>
                      <a:pt x="125858" y="64171"/>
                      <a:pt x="126268" y="64171"/>
                    </a:cubicBezTo>
                    <a:cubicBezTo>
                      <a:pt x="126635" y="64171"/>
                      <a:pt x="126996" y="63996"/>
                      <a:pt x="127331" y="63547"/>
                    </a:cubicBezTo>
                    <a:cubicBezTo>
                      <a:pt x="127694" y="63046"/>
                      <a:pt x="128247" y="62407"/>
                      <a:pt x="127469" y="61940"/>
                    </a:cubicBezTo>
                    <a:cubicBezTo>
                      <a:pt x="126398" y="61318"/>
                      <a:pt x="127037" y="61042"/>
                      <a:pt x="127590" y="60696"/>
                    </a:cubicBezTo>
                    <a:cubicBezTo>
                      <a:pt x="130061" y="59210"/>
                      <a:pt x="133449" y="59106"/>
                      <a:pt x="134693" y="55788"/>
                    </a:cubicBezTo>
                    <a:cubicBezTo>
                      <a:pt x="135298" y="54146"/>
                      <a:pt x="136093" y="52591"/>
                      <a:pt x="135851" y="50725"/>
                    </a:cubicBezTo>
                    <a:cubicBezTo>
                      <a:pt x="135522" y="48288"/>
                      <a:pt x="133932" y="46629"/>
                      <a:pt x="132498" y="44918"/>
                    </a:cubicBezTo>
                    <a:cubicBezTo>
                      <a:pt x="131772" y="44054"/>
                      <a:pt x="131859" y="43622"/>
                      <a:pt x="132775" y="43173"/>
                    </a:cubicBezTo>
                    <a:cubicBezTo>
                      <a:pt x="133120" y="43017"/>
                      <a:pt x="133397" y="42793"/>
                      <a:pt x="133362" y="42378"/>
                    </a:cubicBezTo>
                    <a:cubicBezTo>
                      <a:pt x="133345" y="41980"/>
                      <a:pt x="133051" y="41635"/>
                      <a:pt x="132671" y="41548"/>
                    </a:cubicBezTo>
                    <a:cubicBezTo>
                      <a:pt x="132227" y="41462"/>
                      <a:pt x="131713" y="41297"/>
                      <a:pt x="131292" y="41297"/>
                    </a:cubicBezTo>
                    <a:cubicBezTo>
                      <a:pt x="131122" y="41297"/>
                      <a:pt x="130968" y="41323"/>
                      <a:pt x="130839" y="41393"/>
                    </a:cubicBezTo>
                    <a:cubicBezTo>
                      <a:pt x="130667" y="41486"/>
                      <a:pt x="130517" y="41524"/>
                      <a:pt x="130385" y="41524"/>
                    </a:cubicBezTo>
                    <a:cubicBezTo>
                      <a:pt x="129751" y="41524"/>
                      <a:pt x="129496" y="40648"/>
                      <a:pt x="128935" y="40648"/>
                    </a:cubicBezTo>
                    <a:cubicBezTo>
                      <a:pt x="128871" y="40648"/>
                      <a:pt x="128804" y="40659"/>
                      <a:pt x="128731" y="40684"/>
                    </a:cubicBezTo>
                    <a:cubicBezTo>
                      <a:pt x="129025" y="40425"/>
                      <a:pt x="129336" y="40166"/>
                      <a:pt x="129612" y="39889"/>
                    </a:cubicBezTo>
                    <a:cubicBezTo>
                      <a:pt x="129699" y="39786"/>
                      <a:pt x="129768" y="39647"/>
                      <a:pt x="129802" y="39509"/>
                    </a:cubicBezTo>
                    <a:cubicBezTo>
                      <a:pt x="129896" y="39229"/>
                      <a:pt x="130059" y="38963"/>
                      <a:pt x="130355" y="38963"/>
                    </a:cubicBezTo>
                    <a:cubicBezTo>
                      <a:pt x="130388" y="38963"/>
                      <a:pt x="130423" y="38966"/>
                      <a:pt x="130459" y="38973"/>
                    </a:cubicBezTo>
                    <a:cubicBezTo>
                      <a:pt x="130822" y="39025"/>
                      <a:pt x="130718" y="39405"/>
                      <a:pt x="130753" y="39665"/>
                    </a:cubicBezTo>
                    <a:cubicBezTo>
                      <a:pt x="130885" y="40368"/>
                      <a:pt x="131150" y="40680"/>
                      <a:pt x="131522" y="40680"/>
                    </a:cubicBezTo>
                    <a:cubicBezTo>
                      <a:pt x="131781" y="40680"/>
                      <a:pt x="132092" y="40529"/>
                      <a:pt x="132446" y="40252"/>
                    </a:cubicBezTo>
                    <a:cubicBezTo>
                      <a:pt x="132816" y="39963"/>
                      <a:pt x="133198" y="39825"/>
                      <a:pt x="133552" y="39825"/>
                    </a:cubicBezTo>
                    <a:cubicBezTo>
                      <a:pt x="134190" y="39825"/>
                      <a:pt x="134735" y="40276"/>
                      <a:pt x="134935" y="41099"/>
                    </a:cubicBezTo>
                    <a:cubicBezTo>
                      <a:pt x="135004" y="41410"/>
                      <a:pt x="135246" y="41911"/>
                      <a:pt x="135436" y="41928"/>
                    </a:cubicBezTo>
                    <a:cubicBezTo>
                      <a:pt x="136836" y="42067"/>
                      <a:pt x="137130" y="43259"/>
                      <a:pt x="137441" y="44192"/>
                    </a:cubicBezTo>
                    <a:cubicBezTo>
                      <a:pt x="137757" y="45176"/>
                      <a:pt x="138205" y="45491"/>
                      <a:pt x="138710" y="45491"/>
                    </a:cubicBezTo>
                    <a:cubicBezTo>
                      <a:pt x="139226" y="45491"/>
                      <a:pt x="139803" y="45163"/>
                      <a:pt x="140361" y="44884"/>
                    </a:cubicBezTo>
                    <a:cubicBezTo>
                      <a:pt x="141813" y="44175"/>
                      <a:pt x="140586" y="43363"/>
                      <a:pt x="140327" y="42654"/>
                    </a:cubicBezTo>
                    <a:cubicBezTo>
                      <a:pt x="140188" y="42188"/>
                      <a:pt x="139739" y="41773"/>
                      <a:pt x="139324" y="41479"/>
                    </a:cubicBezTo>
                    <a:cubicBezTo>
                      <a:pt x="137717" y="40356"/>
                      <a:pt x="137648" y="38921"/>
                      <a:pt x="138305" y="37245"/>
                    </a:cubicBezTo>
                    <a:cubicBezTo>
                      <a:pt x="138533" y="36644"/>
                      <a:pt x="138753" y="36160"/>
                      <a:pt x="139216" y="36160"/>
                    </a:cubicBezTo>
                    <a:cubicBezTo>
                      <a:pt x="139418" y="36160"/>
                      <a:pt x="139666" y="36252"/>
                      <a:pt x="139981" y="36468"/>
                    </a:cubicBezTo>
                    <a:cubicBezTo>
                      <a:pt x="140121" y="36569"/>
                      <a:pt x="140268" y="36617"/>
                      <a:pt x="140413" y="36617"/>
                    </a:cubicBezTo>
                    <a:cubicBezTo>
                      <a:pt x="140661" y="36617"/>
                      <a:pt x="140902" y="36477"/>
                      <a:pt x="141087" y="36226"/>
                    </a:cubicBezTo>
                    <a:cubicBezTo>
                      <a:pt x="142573" y="34255"/>
                      <a:pt x="142850" y="29797"/>
                      <a:pt x="141640" y="27706"/>
                    </a:cubicBezTo>
                    <a:cubicBezTo>
                      <a:pt x="141485" y="27447"/>
                      <a:pt x="141104" y="27187"/>
                      <a:pt x="141398" y="26807"/>
                    </a:cubicBezTo>
                    <a:lnTo>
                      <a:pt x="141398" y="26807"/>
                    </a:lnTo>
                    <a:cubicBezTo>
                      <a:pt x="141623" y="26997"/>
                      <a:pt x="141917" y="27153"/>
                      <a:pt x="142072" y="27395"/>
                    </a:cubicBezTo>
                    <a:cubicBezTo>
                      <a:pt x="142988" y="28812"/>
                      <a:pt x="143869" y="30229"/>
                      <a:pt x="144733" y="31663"/>
                    </a:cubicBezTo>
                    <a:cubicBezTo>
                      <a:pt x="144984" y="32062"/>
                      <a:pt x="145261" y="32460"/>
                      <a:pt x="145713" y="32460"/>
                    </a:cubicBezTo>
                    <a:cubicBezTo>
                      <a:pt x="145790" y="32460"/>
                      <a:pt x="145872" y="32449"/>
                      <a:pt x="145960" y="32424"/>
                    </a:cubicBezTo>
                    <a:cubicBezTo>
                      <a:pt x="146323" y="32320"/>
                      <a:pt x="146825" y="32043"/>
                      <a:pt x="146928" y="31750"/>
                    </a:cubicBezTo>
                    <a:cubicBezTo>
                      <a:pt x="147118" y="31197"/>
                      <a:pt x="146496" y="30972"/>
                      <a:pt x="146151" y="30644"/>
                    </a:cubicBezTo>
                    <a:cubicBezTo>
                      <a:pt x="145805" y="30298"/>
                      <a:pt x="144889" y="29935"/>
                      <a:pt x="145511" y="29348"/>
                    </a:cubicBezTo>
                    <a:cubicBezTo>
                      <a:pt x="146220" y="28674"/>
                      <a:pt x="145701" y="28363"/>
                      <a:pt x="145373" y="27982"/>
                    </a:cubicBezTo>
                    <a:cubicBezTo>
                      <a:pt x="144924" y="27464"/>
                      <a:pt x="144353" y="27049"/>
                      <a:pt x="143904" y="26513"/>
                    </a:cubicBezTo>
                    <a:cubicBezTo>
                      <a:pt x="142452" y="24803"/>
                      <a:pt x="140309" y="24008"/>
                      <a:pt x="138927" y="23455"/>
                    </a:cubicBezTo>
                    <a:cubicBezTo>
                      <a:pt x="137233" y="22781"/>
                      <a:pt x="135350" y="23368"/>
                      <a:pt x="133794" y="22349"/>
                    </a:cubicBezTo>
                    <a:cubicBezTo>
                      <a:pt x="133621" y="22228"/>
                      <a:pt x="133120" y="22141"/>
                      <a:pt x="133379" y="21934"/>
                    </a:cubicBezTo>
                    <a:cubicBezTo>
                      <a:pt x="134416" y="21156"/>
                      <a:pt x="134192" y="19843"/>
                      <a:pt x="134814" y="18910"/>
                    </a:cubicBezTo>
                    <a:cubicBezTo>
                      <a:pt x="135183" y="18357"/>
                      <a:pt x="137525" y="17996"/>
                      <a:pt x="139389" y="17996"/>
                    </a:cubicBezTo>
                    <a:cubicBezTo>
                      <a:pt x="140321" y="17996"/>
                      <a:pt x="141133" y="18086"/>
                      <a:pt x="141519" y="18287"/>
                    </a:cubicBezTo>
                    <a:cubicBezTo>
                      <a:pt x="141913" y="18491"/>
                      <a:pt x="142318" y="18567"/>
                      <a:pt x="142722" y="18567"/>
                    </a:cubicBezTo>
                    <a:cubicBezTo>
                      <a:pt x="143310" y="18567"/>
                      <a:pt x="143896" y="18407"/>
                      <a:pt x="144440" y="18253"/>
                    </a:cubicBezTo>
                    <a:cubicBezTo>
                      <a:pt x="145183" y="18028"/>
                      <a:pt x="144301" y="17320"/>
                      <a:pt x="144440" y="16905"/>
                    </a:cubicBezTo>
                    <a:cubicBezTo>
                      <a:pt x="144595" y="16473"/>
                      <a:pt x="144232" y="15764"/>
                      <a:pt x="144803" y="15626"/>
                    </a:cubicBezTo>
                    <a:cubicBezTo>
                      <a:pt x="144894" y="15602"/>
                      <a:pt x="144986" y="15590"/>
                      <a:pt x="145078" y="15590"/>
                    </a:cubicBezTo>
                    <a:cubicBezTo>
                      <a:pt x="145503" y="15590"/>
                      <a:pt x="145922" y="15838"/>
                      <a:pt x="146306" y="16179"/>
                    </a:cubicBezTo>
                    <a:cubicBezTo>
                      <a:pt x="146709" y="16532"/>
                      <a:pt x="147171" y="16997"/>
                      <a:pt x="147617" y="16997"/>
                    </a:cubicBezTo>
                    <a:cubicBezTo>
                      <a:pt x="147935" y="16997"/>
                      <a:pt x="148244" y="16760"/>
                      <a:pt x="148518" y="16075"/>
                    </a:cubicBezTo>
                    <a:cubicBezTo>
                      <a:pt x="148584" y="15900"/>
                      <a:pt x="148692" y="15801"/>
                      <a:pt x="148828" y="15801"/>
                    </a:cubicBezTo>
                    <a:cubicBezTo>
                      <a:pt x="148906" y="15801"/>
                      <a:pt x="148994" y="15833"/>
                      <a:pt x="149088" y="15903"/>
                    </a:cubicBezTo>
                    <a:cubicBezTo>
                      <a:pt x="149348" y="16110"/>
                      <a:pt x="149348" y="16335"/>
                      <a:pt x="149192" y="16646"/>
                    </a:cubicBezTo>
                    <a:cubicBezTo>
                      <a:pt x="148743" y="17596"/>
                      <a:pt x="147965" y="18547"/>
                      <a:pt x="147965" y="19497"/>
                    </a:cubicBezTo>
                    <a:cubicBezTo>
                      <a:pt x="147931" y="21122"/>
                      <a:pt x="148708" y="22677"/>
                      <a:pt x="150022" y="23627"/>
                    </a:cubicBezTo>
                    <a:cubicBezTo>
                      <a:pt x="151231" y="24561"/>
                      <a:pt x="152631" y="25269"/>
                      <a:pt x="153582" y="26513"/>
                    </a:cubicBezTo>
                    <a:cubicBezTo>
                      <a:pt x="153835" y="26852"/>
                      <a:pt x="154112" y="27339"/>
                      <a:pt x="154580" y="27339"/>
                    </a:cubicBezTo>
                    <a:cubicBezTo>
                      <a:pt x="154686" y="27339"/>
                      <a:pt x="154802" y="27314"/>
                      <a:pt x="154930" y="27257"/>
                    </a:cubicBezTo>
                    <a:cubicBezTo>
                      <a:pt x="155621" y="26928"/>
                      <a:pt x="155673" y="26271"/>
                      <a:pt x="155604" y="25615"/>
                    </a:cubicBezTo>
                    <a:cubicBezTo>
                      <a:pt x="155448" y="24025"/>
                      <a:pt x="155863" y="22435"/>
                      <a:pt x="154739" y="20845"/>
                    </a:cubicBezTo>
                    <a:cubicBezTo>
                      <a:pt x="154065" y="19877"/>
                      <a:pt x="153772" y="18823"/>
                      <a:pt x="152406" y="18737"/>
                    </a:cubicBezTo>
                    <a:cubicBezTo>
                      <a:pt x="152044" y="18720"/>
                      <a:pt x="151940" y="18478"/>
                      <a:pt x="151888" y="18201"/>
                    </a:cubicBezTo>
                    <a:cubicBezTo>
                      <a:pt x="151820" y="17931"/>
                      <a:pt x="151918" y="17578"/>
                      <a:pt x="152229" y="17578"/>
                    </a:cubicBezTo>
                    <a:cubicBezTo>
                      <a:pt x="152236" y="17578"/>
                      <a:pt x="152243" y="17579"/>
                      <a:pt x="152251" y="17579"/>
                    </a:cubicBezTo>
                    <a:cubicBezTo>
                      <a:pt x="152284" y="17581"/>
                      <a:pt x="152317" y="17582"/>
                      <a:pt x="152350" y="17582"/>
                    </a:cubicBezTo>
                    <a:cubicBezTo>
                      <a:pt x="153000" y="17582"/>
                      <a:pt x="153628" y="17254"/>
                      <a:pt x="154277" y="17254"/>
                    </a:cubicBezTo>
                    <a:cubicBezTo>
                      <a:pt x="154558" y="17254"/>
                      <a:pt x="154844" y="17316"/>
                      <a:pt x="155137" y="17493"/>
                    </a:cubicBezTo>
                    <a:cubicBezTo>
                      <a:pt x="155393" y="17649"/>
                      <a:pt x="155627" y="17726"/>
                      <a:pt x="155836" y="17726"/>
                    </a:cubicBezTo>
                    <a:cubicBezTo>
                      <a:pt x="156249" y="17726"/>
                      <a:pt x="156566" y="17427"/>
                      <a:pt x="156761" y="16853"/>
                    </a:cubicBezTo>
                    <a:cubicBezTo>
                      <a:pt x="157072" y="15920"/>
                      <a:pt x="157954" y="15505"/>
                      <a:pt x="158662" y="15039"/>
                    </a:cubicBezTo>
                    <a:cubicBezTo>
                      <a:pt x="158771" y="14969"/>
                      <a:pt x="158912" y="14953"/>
                      <a:pt x="159064" y="14953"/>
                    </a:cubicBezTo>
                    <a:cubicBezTo>
                      <a:pt x="159192" y="14953"/>
                      <a:pt x="159327" y="14964"/>
                      <a:pt x="159458" y="14964"/>
                    </a:cubicBezTo>
                    <a:cubicBezTo>
                      <a:pt x="159792" y="14964"/>
                      <a:pt x="160100" y="14892"/>
                      <a:pt x="160183" y="14382"/>
                    </a:cubicBezTo>
                    <a:cubicBezTo>
                      <a:pt x="160304" y="13501"/>
                      <a:pt x="159475" y="13310"/>
                      <a:pt x="158887" y="12965"/>
                    </a:cubicBezTo>
                    <a:cubicBezTo>
                      <a:pt x="158662" y="12827"/>
                      <a:pt x="158334" y="12550"/>
                      <a:pt x="158351" y="12395"/>
                    </a:cubicBezTo>
                    <a:cubicBezTo>
                      <a:pt x="158404" y="12154"/>
                      <a:pt x="158582" y="12097"/>
                      <a:pt x="158776" y="12097"/>
                    </a:cubicBezTo>
                    <a:cubicBezTo>
                      <a:pt x="158903" y="12097"/>
                      <a:pt x="159037" y="12122"/>
                      <a:pt x="159146" y="12135"/>
                    </a:cubicBezTo>
                    <a:cubicBezTo>
                      <a:pt x="160460" y="12308"/>
                      <a:pt x="161652" y="12999"/>
                      <a:pt x="163017" y="12999"/>
                    </a:cubicBezTo>
                    <a:cubicBezTo>
                      <a:pt x="163570" y="12999"/>
                      <a:pt x="163795" y="12913"/>
                      <a:pt x="164002" y="12274"/>
                    </a:cubicBezTo>
                    <a:cubicBezTo>
                      <a:pt x="164745" y="10182"/>
                      <a:pt x="163311" y="10010"/>
                      <a:pt x="161998" y="9923"/>
                    </a:cubicBezTo>
                    <a:cubicBezTo>
                      <a:pt x="160218" y="9820"/>
                      <a:pt x="158438" y="9543"/>
                      <a:pt x="156710" y="9076"/>
                    </a:cubicBezTo>
                    <a:cubicBezTo>
                      <a:pt x="153313" y="8169"/>
                      <a:pt x="149984" y="6872"/>
                      <a:pt x="146431" y="6872"/>
                    </a:cubicBezTo>
                    <a:cubicBezTo>
                      <a:pt x="145249" y="6872"/>
                      <a:pt x="144041" y="7016"/>
                      <a:pt x="142798" y="7366"/>
                    </a:cubicBezTo>
                    <a:cubicBezTo>
                      <a:pt x="142441" y="7468"/>
                      <a:pt x="142044" y="7507"/>
                      <a:pt x="141624" y="7507"/>
                    </a:cubicBezTo>
                    <a:cubicBezTo>
                      <a:pt x="140475" y="7507"/>
                      <a:pt x="139148" y="7211"/>
                      <a:pt x="137959" y="7072"/>
                    </a:cubicBezTo>
                    <a:cubicBezTo>
                      <a:pt x="135760" y="6810"/>
                      <a:pt x="133765" y="5577"/>
                      <a:pt x="131513" y="5577"/>
                    </a:cubicBezTo>
                    <a:cubicBezTo>
                      <a:pt x="131235" y="5577"/>
                      <a:pt x="130953" y="5596"/>
                      <a:pt x="130666" y="5637"/>
                    </a:cubicBezTo>
                    <a:cubicBezTo>
                      <a:pt x="130197" y="5701"/>
                      <a:pt x="129713" y="5752"/>
                      <a:pt x="129231" y="5752"/>
                    </a:cubicBezTo>
                    <a:cubicBezTo>
                      <a:pt x="128525" y="5752"/>
                      <a:pt x="127823" y="5641"/>
                      <a:pt x="127175" y="5292"/>
                    </a:cubicBezTo>
                    <a:cubicBezTo>
                      <a:pt x="124583" y="3857"/>
                      <a:pt x="121352" y="4808"/>
                      <a:pt x="118811" y="3097"/>
                    </a:cubicBezTo>
                    <a:cubicBezTo>
                      <a:pt x="118623" y="2965"/>
                      <a:pt x="118385" y="2894"/>
                      <a:pt x="118144" y="2894"/>
                    </a:cubicBezTo>
                    <a:cubicBezTo>
                      <a:pt x="117786" y="2894"/>
                      <a:pt x="117421" y="3050"/>
                      <a:pt x="117204" y="3391"/>
                    </a:cubicBezTo>
                    <a:cubicBezTo>
                      <a:pt x="116737" y="4117"/>
                      <a:pt x="117601" y="4134"/>
                      <a:pt x="117930" y="4462"/>
                    </a:cubicBezTo>
                    <a:cubicBezTo>
                      <a:pt x="118103" y="4670"/>
                      <a:pt x="118154" y="4946"/>
                      <a:pt x="118068" y="5188"/>
                    </a:cubicBezTo>
                    <a:cubicBezTo>
                      <a:pt x="117958" y="5398"/>
                      <a:pt x="116241" y="5510"/>
                      <a:pt x="114740" y="5510"/>
                    </a:cubicBezTo>
                    <a:cubicBezTo>
                      <a:pt x="113645" y="5510"/>
                      <a:pt x="112664" y="5450"/>
                      <a:pt x="112503" y="5326"/>
                    </a:cubicBezTo>
                    <a:cubicBezTo>
                      <a:pt x="111242" y="4410"/>
                      <a:pt x="109825" y="3719"/>
                      <a:pt x="108321" y="3287"/>
                    </a:cubicBezTo>
                    <a:cubicBezTo>
                      <a:pt x="108108" y="3224"/>
                      <a:pt x="107902" y="3198"/>
                      <a:pt x="107703" y="3198"/>
                    </a:cubicBezTo>
                    <a:cubicBezTo>
                      <a:pt x="106742" y="3198"/>
                      <a:pt x="105934" y="3807"/>
                      <a:pt x="105084" y="3807"/>
                    </a:cubicBezTo>
                    <a:cubicBezTo>
                      <a:pt x="105000" y="3807"/>
                      <a:pt x="104915" y="3801"/>
                      <a:pt x="104830" y="3788"/>
                    </a:cubicBezTo>
                    <a:cubicBezTo>
                      <a:pt x="102083" y="3391"/>
                      <a:pt x="99266" y="3909"/>
                      <a:pt x="96760" y="1559"/>
                    </a:cubicBezTo>
                    <a:cubicBezTo>
                      <a:pt x="95295" y="185"/>
                      <a:pt x="93272" y="50"/>
                      <a:pt x="91223" y="50"/>
                    </a:cubicBezTo>
                    <a:cubicBezTo>
                      <a:pt x="90718" y="50"/>
                      <a:pt x="90212" y="58"/>
                      <a:pt x="89713" y="58"/>
                    </a:cubicBezTo>
                    <a:cubicBezTo>
                      <a:pt x="89152" y="58"/>
                      <a:pt x="88600" y="48"/>
                      <a:pt x="88067" y="4"/>
                    </a:cubicBezTo>
                    <a:cubicBezTo>
                      <a:pt x="88037" y="2"/>
                      <a:pt x="88007" y="1"/>
                      <a:pt x="8797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1"/>
              <p:cNvSpPr/>
              <p:nvPr/>
            </p:nvSpPr>
            <p:spPr>
              <a:xfrm>
                <a:off x="5913800" y="3523050"/>
                <a:ext cx="1109075" cy="813875"/>
              </a:xfrm>
              <a:custGeom>
                <a:rect b="b" l="l" r="r" t="t"/>
                <a:pathLst>
                  <a:path extrusionOk="0" h="32555" w="44363">
                    <a:moveTo>
                      <a:pt x="28245" y="1"/>
                    </a:moveTo>
                    <a:cubicBezTo>
                      <a:pt x="27747" y="1"/>
                      <a:pt x="27602" y="373"/>
                      <a:pt x="27634" y="804"/>
                    </a:cubicBezTo>
                    <a:cubicBezTo>
                      <a:pt x="27737" y="2117"/>
                      <a:pt x="27979" y="3482"/>
                      <a:pt x="27996" y="4778"/>
                    </a:cubicBezTo>
                    <a:cubicBezTo>
                      <a:pt x="28014" y="5660"/>
                      <a:pt x="28567" y="7094"/>
                      <a:pt x="27634" y="7267"/>
                    </a:cubicBezTo>
                    <a:cubicBezTo>
                      <a:pt x="27521" y="7286"/>
                      <a:pt x="27406" y="7295"/>
                      <a:pt x="27290" y="7295"/>
                    </a:cubicBezTo>
                    <a:cubicBezTo>
                      <a:pt x="25431" y="7295"/>
                      <a:pt x="23230" y="4918"/>
                      <a:pt x="23555" y="3275"/>
                    </a:cubicBezTo>
                    <a:cubicBezTo>
                      <a:pt x="23754" y="2264"/>
                      <a:pt x="23333" y="1317"/>
                      <a:pt x="22034" y="1317"/>
                    </a:cubicBezTo>
                    <a:cubicBezTo>
                      <a:pt x="21978" y="1317"/>
                      <a:pt x="21920" y="1318"/>
                      <a:pt x="21862" y="1322"/>
                    </a:cubicBezTo>
                    <a:cubicBezTo>
                      <a:pt x="21814" y="1325"/>
                      <a:pt x="21765" y="1327"/>
                      <a:pt x="21716" y="1327"/>
                    </a:cubicBezTo>
                    <a:cubicBezTo>
                      <a:pt x="20777" y="1327"/>
                      <a:pt x="19668" y="752"/>
                      <a:pt x="18692" y="752"/>
                    </a:cubicBezTo>
                    <a:cubicBezTo>
                      <a:pt x="18107" y="752"/>
                      <a:pt x="17570" y="958"/>
                      <a:pt x="17144" y="1616"/>
                    </a:cubicBezTo>
                    <a:cubicBezTo>
                      <a:pt x="16642" y="2376"/>
                      <a:pt x="15295" y="2826"/>
                      <a:pt x="15191" y="4035"/>
                    </a:cubicBezTo>
                    <a:cubicBezTo>
                      <a:pt x="15162" y="4430"/>
                      <a:pt x="15144" y="4616"/>
                      <a:pt x="15002" y="4616"/>
                    </a:cubicBezTo>
                    <a:cubicBezTo>
                      <a:pt x="14889" y="4616"/>
                      <a:pt x="14698" y="4499"/>
                      <a:pt x="14361" y="4277"/>
                    </a:cubicBezTo>
                    <a:cubicBezTo>
                      <a:pt x="13724" y="3844"/>
                      <a:pt x="13113" y="3612"/>
                      <a:pt x="12606" y="3612"/>
                    </a:cubicBezTo>
                    <a:cubicBezTo>
                      <a:pt x="12042" y="3612"/>
                      <a:pt x="11607" y="3900"/>
                      <a:pt x="11406" y="4519"/>
                    </a:cubicBezTo>
                    <a:cubicBezTo>
                      <a:pt x="10784" y="6334"/>
                      <a:pt x="8710" y="7215"/>
                      <a:pt x="8624" y="9392"/>
                    </a:cubicBezTo>
                    <a:cubicBezTo>
                      <a:pt x="8607" y="10153"/>
                      <a:pt x="7933" y="10619"/>
                      <a:pt x="7086" y="10879"/>
                    </a:cubicBezTo>
                    <a:cubicBezTo>
                      <a:pt x="5669" y="11311"/>
                      <a:pt x="4355" y="11864"/>
                      <a:pt x="3007" y="12382"/>
                    </a:cubicBezTo>
                    <a:cubicBezTo>
                      <a:pt x="1003" y="13160"/>
                      <a:pt x="0" y="16910"/>
                      <a:pt x="1538" y="19018"/>
                    </a:cubicBezTo>
                    <a:cubicBezTo>
                      <a:pt x="2835" y="20798"/>
                      <a:pt x="3128" y="22595"/>
                      <a:pt x="3992" y="24375"/>
                    </a:cubicBezTo>
                    <a:cubicBezTo>
                      <a:pt x="4494" y="25360"/>
                      <a:pt x="4424" y="26276"/>
                      <a:pt x="3750" y="26950"/>
                    </a:cubicBezTo>
                    <a:cubicBezTo>
                      <a:pt x="3353" y="27348"/>
                      <a:pt x="3509" y="27797"/>
                      <a:pt x="4148" y="28298"/>
                    </a:cubicBezTo>
                    <a:cubicBezTo>
                      <a:pt x="5020" y="28962"/>
                      <a:pt x="5824" y="29302"/>
                      <a:pt x="6549" y="29302"/>
                    </a:cubicBezTo>
                    <a:cubicBezTo>
                      <a:pt x="7089" y="29302"/>
                      <a:pt x="7586" y="29114"/>
                      <a:pt x="8036" y="28730"/>
                    </a:cubicBezTo>
                    <a:cubicBezTo>
                      <a:pt x="8740" y="28095"/>
                      <a:pt x="9643" y="27747"/>
                      <a:pt x="10576" y="27747"/>
                    </a:cubicBezTo>
                    <a:cubicBezTo>
                      <a:pt x="10811" y="27747"/>
                      <a:pt x="11049" y="27769"/>
                      <a:pt x="11285" y="27814"/>
                    </a:cubicBezTo>
                    <a:cubicBezTo>
                      <a:pt x="11420" y="27836"/>
                      <a:pt x="11551" y="27846"/>
                      <a:pt x="11676" y="27846"/>
                    </a:cubicBezTo>
                    <a:cubicBezTo>
                      <a:pt x="12065" y="27846"/>
                      <a:pt x="12402" y="27743"/>
                      <a:pt x="12650" y="27521"/>
                    </a:cubicBezTo>
                    <a:cubicBezTo>
                      <a:pt x="14551" y="25793"/>
                      <a:pt x="17368" y="25343"/>
                      <a:pt x="20047" y="24790"/>
                    </a:cubicBezTo>
                    <a:cubicBezTo>
                      <a:pt x="20247" y="24746"/>
                      <a:pt x="20464" y="24721"/>
                      <a:pt x="20691" y="24721"/>
                    </a:cubicBezTo>
                    <a:cubicBezTo>
                      <a:pt x="21623" y="24721"/>
                      <a:pt x="22712" y="25150"/>
                      <a:pt x="23365" y="26484"/>
                    </a:cubicBezTo>
                    <a:cubicBezTo>
                      <a:pt x="23667" y="27105"/>
                      <a:pt x="23855" y="28198"/>
                      <a:pt x="25083" y="28198"/>
                    </a:cubicBezTo>
                    <a:cubicBezTo>
                      <a:pt x="25120" y="28198"/>
                      <a:pt x="25158" y="28197"/>
                      <a:pt x="25197" y="28195"/>
                    </a:cubicBezTo>
                    <a:cubicBezTo>
                      <a:pt x="25345" y="28183"/>
                      <a:pt x="25455" y="28022"/>
                      <a:pt x="25593" y="28022"/>
                    </a:cubicBezTo>
                    <a:cubicBezTo>
                      <a:pt x="25664" y="28022"/>
                      <a:pt x="25742" y="28065"/>
                      <a:pt x="25836" y="28195"/>
                    </a:cubicBezTo>
                    <a:cubicBezTo>
                      <a:pt x="25923" y="28298"/>
                      <a:pt x="25767" y="28592"/>
                      <a:pt x="25612" y="28713"/>
                    </a:cubicBezTo>
                    <a:cubicBezTo>
                      <a:pt x="25318" y="28938"/>
                      <a:pt x="24903" y="29128"/>
                      <a:pt x="25283" y="29646"/>
                    </a:cubicBezTo>
                    <a:cubicBezTo>
                      <a:pt x="25508" y="29871"/>
                      <a:pt x="25802" y="30026"/>
                      <a:pt x="26113" y="30078"/>
                    </a:cubicBezTo>
                    <a:cubicBezTo>
                      <a:pt x="26172" y="30086"/>
                      <a:pt x="26229" y="30090"/>
                      <a:pt x="26283" y="30090"/>
                    </a:cubicBezTo>
                    <a:cubicBezTo>
                      <a:pt x="26710" y="30090"/>
                      <a:pt x="27006" y="29856"/>
                      <a:pt x="27098" y="29473"/>
                    </a:cubicBezTo>
                    <a:cubicBezTo>
                      <a:pt x="27115" y="29335"/>
                      <a:pt x="27098" y="29197"/>
                      <a:pt x="27029" y="29076"/>
                    </a:cubicBezTo>
                    <a:cubicBezTo>
                      <a:pt x="26976" y="28903"/>
                      <a:pt x="26992" y="28848"/>
                      <a:pt x="27041" y="28848"/>
                    </a:cubicBezTo>
                    <a:cubicBezTo>
                      <a:pt x="27105" y="28848"/>
                      <a:pt x="27225" y="28941"/>
                      <a:pt x="27322" y="28990"/>
                    </a:cubicBezTo>
                    <a:cubicBezTo>
                      <a:pt x="27824" y="29266"/>
                      <a:pt x="28463" y="29473"/>
                      <a:pt x="28169" y="30113"/>
                    </a:cubicBezTo>
                    <a:cubicBezTo>
                      <a:pt x="27945" y="30597"/>
                      <a:pt x="28117" y="31029"/>
                      <a:pt x="28809" y="31461"/>
                    </a:cubicBezTo>
                    <a:cubicBezTo>
                      <a:pt x="30199" y="32318"/>
                      <a:pt x="31628" y="32554"/>
                      <a:pt x="32898" y="32554"/>
                    </a:cubicBezTo>
                    <a:cubicBezTo>
                      <a:pt x="33522" y="32554"/>
                      <a:pt x="34108" y="32497"/>
                      <a:pt x="34633" y="32429"/>
                    </a:cubicBezTo>
                    <a:cubicBezTo>
                      <a:pt x="36672" y="32135"/>
                      <a:pt x="39299" y="31824"/>
                      <a:pt x="39299" y="29145"/>
                    </a:cubicBezTo>
                    <a:cubicBezTo>
                      <a:pt x="39299" y="28938"/>
                      <a:pt x="39541" y="28799"/>
                      <a:pt x="39592" y="28575"/>
                    </a:cubicBezTo>
                    <a:cubicBezTo>
                      <a:pt x="40024" y="26968"/>
                      <a:pt x="41804" y="26363"/>
                      <a:pt x="42496" y="24998"/>
                    </a:cubicBezTo>
                    <a:cubicBezTo>
                      <a:pt x="44224" y="21559"/>
                      <a:pt x="44362" y="17722"/>
                      <a:pt x="40232" y="13661"/>
                    </a:cubicBezTo>
                    <a:cubicBezTo>
                      <a:pt x="38953" y="12399"/>
                      <a:pt x="38037" y="10671"/>
                      <a:pt x="36309" y="9859"/>
                    </a:cubicBezTo>
                    <a:cubicBezTo>
                      <a:pt x="34494" y="9012"/>
                      <a:pt x="34080" y="7716"/>
                      <a:pt x="33509" y="6472"/>
                    </a:cubicBezTo>
                    <a:cubicBezTo>
                      <a:pt x="33388" y="5608"/>
                      <a:pt x="33008" y="4761"/>
                      <a:pt x="32213" y="4346"/>
                    </a:cubicBezTo>
                    <a:cubicBezTo>
                      <a:pt x="30658" y="3465"/>
                      <a:pt x="30278" y="2100"/>
                      <a:pt x="29414" y="942"/>
                    </a:cubicBezTo>
                    <a:cubicBezTo>
                      <a:pt x="29120" y="544"/>
                      <a:pt x="28947" y="78"/>
                      <a:pt x="28377" y="9"/>
                    </a:cubicBezTo>
                    <a:cubicBezTo>
                      <a:pt x="28330" y="3"/>
                      <a:pt x="28287" y="1"/>
                      <a:pt x="2824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1"/>
              <p:cNvSpPr/>
              <p:nvPr/>
            </p:nvSpPr>
            <p:spPr>
              <a:xfrm>
                <a:off x="6442175" y="3238700"/>
                <a:ext cx="571625" cy="311800"/>
              </a:xfrm>
              <a:custGeom>
                <a:rect b="b" l="l" r="r" t="t"/>
                <a:pathLst>
                  <a:path extrusionOk="0" h="12472" w="22865">
                    <a:moveTo>
                      <a:pt x="3070" y="1"/>
                    </a:moveTo>
                    <a:cubicBezTo>
                      <a:pt x="2939" y="1"/>
                      <a:pt x="2792" y="15"/>
                      <a:pt x="2627" y="46"/>
                    </a:cubicBezTo>
                    <a:cubicBezTo>
                      <a:pt x="1833" y="202"/>
                      <a:pt x="830" y="29"/>
                      <a:pt x="415" y="927"/>
                    </a:cubicBezTo>
                    <a:cubicBezTo>
                      <a:pt x="1" y="1826"/>
                      <a:pt x="934" y="1861"/>
                      <a:pt x="1400" y="2189"/>
                    </a:cubicBezTo>
                    <a:cubicBezTo>
                      <a:pt x="1504" y="2258"/>
                      <a:pt x="1366" y="2569"/>
                      <a:pt x="1435" y="2742"/>
                    </a:cubicBezTo>
                    <a:cubicBezTo>
                      <a:pt x="1757" y="3623"/>
                      <a:pt x="1963" y="4886"/>
                      <a:pt x="3062" y="4886"/>
                    </a:cubicBezTo>
                    <a:cubicBezTo>
                      <a:pt x="3084" y="4886"/>
                      <a:pt x="3106" y="4886"/>
                      <a:pt x="3129" y="4885"/>
                    </a:cubicBezTo>
                    <a:cubicBezTo>
                      <a:pt x="3207" y="4880"/>
                      <a:pt x="3284" y="4878"/>
                      <a:pt x="3360" y="4878"/>
                    </a:cubicBezTo>
                    <a:cubicBezTo>
                      <a:pt x="4698" y="4878"/>
                      <a:pt x="5731" y="5570"/>
                      <a:pt x="6810" y="6077"/>
                    </a:cubicBezTo>
                    <a:cubicBezTo>
                      <a:pt x="7328" y="6319"/>
                      <a:pt x="8019" y="7322"/>
                      <a:pt x="7207" y="8203"/>
                    </a:cubicBezTo>
                    <a:cubicBezTo>
                      <a:pt x="6913" y="8531"/>
                      <a:pt x="6948" y="8911"/>
                      <a:pt x="7121" y="9292"/>
                    </a:cubicBezTo>
                    <a:cubicBezTo>
                      <a:pt x="7274" y="9613"/>
                      <a:pt x="7597" y="9810"/>
                      <a:pt x="7934" y="9810"/>
                    </a:cubicBezTo>
                    <a:cubicBezTo>
                      <a:pt x="8014" y="9810"/>
                      <a:pt x="8095" y="9799"/>
                      <a:pt x="8175" y="9775"/>
                    </a:cubicBezTo>
                    <a:cubicBezTo>
                      <a:pt x="8275" y="9755"/>
                      <a:pt x="8368" y="9745"/>
                      <a:pt x="8457" y="9745"/>
                    </a:cubicBezTo>
                    <a:cubicBezTo>
                      <a:pt x="8811" y="9745"/>
                      <a:pt x="9087" y="9900"/>
                      <a:pt x="9419" y="10121"/>
                    </a:cubicBezTo>
                    <a:cubicBezTo>
                      <a:pt x="10079" y="10569"/>
                      <a:pt x="10930" y="10787"/>
                      <a:pt x="11688" y="10787"/>
                    </a:cubicBezTo>
                    <a:cubicBezTo>
                      <a:pt x="12538" y="10787"/>
                      <a:pt x="13270" y="10513"/>
                      <a:pt x="13480" y="9983"/>
                    </a:cubicBezTo>
                    <a:cubicBezTo>
                      <a:pt x="13648" y="9563"/>
                      <a:pt x="13555" y="9014"/>
                      <a:pt x="14230" y="9014"/>
                    </a:cubicBezTo>
                    <a:cubicBezTo>
                      <a:pt x="14250" y="9014"/>
                      <a:pt x="14271" y="9014"/>
                      <a:pt x="14293" y="9015"/>
                    </a:cubicBezTo>
                    <a:cubicBezTo>
                      <a:pt x="15036" y="9050"/>
                      <a:pt x="15381" y="9516"/>
                      <a:pt x="15450" y="10138"/>
                    </a:cubicBezTo>
                    <a:cubicBezTo>
                      <a:pt x="15640" y="11486"/>
                      <a:pt x="16522" y="11953"/>
                      <a:pt x="17697" y="11988"/>
                    </a:cubicBezTo>
                    <a:cubicBezTo>
                      <a:pt x="18224" y="11988"/>
                      <a:pt x="18870" y="12472"/>
                      <a:pt x="19366" y="12472"/>
                    </a:cubicBezTo>
                    <a:cubicBezTo>
                      <a:pt x="19602" y="12472"/>
                      <a:pt x="19804" y="12362"/>
                      <a:pt x="19944" y="12039"/>
                    </a:cubicBezTo>
                    <a:cubicBezTo>
                      <a:pt x="20289" y="11210"/>
                      <a:pt x="19287" y="10398"/>
                      <a:pt x="18596" y="9758"/>
                    </a:cubicBezTo>
                    <a:cubicBezTo>
                      <a:pt x="18164" y="9361"/>
                      <a:pt x="17420" y="8825"/>
                      <a:pt x="17749" y="8272"/>
                    </a:cubicBezTo>
                    <a:cubicBezTo>
                      <a:pt x="17984" y="7884"/>
                      <a:pt x="18253" y="7197"/>
                      <a:pt x="18937" y="7197"/>
                    </a:cubicBezTo>
                    <a:cubicBezTo>
                      <a:pt x="19107" y="7197"/>
                      <a:pt x="19302" y="7239"/>
                      <a:pt x="19529" y="7339"/>
                    </a:cubicBezTo>
                    <a:cubicBezTo>
                      <a:pt x="19732" y="7429"/>
                      <a:pt x="19935" y="7468"/>
                      <a:pt x="20135" y="7468"/>
                    </a:cubicBezTo>
                    <a:cubicBezTo>
                      <a:pt x="20854" y="7468"/>
                      <a:pt x="21544" y="6970"/>
                      <a:pt x="22138" y="6578"/>
                    </a:cubicBezTo>
                    <a:cubicBezTo>
                      <a:pt x="22795" y="6146"/>
                      <a:pt x="22864" y="5248"/>
                      <a:pt x="22311" y="4643"/>
                    </a:cubicBezTo>
                    <a:cubicBezTo>
                      <a:pt x="22115" y="4425"/>
                      <a:pt x="21948" y="4340"/>
                      <a:pt x="21799" y="4340"/>
                    </a:cubicBezTo>
                    <a:cubicBezTo>
                      <a:pt x="21465" y="4340"/>
                      <a:pt x="21227" y="4774"/>
                      <a:pt x="20963" y="5110"/>
                    </a:cubicBezTo>
                    <a:cubicBezTo>
                      <a:pt x="20756" y="5334"/>
                      <a:pt x="20479" y="5472"/>
                      <a:pt x="20168" y="5507"/>
                    </a:cubicBezTo>
                    <a:cubicBezTo>
                      <a:pt x="20112" y="5512"/>
                      <a:pt x="20051" y="5514"/>
                      <a:pt x="19986" y="5514"/>
                    </a:cubicBezTo>
                    <a:cubicBezTo>
                      <a:pt x="18639" y="5514"/>
                      <a:pt x="15548" y="4518"/>
                      <a:pt x="14344" y="3727"/>
                    </a:cubicBezTo>
                    <a:cubicBezTo>
                      <a:pt x="13999" y="3485"/>
                      <a:pt x="13636" y="3295"/>
                      <a:pt x="13238" y="3139"/>
                    </a:cubicBezTo>
                    <a:cubicBezTo>
                      <a:pt x="11925" y="2690"/>
                      <a:pt x="10473" y="2465"/>
                      <a:pt x="9298" y="1774"/>
                    </a:cubicBezTo>
                    <a:cubicBezTo>
                      <a:pt x="8770" y="1458"/>
                      <a:pt x="8301" y="1322"/>
                      <a:pt x="7877" y="1322"/>
                    </a:cubicBezTo>
                    <a:cubicBezTo>
                      <a:pt x="7093" y="1322"/>
                      <a:pt x="6459" y="1787"/>
                      <a:pt x="5876" y="2448"/>
                    </a:cubicBezTo>
                    <a:cubicBezTo>
                      <a:pt x="5497" y="2886"/>
                      <a:pt x="5240" y="3062"/>
                      <a:pt x="5050" y="3062"/>
                    </a:cubicBezTo>
                    <a:cubicBezTo>
                      <a:pt x="4739" y="3062"/>
                      <a:pt x="4614" y="2586"/>
                      <a:pt x="4442" y="2016"/>
                    </a:cubicBezTo>
                    <a:cubicBezTo>
                      <a:pt x="4193" y="1191"/>
                      <a:pt x="4266" y="1"/>
                      <a:pt x="307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1"/>
              <p:cNvSpPr/>
              <p:nvPr/>
            </p:nvSpPr>
            <p:spPr>
              <a:xfrm>
                <a:off x="5898675" y="3029225"/>
                <a:ext cx="282150" cy="318450"/>
              </a:xfrm>
              <a:custGeom>
                <a:rect b="b" l="l" r="r" t="t"/>
                <a:pathLst>
                  <a:path extrusionOk="0" h="12738" w="11286">
                    <a:moveTo>
                      <a:pt x="8163" y="0"/>
                    </a:moveTo>
                    <a:cubicBezTo>
                      <a:pt x="7646" y="0"/>
                      <a:pt x="7307" y="634"/>
                      <a:pt x="7121" y="1115"/>
                    </a:cubicBezTo>
                    <a:cubicBezTo>
                      <a:pt x="6498" y="2618"/>
                      <a:pt x="5081" y="3362"/>
                      <a:pt x="4027" y="4450"/>
                    </a:cubicBezTo>
                    <a:cubicBezTo>
                      <a:pt x="3562" y="4916"/>
                      <a:pt x="2753" y="5709"/>
                      <a:pt x="2170" y="5709"/>
                    </a:cubicBezTo>
                    <a:cubicBezTo>
                      <a:pt x="2125" y="5709"/>
                      <a:pt x="2082" y="5704"/>
                      <a:pt x="2040" y="5695"/>
                    </a:cubicBezTo>
                    <a:cubicBezTo>
                      <a:pt x="1767" y="5631"/>
                      <a:pt x="1536" y="5602"/>
                      <a:pt x="1339" y="5602"/>
                    </a:cubicBezTo>
                    <a:cubicBezTo>
                      <a:pt x="150" y="5602"/>
                      <a:pt x="215" y="6659"/>
                      <a:pt x="52" y="7475"/>
                    </a:cubicBezTo>
                    <a:cubicBezTo>
                      <a:pt x="1" y="9410"/>
                      <a:pt x="1625" y="11518"/>
                      <a:pt x="3267" y="12123"/>
                    </a:cubicBezTo>
                    <a:cubicBezTo>
                      <a:pt x="3638" y="12262"/>
                      <a:pt x="4019" y="12277"/>
                      <a:pt x="4389" y="12277"/>
                    </a:cubicBezTo>
                    <a:cubicBezTo>
                      <a:pt x="4488" y="12277"/>
                      <a:pt x="4586" y="12276"/>
                      <a:pt x="4683" y="12276"/>
                    </a:cubicBezTo>
                    <a:cubicBezTo>
                      <a:pt x="5034" y="12276"/>
                      <a:pt x="5369" y="12290"/>
                      <a:pt x="5669" y="12417"/>
                    </a:cubicBezTo>
                    <a:cubicBezTo>
                      <a:pt x="6156" y="12630"/>
                      <a:pt x="6559" y="12738"/>
                      <a:pt x="6895" y="12738"/>
                    </a:cubicBezTo>
                    <a:cubicBezTo>
                      <a:pt x="7678" y="12738"/>
                      <a:pt x="8093" y="12148"/>
                      <a:pt x="8348" y="10914"/>
                    </a:cubicBezTo>
                    <a:cubicBezTo>
                      <a:pt x="8572" y="9773"/>
                      <a:pt x="9073" y="8235"/>
                      <a:pt x="9937" y="7786"/>
                    </a:cubicBezTo>
                    <a:cubicBezTo>
                      <a:pt x="11268" y="7094"/>
                      <a:pt x="10577" y="6697"/>
                      <a:pt x="10231" y="6023"/>
                    </a:cubicBezTo>
                    <a:cubicBezTo>
                      <a:pt x="9782" y="5124"/>
                      <a:pt x="8797" y="4278"/>
                      <a:pt x="10058" y="3189"/>
                    </a:cubicBezTo>
                    <a:cubicBezTo>
                      <a:pt x="10404" y="2895"/>
                      <a:pt x="11285" y="2618"/>
                      <a:pt x="10853" y="1945"/>
                    </a:cubicBezTo>
                    <a:cubicBezTo>
                      <a:pt x="10266" y="1063"/>
                      <a:pt x="9402" y="286"/>
                      <a:pt x="8348" y="26"/>
                    </a:cubicBezTo>
                    <a:cubicBezTo>
                      <a:pt x="8284" y="9"/>
                      <a:pt x="8222" y="0"/>
                      <a:pt x="816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21"/>
              <p:cNvSpPr/>
              <p:nvPr/>
            </p:nvSpPr>
            <p:spPr>
              <a:xfrm>
                <a:off x="5544400" y="3065225"/>
                <a:ext cx="541800" cy="430700"/>
              </a:xfrm>
              <a:custGeom>
                <a:rect b="b" l="l" r="r" t="t"/>
                <a:pathLst>
                  <a:path extrusionOk="0" h="17228" w="21672">
                    <a:moveTo>
                      <a:pt x="7484" y="4583"/>
                    </a:moveTo>
                    <a:lnTo>
                      <a:pt x="7484" y="4583"/>
                    </a:lnTo>
                    <a:cubicBezTo>
                      <a:pt x="7486" y="4586"/>
                      <a:pt x="7488" y="4589"/>
                      <a:pt x="7491" y="4592"/>
                    </a:cubicBezTo>
                    <a:lnTo>
                      <a:pt x="7491" y="4592"/>
                    </a:lnTo>
                    <a:cubicBezTo>
                      <a:pt x="7494" y="4595"/>
                      <a:pt x="7498" y="4597"/>
                      <a:pt x="7501" y="4600"/>
                    </a:cubicBezTo>
                    <a:lnTo>
                      <a:pt x="7484" y="4583"/>
                    </a:lnTo>
                    <a:close/>
                    <a:moveTo>
                      <a:pt x="1210" y="0"/>
                    </a:moveTo>
                    <a:cubicBezTo>
                      <a:pt x="910" y="0"/>
                      <a:pt x="646" y="84"/>
                      <a:pt x="415" y="314"/>
                    </a:cubicBezTo>
                    <a:cubicBezTo>
                      <a:pt x="1" y="712"/>
                      <a:pt x="260" y="1127"/>
                      <a:pt x="571" y="1403"/>
                    </a:cubicBezTo>
                    <a:cubicBezTo>
                      <a:pt x="1833" y="2561"/>
                      <a:pt x="2939" y="3874"/>
                      <a:pt x="3872" y="5309"/>
                    </a:cubicBezTo>
                    <a:cubicBezTo>
                      <a:pt x="5894" y="8264"/>
                      <a:pt x="6948" y="12014"/>
                      <a:pt x="10663" y="13552"/>
                    </a:cubicBezTo>
                    <a:cubicBezTo>
                      <a:pt x="10715" y="13587"/>
                      <a:pt x="10733" y="13656"/>
                      <a:pt x="10733" y="13725"/>
                    </a:cubicBezTo>
                    <a:cubicBezTo>
                      <a:pt x="10007" y="15522"/>
                      <a:pt x="11579" y="15401"/>
                      <a:pt x="12478" y="15660"/>
                    </a:cubicBezTo>
                    <a:cubicBezTo>
                      <a:pt x="14932" y="16334"/>
                      <a:pt x="17420" y="16801"/>
                      <a:pt x="19961" y="17043"/>
                    </a:cubicBezTo>
                    <a:cubicBezTo>
                      <a:pt x="20276" y="17079"/>
                      <a:pt x="20618" y="17227"/>
                      <a:pt x="20904" y="17227"/>
                    </a:cubicBezTo>
                    <a:cubicBezTo>
                      <a:pt x="21167" y="17227"/>
                      <a:pt x="21382" y="17101"/>
                      <a:pt x="21482" y="16645"/>
                    </a:cubicBezTo>
                    <a:cubicBezTo>
                      <a:pt x="21672" y="15816"/>
                      <a:pt x="20842" y="15626"/>
                      <a:pt x="20306" y="15280"/>
                    </a:cubicBezTo>
                    <a:cubicBezTo>
                      <a:pt x="18129" y="13932"/>
                      <a:pt x="15502" y="14347"/>
                      <a:pt x="13204" y="13448"/>
                    </a:cubicBezTo>
                    <a:cubicBezTo>
                      <a:pt x="13103" y="13410"/>
                      <a:pt x="12986" y="13400"/>
                      <a:pt x="12863" y="13400"/>
                    </a:cubicBezTo>
                    <a:cubicBezTo>
                      <a:pt x="12726" y="13400"/>
                      <a:pt x="12582" y="13412"/>
                      <a:pt x="12448" y="13412"/>
                    </a:cubicBezTo>
                    <a:cubicBezTo>
                      <a:pt x="12162" y="13412"/>
                      <a:pt x="11919" y="13355"/>
                      <a:pt x="11873" y="12999"/>
                    </a:cubicBezTo>
                    <a:cubicBezTo>
                      <a:pt x="11769" y="12221"/>
                      <a:pt x="11614" y="11288"/>
                      <a:pt x="12409" y="10666"/>
                    </a:cubicBezTo>
                    <a:cubicBezTo>
                      <a:pt x="12979" y="10199"/>
                      <a:pt x="12806" y="9836"/>
                      <a:pt x="12478" y="9249"/>
                    </a:cubicBezTo>
                    <a:cubicBezTo>
                      <a:pt x="11908" y="8195"/>
                      <a:pt x="10352" y="8558"/>
                      <a:pt x="10076" y="7849"/>
                    </a:cubicBezTo>
                    <a:cubicBezTo>
                      <a:pt x="9542" y="6419"/>
                      <a:pt x="8354" y="5659"/>
                      <a:pt x="7491" y="4592"/>
                    </a:cubicBezTo>
                    <a:lnTo>
                      <a:pt x="7491" y="4592"/>
                    </a:lnTo>
                    <a:cubicBezTo>
                      <a:pt x="6993" y="4179"/>
                      <a:pt x="6512" y="3733"/>
                      <a:pt x="5980" y="3339"/>
                    </a:cubicBezTo>
                    <a:cubicBezTo>
                      <a:pt x="4563" y="2285"/>
                      <a:pt x="3682" y="522"/>
                      <a:pt x="1763" y="72"/>
                    </a:cubicBezTo>
                    <a:cubicBezTo>
                      <a:pt x="1567" y="28"/>
                      <a:pt x="1383" y="0"/>
                      <a:pt x="121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1"/>
              <p:cNvSpPr/>
              <p:nvPr/>
            </p:nvSpPr>
            <p:spPr>
              <a:xfrm>
                <a:off x="4388700" y="3530600"/>
                <a:ext cx="227275" cy="395425"/>
              </a:xfrm>
              <a:custGeom>
                <a:rect b="b" l="l" r="r" t="t"/>
                <a:pathLst>
                  <a:path extrusionOk="0" h="15817" w="9091">
                    <a:moveTo>
                      <a:pt x="7622" y="0"/>
                    </a:moveTo>
                    <a:cubicBezTo>
                      <a:pt x="7155" y="0"/>
                      <a:pt x="6965" y="363"/>
                      <a:pt x="6740" y="761"/>
                    </a:cubicBezTo>
                    <a:cubicBezTo>
                      <a:pt x="5963" y="2212"/>
                      <a:pt x="5323" y="3802"/>
                      <a:pt x="3405" y="4200"/>
                    </a:cubicBezTo>
                    <a:cubicBezTo>
                      <a:pt x="2645" y="4338"/>
                      <a:pt x="2247" y="4891"/>
                      <a:pt x="2109" y="5738"/>
                    </a:cubicBezTo>
                    <a:cubicBezTo>
                      <a:pt x="1781" y="7587"/>
                      <a:pt x="1971" y="9471"/>
                      <a:pt x="917" y="11285"/>
                    </a:cubicBezTo>
                    <a:cubicBezTo>
                      <a:pt x="1" y="12910"/>
                      <a:pt x="1660" y="15813"/>
                      <a:pt x="3077" y="15813"/>
                    </a:cubicBezTo>
                    <a:cubicBezTo>
                      <a:pt x="3125" y="15815"/>
                      <a:pt x="3172" y="15816"/>
                      <a:pt x="3219" y="15816"/>
                    </a:cubicBezTo>
                    <a:cubicBezTo>
                      <a:pt x="4640" y="15816"/>
                      <a:pt x="5279" y="14808"/>
                      <a:pt x="5496" y="13670"/>
                    </a:cubicBezTo>
                    <a:cubicBezTo>
                      <a:pt x="6049" y="11095"/>
                      <a:pt x="7034" y="8676"/>
                      <a:pt x="8002" y="6256"/>
                    </a:cubicBezTo>
                    <a:cubicBezTo>
                      <a:pt x="8745" y="4373"/>
                      <a:pt x="9091" y="2645"/>
                      <a:pt x="8192" y="778"/>
                    </a:cubicBezTo>
                    <a:cubicBezTo>
                      <a:pt x="8054" y="467"/>
                      <a:pt x="8106" y="18"/>
                      <a:pt x="762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1"/>
              <p:cNvSpPr/>
              <p:nvPr/>
            </p:nvSpPr>
            <p:spPr>
              <a:xfrm>
                <a:off x="6438300" y="1893850"/>
                <a:ext cx="267450" cy="418275"/>
              </a:xfrm>
              <a:custGeom>
                <a:rect b="b" l="l" r="r" t="t"/>
                <a:pathLst>
                  <a:path extrusionOk="0" h="16731" w="10698">
                    <a:moveTo>
                      <a:pt x="4909" y="1"/>
                    </a:moveTo>
                    <a:cubicBezTo>
                      <a:pt x="4667" y="1"/>
                      <a:pt x="4504" y="61"/>
                      <a:pt x="4562" y="216"/>
                    </a:cubicBezTo>
                    <a:cubicBezTo>
                      <a:pt x="5064" y="1633"/>
                      <a:pt x="3992" y="3465"/>
                      <a:pt x="5444" y="4502"/>
                    </a:cubicBezTo>
                    <a:cubicBezTo>
                      <a:pt x="6654" y="5366"/>
                      <a:pt x="6515" y="6627"/>
                      <a:pt x="6913" y="7647"/>
                    </a:cubicBezTo>
                    <a:cubicBezTo>
                      <a:pt x="6804" y="8207"/>
                      <a:pt x="6835" y="9062"/>
                      <a:pt x="6426" y="9062"/>
                    </a:cubicBezTo>
                    <a:cubicBezTo>
                      <a:pt x="6380" y="9062"/>
                      <a:pt x="6330" y="9052"/>
                      <a:pt x="6273" y="9029"/>
                    </a:cubicBezTo>
                    <a:cubicBezTo>
                      <a:pt x="6019" y="8928"/>
                      <a:pt x="5817" y="8884"/>
                      <a:pt x="5657" y="8884"/>
                    </a:cubicBezTo>
                    <a:cubicBezTo>
                      <a:pt x="5131" y="8884"/>
                      <a:pt x="5047" y="9360"/>
                      <a:pt x="4995" y="9876"/>
                    </a:cubicBezTo>
                    <a:cubicBezTo>
                      <a:pt x="4925" y="10533"/>
                      <a:pt x="4614" y="10757"/>
                      <a:pt x="4044" y="10896"/>
                    </a:cubicBezTo>
                    <a:cubicBezTo>
                      <a:pt x="726" y="11673"/>
                      <a:pt x="0" y="13229"/>
                      <a:pt x="1659" y="16028"/>
                    </a:cubicBezTo>
                    <a:cubicBezTo>
                      <a:pt x="1834" y="16314"/>
                      <a:pt x="1935" y="16730"/>
                      <a:pt x="2351" y="16730"/>
                    </a:cubicBezTo>
                    <a:cubicBezTo>
                      <a:pt x="2389" y="16730"/>
                      <a:pt x="2429" y="16727"/>
                      <a:pt x="2471" y="16720"/>
                    </a:cubicBezTo>
                    <a:cubicBezTo>
                      <a:pt x="3007" y="16633"/>
                      <a:pt x="3197" y="16236"/>
                      <a:pt x="3301" y="15752"/>
                    </a:cubicBezTo>
                    <a:cubicBezTo>
                      <a:pt x="3405" y="15251"/>
                      <a:pt x="3301" y="14784"/>
                      <a:pt x="4009" y="14542"/>
                    </a:cubicBezTo>
                    <a:cubicBezTo>
                      <a:pt x="5651" y="13955"/>
                      <a:pt x="7241" y="13194"/>
                      <a:pt x="8866" y="12555"/>
                    </a:cubicBezTo>
                    <a:cubicBezTo>
                      <a:pt x="9298" y="12399"/>
                      <a:pt x="9643" y="12261"/>
                      <a:pt x="9799" y="11829"/>
                    </a:cubicBezTo>
                    <a:cubicBezTo>
                      <a:pt x="10300" y="10308"/>
                      <a:pt x="8866" y="5746"/>
                      <a:pt x="7604" y="4709"/>
                    </a:cubicBezTo>
                    <a:cubicBezTo>
                      <a:pt x="7397" y="4536"/>
                      <a:pt x="6809" y="4571"/>
                      <a:pt x="7016" y="4139"/>
                    </a:cubicBezTo>
                    <a:cubicBezTo>
                      <a:pt x="7082" y="4008"/>
                      <a:pt x="7166" y="3963"/>
                      <a:pt x="7262" y="3963"/>
                    </a:cubicBezTo>
                    <a:cubicBezTo>
                      <a:pt x="7468" y="3963"/>
                      <a:pt x="7725" y="4173"/>
                      <a:pt x="7950" y="4173"/>
                    </a:cubicBezTo>
                    <a:cubicBezTo>
                      <a:pt x="7979" y="4174"/>
                      <a:pt x="8009" y="4175"/>
                      <a:pt x="8039" y="4175"/>
                    </a:cubicBezTo>
                    <a:cubicBezTo>
                      <a:pt x="9008" y="4175"/>
                      <a:pt x="9913" y="3634"/>
                      <a:pt x="10265" y="2946"/>
                    </a:cubicBezTo>
                    <a:cubicBezTo>
                      <a:pt x="10697" y="2117"/>
                      <a:pt x="9695" y="1667"/>
                      <a:pt x="8987" y="1581"/>
                    </a:cubicBezTo>
                    <a:cubicBezTo>
                      <a:pt x="7811" y="1443"/>
                      <a:pt x="6930" y="786"/>
                      <a:pt x="5962" y="250"/>
                    </a:cubicBezTo>
                    <a:cubicBezTo>
                      <a:pt x="5704" y="111"/>
                      <a:pt x="5235" y="1"/>
                      <a:pt x="4909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1"/>
              <p:cNvSpPr/>
              <p:nvPr/>
            </p:nvSpPr>
            <p:spPr>
              <a:xfrm>
                <a:off x="6901875" y="4220725"/>
                <a:ext cx="468775" cy="354550"/>
              </a:xfrm>
              <a:custGeom>
                <a:rect b="b" l="l" r="r" t="t"/>
                <a:pathLst>
                  <a:path extrusionOk="0" h="14182" w="18751">
                    <a:moveTo>
                      <a:pt x="15666" y="0"/>
                    </a:moveTo>
                    <a:cubicBezTo>
                      <a:pt x="15588" y="0"/>
                      <a:pt x="15504" y="9"/>
                      <a:pt x="15415" y="28"/>
                    </a:cubicBezTo>
                    <a:cubicBezTo>
                      <a:pt x="14690" y="184"/>
                      <a:pt x="14759" y="772"/>
                      <a:pt x="14897" y="1290"/>
                    </a:cubicBezTo>
                    <a:cubicBezTo>
                      <a:pt x="15294" y="2845"/>
                      <a:pt x="14880" y="4038"/>
                      <a:pt x="13463" y="4850"/>
                    </a:cubicBezTo>
                    <a:cubicBezTo>
                      <a:pt x="13013" y="5109"/>
                      <a:pt x="12823" y="5472"/>
                      <a:pt x="13065" y="5991"/>
                    </a:cubicBezTo>
                    <a:cubicBezTo>
                      <a:pt x="13324" y="6578"/>
                      <a:pt x="12823" y="6803"/>
                      <a:pt x="12512" y="7097"/>
                    </a:cubicBezTo>
                    <a:cubicBezTo>
                      <a:pt x="12410" y="7191"/>
                      <a:pt x="12303" y="7233"/>
                      <a:pt x="12200" y="7233"/>
                    </a:cubicBezTo>
                    <a:cubicBezTo>
                      <a:pt x="12041" y="7233"/>
                      <a:pt x="11891" y="7133"/>
                      <a:pt x="11786" y="6976"/>
                    </a:cubicBezTo>
                    <a:cubicBezTo>
                      <a:pt x="11531" y="6610"/>
                      <a:pt x="11284" y="6477"/>
                      <a:pt x="11039" y="6477"/>
                    </a:cubicBezTo>
                    <a:cubicBezTo>
                      <a:pt x="10705" y="6477"/>
                      <a:pt x="10373" y="6726"/>
                      <a:pt x="10024" y="6976"/>
                    </a:cubicBezTo>
                    <a:cubicBezTo>
                      <a:pt x="8797" y="7891"/>
                      <a:pt x="7811" y="9188"/>
                      <a:pt x="6308" y="9637"/>
                    </a:cubicBezTo>
                    <a:cubicBezTo>
                      <a:pt x="4303" y="10242"/>
                      <a:pt x="2696" y="11572"/>
                      <a:pt x="812" y="12385"/>
                    </a:cubicBezTo>
                    <a:cubicBezTo>
                      <a:pt x="242" y="12627"/>
                      <a:pt x="0" y="13214"/>
                      <a:pt x="692" y="13577"/>
                    </a:cubicBezTo>
                    <a:cubicBezTo>
                      <a:pt x="1262" y="13888"/>
                      <a:pt x="1936" y="13992"/>
                      <a:pt x="2610" y="14182"/>
                    </a:cubicBezTo>
                    <a:cubicBezTo>
                      <a:pt x="3819" y="13854"/>
                      <a:pt x="4943" y="13249"/>
                      <a:pt x="5893" y="12436"/>
                    </a:cubicBezTo>
                    <a:cubicBezTo>
                      <a:pt x="7829" y="10743"/>
                      <a:pt x="10144" y="9447"/>
                      <a:pt x="12357" y="8496"/>
                    </a:cubicBezTo>
                    <a:cubicBezTo>
                      <a:pt x="14396" y="7615"/>
                      <a:pt x="15847" y="6042"/>
                      <a:pt x="17817" y="5213"/>
                    </a:cubicBezTo>
                    <a:cubicBezTo>
                      <a:pt x="18301" y="4988"/>
                      <a:pt x="18751" y="4452"/>
                      <a:pt x="18612" y="3848"/>
                    </a:cubicBezTo>
                    <a:cubicBezTo>
                      <a:pt x="18539" y="3538"/>
                      <a:pt x="18402" y="3442"/>
                      <a:pt x="18239" y="3442"/>
                    </a:cubicBezTo>
                    <a:cubicBezTo>
                      <a:pt x="18019" y="3442"/>
                      <a:pt x="17752" y="3615"/>
                      <a:pt x="17524" y="3675"/>
                    </a:cubicBezTo>
                    <a:cubicBezTo>
                      <a:pt x="17487" y="3682"/>
                      <a:pt x="17451" y="3686"/>
                      <a:pt x="17417" y="3686"/>
                    </a:cubicBezTo>
                    <a:cubicBezTo>
                      <a:pt x="17207" y="3686"/>
                      <a:pt x="17050" y="3554"/>
                      <a:pt x="17109" y="3346"/>
                    </a:cubicBezTo>
                    <a:cubicBezTo>
                      <a:pt x="17385" y="2431"/>
                      <a:pt x="16625" y="1791"/>
                      <a:pt x="16556" y="962"/>
                    </a:cubicBezTo>
                    <a:cubicBezTo>
                      <a:pt x="16526" y="461"/>
                      <a:pt x="16229" y="0"/>
                      <a:pt x="1566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1"/>
              <p:cNvSpPr/>
              <p:nvPr/>
            </p:nvSpPr>
            <p:spPr>
              <a:xfrm>
                <a:off x="6306100" y="2654825"/>
                <a:ext cx="232875" cy="385425"/>
              </a:xfrm>
              <a:custGeom>
                <a:rect b="b" l="l" r="r" t="t"/>
                <a:pathLst>
                  <a:path extrusionOk="0" h="15417" w="9315">
                    <a:moveTo>
                      <a:pt x="6907" y="9941"/>
                    </a:moveTo>
                    <a:cubicBezTo>
                      <a:pt x="6738" y="10523"/>
                      <a:pt x="6645" y="11167"/>
                      <a:pt x="5910" y="11304"/>
                    </a:cubicBezTo>
                    <a:cubicBezTo>
                      <a:pt x="5905" y="11305"/>
                      <a:pt x="5899" y="11305"/>
                      <a:pt x="5892" y="11305"/>
                    </a:cubicBezTo>
                    <a:cubicBezTo>
                      <a:pt x="5767" y="11305"/>
                      <a:pt x="5547" y="11146"/>
                      <a:pt x="5547" y="11097"/>
                    </a:cubicBezTo>
                    <a:cubicBezTo>
                      <a:pt x="5616" y="10270"/>
                      <a:pt x="6304" y="10147"/>
                      <a:pt x="6907" y="9941"/>
                    </a:cubicBezTo>
                    <a:close/>
                    <a:moveTo>
                      <a:pt x="2345" y="1"/>
                    </a:moveTo>
                    <a:cubicBezTo>
                      <a:pt x="2049" y="1"/>
                      <a:pt x="1708" y="93"/>
                      <a:pt x="1419" y="93"/>
                    </a:cubicBezTo>
                    <a:cubicBezTo>
                      <a:pt x="1383" y="93"/>
                      <a:pt x="1348" y="92"/>
                      <a:pt x="1313" y="88"/>
                    </a:cubicBezTo>
                    <a:cubicBezTo>
                      <a:pt x="1306" y="88"/>
                      <a:pt x="1299" y="88"/>
                      <a:pt x="1292" y="88"/>
                    </a:cubicBezTo>
                    <a:cubicBezTo>
                      <a:pt x="885" y="88"/>
                      <a:pt x="504" y="561"/>
                      <a:pt x="639" y="883"/>
                    </a:cubicBezTo>
                    <a:cubicBezTo>
                      <a:pt x="1244" y="2283"/>
                      <a:pt x="0" y="3977"/>
                      <a:pt x="1348" y="5273"/>
                    </a:cubicBezTo>
                    <a:cubicBezTo>
                      <a:pt x="1538" y="5446"/>
                      <a:pt x="1383" y="5964"/>
                      <a:pt x="1538" y="6241"/>
                    </a:cubicBezTo>
                    <a:cubicBezTo>
                      <a:pt x="1851" y="6738"/>
                      <a:pt x="1941" y="7889"/>
                      <a:pt x="2501" y="7889"/>
                    </a:cubicBezTo>
                    <a:cubicBezTo>
                      <a:pt x="2623" y="7889"/>
                      <a:pt x="2766" y="7836"/>
                      <a:pt x="2938" y="7710"/>
                    </a:cubicBezTo>
                    <a:cubicBezTo>
                      <a:pt x="3345" y="7411"/>
                      <a:pt x="3664" y="7306"/>
                      <a:pt x="3951" y="7306"/>
                    </a:cubicBezTo>
                    <a:cubicBezTo>
                      <a:pt x="4345" y="7306"/>
                      <a:pt x="4678" y="7505"/>
                      <a:pt x="5098" y="7675"/>
                    </a:cubicBezTo>
                    <a:cubicBezTo>
                      <a:pt x="5375" y="7796"/>
                      <a:pt x="5651" y="7848"/>
                      <a:pt x="5668" y="8176"/>
                    </a:cubicBezTo>
                    <a:cubicBezTo>
                      <a:pt x="5668" y="8297"/>
                      <a:pt x="5547" y="8401"/>
                      <a:pt x="5478" y="8504"/>
                    </a:cubicBezTo>
                    <a:cubicBezTo>
                      <a:pt x="5288" y="8384"/>
                      <a:pt x="5098" y="8263"/>
                      <a:pt x="4908" y="8107"/>
                    </a:cubicBezTo>
                    <a:cubicBezTo>
                      <a:pt x="4670" y="7869"/>
                      <a:pt x="4349" y="7740"/>
                      <a:pt x="4020" y="7740"/>
                    </a:cubicBezTo>
                    <a:cubicBezTo>
                      <a:pt x="3895" y="7740"/>
                      <a:pt x="3770" y="7758"/>
                      <a:pt x="3646" y="7796"/>
                    </a:cubicBezTo>
                    <a:cubicBezTo>
                      <a:pt x="3059" y="7951"/>
                      <a:pt x="3284" y="8470"/>
                      <a:pt x="3249" y="8850"/>
                    </a:cubicBezTo>
                    <a:cubicBezTo>
                      <a:pt x="3180" y="10008"/>
                      <a:pt x="4701" y="11270"/>
                      <a:pt x="4580" y="11408"/>
                    </a:cubicBezTo>
                    <a:cubicBezTo>
                      <a:pt x="3042" y="13170"/>
                      <a:pt x="4251" y="13205"/>
                      <a:pt x="5599" y="13758"/>
                    </a:cubicBezTo>
                    <a:cubicBezTo>
                      <a:pt x="6014" y="13948"/>
                      <a:pt x="6429" y="15244"/>
                      <a:pt x="7379" y="15400"/>
                    </a:cubicBezTo>
                    <a:cubicBezTo>
                      <a:pt x="7454" y="15411"/>
                      <a:pt x="7523" y="15417"/>
                      <a:pt x="7586" y="15417"/>
                    </a:cubicBezTo>
                    <a:cubicBezTo>
                      <a:pt x="8462" y="15417"/>
                      <a:pt x="8316" y="14362"/>
                      <a:pt x="8606" y="13879"/>
                    </a:cubicBezTo>
                    <a:cubicBezTo>
                      <a:pt x="9315" y="12687"/>
                      <a:pt x="8554" y="11529"/>
                      <a:pt x="8105" y="10423"/>
                    </a:cubicBezTo>
                    <a:cubicBezTo>
                      <a:pt x="7967" y="10058"/>
                      <a:pt x="7709" y="9812"/>
                      <a:pt x="7353" y="9812"/>
                    </a:cubicBezTo>
                    <a:cubicBezTo>
                      <a:pt x="7222" y="9812"/>
                      <a:pt x="7078" y="9845"/>
                      <a:pt x="6922" y="9917"/>
                    </a:cubicBezTo>
                    <a:lnTo>
                      <a:pt x="6922" y="9917"/>
                    </a:lnTo>
                    <a:cubicBezTo>
                      <a:pt x="7290" y="9072"/>
                      <a:pt x="8114" y="7913"/>
                      <a:pt x="7103" y="7433"/>
                    </a:cubicBezTo>
                    <a:cubicBezTo>
                      <a:pt x="5789" y="6828"/>
                      <a:pt x="5530" y="5048"/>
                      <a:pt x="3854" y="4927"/>
                    </a:cubicBezTo>
                    <a:cubicBezTo>
                      <a:pt x="3335" y="4893"/>
                      <a:pt x="2886" y="4167"/>
                      <a:pt x="3318" y="3424"/>
                    </a:cubicBezTo>
                    <a:cubicBezTo>
                      <a:pt x="3975" y="2318"/>
                      <a:pt x="3353" y="1298"/>
                      <a:pt x="2955" y="348"/>
                    </a:cubicBezTo>
                    <a:cubicBezTo>
                      <a:pt x="2833" y="73"/>
                      <a:pt x="2607" y="1"/>
                      <a:pt x="234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1"/>
              <p:cNvSpPr/>
              <p:nvPr/>
            </p:nvSpPr>
            <p:spPr>
              <a:xfrm>
                <a:off x="6139750" y="3178550"/>
                <a:ext cx="185375" cy="227425"/>
              </a:xfrm>
              <a:custGeom>
                <a:rect b="b" l="l" r="r" t="t"/>
                <a:pathLst>
                  <a:path extrusionOk="0" h="9097" w="7415">
                    <a:moveTo>
                      <a:pt x="6576" y="0"/>
                    </a:moveTo>
                    <a:cubicBezTo>
                      <a:pt x="6440" y="0"/>
                      <a:pt x="6314" y="46"/>
                      <a:pt x="6222" y="154"/>
                    </a:cubicBezTo>
                    <a:cubicBezTo>
                      <a:pt x="5928" y="483"/>
                      <a:pt x="5611" y="592"/>
                      <a:pt x="5290" y="592"/>
                    </a:cubicBezTo>
                    <a:cubicBezTo>
                      <a:pt x="4988" y="592"/>
                      <a:pt x="4683" y="496"/>
                      <a:pt x="4390" y="396"/>
                    </a:cubicBezTo>
                    <a:cubicBezTo>
                      <a:pt x="3964" y="242"/>
                      <a:pt x="3597" y="173"/>
                      <a:pt x="3279" y="173"/>
                    </a:cubicBezTo>
                    <a:cubicBezTo>
                      <a:pt x="1986" y="173"/>
                      <a:pt x="1492" y="1318"/>
                      <a:pt x="1020" y="2608"/>
                    </a:cubicBezTo>
                    <a:cubicBezTo>
                      <a:pt x="364" y="4353"/>
                      <a:pt x="1" y="6064"/>
                      <a:pt x="796" y="7360"/>
                    </a:cubicBezTo>
                    <a:cubicBezTo>
                      <a:pt x="847" y="8362"/>
                      <a:pt x="761" y="8984"/>
                      <a:pt x="1470" y="9088"/>
                    </a:cubicBezTo>
                    <a:cubicBezTo>
                      <a:pt x="1519" y="9094"/>
                      <a:pt x="1568" y="9097"/>
                      <a:pt x="1614" y="9097"/>
                    </a:cubicBezTo>
                    <a:cubicBezTo>
                      <a:pt x="2117" y="9097"/>
                      <a:pt x="2435" y="8762"/>
                      <a:pt x="2593" y="8224"/>
                    </a:cubicBezTo>
                    <a:cubicBezTo>
                      <a:pt x="2634" y="8075"/>
                      <a:pt x="2578" y="7743"/>
                      <a:pt x="2746" y="7743"/>
                    </a:cubicBezTo>
                    <a:cubicBezTo>
                      <a:pt x="2792" y="7743"/>
                      <a:pt x="2854" y="7768"/>
                      <a:pt x="2938" y="7827"/>
                    </a:cubicBezTo>
                    <a:cubicBezTo>
                      <a:pt x="3173" y="7995"/>
                      <a:pt x="3380" y="8062"/>
                      <a:pt x="3567" y="8062"/>
                    </a:cubicBezTo>
                    <a:cubicBezTo>
                      <a:pt x="4013" y="8062"/>
                      <a:pt x="4340" y="7677"/>
                      <a:pt x="4632" y="7360"/>
                    </a:cubicBezTo>
                    <a:cubicBezTo>
                      <a:pt x="5116" y="6842"/>
                      <a:pt x="4563" y="6358"/>
                      <a:pt x="4373" y="5839"/>
                    </a:cubicBezTo>
                    <a:cubicBezTo>
                      <a:pt x="4183" y="5321"/>
                      <a:pt x="3491" y="4750"/>
                      <a:pt x="4442" y="4249"/>
                    </a:cubicBezTo>
                    <a:cubicBezTo>
                      <a:pt x="4943" y="3990"/>
                      <a:pt x="5790" y="3852"/>
                      <a:pt x="5427" y="3057"/>
                    </a:cubicBezTo>
                    <a:cubicBezTo>
                      <a:pt x="5274" y="2713"/>
                      <a:pt x="5030" y="2616"/>
                      <a:pt x="4752" y="2616"/>
                    </a:cubicBezTo>
                    <a:cubicBezTo>
                      <a:pt x="4400" y="2616"/>
                      <a:pt x="3994" y="2771"/>
                      <a:pt x="3647" y="2780"/>
                    </a:cubicBezTo>
                    <a:cubicBezTo>
                      <a:pt x="3388" y="2815"/>
                      <a:pt x="3129" y="2850"/>
                      <a:pt x="2887" y="2919"/>
                    </a:cubicBezTo>
                    <a:cubicBezTo>
                      <a:pt x="2887" y="2746"/>
                      <a:pt x="2800" y="2487"/>
                      <a:pt x="2887" y="2435"/>
                    </a:cubicBezTo>
                    <a:cubicBezTo>
                      <a:pt x="3111" y="2262"/>
                      <a:pt x="3405" y="2037"/>
                      <a:pt x="3664" y="2037"/>
                    </a:cubicBezTo>
                    <a:cubicBezTo>
                      <a:pt x="4321" y="2055"/>
                      <a:pt x="4995" y="2262"/>
                      <a:pt x="5634" y="2262"/>
                    </a:cubicBezTo>
                    <a:cubicBezTo>
                      <a:pt x="6481" y="2262"/>
                      <a:pt x="6861" y="1553"/>
                      <a:pt x="7242" y="931"/>
                    </a:cubicBezTo>
                    <a:cubicBezTo>
                      <a:pt x="7414" y="689"/>
                      <a:pt x="7328" y="344"/>
                      <a:pt x="7086" y="188"/>
                    </a:cubicBezTo>
                    <a:cubicBezTo>
                      <a:pt x="6932" y="73"/>
                      <a:pt x="6746" y="0"/>
                      <a:pt x="657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1"/>
              <p:cNvSpPr/>
              <p:nvPr/>
            </p:nvSpPr>
            <p:spPr>
              <a:xfrm>
                <a:off x="4320000" y="1079225"/>
                <a:ext cx="260125" cy="163000"/>
              </a:xfrm>
              <a:custGeom>
                <a:rect b="b" l="l" r="r" t="t"/>
                <a:pathLst>
                  <a:path extrusionOk="0" h="6520" w="10405">
                    <a:moveTo>
                      <a:pt x="8970" y="1"/>
                    </a:moveTo>
                    <a:cubicBezTo>
                      <a:pt x="6620" y="778"/>
                      <a:pt x="3786" y="294"/>
                      <a:pt x="1764" y="2576"/>
                    </a:cubicBezTo>
                    <a:cubicBezTo>
                      <a:pt x="502" y="3993"/>
                      <a:pt x="1" y="5410"/>
                      <a:pt x="1038" y="5876"/>
                    </a:cubicBezTo>
                    <a:cubicBezTo>
                      <a:pt x="2057" y="6274"/>
                      <a:pt x="3146" y="6499"/>
                      <a:pt x="4252" y="6516"/>
                    </a:cubicBezTo>
                    <a:cubicBezTo>
                      <a:pt x="4303" y="6518"/>
                      <a:pt x="4355" y="6520"/>
                      <a:pt x="4406" y="6520"/>
                    </a:cubicBezTo>
                    <a:cubicBezTo>
                      <a:pt x="4717" y="6520"/>
                      <a:pt x="5012" y="6455"/>
                      <a:pt x="5116" y="6084"/>
                    </a:cubicBezTo>
                    <a:cubicBezTo>
                      <a:pt x="5237" y="5652"/>
                      <a:pt x="4892" y="5479"/>
                      <a:pt x="4563" y="5323"/>
                    </a:cubicBezTo>
                    <a:cubicBezTo>
                      <a:pt x="3094" y="4598"/>
                      <a:pt x="3630" y="3924"/>
                      <a:pt x="4598" y="3198"/>
                    </a:cubicBezTo>
                    <a:cubicBezTo>
                      <a:pt x="5980" y="2144"/>
                      <a:pt x="7726" y="2126"/>
                      <a:pt x="9264" y="1487"/>
                    </a:cubicBezTo>
                    <a:cubicBezTo>
                      <a:pt x="9696" y="1331"/>
                      <a:pt x="10404" y="1556"/>
                      <a:pt x="10352" y="796"/>
                    </a:cubicBezTo>
                    <a:cubicBezTo>
                      <a:pt x="10301" y="35"/>
                      <a:pt x="9627" y="70"/>
                      <a:pt x="897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1"/>
              <p:cNvSpPr/>
              <p:nvPr/>
            </p:nvSpPr>
            <p:spPr>
              <a:xfrm>
                <a:off x="3605850" y="1017225"/>
                <a:ext cx="246275" cy="88775"/>
              </a:xfrm>
              <a:custGeom>
                <a:rect b="b" l="l" r="r" t="t"/>
                <a:pathLst>
                  <a:path extrusionOk="0" h="3551" w="9851">
                    <a:moveTo>
                      <a:pt x="3896" y="1"/>
                    </a:moveTo>
                    <a:cubicBezTo>
                      <a:pt x="2951" y="1"/>
                      <a:pt x="1998" y="113"/>
                      <a:pt x="1055" y="130"/>
                    </a:cubicBezTo>
                    <a:cubicBezTo>
                      <a:pt x="674" y="130"/>
                      <a:pt x="260" y="217"/>
                      <a:pt x="121" y="649"/>
                    </a:cubicBezTo>
                    <a:cubicBezTo>
                      <a:pt x="0" y="1046"/>
                      <a:pt x="173" y="1461"/>
                      <a:pt x="536" y="1651"/>
                    </a:cubicBezTo>
                    <a:cubicBezTo>
                      <a:pt x="1487" y="2256"/>
                      <a:pt x="2489" y="2792"/>
                      <a:pt x="3474" y="3345"/>
                    </a:cubicBezTo>
                    <a:cubicBezTo>
                      <a:pt x="3715" y="3472"/>
                      <a:pt x="3939" y="3551"/>
                      <a:pt x="4149" y="3551"/>
                    </a:cubicBezTo>
                    <a:cubicBezTo>
                      <a:pt x="4450" y="3551"/>
                      <a:pt x="4723" y="3389"/>
                      <a:pt x="4978" y="2982"/>
                    </a:cubicBezTo>
                    <a:cubicBezTo>
                      <a:pt x="5203" y="2650"/>
                      <a:pt x="5511" y="2104"/>
                      <a:pt x="5931" y="2104"/>
                    </a:cubicBezTo>
                    <a:cubicBezTo>
                      <a:pt x="6058" y="2104"/>
                      <a:pt x="6195" y="2153"/>
                      <a:pt x="6343" y="2273"/>
                    </a:cubicBezTo>
                    <a:cubicBezTo>
                      <a:pt x="6982" y="2809"/>
                      <a:pt x="7673" y="2826"/>
                      <a:pt x="8365" y="2895"/>
                    </a:cubicBezTo>
                    <a:cubicBezTo>
                      <a:pt x="8588" y="2920"/>
                      <a:pt x="8869" y="3004"/>
                      <a:pt x="9118" y="3004"/>
                    </a:cubicBezTo>
                    <a:cubicBezTo>
                      <a:pt x="9390" y="3004"/>
                      <a:pt x="9623" y="2904"/>
                      <a:pt x="9695" y="2515"/>
                    </a:cubicBezTo>
                    <a:cubicBezTo>
                      <a:pt x="9851" y="1789"/>
                      <a:pt x="9142" y="1668"/>
                      <a:pt x="8641" y="1478"/>
                    </a:cubicBezTo>
                    <a:lnTo>
                      <a:pt x="6585" y="493"/>
                    </a:lnTo>
                    <a:cubicBezTo>
                      <a:pt x="5704" y="104"/>
                      <a:pt x="4803" y="1"/>
                      <a:pt x="389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1"/>
              <p:cNvSpPr/>
              <p:nvPr/>
            </p:nvSpPr>
            <p:spPr>
              <a:xfrm>
                <a:off x="3161275" y="1612775"/>
                <a:ext cx="115825" cy="115825"/>
              </a:xfrm>
              <a:custGeom>
                <a:rect b="b" l="l" r="r" t="t"/>
                <a:pathLst>
                  <a:path extrusionOk="0" h="4633" w="4633">
                    <a:moveTo>
                      <a:pt x="2966" y="1"/>
                    </a:moveTo>
                    <a:cubicBezTo>
                      <a:pt x="2951" y="1"/>
                      <a:pt x="2936" y="1"/>
                      <a:pt x="2921" y="1"/>
                    </a:cubicBezTo>
                    <a:cubicBezTo>
                      <a:pt x="1729" y="36"/>
                      <a:pt x="1" y="2421"/>
                      <a:pt x="139" y="3803"/>
                    </a:cubicBezTo>
                    <a:cubicBezTo>
                      <a:pt x="139" y="4252"/>
                      <a:pt x="502" y="4615"/>
                      <a:pt x="951" y="4633"/>
                    </a:cubicBezTo>
                    <a:cubicBezTo>
                      <a:pt x="2956" y="4581"/>
                      <a:pt x="4632" y="3026"/>
                      <a:pt x="4529" y="1297"/>
                    </a:cubicBezTo>
                    <a:cubicBezTo>
                      <a:pt x="4478" y="482"/>
                      <a:pt x="3809" y="1"/>
                      <a:pt x="296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1"/>
              <p:cNvSpPr/>
              <p:nvPr/>
            </p:nvSpPr>
            <p:spPr>
              <a:xfrm>
                <a:off x="6082850" y="3458350"/>
                <a:ext cx="215350" cy="82375"/>
              </a:xfrm>
              <a:custGeom>
                <a:rect b="b" l="l" r="r" t="t"/>
                <a:pathLst>
                  <a:path extrusionOk="0" h="3295" w="8614">
                    <a:moveTo>
                      <a:pt x="8412" y="834"/>
                    </a:moveTo>
                    <a:lnTo>
                      <a:pt x="8412" y="834"/>
                    </a:lnTo>
                    <a:cubicBezTo>
                      <a:pt x="8408" y="835"/>
                      <a:pt x="8404" y="836"/>
                      <a:pt x="8401" y="837"/>
                    </a:cubicBezTo>
                    <a:lnTo>
                      <a:pt x="8401" y="837"/>
                    </a:lnTo>
                    <a:cubicBezTo>
                      <a:pt x="8399" y="842"/>
                      <a:pt x="8396" y="846"/>
                      <a:pt x="8394" y="851"/>
                    </a:cubicBezTo>
                    <a:lnTo>
                      <a:pt x="8412" y="834"/>
                    </a:lnTo>
                    <a:close/>
                    <a:moveTo>
                      <a:pt x="6441" y="1"/>
                    </a:moveTo>
                    <a:cubicBezTo>
                      <a:pt x="5426" y="1"/>
                      <a:pt x="4424" y="103"/>
                      <a:pt x="3504" y="557"/>
                    </a:cubicBezTo>
                    <a:cubicBezTo>
                      <a:pt x="3268" y="683"/>
                      <a:pt x="3156" y="756"/>
                      <a:pt x="3064" y="756"/>
                    </a:cubicBezTo>
                    <a:cubicBezTo>
                      <a:pt x="2968" y="756"/>
                      <a:pt x="2895" y="675"/>
                      <a:pt x="2726" y="488"/>
                    </a:cubicBezTo>
                    <a:cubicBezTo>
                      <a:pt x="2440" y="160"/>
                      <a:pt x="2158" y="41"/>
                      <a:pt x="1882" y="41"/>
                    </a:cubicBezTo>
                    <a:cubicBezTo>
                      <a:pt x="1373" y="41"/>
                      <a:pt x="881" y="443"/>
                      <a:pt x="410" y="678"/>
                    </a:cubicBezTo>
                    <a:cubicBezTo>
                      <a:pt x="0" y="866"/>
                      <a:pt x="164" y="1612"/>
                      <a:pt x="452" y="1612"/>
                    </a:cubicBezTo>
                    <a:cubicBezTo>
                      <a:pt x="455" y="1612"/>
                      <a:pt x="459" y="1612"/>
                      <a:pt x="462" y="1612"/>
                    </a:cubicBezTo>
                    <a:cubicBezTo>
                      <a:pt x="518" y="1607"/>
                      <a:pt x="572" y="1605"/>
                      <a:pt x="625" y="1605"/>
                    </a:cubicBezTo>
                    <a:cubicBezTo>
                      <a:pt x="1895" y="1605"/>
                      <a:pt x="2508" y="2753"/>
                      <a:pt x="3504" y="3184"/>
                    </a:cubicBezTo>
                    <a:cubicBezTo>
                      <a:pt x="3665" y="3259"/>
                      <a:pt x="3818" y="3295"/>
                      <a:pt x="3955" y="3295"/>
                    </a:cubicBezTo>
                    <a:cubicBezTo>
                      <a:pt x="4389" y="3295"/>
                      <a:pt x="4667" y="2934"/>
                      <a:pt x="4575" y="2303"/>
                    </a:cubicBezTo>
                    <a:cubicBezTo>
                      <a:pt x="4523" y="1905"/>
                      <a:pt x="4541" y="1784"/>
                      <a:pt x="4973" y="1698"/>
                    </a:cubicBezTo>
                    <a:cubicBezTo>
                      <a:pt x="6127" y="1457"/>
                      <a:pt x="7264" y="1130"/>
                      <a:pt x="8401" y="837"/>
                    </a:cubicBezTo>
                    <a:lnTo>
                      <a:pt x="8401" y="837"/>
                    </a:lnTo>
                    <a:cubicBezTo>
                      <a:pt x="8535" y="525"/>
                      <a:pt x="8613" y="56"/>
                      <a:pt x="8256" y="56"/>
                    </a:cubicBezTo>
                    <a:cubicBezTo>
                      <a:pt x="7656" y="37"/>
                      <a:pt x="7046" y="1"/>
                      <a:pt x="644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1"/>
              <p:cNvSpPr/>
              <p:nvPr/>
            </p:nvSpPr>
            <p:spPr>
              <a:xfrm>
                <a:off x="5726825" y="1103850"/>
                <a:ext cx="262175" cy="54825"/>
              </a:xfrm>
              <a:custGeom>
                <a:rect b="b" l="l" r="r" t="t"/>
                <a:pathLst>
                  <a:path extrusionOk="0" h="2193" w="10487">
                    <a:moveTo>
                      <a:pt x="2675" y="1"/>
                    </a:moveTo>
                    <a:cubicBezTo>
                      <a:pt x="2260" y="122"/>
                      <a:pt x="1984" y="208"/>
                      <a:pt x="1707" y="260"/>
                    </a:cubicBezTo>
                    <a:cubicBezTo>
                      <a:pt x="1625" y="276"/>
                      <a:pt x="1533" y="281"/>
                      <a:pt x="1436" y="281"/>
                    </a:cubicBezTo>
                    <a:cubicBezTo>
                      <a:pt x="1238" y="281"/>
                      <a:pt x="1018" y="259"/>
                      <a:pt x="814" y="259"/>
                    </a:cubicBezTo>
                    <a:cubicBezTo>
                      <a:pt x="370" y="259"/>
                      <a:pt x="1" y="367"/>
                      <a:pt x="83" y="1055"/>
                    </a:cubicBezTo>
                    <a:cubicBezTo>
                      <a:pt x="160" y="1671"/>
                      <a:pt x="629" y="1783"/>
                      <a:pt x="1147" y="1783"/>
                    </a:cubicBezTo>
                    <a:cubicBezTo>
                      <a:pt x="1443" y="1783"/>
                      <a:pt x="1754" y="1746"/>
                      <a:pt x="2018" y="1746"/>
                    </a:cubicBezTo>
                    <a:cubicBezTo>
                      <a:pt x="3176" y="1729"/>
                      <a:pt x="4334" y="1625"/>
                      <a:pt x="5488" y="1625"/>
                    </a:cubicBezTo>
                    <a:cubicBezTo>
                      <a:pt x="6641" y="1625"/>
                      <a:pt x="7790" y="1729"/>
                      <a:pt x="8931" y="2126"/>
                    </a:cubicBezTo>
                    <a:cubicBezTo>
                      <a:pt x="9064" y="2171"/>
                      <a:pt x="9201" y="2192"/>
                      <a:pt x="9336" y="2192"/>
                    </a:cubicBezTo>
                    <a:cubicBezTo>
                      <a:pt x="9780" y="2192"/>
                      <a:pt x="10194" y="1955"/>
                      <a:pt x="10314" y="1504"/>
                    </a:cubicBezTo>
                    <a:cubicBezTo>
                      <a:pt x="10486" y="813"/>
                      <a:pt x="9761" y="744"/>
                      <a:pt x="9294" y="606"/>
                    </a:cubicBezTo>
                    <a:cubicBezTo>
                      <a:pt x="8746" y="426"/>
                      <a:pt x="8189" y="370"/>
                      <a:pt x="7630" y="370"/>
                    </a:cubicBezTo>
                    <a:cubicBezTo>
                      <a:pt x="6715" y="370"/>
                      <a:pt x="5795" y="519"/>
                      <a:pt x="4900" y="519"/>
                    </a:cubicBezTo>
                    <a:cubicBezTo>
                      <a:pt x="4133" y="519"/>
                      <a:pt x="3384" y="409"/>
                      <a:pt x="267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21"/>
              <p:cNvSpPr/>
              <p:nvPr/>
            </p:nvSpPr>
            <p:spPr>
              <a:xfrm>
                <a:off x="6497925" y="4391525"/>
                <a:ext cx="125725" cy="97375"/>
              </a:xfrm>
              <a:custGeom>
                <a:rect b="b" l="l" r="r" t="t"/>
                <a:pathLst>
                  <a:path extrusionOk="0" h="3895" w="5029">
                    <a:moveTo>
                      <a:pt x="4062" y="0"/>
                    </a:moveTo>
                    <a:cubicBezTo>
                      <a:pt x="3557" y="0"/>
                      <a:pt x="2937" y="491"/>
                      <a:pt x="2445" y="491"/>
                    </a:cubicBezTo>
                    <a:cubicBezTo>
                      <a:pt x="2234" y="491"/>
                      <a:pt x="2046" y="401"/>
                      <a:pt x="1901" y="144"/>
                    </a:cubicBezTo>
                    <a:cubicBezTo>
                      <a:pt x="0" y="403"/>
                      <a:pt x="570" y="1975"/>
                      <a:pt x="225" y="2960"/>
                    </a:cubicBezTo>
                    <a:cubicBezTo>
                      <a:pt x="38" y="3485"/>
                      <a:pt x="566" y="3894"/>
                      <a:pt x="1172" y="3894"/>
                    </a:cubicBezTo>
                    <a:cubicBezTo>
                      <a:pt x="1185" y="3894"/>
                      <a:pt x="1197" y="3894"/>
                      <a:pt x="1210" y="3894"/>
                    </a:cubicBezTo>
                    <a:cubicBezTo>
                      <a:pt x="2298" y="3876"/>
                      <a:pt x="5029" y="1630"/>
                      <a:pt x="4804" y="783"/>
                    </a:cubicBezTo>
                    <a:cubicBezTo>
                      <a:pt x="4638" y="185"/>
                      <a:pt x="4372" y="0"/>
                      <a:pt x="406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1"/>
              <p:cNvSpPr/>
              <p:nvPr/>
            </p:nvSpPr>
            <p:spPr>
              <a:xfrm>
                <a:off x="5334875" y="2906300"/>
                <a:ext cx="82100" cy="128050"/>
              </a:xfrm>
              <a:custGeom>
                <a:rect b="b" l="l" r="r" t="t"/>
                <a:pathLst>
                  <a:path extrusionOk="0" h="5122" w="3284">
                    <a:moveTo>
                      <a:pt x="519" y="1"/>
                    </a:moveTo>
                    <a:lnTo>
                      <a:pt x="380" y="139"/>
                    </a:lnTo>
                    <a:cubicBezTo>
                      <a:pt x="104" y="1452"/>
                      <a:pt x="0" y="2766"/>
                      <a:pt x="380" y="4062"/>
                    </a:cubicBezTo>
                    <a:cubicBezTo>
                      <a:pt x="534" y="4660"/>
                      <a:pt x="796" y="5122"/>
                      <a:pt x="1420" y="5122"/>
                    </a:cubicBezTo>
                    <a:cubicBezTo>
                      <a:pt x="1500" y="5122"/>
                      <a:pt x="1585" y="5114"/>
                      <a:pt x="1676" y="5099"/>
                    </a:cubicBezTo>
                    <a:cubicBezTo>
                      <a:pt x="2471" y="4978"/>
                      <a:pt x="3284" y="4408"/>
                      <a:pt x="3111" y="3734"/>
                    </a:cubicBezTo>
                    <a:cubicBezTo>
                      <a:pt x="2748" y="2213"/>
                      <a:pt x="2108" y="744"/>
                      <a:pt x="519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1"/>
              <p:cNvSpPr/>
              <p:nvPr/>
            </p:nvSpPr>
            <p:spPr>
              <a:xfrm>
                <a:off x="4869125" y="997550"/>
                <a:ext cx="160750" cy="66150"/>
              </a:xfrm>
              <a:custGeom>
                <a:rect b="b" l="l" r="r" t="t"/>
                <a:pathLst>
                  <a:path extrusionOk="0" h="2646" w="6430">
                    <a:moveTo>
                      <a:pt x="1040" y="1"/>
                    </a:moveTo>
                    <a:cubicBezTo>
                      <a:pt x="589" y="1"/>
                      <a:pt x="239" y="358"/>
                      <a:pt x="104" y="814"/>
                    </a:cubicBezTo>
                    <a:cubicBezTo>
                      <a:pt x="1" y="1108"/>
                      <a:pt x="191" y="1419"/>
                      <a:pt x="502" y="1470"/>
                    </a:cubicBezTo>
                    <a:cubicBezTo>
                      <a:pt x="1971" y="1885"/>
                      <a:pt x="3440" y="2283"/>
                      <a:pt x="4736" y="2646"/>
                    </a:cubicBezTo>
                    <a:cubicBezTo>
                      <a:pt x="5427" y="2611"/>
                      <a:pt x="5928" y="2611"/>
                      <a:pt x="6239" y="2127"/>
                    </a:cubicBezTo>
                    <a:cubicBezTo>
                      <a:pt x="6429" y="1851"/>
                      <a:pt x="6308" y="1470"/>
                      <a:pt x="6066" y="1419"/>
                    </a:cubicBezTo>
                    <a:cubicBezTo>
                      <a:pt x="4373" y="1021"/>
                      <a:pt x="2852" y="36"/>
                      <a:pt x="1072" y="2"/>
                    </a:cubicBezTo>
                    <a:cubicBezTo>
                      <a:pt x="1061" y="1"/>
                      <a:pt x="1051" y="1"/>
                      <a:pt x="104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1"/>
              <p:cNvSpPr/>
              <p:nvPr/>
            </p:nvSpPr>
            <p:spPr>
              <a:xfrm>
                <a:off x="3763550" y="998475"/>
                <a:ext cx="117975" cy="55725"/>
              </a:xfrm>
              <a:custGeom>
                <a:rect b="b" l="l" r="r" t="t"/>
                <a:pathLst>
                  <a:path extrusionOk="0" h="2229" w="4719">
                    <a:moveTo>
                      <a:pt x="747" y="0"/>
                    </a:moveTo>
                    <a:cubicBezTo>
                      <a:pt x="407" y="0"/>
                      <a:pt x="65" y="161"/>
                      <a:pt x="18" y="690"/>
                    </a:cubicBezTo>
                    <a:cubicBezTo>
                      <a:pt x="0" y="863"/>
                      <a:pt x="190" y="1053"/>
                      <a:pt x="277" y="1243"/>
                    </a:cubicBezTo>
                    <a:lnTo>
                      <a:pt x="2333" y="2228"/>
                    </a:lnTo>
                    <a:cubicBezTo>
                      <a:pt x="2437" y="2220"/>
                      <a:pt x="2541" y="2220"/>
                      <a:pt x="2644" y="2220"/>
                    </a:cubicBezTo>
                    <a:cubicBezTo>
                      <a:pt x="2748" y="2220"/>
                      <a:pt x="2852" y="2220"/>
                      <a:pt x="2955" y="2211"/>
                    </a:cubicBezTo>
                    <a:cubicBezTo>
                      <a:pt x="3647" y="2142"/>
                      <a:pt x="4718" y="2090"/>
                      <a:pt x="4511" y="1261"/>
                    </a:cubicBezTo>
                    <a:cubicBezTo>
                      <a:pt x="4255" y="308"/>
                      <a:pt x="3582" y="187"/>
                      <a:pt x="2842" y="187"/>
                    </a:cubicBezTo>
                    <a:cubicBezTo>
                      <a:pt x="2589" y="187"/>
                      <a:pt x="2328" y="201"/>
                      <a:pt x="2074" y="201"/>
                    </a:cubicBezTo>
                    <a:cubicBezTo>
                      <a:pt x="1762" y="201"/>
                      <a:pt x="1460" y="180"/>
                      <a:pt x="1193" y="85"/>
                    </a:cubicBezTo>
                    <a:cubicBezTo>
                      <a:pt x="1066" y="36"/>
                      <a:pt x="907" y="0"/>
                      <a:pt x="747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21"/>
              <p:cNvSpPr/>
              <p:nvPr/>
            </p:nvSpPr>
            <p:spPr>
              <a:xfrm>
                <a:off x="6244750" y="3463175"/>
                <a:ext cx="127900" cy="76650"/>
              </a:xfrm>
              <a:custGeom>
                <a:rect b="b" l="l" r="r" t="t"/>
                <a:pathLst>
                  <a:path extrusionOk="0" h="3066" w="5116">
                    <a:moveTo>
                      <a:pt x="4184" y="1"/>
                    </a:moveTo>
                    <a:cubicBezTo>
                      <a:pt x="4093" y="1"/>
                      <a:pt x="4000" y="13"/>
                      <a:pt x="3906" y="36"/>
                    </a:cubicBezTo>
                    <a:cubicBezTo>
                      <a:pt x="3232" y="209"/>
                      <a:pt x="2575" y="416"/>
                      <a:pt x="1918" y="641"/>
                    </a:cubicBezTo>
                    <a:lnTo>
                      <a:pt x="1936" y="641"/>
                    </a:lnTo>
                    <a:cubicBezTo>
                      <a:pt x="1659" y="848"/>
                      <a:pt x="1383" y="1038"/>
                      <a:pt x="1089" y="1194"/>
                    </a:cubicBezTo>
                    <a:cubicBezTo>
                      <a:pt x="432" y="1505"/>
                      <a:pt x="0" y="2093"/>
                      <a:pt x="311" y="2680"/>
                    </a:cubicBezTo>
                    <a:cubicBezTo>
                      <a:pt x="460" y="2964"/>
                      <a:pt x="650" y="3065"/>
                      <a:pt x="856" y="3065"/>
                    </a:cubicBezTo>
                    <a:cubicBezTo>
                      <a:pt x="1178" y="3065"/>
                      <a:pt x="1537" y="2818"/>
                      <a:pt x="1832" y="2628"/>
                    </a:cubicBezTo>
                    <a:cubicBezTo>
                      <a:pt x="2558" y="2093"/>
                      <a:pt x="3370" y="1695"/>
                      <a:pt x="4234" y="1436"/>
                    </a:cubicBezTo>
                    <a:cubicBezTo>
                      <a:pt x="4631" y="1332"/>
                      <a:pt x="5115" y="1108"/>
                      <a:pt x="4994" y="606"/>
                    </a:cubicBezTo>
                    <a:cubicBezTo>
                      <a:pt x="4883" y="203"/>
                      <a:pt x="4559" y="1"/>
                      <a:pt x="418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1"/>
              <p:cNvSpPr/>
              <p:nvPr/>
            </p:nvSpPr>
            <p:spPr>
              <a:xfrm>
                <a:off x="6286725" y="2464325"/>
                <a:ext cx="67775" cy="93850"/>
              </a:xfrm>
              <a:custGeom>
                <a:rect b="b" l="l" r="r" t="t"/>
                <a:pathLst>
                  <a:path extrusionOk="0" h="3754" w="2711">
                    <a:moveTo>
                      <a:pt x="1532" y="0"/>
                    </a:moveTo>
                    <a:cubicBezTo>
                      <a:pt x="1516" y="0"/>
                      <a:pt x="1500" y="0"/>
                      <a:pt x="1484" y="1"/>
                    </a:cubicBezTo>
                    <a:cubicBezTo>
                      <a:pt x="187" y="53"/>
                      <a:pt x="239" y="1332"/>
                      <a:pt x="101" y="2265"/>
                    </a:cubicBezTo>
                    <a:cubicBezTo>
                      <a:pt x="1" y="3066"/>
                      <a:pt x="465" y="3754"/>
                      <a:pt x="1243" y="3754"/>
                    </a:cubicBezTo>
                    <a:cubicBezTo>
                      <a:pt x="1271" y="3754"/>
                      <a:pt x="1299" y="3753"/>
                      <a:pt x="1328" y="3751"/>
                    </a:cubicBezTo>
                    <a:cubicBezTo>
                      <a:pt x="2711" y="3682"/>
                      <a:pt x="1967" y="2403"/>
                      <a:pt x="2313" y="1815"/>
                    </a:cubicBezTo>
                    <a:cubicBezTo>
                      <a:pt x="2228" y="1050"/>
                      <a:pt x="2528" y="0"/>
                      <a:pt x="153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1"/>
              <p:cNvSpPr/>
              <p:nvPr/>
            </p:nvSpPr>
            <p:spPr>
              <a:xfrm>
                <a:off x="6279300" y="2861375"/>
                <a:ext cx="75625" cy="97275"/>
              </a:xfrm>
              <a:custGeom>
                <a:rect b="b" l="l" r="r" t="t"/>
                <a:pathLst>
                  <a:path extrusionOk="0" h="3891" w="3025">
                    <a:moveTo>
                      <a:pt x="2403" y="1"/>
                    </a:moveTo>
                    <a:cubicBezTo>
                      <a:pt x="2178" y="1"/>
                      <a:pt x="1971" y="104"/>
                      <a:pt x="1850" y="277"/>
                    </a:cubicBezTo>
                    <a:cubicBezTo>
                      <a:pt x="1504" y="1193"/>
                      <a:pt x="882" y="1884"/>
                      <a:pt x="277" y="2610"/>
                    </a:cubicBezTo>
                    <a:cubicBezTo>
                      <a:pt x="35" y="2869"/>
                      <a:pt x="1" y="3284"/>
                      <a:pt x="208" y="3578"/>
                    </a:cubicBezTo>
                    <a:cubicBezTo>
                      <a:pt x="326" y="3766"/>
                      <a:pt x="507" y="3890"/>
                      <a:pt x="682" y="3890"/>
                    </a:cubicBezTo>
                    <a:cubicBezTo>
                      <a:pt x="764" y="3890"/>
                      <a:pt x="845" y="3863"/>
                      <a:pt x="916" y="3802"/>
                    </a:cubicBezTo>
                    <a:cubicBezTo>
                      <a:pt x="1815" y="3128"/>
                      <a:pt x="2731" y="2420"/>
                      <a:pt x="3025" y="1452"/>
                    </a:cubicBezTo>
                    <a:cubicBezTo>
                      <a:pt x="2973" y="744"/>
                      <a:pt x="2921" y="225"/>
                      <a:pt x="240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1"/>
              <p:cNvSpPr/>
              <p:nvPr/>
            </p:nvSpPr>
            <p:spPr>
              <a:xfrm>
                <a:off x="4145025" y="994975"/>
                <a:ext cx="111500" cy="47325"/>
              </a:xfrm>
              <a:custGeom>
                <a:rect b="b" l="l" r="r" t="t"/>
                <a:pathLst>
                  <a:path extrusionOk="0" h="1893" w="4460">
                    <a:moveTo>
                      <a:pt x="1539" y="105"/>
                    </a:moveTo>
                    <a:cubicBezTo>
                      <a:pt x="969" y="243"/>
                      <a:pt x="139" y="1"/>
                      <a:pt x="70" y="744"/>
                    </a:cubicBezTo>
                    <a:cubicBezTo>
                      <a:pt x="1" y="1418"/>
                      <a:pt x="813" y="1418"/>
                      <a:pt x="1332" y="1556"/>
                    </a:cubicBezTo>
                    <a:cubicBezTo>
                      <a:pt x="1764" y="1677"/>
                      <a:pt x="2213" y="1764"/>
                      <a:pt x="2645" y="1815"/>
                    </a:cubicBezTo>
                    <a:cubicBezTo>
                      <a:pt x="2898" y="1847"/>
                      <a:pt x="3179" y="1893"/>
                      <a:pt x="3440" y="1893"/>
                    </a:cubicBezTo>
                    <a:cubicBezTo>
                      <a:pt x="3890" y="1893"/>
                      <a:pt x="4279" y="1756"/>
                      <a:pt x="4356" y="1176"/>
                    </a:cubicBezTo>
                    <a:cubicBezTo>
                      <a:pt x="4459" y="346"/>
                      <a:pt x="3561" y="416"/>
                      <a:pt x="2956" y="329"/>
                    </a:cubicBezTo>
                    <a:lnTo>
                      <a:pt x="1539" y="10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1"/>
              <p:cNvSpPr/>
              <p:nvPr/>
            </p:nvSpPr>
            <p:spPr>
              <a:xfrm>
                <a:off x="7213625" y="3803350"/>
                <a:ext cx="74075" cy="80050"/>
              </a:xfrm>
              <a:custGeom>
                <a:rect b="b" l="l" r="r" t="t"/>
                <a:pathLst>
                  <a:path extrusionOk="0" h="3202" w="2963">
                    <a:moveTo>
                      <a:pt x="573" y="1"/>
                    </a:moveTo>
                    <a:cubicBezTo>
                      <a:pt x="233" y="1"/>
                      <a:pt x="0" y="333"/>
                      <a:pt x="59" y="704"/>
                    </a:cubicBezTo>
                    <a:cubicBezTo>
                      <a:pt x="284" y="1965"/>
                      <a:pt x="1096" y="2777"/>
                      <a:pt x="2289" y="3175"/>
                    </a:cubicBezTo>
                    <a:cubicBezTo>
                      <a:pt x="2343" y="3193"/>
                      <a:pt x="2395" y="3202"/>
                      <a:pt x="2445" y="3202"/>
                    </a:cubicBezTo>
                    <a:cubicBezTo>
                      <a:pt x="2729" y="3202"/>
                      <a:pt x="2933" y="2914"/>
                      <a:pt x="2963" y="2414"/>
                    </a:cubicBezTo>
                    <a:cubicBezTo>
                      <a:pt x="2341" y="1619"/>
                      <a:pt x="1960" y="427"/>
                      <a:pt x="751" y="30"/>
                    </a:cubicBezTo>
                    <a:cubicBezTo>
                      <a:pt x="689" y="10"/>
                      <a:pt x="630" y="1"/>
                      <a:pt x="57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1"/>
              <p:cNvSpPr/>
              <p:nvPr/>
            </p:nvSpPr>
            <p:spPr>
              <a:xfrm>
                <a:off x="6542025" y="3118350"/>
                <a:ext cx="66075" cy="79800"/>
              </a:xfrm>
              <a:custGeom>
                <a:rect b="b" l="l" r="r" t="t"/>
                <a:pathLst>
                  <a:path extrusionOk="0" h="3192" w="2643">
                    <a:moveTo>
                      <a:pt x="1295" y="1"/>
                    </a:moveTo>
                    <a:cubicBezTo>
                      <a:pt x="1273" y="1"/>
                      <a:pt x="1250" y="2"/>
                      <a:pt x="1226" y="4"/>
                    </a:cubicBezTo>
                    <a:cubicBezTo>
                      <a:pt x="275" y="108"/>
                      <a:pt x="51" y="954"/>
                      <a:pt x="33" y="1732"/>
                    </a:cubicBezTo>
                    <a:cubicBezTo>
                      <a:pt x="1" y="2354"/>
                      <a:pt x="200" y="3192"/>
                      <a:pt x="910" y="3192"/>
                    </a:cubicBezTo>
                    <a:cubicBezTo>
                      <a:pt x="950" y="3192"/>
                      <a:pt x="992" y="3189"/>
                      <a:pt x="1036" y="3184"/>
                    </a:cubicBezTo>
                    <a:cubicBezTo>
                      <a:pt x="2643" y="2959"/>
                      <a:pt x="1640" y="1767"/>
                      <a:pt x="1640" y="1110"/>
                    </a:cubicBezTo>
                    <a:cubicBezTo>
                      <a:pt x="1740" y="547"/>
                      <a:pt x="1792" y="1"/>
                      <a:pt x="129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1"/>
              <p:cNvSpPr/>
              <p:nvPr/>
            </p:nvSpPr>
            <p:spPr>
              <a:xfrm>
                <a:off x="4278100" y="987200"/>
                <a:ext cx="87225" cy="50150"/>
              </a:xfrm>
              <a:custGeom>
                <a:rect b="b" l="l" r="r" t="t"/>
                <a:pathLst>
                  <a:path extrusionOk="0" h="2006" w="3489">
                    <a:moveTo>
                      <a:pt x="2519" y="46"/>
                    </a:moveTo>
                    <a:cubicBezTo>
                      <a:pt x="2407" y="46"/>
                      <a:pt x="2296" y="60"/>
                      <a:pt x="2195" y="87"/>
                    </a:cubicBezTo>
                    <a:cubicBezTo>
                      <a:pt x="1435" y="312"/>
                      <a:pt x="191" y="1"/>
                      <a:pt x="87" y="1107"/>
                    </a:cubicBezTo>
                    <a:cubicBezTo>
                      <a:pt x="1" y="1798"/>
                      <a:pt x="986" y="1746"/>
                      <a:pt x="1642" y="1781"/>
                    </a:cubicBezTo>
                    <a:cubicBezTo>
                      <a:pt x="2299" y="1556"/>
                      <a:pt x="3422" y="2005"/>
                      <a:pt x="3474" y="813"/>
                    </a:cubicBezTo>
                    <a:cubicBezTo>
                      <a:pt x="3488" y="284"/>
                      <a:pt x="2986" y="46"/>
                      <a:pt x="2519" y="4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1"/>
              <p:cNvSpPr/>
              <p:nvPr/>
            </p:nvSpPr>
            <p:spPr>
              <a:xfrm>
                <a:off x="6595650" y="1204100"/>
                <a:ext cx="81075" cy="41800"/>
              </a:xfrm>
              <a:custGeom>
                <a:rect b="b" l="l" r="r" t="t"/>
                <a:pathLst>
                  <a:path extrusionOk="0" h="1672" w="3243">
                    <a:moveTo>
                      <a:pt x="1466" y="121"/>
                    </a:moveTo>
                    <a:cubicBezTo>
                      <a:pt x="1366" y="163"/>
                      <a:pt x="1241" y="173"/>
                      <a:pt x="1106" y="173"/>
                    </a:cubicBezTo>
                    <a:cubicBezTo>
                      <a:pt x="987" y="173"/>
                      <a:pt x="861" y="165"/>
                      <a:pt x="738" y="165"/>
                    </a:cubicBezTo>
                    <a:cubicBezTo>
                      <a:pt x="371" y="165"/>
                      <a:pt x="34" y="234"/>
                      <a:pt x="14" y="778"/>
                    </a:cubicBezTo>
                    <a:cubicBezTo>
                      <a:pt x="0" y="1593"/>
                      <a:pt x="628" y="1660"/>
                      <a:pt x="1232" y="1660"/>
                    </a:cubicBezTo>
                    <a:cubicBezTo>
                      <a:pt x="1352" y="1660"/>
                      <a:pt x="1472" y="1658"/>
                      <a:pt x="1585" y="1658"/>
                    </a:cubicBezTo>
                    <a:cubicBezTo>
                      <a:pt x="1627" y="1658"/>
                      <a:pt x="1668" y="1658"/>
                      <a:pt x="1708" y="1659"/>
                    </a:cubicBezTo>
                    <a:cubicBezTo>
                      <a:pt x="1826" y="1666"/>
                      <a:pt x="1954" y="1672"/>
                      <a:pt x="2085" y="1672"/>
                    </a:cubicBezTo>
                    <a:cubicBezTo>
                      <a:pt x="2644" y="1672"/>
                      <a:pt x="3242" y="1563"/>
                      <a:pt x="3228" y="933"/>
                    </a:cubicBezTo>
                    <a:cubicBezTo>
                      <a:pt x="3194" y="0"/>
                      <a:pt x="2209" y="207"/>
                      <a:pt x="1466" y="12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1"/>
              <p:cNvSpPr/>
              <p:nvPr/>
            </p:nvSpPr>
            <p:spPr>
              <a:xfrm>
                <a:off x="5040350" y="1034625"/>
                <a:ext cx="81550" cy="46975"/>
              </a:xfrm>
              <a:custGeom>
                <a:rect b="b" l="l" r="r" t="t"/>
                <a:pathLst>
                  <a:path extrusionOk="0" h="1879" w="3262">
                    <a:moveTo>
                      <a:pt x="1625" y="1"/>
                    </a:moveTo>
                    <a:cubicBezTo>
                      <a:pt x="803" y="1"/>
                      <a:pt x="279" y="461"/>
                      <a:pt x="99" y="1249"/>
                    </a:cubicBezTo>
                    <a:cubicBezTo>
                      <a:pt x="0" y="1616"/>
                      <a:pt x="339" y="1879"/>
                      <a:pt x="645" y="1879"/>
                    </a:cubicBezTo>
                    <a:cubicBezTo>
                      <a:pt x="714" y="1879"/>
                      <a:pt x="781" y="1865"/>
                      <a:pt x="842" y="1837"/>
                    </a:cubicBezTo>
                    <a:cubicBezTo>
                      <a:pt x="1620" y="1474"/>
                      <a:pt x="2829" y="1750"/>
                      <a:pt x="3106" y="800"/>
                    </a:cubicBezTo>
                    <a:cubicBezTo>
                      <a:pt x="3261" y="229"/>
                      <a:pt x="2363" y="22"/>
                      <a:pt x="1758" y="5"/>
                    </a:cubicBezTo>
                    <a:cubicBezTo>
                      <a:pt x="1713" y="2"/>
                      <a:pt x="1668" y="1"/>
                      <a:pt x="162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1"/>
              <p:cNvSpPr/>
              <p:nvPr/>
            </p:nvSpPr>
            <p:spPr>
              <a:xfrm>
                <a:off x="6380950" y="3302475"/>
                <a:ext cx="77800" cy="40225"/>
              </a:xfrm>
              <a:custGeom>
                <a:rect b="b" l="l" r="r" t="t"/>
                <a:pathLst>
                  <a:path extrusionOk="0" h="1609" w="3112">
                    <a:moveTo>
                      <a:pt x="843" y="80"/>
                    </a:moveTo>
                    <a:cubicBezTo>
                      <a:pt x="352" y="80"/>
                      <a:pt x="1" y="466"/>
                      <a:pt x="65" y="882"/>
                    </a:cubicBezTo>
                    <a:cubicBezTo>
                      <a:pt x="161" y="1545"/>
                      <a:pt x="602" y="1578"/>
                      <a:pt x="1054" y="1578"/>
                    </a:cubicBezTo>
                    <a:cubicBezTo>
                      <a:pt x="1103" y="1578"/>
                      <a:pt x="1152" y="1577"/>
                      <a:pt x="1201" y="1577"/>
                    </a:cubicBezTo>
                    <a:cubicBezTo>
                      <a:pt x="1347" y="1577"/>
                      <a:pt x="1491" y="1581"/>
                      <a:pt x="1620" y="1608"/>
                    </a:cubicBezTo>
                    <a:cubicBezTo>
                      <a:pt x="1746" y="1549"/>
                      <a:pt x="1903" y="1535"/>
                      <a:pt x="2065" y="1535"/>
                    </a:cubicBezTo>
                    <a:cubicBezTo>
                      <a:pt x="2212" y="1535"/>
                      <a:pt x="2363" y="1547"/>
                      <a:pt x="2502" y="1547"/>
                    </a:cubicBezTo>
                    <a:cubicBezTo>
                      <a:pt x="2845" y="1547"/>
                      <a:pt x="3112" y="1478"/>
                      <a:pt x="3037" y="1003"/>
                    </a:cubicBezTo>
                    <a:cubicBezTo>
                      <a:pt x="2882" y="1"/>
                      <a:pt x="1741" y="191"/>
                      <a:pt x="963" y="87"/>
                    </a:cubicBezTo>
                    <a:cubicBezTo>
                      <a:pt x="923" y="82"/>
                      <a:pt x="882" y="80"/>
                      <a:pt x="843" y="8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1"/>
              <p:cNvSpPr/>
              <p:nvPr/>
            </p:nvSpPr>
            <p:spPr>
              <a:xfrm>
                <a:off x="4384825" y="996700"/>
                <a:ext cx="62025" cy="39775"/>
              </a:xfrm>
              <a:custGeom>
                <a:rect b="b" l="l" r="r" t="t"/>
                <a:pathLst>
                  <a:path extrusionOk="0" h="1591" w="2481">
                    <a:moveTo>
                      <a:pt x="1811" y="155"/>
                    </a:moveTo>
                    <a:cubicBezTo>
                      <a:pt x="1713" y="155"/>
                      <a:pt x="1613" y="168"/>
                      <a:pt x="1521" y="191"/>
                    </a:cubicBezTo>
                    <a:cubicBezTo>
                      <a:pt x="985" y="312"/>
                      <a:pt x="121" y="1"/>
                      <a:pt x="52" y="917"/>
                    </a:cubicBezTo>
                    <a:cubicBezTo>
                      <a:pt x="0" y="1487"/>
                      <a:pt x="536" y="1574"/>
                      <a:pt x="1054" y="1591"/>
                    </a:cubicBezTo>
                    <a:cubicBezTo>
                      <a:pt x="1573" y="1418"/>
                      <a:pt x="2385" y="1556"/>
                      <a:pt x="2454" y="727"/>
                    </a:cubicBezTo>
                    <a:cubicBezTo>
                      <a:pt x="2481" y="311"/>
                      <a:pt x="2153" y="155"/>
                      <a:pt x="1811" y="155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21"/>
              <p:cNvSpPr/>
              <p:nvPr/>
            </p:nvSpPr>
            <p:spPr>
              <a:xfrm>
                <a:off x="2100625" y="1004500"/>
                <a:ext cx="520200" cy="95050"/>
              </a:xfrm>
              <a:custGeom>
                <a:rect b="b" l="l" r="r" t="t"/>
                <a:pathLst>
                  <a:path extrusionOk="0" h="3802" w="20808">
                    <a:moveTo>
                      <a:pt x="20756" y="0"/>
                    </a:moveTo>
                    <a:lnTo>
                      <a:pt x="20738" y="17"/>
                    </a:lnTo>
                    <a:lnTo>
                      <a:pt x="20773" y="17"/>
                    </a:lnTo>
                    <a:lnTo>
                      <a:pt x="20808" y="0"/>
                    </a:lnTo>
                    <a:close/>
                    <a:moveTo>
                      <a:pt x="1" y="3785"/>
                    </a:moveTo>
                    <a:lnTo>
                      <a:pt x="1" y="3802"/>
                    </a:lnTo>
                    <a:lnTo>
                      <a:pt x="18" y="3802"/>
                    </a:lnTo>
                    <a:lnTo>
                      <a:pt x="18" y="378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1"/>
              <p:cNvSpPr/>
              <p:nvPr/>
            </p:nvSpPr>
            <p:spPr>
              <a:xfrm>
                <a:off x="233350" y="949250"/>
                <a:ext cx="3232550" cy="3802300"/>
              </a:xfrm>
              <a:custGeom>
                <a:rect b="b" l="l" r="r" t="t"/>
                <a:pathLst>
                  <a:path extrusionOk="0" h="152092" w="129302">
                    <a:moveTo>
                      <a:pt x="97270" y="1644"/>
                    </a:moveTo>
                    <a:cubicBezTo>
                      <a:pt x="97347" y="1644"/>
                      <a:pt x="97424" y="1648"/>
                      <a:pt x="97503" y="1657"/>
                    </a:cubicBezTo>
                    <a:cubicBezTo>
                      <a:pt x="97555" y="1674"/>
                      <a:pt x="97607" y="1692"/>
                      <a:pt x="97642" y="1709"/>
                    </a:cubicBezTo>
                    <a:lnTo>
                      <a:pt x="95601" y="2170"/>
                    </a:lnTo>
                    <a:lnTo>
                      <a:pt x="95601" y="2170"/>
                    </a:lnTo>
                    <a:cubicBezTo>
                      <a:pt x="96129" y="1917"/>
                      <a:pt x="96661" y="1644"/>
                      <a:pt x="97270" y="1644"/>
                    </a:cubicBezTo>
                    <a:close/>
                    <a:moveTo>
                      <a:pt x="95473" y="2210"/>
                    </a:moveTo>
                    <a:lnTo>
                      <a:pt x="95447" y="2227"/>
                    </a:lnTo>
                    <a:lnTo>
                      <a:pt x="95429" y="2227"/>
                    </a:lnTo>
                    <a:lnTo>
                      <a:pt x="95464" y="2210"/>
                    </a:lnTo>
                    <a:close/>
                    <a:moveTo>
                      <a:pt x="68358" y="8951"/>
                    </a:moveTo>
                    <a:cubicBezTo>
                      <a:pt x="68553" y="8951"/>
                      <a:pt x="68761" y="9049"/>
                      <a:pt x="68989" y="9313"/>
                    </a:cubicBezTo>
                    <a:cubicBezTo>
                      <a:pt x="69208" y="9280"/>
                      <a:pt x="69420" y="9268"/>
                      <a:pt x="69634" y="9268"/>
                    </a:cubicBezTo>
                    <a:cubicBezTo>
                      <a:pt x="69758" y="9268"/>
                      <a:pt x="69882" y="9272"/>
                      <a:pt x="70008" y="9278"/>
                    </a:cubicBezTo>
                    <a:cubicBezTo>
                      <a:pt x="70061" y="9286"/>
                      <a:pt x="70117" y="9289"/>
                      <a:pt x="70177" y="9289"/>
                    </a:cubicBezTo>
                    <a:cubicBezTo>
                      <a:pt x="70522" y="9289"/>
                      <a:pt x="70965" y="9176"/>
                      <a:pt x="71318" y="9176"/>
                    </a:cubicBezTo>
                    <a:cubicBezTo>
                      <a:pt x="71841" y="9176"/>
                      <a:pt x="72167" y="9425"/>
                      <a:pt x="71685" y="10661"/>
                    </a:cubicBezTo>
                    <a:cubicBezTo>
                      <a:pt x="71581" y="10937"/>
                      <a:pt x="71823" y="11265"/>
                      <a:pt x="72151" y="11386"/>
                    </a:cubicBezTo>
                    <a:cubicBezTo>
                      <a:pt x="72428" y="11438"/>
                      <a:pt x="72722" y="11490"/>
                      <a:pt x="72998" y="11507"/>
                    </a:cubicBezTo>
                    <a:cubicBezTo>
                      <a:pt x="72652" y="11922"/>
                      <a:pt x="72359" y="12406"/>
                      <a:pt x="71927" y="12717"/>
                    </a:cubicBezTo>
                    <a:cubicBezTo>
                      <a:pt x="71831" y="12786"/>
                      <a:pt x="71741" y="12813"/>
                      <a:pt x="71654" y="12813"/>
                    </a:cubicBezTo>
                    <a:cubicBezTo>
                      <a:pt x="71349" y="12813"/>
                      <a:pt x="71090" y="12473"/>
                      <a:pt x="70821" y="12406"/>
                    </a:cubicBezTo>
                    <a:cubicBezTo>
                      <a:pt x="69127" y="11939"/>
                      <a:pt x="69334" y="10488"/>
                      <a:pt x="68989" y="9313"/>
                    </a:cubicBezTo>
                    <a:lnTo>
                      <a:pt x="67330" y="9520"/>
                    </a:lnTo>
                    <a:cubicBezTo>
                      <a:pt x="67668" y="9295"/>
                      <a:pt x="67992" y="8951"/>
                      <a:pt x="68358" y="8951"/>
                    </a:cubicBezTo>
                    <a:close/>
                    <a:moveTo>
                      <a:pt x="51546" y="12467"/>
                    </a:moveTo>
                    <a:cubicBezTo>
                      <a:pt x="51593" y="12467"/>
                      <a:pt x="51647" y="12470"/>
                      <a:pt x="51707" y="12475"/>
                    </a:cubicBezTo>
                    <a:cubicBezTo>
                      <a:pt x="51897" y="12648"/>
                      <a:pt x="52157" y="12890"/>
                      <a:pt x="52433" y="13115"/>
                    </a:cubicBezTo>
                    <a:cubicBezTo>
                      <a:pt x="52260" y="13270"/>
                      <a:pt x="52053" y="13374"/>
                      <a:pt x="51845" y="13460"/>
                    </a:cubicBezTo>
                    <a:cubicBezTo>
                      <a:pt x="51802" y="13467"/>
                      <a:pt x="51764" y="13470"/>
                      <a:pt x="51729" y="13470"/>
                    </a:cubicBezTo>
                    <a:cubicBezTo>
                      <a:pt x="51300" y="13470"/>
                      <a:pt x="51439" y="13007"/>
                      <a:pt x="51327" y="12752"/>
                    </a:cubicBezTo>
                    <a:cubicBezTo>
                      <a:pt x="51225" y="12548"/>
                      <a:pt x="51295" y="12467"/>
                      <a:pt x="51546" y="12467"/>
                    </a:cubicBezTo>
                    <a:close/>
                    <a:moveTo>
                      <a:pt x="55481" y="12549"/>
                    </a:moveTo>
                    <a:cubicBezTo>
                      <a:pt x="55526" y="12549"/>
                      <a:pt x="55570" y="12553"/>
                      <a:pt x="55613" y="12562"/>
                    </a:cubicBezTo>
                    <a:lnTo>
                      <a:pt x="54576" y="13789"/>
                    </a:lnTo>
                    <a:lnTo>
                      <a:pt x="53954" y="13184"/>
                    </a:lnTo>
                    <a:cubicBezTo>
                      <a:pt x="54420" y="12976"/>
                      <a:pt x="54870" y="12752"/>
                      <a:pt x="55336" y="12562"/>
                    </a:cubicBezTo>
                    <a:cubicBezTo>
                      <a:pt x="55388" y="12553"/>
                      <a:pt x="55436" y="12549"/>
                      <a:pt x="55481" y="12549"/>
                    </a:cubicBezTo>
                    <a:close/>
                    <a:moveTo>
                      <a:pt x="116966" y="0"/>
                    </a:moveTo>
                    <a:cubicBezTo>
                      <a:pt x="112339" y="0"/>
                      <a:pt x="107712" y="747"/>
                      <a:pt x="103085" y="1035"/>
                    </a:cubicBezTo>
                    <a:cubicBezTo>
                      <a:pt x="101910" y="1104"/>
                      <a:pt x="100735" y="983"/>
                      <a:pt x="99542" y="1260"/>
                    </a:cubicBezTo>
                    <a:cubicBezTo>
                      <a:pt x="99533" y="1262"/>
                      <a:pt x="99523" y="1263"/>
                      <a:pt x="99512" y="1263"/>
                    </a:cubicBezTo>
                    <a:cubicBezTo>
                      <a:pt x="99194" y="1263"/>
                      <a:pt x="98389" y="307"/>
                      <a:pt x="97503" y="240"/>
                    </a:cubicBezTo>
                    <a:cubicBezTo>
                      <a:pt x="96554" y="172"/>
                      <a:pt x="95607" y="143"/>
                      <a:pt x="94661" y="143"/>
                    </a:cubicBezTo>
                    <a:cubicBezTo>
                      <a:pt x="91541" y="143"/>
                      <a:pt x="88432" y="459"/>
                      <a:pt x="85303" y="724"/>
                    </a:cubicBezTo>
                    <a:cubicBezTo>
                      <a:pt x="83379" y="875"/>
                      <a:pt x="81549" y="1637"/>
                      <a:pt x="79578" y="1637"/>
                    </a:cubicBezTo>
                    <a:cubicBezTo>
                      <a:pt x="79300" y="1637"/>
                      <a:pt x="79020" y="1622"/>
                      <a:pt x="78736" y="1588"/>
                    </a:cubicBezTo>
                    <a:cubicBezTo>
                      <a:pt x="78573" y="1568"/>
                      <a:pt x="78403" y="1557"/>
                      <a:pt x="78229" y="1557"/>
                    </a:cubicBezTo>
                    <a:cubicBezTo>
                      <a:pt x="77349" y="1557"/>
                      <a:pt x="76386" y="1840"/>
                      <a:pt x="75953" y="2677"/>
                    </a:cubicBezTo>
                    <a:cubicBezTo>
                      <a:pt x="75538" y="3489"/>
                      <a:pt x="76333" y="4163"/>
                      <a:pt x="76956" y="4750"/>
                    </a:cubicBezTo>
                    <a:cubicBezTo>
                      <a:pt x="77215" y="4992"/>
                      <a:pt x="77232" y="5511"/>
                      <a:pt x="77370" y="5891"/>
                    </a:cubicBezTo>
                    <a:cubicBezTo>
                      <a:pt x="77348" y="5890"/>
                      <a:pt x="77325" y="5889"/>
                      <a:pt x="77301" y="5889"/>
                    </a:cubicBezTo>
                    <a:cubicBezTo>
                      <a:pt x="77154" y="5889"/>
                      <a:pt x="76988" y="5912"/>
                      <a:pt x="76844" y="5912"/>
                    </a:cubicBezTo>
                    <a:cubicBezTo>
                      <a:pt x="76726" y="5912"/>
                      <a:pt x="76623" y="5896"/>
                      <a:pt x="76558" y="5839"/>
                    </a:cubicBezTo>
                    <a:cubicBezTo>
                      <a:pt x="76285" y="5586"/>
                      <a:pt x="76034" y="5489"/>
                      <a:pt x="75796" y="5489"/>
                    </a:cubicBezTo>
                    <a:cubicBezTo>
                      <a:pt x="75417" y="5489"/>
                      <a:pt x="75070" y="5733"/>
                      <a:pt x="74709" y="5977"/>
                    </a:cubicBezTo>
                    <a:lnTo>
                      <a:pt x="74709" y="5995"/>
                    </a:lnTo>
                    <a:lnTo>
                      <a:pt x="74692" y="5995"/>
                    </a:lnTo>
                    <a:cubicBezTo>
                      <a:pt x="74415" y="6358"/>
                      <a:pt x="73707" y="6479"/>
                      <a:pt x="73897" y="7066"/>
                    </a:cubicBezTo>
                    <a:cubicBezTo>
                      <a:pt x="74104" y="7654"/>
                      <a:pt x="74761" y="7671"/>
                      <a:pt x="75331" y="7723"/>
                    </a:cubicBezTo>
                    <a:lnTo>
                      <a:pt x="75625" y="7723"/>
                    </a:lnTo>
                    <a:lnTo>
                      <a:pt x="77146" y="7982"/>
                    </a:lnTo>
                    <a:cubicBezTo>
                      <a:pt x="76904" y="8068"/>
                      <a:pt x="76662" y="8120"/>
                      <a:pt x="76403" y="8120"/>
                    </a:cubicBezTo>
                    <a:cubicBezTo>
                      <a:pt x="76178" y="8103"/>
                      <a:pt x="75970" y="7930"/>
                      <a:pt x="75729" y="7861"/>
                    </a:cubicBezTo>
                    <a:cubicBezTo>
                      <a:pt x="75594" y="7823"/>
                      <a:pt x="75464" y="7807"/>
                      <a:pt x="75337" y="7807"/>
                    </a:cubicBezTo>
                    <a:cubicBezTo>
                      <a:pt x="74777" y="7807"/>
                      <a:pt x="74273" y="8116"/>
                      <a:pt x="73724" y="8172"/>
                    </a:cubicBezTo>
                    <a:cubicBezTo>
                      <a:pt x="73717" y="8173"/>
                      <a:pt x="73710" y="8174"/>
                      <a:pt x="73702" y="8174"/>
                    </a:cubicBezTo>
                    <a:cubicBezTo>
                      <a:pt x="73450" y="8174"/>
                      <a:pt x="72913" y="7613"/>
                      <a:pt x="72946" y="7394"/>
                    </a:cubicBezTo>
                    <a:cubicBezTo>
                      <a:pt x="73102" y="6479"/>
                      <a:pt x="73810" y="6098"/>
                      <a:pt x="74674" y="5995"/>
                    </a:cubicBezTo>
                    <a:lnTo>
                      <a:pt x="74674" y="5977"/>
                    </a:lnTo>
                    <a:cubicBezTo>
                      <a:pt x="74726" y="5545"/>
                      <a:pt x="74830" y="5113"/>
                      <a:pt x="74951" y="4681"/>
                    </a:cubicBezTo>
                    <a:cubicBezTo>
                      <a:pt x="75072" y="4370"/>
                      <a:pt x="75435" y="4076"/>
                      <a:pt x="75124" y="3748"/>
                    </a:cubicBezTo>
                    <a:cubicBezTo>
                      <a:pt x="74832" y="3467"/>
                      <a:pt x="74483" y="3396"/>
                      <a:pt x="74119" y="3396"/>
                    </a:cubicBezTo>
                    <a:cubicBezTo>
                      <a:pt x="73856" y="3396"/>
                      <a:pt x="73587" y="3433"/>
                      <a:pt x="73326" y="3454"/>
                    </a:cubicBezTo>
                    <a:cubicBezTo>
                      <a:pt x="72946" y="3506"/>
                      <a:pt x="72756" y="3748"/>
                      <a:pt x="72704" y="4180"/>
                    </a:cubicBezTo>
                    <a:cubicBezTo>
                      <a:pt x="72601" y="5252"/>
                      <a:pt x="72134" y="6098"/>
                      <a:pt x="70959" y="6340"/>
                    </a:cubicBezTo>
                    <a:cubicBezTo>
                      <a:pt x="70855" y="6427"/>
                      <a:pt x="70769" y="6513"/>
                      <a:pt x="70665" y="6617"/>
                    </a:cubicBezTo>
                    <a:cubicBezTo>
                      <a:pt x="70786" y="6859"/>
                      <a:pt x="70924" y="7083"/>
                      <a:pt x="71097" y="7291"/>
                    </a:cubicBezTo>
                    <a:cubicBezTo>
                      <a:pt x="71304" y="7412"/>
                      <a:pt x="71546" y="7515"/>
                      <a:pt x="71788" y="7567"/>
                    </a:cubicBezTo>
                    <a:cubicBezTo>
                      <a:pt x="71650" y="7550"/>
                      <a:pt x="71512" y="7541"/>
                      <a:pt x="71374" y="7541"/>
                    </a:cubicBezTo>
                    <a:cubicBezTo>
                      <a:pt x="71235" y="7541"/>
                      <a:pt x="71097" y="7550"/>
                      <a:pt x="70959" y="7567"/>
                    </a:cubicBezTo>
                    <a:cubicBezTo>
                      <a:pt x="70569" y="7671"/>
                      <a:pt x="70173" y="7708"/>
                      <a:pt x="69775" y="7708"/>
                    </a:cubicBezTo>
                    <a:cubicBezTo>
                      <a:pt x="68812" y="7708"/>
                      <a:pt x="67832" y="7494"/>
                      <a:pt x="66868" y="7494"/>
                    </a:cubicBezTo>
                    <a:cubicBezTo>
                      <a:pt x="66108" y="7494"/>
                      <a:pt x="65357" y="7627"/>
                      <a:pt x="64634" y="8103"/>
                    </a:cubicBezTo>
                    <a:cubicBezTo>
                      <a:pt x="64271" y="8345"/>
                      <a:pt x="63580" y="8379"/>
                      <a:pt x="63666" y="8863"/>
                    </a:cubicBezTo>
                    <a:cubicBezTo>
                      <a:pt x="63752" y="9382"/>
                      <a:pt x="64167" y="9900"/>
                      <a:pt x="64547" y="10315"/>
                    </a:cubicBezTo>
                    <a:cubicBezTo>
                      <a:pt x="64666" y="10447"/>
                      <a:pt x="64798" y="10498"/>
                      <a:pt x="64939" y="10498"/>
                    </a:cubicBezTo>
                    <a:cubicBezTo>
                      <a:pt x="65148" y="10498"/>
                      <a:pt x="65375" y="10387"/>
                      <a:pt x="65602" y="10263"/>
                    </a:cubicBezTo>
                    <a:cubicBezTo>
                      <a:pt x="66124" y="9977"/>
                      <a:pt x="66711" y="9789"/>
                      <a:pt x="67269" y="9556"/>
                    </a:cubicBezTo>
                    <a:lnTo>
                      <a:pt x="67269" y="9556"/>
                    </a:lnTo>
                    <a:cubicBezTo>
                      <a:pt x="66173" y="11022"/>
                      <a:pt x="64072" y="10911"/>
                      <a:pt x="62975" y="11974"/>
                    </a:cubicBezTo>
                    <a:cubicBezTo>
                      <a:pt x="62086" y="12850"/>
                      <a:pt x="61268" y="13162"/>
                      <a:pt x="60357" y="13162"/>
                    </a:cubicBezTo>
                    <a:cubicBezTo>
                      <a:pt x="59993" y="13162"/>
                      <a:pt x="59613" y="13112"/>
                      <a:pt x="59207" y="13028"/>
                    </a:cubicBezTo>
                    <a:cubicBezTo>
                      <a:pt x="58430" y="12873"/>
                      <a:pt x="57687" y="12510"/>
                      <a:pt x="56926" y="12233"/>
                    </a:cubicBezTo>
                    <a:cubicBezTo>
                      <a:pt x="57173" y="12050"/>
                      <a:pt x="57402" y="11981"/>
                      <a:pt x="57619" y="11981"/>
                    </a:cubicBezTo>
                    <a:cubicBezTo>
                      <a:pt x="58162" y="11981"/>
                      <a:pt x="58632" y="12416"/>
                      <a:pt x="59138" y="12613"/>
                    </a:cubicBezTo>
                    <a:cubicBezTo>
                      <a:pt x="59332" y="12687"/>
                      <a:pt x="59512" y="12718"/>
                      <a:pt x="59680" y="12718"/>
                    </a:cubicBezTo>
                    <a:cubicBezTo>
                      <a:pt x="60502" y="12718"/>
                      <a:pt x="61062" y="11967"/>
                      <a:pt x="61765" y="11680"/>
                    </a:cubicBezTo>
                    <a:cubicBezTo>
                      <a:pt x="62404" y="11421"/>
                      <a:pt x="61903" y="10851"/>
                      <a:pt x="61661" y="10384"/>
                    </a:cubicBezTo>
                    <a:cubicBezTo>
                      <a:pt x="61454" y="9987"/>
                      <a:pt x="61921" y="9745"/>
                      <a:pt x="62249" y="9537"/>
                    </a:cubicBezTo>
                    <a:cubicBezTo>
                      <a:pt x="62664" y="9295"/>
                      <a:pt x="63441" y="9226"/>
                      <a:pt x="63182" y="8518"/>
                    </a:cubicBezTo>
                    <a:cubicBezTo>
                      <a:pt x="63018" y="8098"/>
                      <a:pt x="62703" y="8030"/>
                      <a:pt x="62354" y="8030"/>
                    </a:cubicBezTo>
                    <a:cubicBezTo>
                      <a:pt x="62187" y="8030"/>
                      <a:pt x="62013" y="8045"/>
                      <a:pt x="61845" y="8045"/>
                    </a:cubicBezTo>
                    <a:cubicBezTo>
                      <a:pt x="61771" y="8045"/>
                      <a:pt x="61698" y="8042"/>
                      <a:pt x="61627" y="8034"/>
                    </a:cubicBezTo>
                    <a:cubicBezTo>
                      <a:pt x="61564" y="8027"/>
                      <a:pt x="61502" y="8024"/>
                      <a:pt x="61440" y="8024"/>
                    </a:cubicBezTo>
                    <a:cubicBezTo>
                      <a:pt x="60620" y="8024"/>
                      <a:pt x="59973" y="8583"/>
                      <a:pt x="59080" y="8583"/>
                    </a:cubicBezTo>
                    <a:cubicBezTo>
                      <a:pt x="59004" y="8583"/>
                      <a:pt x="58925" y="8579"/>
                      <a:pt x="58844" y="8570"/>
                    </a:cubicBezTo>
                    <a:cubicBezTo>
                      <a:pt x="57410" y="8414"/>
                      <a:pt x="56391" y="7671"/>
                      <a:pt x="55181" y="7187"/>
                    </a:cubicBezTo>
                    <a:cubicBezTo>
                      <a:pt x="54440" y="6892"/>
                      <a:pt x="53723" y="6767"/>
                      <a:pt x="53025" y="6767"/>
                    </a:cubicBezTo>
                    <a:cubicBezTo>
                      <a:pt x="51022" y="6767"/>
                      <a:pt x="49177" y="7799"/>
                      <a:pt x="47370" y="8812"/>
                    </a:cubicBezTo>
                    <a:cubicBezTo>
                      <a:pt x="46903" y="9071"/>
                      <a:pt x="46765" y="9434"/>
                      <a:pt x="46972" y="9969"/>
                    </a:cubicBezTo>
                    <a:cubicBezTo>
                      <a:pt x="47155" y="10426"/>
                      <a:pt x="47351" y="10748"/>
                      <a:pt x="47819" y="10748"/>
                    </a:cubicBezTo>
                    <a:cubicBezTo>
                      <a:pt x="47883" y="10748"/>
                      <a:pt x="47952" y="10742"/>
                      <a:pt x="48026" y="10730"/>
                    </a:cubicBezTo>
                    <a:lnTo>
                      <a:pt x="50498" y="10280"/>
                    </a:lnTo>
                    <a:cubicBezTo>
                      <a:pt x="50618" y="10263"/>
                      <a:pt x="50739" y="10229"/>
                      <a:pt x="50878" y="10194"/>
                    </a:cubicBezTo>
                    <a:lnTo>
                      <a:pt x="50878" y="10194"/>
                    </a:lnTo>
                    <a:cubicBezTo>
                      <a:pt x="50878" y="10298"/>
                      <a:pt x="50860" y="10401"/>
                      <a:pt x="50860" y="10505"/>
                    </a:cubicBezTo>
                    <a:cubicBezTo>
                      <a:pt x="50614" y="11663"/>
                      <a:pt x="50148" y="12321"/>
                      <a:pt x="49280" y="12321"/>
                    </a:cubicBezTo>
                    <a:cubicBezTo>
                      <a:pt x="48931" y="12321"/>
                      <a:pt x="48517" y="12214"/>
                      <a:pt x="48026" y="11991"/>
                    </a:cubicBezTo>
                    <a:cubicBezTo>
                      <a:pt x="46374" y="11254"/>
                      <a:pt x="44693" y="10979"/>
                      <a:pt x="42955" y="10979"/>
                    </a:cubicBezTo>
                    <a:cubicBezTo>
                      <a:pt x="42002" y="10979"/>
                      <a:pt x="41033" y="11062"/>
                      <a:pt x="40042" y="11196"/>
                    </a:cubicBezTo>
                    <a:cubicBezTo>
                      <a:pt x="38536" y="11404"/>
                      <a:pt x="37062" y="12285"/>
                      <a:pt x="35569" y="12285"/>
                    </a:cubicBezTo>
                    <a:cubicBezTo>
                      <a:pt x="35195" y="12285"/>
                      <a:pt x="34820" y="12230"/>
                      <a:pt x="34443" y="12095"/>
                    </a:cubicBezTo>
                    <a:cubicBezTo>
                      <a:pt x="32698" y="11490"/>
                      <a:pt x="30900" y="11110"/>
                      <a:pt x="29068" y="10920"/>
                    </a:cubicBezTo>
                    <a:cubicBezTo>
                      <a:pt x="27080" y="10698"/>
                      <a:pt x="25171" y="10202"/>
                      <a:pt x="23146" y="10202"/>
                    </a:cubicBezTo>
                    <a:cubicBezTo>
                      <a:pt x="22337" y="10202"/>
                      <a:pt x="21510" y="10281"/>
                      <a:pt x="20652" y="10488"/>
                    </a:cubicBezTo>
                    <a:cubicBezTo>
                      <a:pt x="18383" y="11055"/>
                      <a:pt x="16215" y="12269"/>
                      <a:pt x="13793" y="12269"/>
                    </a:cubicBezTo>
                    <a:cubicBezTo>
                      <a:pt x="13559" y="12269"/>
                      <a:pt x="13322" y="12258"/>
                      <a:pt x="13083" y="12233"/>
                    </a:cubicBezTo>
                    <a:cubicBezTo>
                      <a:pt x="13049" y="12230"/>
                      <a:pt x="13015" y="12229"/>
                      <a:pt x="12982" y="12229"/>
                    </a:cubicBezTo>
                    <a:cubicBezTo>
                      <a:pt x="12473" y="12229"/>
                      <a:pt x="12176" y="12605"/>
                      <a:pt x="12323" y="13287"/>
                    </a:cubicBezTo>
                    <a:cubicBezTo>
                      <a:pt x="12498" y="14071"/>
                      <a:pt x="12325" y="14707"/>
                      <a:pt x="11687" y="14707"/>
                    </a:cubicBezTo>
                    <a:cubicBezTo>
                      <a:pt x="11510" y="14707"/>
                      <a:pt x="11296" y="14658"/>
                      <a:pt x="11044" y="14549"/>
                    </a:cubicBezTo>
                    <a:cubicBezTo>
                      <a:pt x="10655" y="14378"/>
                      <a:pt x="10292" y="14308"/>
                      <a:pt x="9947" y="14308"/>
                    </a:cubicBezTo>
                    <a:cubicBezTo>
                      <a:pt x="9034" y="14308"/>
                      <a:pt x="8242" y="14801"/>
                      <a:pt x="7415" y="15240"/>
                    </a:cubicBezTo>
                    <a:cubicBezTo>
                      <a:pt x="6965" y="15482"/>
                      <a:pt x="6672" y="15914"/>
                      <a:pt x="6879" y="16467"/>
                    </a:cubicBezTo>
                    <a:cubicBezTo>
                      <a:pt x="7027" y="16886"/>
                      <a:pt x="7334" y="16988"/>
                      <a:pt x="7700" y="16988"/>
                    </a:cubicBezTo>
                    <a:cubicBezTo>
                      <a:pt x="7802" y="16988"/>
                      <a:pt x="7910" y="16980"/>
                      <a:pt x="8020" y="16968"/>
                    </a:cubicBezTo>
                    <a:cubicBezTo>
                      <a:pt x="8305" y="16929"/>
                      <a:pt x="8590" y="16910"/>
                      <a:pt x="8875" y="16910"/>
                    </a:cubicBezTo>
                    <a:cubicBezTo>
                      <a:pt x="8970" y="16910"/>
                      <a:pt x="9065" y="16912"/>
                      <a:pt x="9160" y="16917"/>
                    </a:cubicBezTo>
                    <a:cubicBezTo>
                      <a:pt x="9186" y="16919"/>
                      <a:pt x="9214" y="16920"/>
                      <a:pt x="9242" y="16920"/>
                    </a:cubicBezTo>
                    <a:cubicBezTo>
                      <a:pt x="9458" y="16920"/>
                      <a:pt x="9735" y="16862"/>
                      <a:pt x="9947" y="16862"/>
                    </a:cubicBezTo>
                    <a:cubicBezTo>
                      <a:pt x="10131" y="16862"/>
                      <a:pt x="10266" y="16906"/>
                      <a:pt x="10266" y="17072"/>
                    </a:cubicBezTo>
                    <a:cubicBezTo>
                      <a:pt x="10266" y="17498"/>
                      <a:pt x="9728" y="17637"/>
                      <a:pt x="9291" y="17637"/>
                    </a:cubicBezTo>
                    <a:cubicBezTo>
                      <a:pt x="9214" y="17637"/>
                      <a:pt x="9141" y="17633"/>
                      <a:pt x="9074" y="17625"/>
                    </a:cubicBezTo>
                    <a:cubicBezTo>
                      <a:pt x="8873" y="17604"/>
                      <a:pt x="8677" y="17594"/>
                      <a:pt x="8484" y="17594"/>
                    </a:cubicBezTo>
                    <a:cubicBezTo>
                      <a:pt x="6314" y="17594"/>
                      <a:pt x="4587" y="18859"/>
                      <a:pt x="2714" y="19716"/>
                    </a:cubicBezTo>
                    <a:cubicBezTo>
                      <a:pt x="1193" y="20407"/>
                      <a:pt x="2351" y="21548"/>
                      <a:pt x="2282" y="22429"/>
                    </a:cubicBezTo>
                    <a:cubicBezTo>
                      <a:pt x="2264" y="22814"/>
                      <a:pt x="2455" y="22907"/>
                      <a:pt x="2706" y="22907"/>
                    </a:cubicBezTo>
                    <a:cubicBezTo>
                      <a:pt x="2939" y="22907"/>
                      <a:pt x="3223" y="22827"/>
                      <a:pt x="3440" y="22827"/>
                    </a:cubicBezTo>
                    <a:cubicBezTo>
                      <a:pt x="3665" y="22827"/>
                      <a:pt x="3872" y="22982"/>
                      <a:pt x="4079" y="23069"/>
                    </a:cubicBezTo>
                    <a:cubicBezTo>
                      <a:pt x="3924" y="23242"/>
                      <a:pt x="3751" y="23380"/>
                      <a:pt x="3544" y="23501"/>
                    </a:cubicBezTo>
                    <a:cubicBezTo>
                      <a:pt x="2610" y="23881"/>
                      <a:pt x="1643" y="24192"/>
                      <a:pt x="709" y="24589"/>
                    </a:cubicBezTo>
                    <a:cubicBezTo>
                      <a:pt x="329" y="24745"/>
                      <a:pt x="1" y="25142"/>
                      <a:pt x="226" y="25609"/>
                    </a:cubicBezTo>
                    <a:cubicBezTo>
                      <a:pt x="325" y="25816"/>
                      <a:pt x="462" y="25880"/>
                      <a:pt x="615" y="25880"/>
                    </a:cubicBezTo>
                    <a:cubicBezTo>
                      <a:pt x="807" y="25880"/>
                      <a:pt x="1026" y="25778"/>
                      <a:pt x="1228" y="25730"/>
                    </a:cubicBezTo>
                    <a:cubicBezTo>
                      <a:pt x="2248" y="25454"/>
                      <a:pt x="3354" y="25350"/>
                      <a:pt x="4252" y="24866"/>
                    </a:cubicBezTo>
                    <a:cubicBezTo>
                      <a:pt x="4601" y="24679"/>
                      <a:pt x="4965" y="24620"/>
                      <a:pt x="5336" y="24620"/>
                    </a:cubicBezTo>
                    <a:cubicBezTo>
                      <a:pt x="5952" y="24620"/>
                      <a:pt x="6585" y="24782"/>
                      <a:pt x="7191" y="24782"/>
                    </a:cubicBezTo>
                    <a:cubicBezTo>
                      <a:pt x="7702" y="24782"/>
                      <a:pt x="8195" y="24667"/>
                      <a:pt x="8642" y="24244"/>
                    </a:cubicBezTo>
                    <a:cubicBezTo>
                      <a:pt x="9143" y="23760"/>
                      <a:pt x="9627" y="23276"/>
                      <a:pt x="10128" y="22809"/>
                    </a:cubicBezTo>
                    <a:cubicBezTo>
                      <a:pt x="10518" y="22438"/>
                      <a:pt x="10935" y="22335"/>
                      <a:pt x="11366" y="22335"/>
                    </a:cubicBezTo>
                    <a:cubicBezTo>
                      <a:pt x="11904" y="22335"/>
                      <a:pt x="12465" y="22495"/>
                      <a:pt x="13026" y="22495"/>
                    </a:cubicBezTo>
                    <a:cubicBezTo>
                      <a:pt x="13270" y="22495"/>
                      <a:pt x="13515" y="22465"/>
                      <a:pt x="13757" y="22377"/>
                    </a:cubicBezTo>
                    <a:cubicBezTo>
                      <a:pt x="14876" y="21972"/>
                      <a:pt x="15968" y="21278"/>
                      <a:pt x="17215" y="21278"/>
                    </a:cubicBezTo>
                    <a:cubicBezTo>
                      <a:pt x="17721" y="21278"/>
                      <a:pt x="18252" y="21392"/>
                      <a:pt x="18820" y="21686"/>
                    </a:cubicBezTo>
                    <a:cubicBezTo>
                      <a:pt x="20272" y="22429"/>
                      <a:pt x="22242" y="22343"/>
                      <a:pt x="21966" y="24780"/>
                    </a:cubicBezTo>
                    <a:cubicBezTo>
                      <a:pt x="21914" y="25212"/>
                      <a:pt x="22104" y="25868"/>
                      <a:pt x="22415" y="26127"/>
                    </a:cubicBezTo>
                    <a:cubicBezTo>
                      <a:pt x="23746" y="27251"/>
                      <a:pt x="23659" y="29411"/>
                      <a:pt x="23210" y="29981"/>
                    </a:cubicBezTo>
                    <a:cubicBezTo>
                      <a:pt x="22052" y="31485"/>
                      <a:pt x="22484" y="32573"/>
                      <a:pt x="22985" y="33973"/>
                    </a:cubicBezTo>
                    <a:cubicBezTo>
                      <a:pt x="23124" y="34405"/>
                      <a:pt x="22795" y="35045"/>
                      <a:pt x="22553" y="35529"/>
                    </a:cubicBezTo>
                    <a:cubicBezTo>
                      <a:pt x="21447" y="37844"/>
                      <a:pt x="19356" y="39469"/>
                      <a:pt x="18233" y="41802"/>
                    </a:cubicBezTo>
                    <a:cubicBezTo>
                      <a:pt x="17455" y="43409"/>
                      <a:pt x="17058" y="48783"/>
                      <a:pt x="18354" y="49734"/>
                    </a:cubicBezTo>
                    <a:cubicBezTo>
                      <a:pt x="20220" y="51116"/>
                      <a:pt x="19927" y="52862"/>
                      <a:pt x="20238" y="54659"/>
                    </a:cubicBezTo>
                    <a:cubicBezTo>
                      <a:pt x="20428" y="55748"/>
                      <a:pt x="20410" y="57528"/>
                      <a:pt x="20687" y="57752"/>
                    </a:cubicBezTo>
                    <a:cubicBezTo>
                      <a:pt x="22380" y="59083"/>
                      <a:pt x="22242" y="61364"/>
                      <a:pt x="23625" y="62764"/>
                    </a:cubicBezTo>
                    <a:cubicBezTo>
                      <a:pt x="23915" y="63066"/>
                      <a:pt x="24197" y="63258"/>
                      <a:pt x="24508" y="63258"/>
                    </a:cubicBezTo>
                    <a:cubicBezTo>
                      <a:pt x="24660" y="63258"/>
                      <a:pt x="24820" y="63212"/>
                      <a:pt x="24990" y="63110"/>
                    </a:cubicBezTo>
                    <a:cubicBezTo>
                      <a:pt x="25508" y="62816"/>
                      <a:pt x="25526" y="62246"/>
                      <a:pt x="25197" y="61831"/>
                    </a:cubicBezTo>
                    <a:cubicBezTo>
                      <a:pt x="23607" y="59671"/>
                      <a:pt x="23746" y="56888"/>
                      <a:pt x="22536" y="54590"/>
                    </a:cubicBezTo>
                    <a:cubicBezTo>
                      <a:pt x="22415" y="54348"/>
                      <a:pt x="22605" y="53933"/>
                      <a:pt x="22692" y="53605"/>
                    </a:cubicBezTo>
                    <a:cubicBezTo>
                      <a:pt x="22704" y="53568"/>
                      <a:pt x="22878" y="53539"/>
                      <a:pt x="22981" y="53539"/>
                    </a:cubicBezTo>
                    <a:cubicBezTo>
                      <a:pt x="23021" y="53539"/>
                      <a:pt x="23050" y="53543"/>
                      <a:pt x="23054" y="53553"/>
                    </a:cubicBezTo>
                    <a:cubicBezTo>
                      <a:pt x="23175" y="53812"/>
                      <a:pt x="23366" y="54106"/>
                      <a:pt x="23366" y="54400"/>
                    </a:cubicBezTo>
                    <a:cubicBezTo>
                      <a:pt x="23383" y="56819"/>
                      <a:pt x="24973" y="58617"/>
                      <a:pt x="26027" y="60569"/>
                    </a:cubicBezTo>
                    <a:cubicBezTo>
                      <a:pt x="26977" y="62297"/>
                      <a:pt x="28654" y="63663"/>
                      <a:pt x="27720" y="65978"/>
                    </a:cubicBezTo>
                    <a:cubicBezTo>
                      <a:pt x="27530" y="66445"/>
                      <a:pt x="27928" y="66791"/>
                      <a:pt x="28273" y="67136"/>
                    </a:cubicBezTo>
                    <a:cubicBezTo>
                      <a:pt x="29138" y="68000"/>
                      <a:pt x="30226" y="68536"/>
                      <a:pt x="31246" y="69193"/>
                    </a:cubicBezTo>
                    <a:cubicBezTo>
                      <a:pt x="32910" y="70222"/>
                      <a:pt x="34447" y="71516"/>
                      <a:pt x="36422" y="71516"/>
                    </a:cubicBezTo>
                    <a:cubicBezTo>
                      <a:pt x="36867" y="71516"/>
                      <a:pt x="37334" y="71451"/>
                      <a:pt x="37830" y="71301"/>
                    </a:cubicBezTo>
                    <a:cubicBezTo>
                      <a:pt x="37930" y="71272"/>
                      <a:pt x="38022" y="71258"/>
                      <a:pt x="38107" y="71258"/>
                    </a:cubicBezTo>
                    <a:cubicBezTo>
                      <a:pt x="38527" y="71258"/>
                      <a:pt x="38793" y="71582"/>
                      <a:pt x="39023" y="71941"/>
                    </a:cubicBezTo>
                    <a:cubicBezTo>
                      <a:pt x="39748" y="73098"/>
                      <a:pt x="40768" y="73721"/>
                      <a:pt x="42116" y="74032"/>
                    </a:cubicBezTo>
                    <a:cubicBezTo>
                      <a:pt x="43585" y="74360"/>
                      <a:pt x="45296" y="74775"/>
                      <a:pt x="45745" y="76399"/>
                    </a:cubicBezTo>
                    <a:cubicBezTo>
                      <a:pt x="46194" y="78110"/>
                      <a:pt x="47439" y="79112"/>
                      <a:pt x="48648" y="79907"/>
                    </a:cubicBezTo>
                    <a:cubicBezTo>
                      <a:pt x="49237" y="80296"/>
                      <a:pt x="50039" y="81326"/>
                      <a:pt x="50895" y="81326"/>
                    </a:cubicBezTo>
                    <a:cubicBezTo>
                      <a:pt x="51372" y="81326"/>
                      <a:pt x="51865" y="81007"/>
                      <a:pt x="52347" y="80080"/>
                    </a:cubicBezTo>
                    <a:cubicBezTo>
                      <a:pt x="52462" y="79850"/>
                      <a:pt x="52631" y="79714"/>
                      <a:pt x="52813" y="79714"/>
                    </a:cubicBezTo>
                    <a:cubicBezTo>
                      <a:pt x="53013" y="79714"/>
                      <a:pt x="53228" y="79880"/>
                      <a:pt x="53401" y="80270"/>
                    </a:cubicBezTo>
                    <a:cubicBezTo>
                      <a:pt x="54593" y="83156"/>
                      <a:pt x="53919" y="85697"/>
                      <a:pt x="51621" y="87943"/>
                    </a:cubicBezTo>
                    <a:cubicBezTo>
                      <a:pt x="50498" y="89049"/>
                      <a:pt x="49806" y="90604"/>
                      <a:pt x="50774" y="92194"/>
                    </a:cubicBezTo>
                    <a:cubicBezTo>
                      <a:pt x="51085" y="92730"/>
                      <a:pt x="51068" y="92886"/>
                      <a:pt x="50688" y="93283"/>
                    </a:cubicBezTo>
                    <a:cubicBezTo>
                      <a:pt x="49685" y="94337"/>
                      <a:pt x="49703" y="95875"/>
                      <a:pt x="50567" y="96636"/>
                    </a:cubicBezTo>
                    <a:cubicBezTo>
                      <a:pt x="52208" y="98087"/>
                      <a:pt x="52986" y="99971"/>
                      <a:pt x="53971" y="101803"/>
                    </a:cubicBezTo>
                    <a:cubicBezTo>
                      <a:pt x="55440" y="104516"/>
                      <a:pt x="56771" y="107281"/>
                      <a:pt x="59933" y="108629"/>
                    </a:cubicBezTo>
                    <a:cubicBezTo>
                      <a:pt x="61661" y="109372"/>
                      <a:pt x="62629" y="111014"/>
                      <a:pt x="62664" y="113122"/>
                    </a:cubicBezTo>
                    <a:cubicBezTo>
                      <a:pt x="62716" y="116319"/>
                      <a:pt x="62871" y="119516"/>
                      <a:pt x="63096" y="122713"/>
                    </a:cubicBezTo>
                    <a:cubicBezTo>
                      <a:pt x="63251" y="125115"/>
                      <a:pt x="64426" y="127431"/>
                      <a:pt x="63631" y="129920"/>
                    </a:cubicBezTo>
                    <a:cubicBezTo>
                      <a:pt x="63303" y="130922"/>
                      <a:pt x="63459" y="131907"/>
                      <a:pt x="63839" y="132875"/>
                    </a:cubicBezTo>
                    <a:cubicBezTo>
                      <a:pt x="64323" y="134067"/>
                      <a:pt x="64461" y="135363"/>
                      <a:pt x="64288" y="136642"/>
                    </a:cubicBezTo>
                    <a:cubicBezTo>
                      <a:pt x="64184" y="137593"/>
                      <a:pt x="64582" y="138664"/>
                      <a:pt x="65653" y="139148"/>
                    </a:cubicBezTo>
                    <a:cubicBezTo>
                      <a:pt x="65680" y="139159"/>
                      <a:pt x="65711" y="139163"/>
                      <a:pt x="65743" y="139163"/>
                    </a:cubicBezTo>
                    <a:cubicBezTo>
                      <a:pt x="65886" y="139163"/>
                      <a:pt x="66069" y="139076"/>
                      <a:pt x="66205" y="139076"/>
                    </a:cubicBezTo>
                    <a:cubicBezTo>
                      <a:pt x="66332" y="139076"/>
                      <a:pt x="66419" y="139151"/>
                      <a:pt x="66397" y="139442"/>
                    </a:cubicBezTo>
                    <a:cubicBezTo>
                      <a:pt x="66362" y="139995"/>
                      <a:pt x="67071" y="140565"/>
                      <a:pt x="66293" y="141135"/>
                    </a:cubicBezTo>
                    <a:cubicBezTo>
                      <a:pt x="65895" y="141412"/>
                      <a:pt x="65360" y="142259"/>
                      <a:pt x="65774" y="142414"/>
                    </a:cubicBezTo>
                    <a:cubicBezTo>
                      <a:pt x="66898" y="142846"/>
                      <a:pt x="66500" y="143797"/>
                      <a:pt x="66777" y="144488"/>
                    </a:cubicBezTo>
                    <a:cubicBezTo>
                      <a:pt x="67468" y="146164"/>
                      <a:pt x="68505" y="147668"/>
                      <a:pt x="69801" y="148929"/>
                    </a:cubicBezTo>
                    <a:cubicBezTo>
                      <a:pt x="71823" y="150906"/>
                      <a:pt x="74091" y="152091"/>
                      <a:pt x="76808" y="152091"/>
                    </a:cubicBezTo>
                    <a:cubicBezTo>
                      <a:pt x="77226" y="152091"/>
                      <a:pt x="77656" y="152063"/>
                      <a:pt x="78096" y="152005"/>
                    </a:cubicBezTo>
                    <a:cubicBezTo>
                      <a:pt x="78355" y="151953"/>
                      <a:pt x="78580" y="151781"/>
                      <a:pt x="78718" y="151556"/>
                    </a:cubicBezTo>
                    <a:cubicBezTo>
                      <a:pt x="78874" y="151262"/>
                      <a:pt x="78615" y="151038"/>
                      <a:pt x="78355" y="150882"/>
                    </a:cubicBezTo>
                    <a:cubicBezTo>
                      <a:pt x="77595" y="150415"/>
                      <a:pt x="76835" y="149914"/>
                      <a:pt x="76040" y="149482"/>
                    </a:cubicBezTo>
                    <a:cubicBezTo>
                      <a:pt x="73914" y="148342"/>
                      <a:pt x="73551" y="146648"/>
                      <a:pt x="74899" y="144695"/>
                    </a:cubicBezTo>
                    <a:cubicBezTo>
                      <a:pt x="75608" y="143658"/>
                      <a:pt x="75694" y="142570"/>
                      <a:pt x="74173" y="142017"/>
                    </a:cubicBezTo>
                    <a:cubicBezTo>
                      <a:pt x="73707" y="141861"/>
                      <a:pt x="72929" y="141550"/>
                      <a:pt x="73551" y="140997"/>
                    </a:cubicBezTo>
                    <a:cubicBezTo>
                      <a:pt x="74260" y="140340"/>
                      <a:pt x="74260" y="139597"/>
                      <a:pt x="74415" y="138837"/>
                    </a:cubicBezTo>
                    <a:cubicBezTo>
                      <a:pt x="74605" y="137783"/>
                      <a:pt x="73534" y="136193"/>
                      <a:pt x="75677" y="135985"/>
                    </a:cubicBezTo>
                    <a:cubicBezTo>
                      <a:pt x="75746" y="135985"/>
                      <a:pt x="75850" y="135588"/>
                      <a:pt x="75798" y="135432"/>
                    </a:cubicBezTo>
                    <a:cubicBezTo>
                      <a:pt x="75444" y="134260"/>
                      <a:pt x="75867" y="133923"/>
                      <a:pt x="76900" y="133923"/>
                    </a:cubicBezTo>
                    <a:cubicBezTo>
                      <a:pt x="76978" y="133923"/>
                      <a:pt x="77060" y="133925"/>
                      <a:pt x="77146" y="133929"/>
                    </a:cubicBezTo>
                    <a:cubicBezTo>
                      <a:pt x="77188" y="133931"/>
                      <a:pt x="77231" y="133932"/>
                      <a:pt x="77272" y="133932"/>
                    </a:cubicBezTo>
                    <a:cubicBezTo>
                      <a:pt x="78202" y="133932"/>
                      <a:pt x="78980" y="133388"/>
                      <a:pt x="79427" y="132512"/>
                    </a:cubicBezTo>
                    <a:cubicBezTo>
                      <a:pt x="79859" y="131648"/>
                      <a:pt x="79738" y="130836"/>
                      <a:pt x="79047" y="130110"/>
                    </a:cubicBezTo>
                    <a:cubicBezTo>
                      <a:pt x="78857" y="129902"/>
                      <a:pt x="78822" y="129557"/>
                      <a:pt x="78701" y="129280"/>
                    </a:cubicBezTo>
                    <a:lnTo>
                      <a:pt x="78701" y="129280"/>
                    </a:lnTo>
                    <a:cubicBezTo>
                      <a:pt x="78977" y="129298"/>
                      <a:pt x="79237" y="129332"/>
                      <a:pt x="79513" y="129384"/>
                    </a:cubicBezTo>
                    <a:cubicBezTo>
                      <a:pt x="79669" y="129427"/>
                      <a:pt x="79830" y="129448"/>
                      <a:pt x="79991" y="129448"/>
                    </a:cubicBezTo>
                    <a:cubicBezTo>
                      <a:pt x="80347" y="129448"/>
                      <a:pt x="80702" y="129344"/>
                      <a:pt x="80999" y="129142"/>
                    </a:cubicBezTo>
                    <a:cubicBezTo>
                      <a:pt x="82900" y="128001"/>
                      <a:pt x="83350" y="125841"/>
                      <a:pt x="84473" y="124148"/>
                    </a:cubicBezTo>
                    <a:cubicBezTo>
                      <a:pt x="85216" y="123024"/>
                      <a:pt x="86149" y="121815"/>
                      <a:pt x="85544" y="120225"/>
                    </a:cubicBezTo>
                    <a:cubicBezTo>
                      <a:pt x="85026" y="118808"/>
                      <a:pt x="85959" y="118186"/>
                      <a:pt x="86927" y="117356"/>
                    </a:cubicBezTo>
                    <a:cubicBezTo>
                      <a:pt x="88258" y="116233"/>
                      <a:pt x="90314" y="116371"/>
                      <a:pt x="91230" y="115213"/>
                    </a:cubicBezTo>
                    <a:cubicBezTo>
                      <a:pt x="93096" y="112846"/>
                      <a:pt x="93788" y="109908"/>
                      <a:pt x="93874" y="106866"/>
                    </a:cubicBezTo>
                    <a:cubicBezTo>
                      <a:pt x="93909" y="105743"/>
                      <a:pt x="93563" y="104637"/>
                      <a:pt x="94635" y="103635"/>
                    </a:cubicBezTo>
                    <a:cubicBezTo>
                      <a:pt x="95637" y="102650"/>
                      <a:pt x="96432" y="101492"/>
                      <a:pt x="97002" y="100213"/>
                    </a:cubicBezTo>
                    <a:cubicBezTo>
                      <a:pt x="98350" y="97189"/>
                      <a:pt x="97555" y="95668"/>
                      <a:pt x="93770" y="93404"/>
                    </a:cubicBezTo>
                    <a:cubicBezTo>
                      <a:pt x="92864" y="92866"/>
                      <a:pt x="92012" y="92178"/>
                      <a:pt x="90923" y="92178"/>
                    </a:cubicBezTo>
                    <a:cubicBezTo>
                      <a:pt x="90787" y="92178"/>
                      <a:pt x="90648" y="92189"/>
                      <a:pt x="90504" y="92212"/>
                    </a:cubicBezTo>
                    <a:cubicBezTo>
                      <a:pt x="90375" y="92232"/>
                      <a:pt x="90250" y="92241"/>
                      <a:pt x="90128" y="92241"/>
                    </a:cubicBezTo>
                    <a:cubicBezTo>
                      <a:pt x="89316" y="92241"/>
                      <a:pt x="88640" y="91827"/>
                      <a:pt x="87964" y="91451"/>
                    </a:cubicBezTo>
                    <a:cubicBezTo>
                      <a:pt x="86720" y="90760"/>
                      <a:pt x="85423" y="90190"/>
                      <a:pt x="84076" y="89740"/>
                    </a:cubicBezTo>
                    <a:cubicBezTo>
                      <a:pt x="83419" y="89533"/>
                      <a:pt x="82365" y="89412"/>
                      <a:pt x="82226" y="88306"/>
                    </a:cubicBezTo>
                    <a:cubicBezTo>
                      <a:pt x="81898" y="85511"/>
                      <a:pt x="80349" y="82231"/>
                      <a:pt x="77208" y="82231"/>
                    </a:cubicBezTo>
                    <a:cubicBezTo>
                      <a:pt x="77047" y="82231"/>
                      <a:pt x="76883" y="82240"/>
                      <a:pt x="76714" y="82258"/>
                    </a:cubicBezTo>
                    <a:cubicBezTo>
                      <a:pt x="76610" y="82274"/>
                      <a:pt x="76507" y="82282"/>
                      <a:pt x="76405" y="82282"/>
                    </a:cubicBezTo>
                    <a:cubicBezTo>
                      <a:pt x="75873" y="82282"/>
                      <a:pt x="75365" y="82061"/>
                      <a:pt x="75003" y="81670"/>
                    </a:cubicBezTo>
                    <a:cubicBezTo>
                      <a:pt x="73810" y="80478"/>
                      <a:pt x="72722" y="79147"/>
                      <a:pt x="71356" y="78179"/>
                    </a:cubicBezTo>
                    <a:cubicBezTo>
                      <a:pt x="70652" y="77672"/>
                      <a:pt x="69937" y="76844"/>
                      <a:pt x="68958" y="76844"/>
                    </a:cubicBezTo>
                    <a:cubicBezTo>
                      <a:pt x="68735" y="76844"/>
                      <a:pt x="68499" y="76887"/>
                      <a:pt x="68246" y="76987"/>
                    </a:cubicBezTo>
                    <a:cubicBezTo>
                      <a:pt x="68013" y="77081"/>
                      <a:pt x="67785" y="77113"/>
                      <a:pt x="67562" y="77113"/>
                    </a:cubicBezTo>
                    <a:cubicBezTo>
                      <a:pt x="67089" y="77113"/>
                      <a:pt x="66635" y="76969"/>
                      <a:pt x="66189" y="76969"/>
                    </a:cubicBezTo>
                    <a:cubicBezTo>
                      <a:pt x="64783" y="76969"/>
                      <a:pt x="63941" y="75706"/>
                      <a:pt x="62605" y="75706"/>
                    </a:cubicBezTo>
                    <a:cubicBezTo>
                      <a:pt x="62579" y="75706"/>
                      <a:pt x="62552" y="75707"/>
                      <a:pt x="62525" y="75708"/>
                    </a:cubicBezTo>
                    <a:cubicBezTo>
                      <a:pt x="62280" y="75708"/>
                      <a:pt x="61828" y="76012"/>
                      <a:pt x="61511" y="76012"/>
                    </a:cubicBezTo>
                    <a:cubicBezTo>
                      <a:pt x="61248" y="76012"/>
                      <a:pt x="61077" y="75802"/>
                      <a:pt x="61195" y="75034"/>
                    </a:cubicBezTo>
                    <a:cubicBezTo>
                      <a:pt x="61232" y="74788"/>
                      <a:pt x="60883" y="74612"/>
                      <a:pt x="60617" y="74612"/>
                    </a:cubicBezTo>
                    <a:cubicBezTo>
                      <a:pt x="60509" y="74612"/>
                      <a:pt x="60415" y="74641"/>
                      <a:pt x="60365" y="74706"/>
                    </a:cubicBezTo>
                    <a:cubicBezTo>
                      <a:pt x="59225" y="76088"/>
                      <a:pt x="57099" y="76071"/>
                      <a:pt x="56166" y="77747"/>
                    </a:cubicBezTo>
                    <a:cubicBezTo>
                      <a:pt x="55842" y="78325"/>
                      <a:pt x="55457" y="78771"/>
                      <a:pt x="54917" y="78771"/>
                    </a:cubicBezTo>
                    <a:cubicBezTo>
                      <a:pt x="54649" y="78771"/>
                      <a:pt x="54343" y="78661"/>
                      <a:pt x="53988" y="78404"/>
                    </a:cubicBezTo>
                    <a:cubicBezTo>
                      <a:pt x="53637" y="78125"/>
                      <a:pt x="53206" y="77982"/>
                      <a:pt x="52772" y="77982"/>
                    </a:cubicBezTo>
                    <a:cubicBezTo>
                      <a:pt x="52480" y="77982"/>
                      <a:pt x="52186" y="78047"/>
                      <a:pt x="51915" y="78179"/>
                    </a:cubicBezTo>
                    <a:cubicBezTo>
                      <a:pt x="51373" y="78410"/>
                      <a:pt x="50918" y="78527"/>
                      <a:pt x="50541" y="78527"/>
                    </a:cubicBezTo>
                    <a:cubicBezTo>
                      <a:pt x="49618" y="78527"/>
                      <a:pt x="49166" y="77825"/>
                      <a:pt x="49080" y="76365"/>
                    </a:cubicBezTo>
                    <a:cubicBezTo>
                      <a:pt x="49046" y="75397"/>
                      <a:pt x="49184" y="74446"/>
                      <a:pt x="49478" y="73530"/>
                    </a:cubicBezTo>
                    <a:cubicBezTo>
                      <a:pt x="50012" y="71861"/>
                      <a:pt x="49095" y="70692"/>
                      <a:pt x="47366" y="70692"/>
                    </a:cubicBezTo>
                    <a:cubicBezTo>
                      <a:pt x="47305" y="70692"/>
                      <a:pt x="47243" y="70693"/>
                      <a:pt x="47179" y="70696"/>
                    </a:cubicBezTo>
                    <a:cubicBezTo>
                      <a:pt x="46730" y="70714"/>
                      <a:pt x="46281" y="70765"/>
                      <a:pt x="45814" y="70783"/>
                    </a:cubicBezTo>
                    <a:cubicBezTo>
                      <a:pt x="45755" y="70784"/>
                      <a:pt x="45699" y="70786"/>
                      <a:pt x="45645" y="70786"/>
                    </a:cubicBezTo>
                    <a:cubicBezTo>
                      <a:pt x="45148" y="70786"/>
                      <a:pt x="44886" y="70683"/>
                      <a:pt x="45088" y="69919"/>
                    </a:cubicBezTo>
                    <a:cubicBezTo>
                      <a:pt x="45469" y="68484"/>
                      <a:pt x="46143" y="67240"/>
                      <a:pt x="46886" y="65996"/>
                    </a:cubicBezTo>
                    <a:cubicBezTo>
                      <a:pt x="47214" y="65443"/>
                      <a:pt x="47231" y="64993"/>
                      <a:pt x="46747" y="64613"/>
                    </a:cubicBezTo>
                    <a:cubicBezTo>
                      <a:pt x="46406" y="64334"/>
                      <a:pt x="45929" y="64209"/>
                      <a:pt x="45417" y="64209"/>
                    </a:cubicBezTo>
                    <a:cubicBezTo>
                      <a:pt x="44221" y="64209"/>
                      <a:pt x="42833" y="64889"/>
                      <a:pt x="42531" y="65857"/>
                    </a:cubicBezTo>
                    <a:cubicBezTo>
                      <a:pt x="42161" y="67044"/>
                      <a:pt x="40793" y="67929"/>
                      <a:pt x="39553" y="67929"/>
                    </a:cubicBezTo>
                    <a:cubicBezTo>
                      <a:pt x="39113" y="67929"/>
                      <a:pt x="38689" y="67817"/>
                      <a:pt x="38331" y="67568"/>
                    </a:cubicBezTo>
                    <a:cubicBezTo>
                      <a:pt x="36966" y="66601"/>
                      <a:pt x="35998" y="64872"/>
                      <a:pt x="36517" y="63455"/>
                    </a:cubicBezTo>
                    <a:cubicBezTo>
                      <a:pt x="37571" y="60569"/>
                      <a:pt x="37986" y="56802"/>
                      <a:pt x="41822" y="56093"/>
                    </a:cubicBezTo>
                    <a:cubicBezTo>
                      <a:pt x="44259" y="55627"/>
                      <a:pt x="46696" y="55299"/>
                      <a:pt x="49167" y="55126"/>
                    </a:cubicBezTo>
                    <a:cubicBezTo>
                      <a:pt x="49252" y="55120"/>
                      <a:pt x="49338" y="55117"/>
                      <a:pt x="49425" y="55117"/>
                    </a:cubicBezTo>
                    <a:cubicBezTo>
                      <a:pt x="50819" y="55117"/>
                      <a:pt x="52364" y="55920"/>
                      <a:pt x="51811" y="58133"/>
                    </a:cubicBezTo>
                    <a:cubicBezTo>
                      <a:pt x="51707" y="58582"/>
                      <a:pt x="52087" y="59204"/>
                      <a:pt x="52329" y="59688"/>
                    </a:cubicBezTo>
                    <a:cubicBezTo>
                      <a:pt x="52602" y="60250"/>
                      <a:pt x="52992" y="60846"/>
                      <a:pt x="53666" y="60846"/>
                    </a:cubicBezTo>
                    <a:cubicBezTo>
                      <a:pt x="53675" y="60846"/>
                      <a:pt x="53685" y="60846"/>
                      <a:pt x="53695" y="60846"/>
                    </a:cubicBezTo>
                    <a:cubicBezTo>
                      <a:pt x="54455" y="60811"/>
                      <a:pt x="54628" y="60085"/>
                      <a:pt x="54852" y="59498"/>
                    </a:cubicBezTo>
                    <a:cubicBezTo>
                      <a:pt x="55146" y="58703"/>
                      <a:pt x="55146" y="57822"/>
                      <a:pt x="54887" y="57027"/>
                    </a:cubicBezTo>
                    <a:cubicBezTo>
                      <a:pt x="54127" y="54642"/>
                      <a:pt x="54922" y="53017"/>
                      <a:pt x="57116" y="51894"/>
                    </a:cubicBezTo>
                    <a:cubicBezTo>
                      <a:pt x="58291" y="51307"/>
                      <a:pt x="59328" y="50442"/>
                      <a:pt x="60469" y="49786"/>
                    </a:cubicBezTo>
                    <a:cubicBezTo>
                      <a:pt x="62128" y="48818"/>
                      <a:pt x="61575" y="46641"/>
                      <a:pt x="63096" y="45448"/>
                    </a:cubicBezTo>
                    <a:cubicBezTo>
                      <a:pt x="64720" y="44169"/>
                      <a:pt x="65757" y="42113"/>
                      <a:pt x="68194" y="42061"/>
                    </a:cubicBezTo>
                    <a:cubicBezTo>
                      <a:pt x="68574" y="42044"/>
                      <a:pt x="69006" y="41888"/>
                      <a:pt x="69075" y="41456"/>
                    </a:cubicBezTo>
                    <a:cubicBezTo>
                      <a:pt x="69369" y="39711"/>
                      <a:pt x="70924" y="39417"/>
                      <a:pt x="72151" y="38760"/>
                    </a:cubicBezTo>
                    <a:cubicBezTo>
                      <a:pt x="72321" y="38667"/>
                      <a:pt x="72565" y="38512"/>
                      <a:pt x="72753" y="38512"/>
                    </a:cubicBezTo>
                    <a:cubicBezTo>
                      <a:pt x="72950" y="38512"/>
                      <a:pt x="73086" y="38680"/>
                      <a:pt x="73015" y="39261"/>
                    </a:cubicBezTo>
                    <a:cubicBezTo>
                      <a:pt x="72956" y="39796"/>
                      <a:pt x="73330" y="40078"/>
                      <a:pt x="73743" y="40078"/>
                    </a:cubicBezTo>
                    <a:cubicBezTo>
                      <a:pt x="73931" y="40078"/>
                      <a:pt x="74127" y="40020"/>
                      <a:pt x="74294" y="39901"/>
                    </a:cubicBezTo>
                    <a:cubicBezTo>
                      <a:pt x="75746" y="38898"/>
                      <a:pt x="77457" y="38501"/>
                      <a:pt x="78995" y="37723"/>
                    </a:cubicBezTo>
                    <a:cubicBezTo>
                      <a:pt x="79738" y="37326"/>
                      <a:pt x="80291" y="36773"/>
                      <a:pt x="79790" y="35995"/>
                    </a:cubicBezTo>
                    <a:cubicBezTo>
                      <a:pt x="79597" y="35708"/>
                      <a:pt x="79414" y="35603"/>
                      <a:pt x="79239" y="35603"/>
                    </a:cubicBezTo>
                    <a:cubicBezTo>
                      <a:pt x="78865" y="35603"/>
                      <a:pt x="78524" y="36083"/>
                      <a:pt x="78183" y="36306"/>
                    </a:cubicBezTo>
                    <a:cubicBezTo>
                      <a:pt x="77820" y="36545"/>
                      <a:pt x="77447" y="36741"/>
                      <a:pt x="77083" y="36741"/>
                    </a:cubicBezTo>
                    <a:cubicBezTo>
                      <a:pt x="76789" y="36741"/>
                      <a:pt x="76501" y="36612"/>
                      <a:pt x="76230" y="36272"/>
                    </a:cubicBezTo>
                    <a:cubicBezTo>
                      <a:pt x="75677" y="35563"/>
                      <a:pt x="76126" y="35148"/>
                      <a:pt x="76731" y="34751"/>
                    </a:cubicBezTo>
                    <a:cubicBezTo>
                      <a:pt x="77318" y="34371"/>
                      <a:pt x="77284" y="33818"/>
                      <a:pt x="77025" y="33196"/>
                    </a:cubicBezTo>
                    <a:cubicBezTo>
                      <a:pt x="76921" y="32919"/>
                      <a:pt x="76161" y="33023"/>
                      <a:pt x="76593" y="32643"/>
                    </a:cubicBezTo>
                    <a:cubicBezTo>
                      <a:pt x="76708" y="32536"/>
                      <a:pt x="76805" y="32492"/>
                      <a:pt x="76888" y="32492"/>
                    </a:cubicBezTo>
                    <a:cubicBezTo>
                      <a:pt x="77143" y="32492"/>
                      <a:pt x="77279" y="32892"/>
                      <a:pt x="77474" y="33126"/>
                    </a:cubicBezTo>
                    <a:cubicBezTo>
                      <a:pt x="77830" y="33563"/>
                      <a:pt x="78559" y="33892"/>
                      <a:pt x="79019" y="33892"/>
                    </a:cubicBezTo>
                    <a:cubicBezTo>
                      <a:pt x="79251" y="33892"/>
                      <a:pt x="79415" y="33808"/>
                      <a:pt x="79427" y="33610"/>
                    </a:cubicBezTo>
                    <a:cubicBezTo>
                      <a:pt x="79485" y="32639"/>
                      <a:pt x="79866" y="32465"/>
                      <a:pt x="80317" y="32465"/>
                    </a:cubicBezTo>
                    <a:cubicBezTo>
                      <a:pt x="80569" y="32465"/>
                      <a:pt x="80843" y="32519"/>
                      <a:pt x="81095" y="32519"/>
                    </a:cubicBezTo>
                    <a:cubicBezTo>
                      <a:pt x="81194" y="32519"/>
                      <a:pt x="81290" y="32511"/>
                      <a:pt x="81380" y="32487"/>
                    </a:cubicBezTo>
                    <a:cubicBezTo>
                      <a:pt x="81894" y="32340"/>
                      <a:pt x="82271" y="31830"/>
                      <a:pt x="82830" y="31830"/>
                    </a:cubicBezTo>
                    <a:cubicBezTo>
                      <a:pt x="82928" y="31830"/>
                      <a:pt x="83031" y="31846"/>
                      <a:pt x="83142" y="31882"/>
                    </a:cubicBezTo>
                    <a:cubicBezTo>
                      <a:pt x="82658" y="32470"/>
                      <a:pt x="82192" y="33075"/>
                      <a:pt x="81708" y="33679"/>
                    </a:cubicBezTo>
                    <a:cubicBezTo>
                      <a:pt x="81604" y="33766"/>
                      <a:pt x="81483" y="33835"/>
                      <a:pt x="81362" y="33904"/>
                    </a:cubicBezTo>
                    <a:cubicBezTo>
                      <a:pt x="81034" y="34129"/>
                      <a:pt x="80775" y="34423"/>
                      <a:pt x="80878" y="34872"/>
                    </a:cubicBezTo>
                    <a:cubicBezTo>
                      <a:pt x="80999" y="35304"/>
                      <a:pt x="81380" y="35252"/>
                      <a:pt x="81673" y="35425"/>
                    </a:cubicBezTo>
                    <a:cubicBezTo>
                      <a:pt x="81973" y="35596"/>
                      <a:pt x="82292" y="35648"/>
                      <a:pt x="82615" y="35648"/>
                    </a:cubicBezTo>
                    <a:cubicBezTo>
                      <a:pt x="83130" y="35648"/>
                      <a:pt x="83658" y="35514"/>
                      <a:pt x="84141" y="35514"/>
                    </a:cubicBezTo>
                    <a:cubicBezTo>
                      <a:pt x="84489" y="35514"/>
                      <a:pt x="84814" y="35584"/>
                      <a:pt x="85095" y="35822"/>
                    </a:cubicBezTo>
                    <a:cubicBezTo>
                      <a:pt x="85535" y="36187"/>
                      <a:pt x="85875" y="36332"/>
                      <a:pt x="86134" y="36332"/>
                    </a:cubicBezTo>
                    <a:cubicBezTo>
                      <a:pt x="86710" y="36332"/>
                      <a:pt x="86887" y="35618"/>
                      <a:pt x="86875" y="35010"/>
                    </a:cubicBezTo>
                    <a:cubicBezTo>
                      <a:pt x="86858" y="34215"/>
                      <a:pt x="87601" y="32729"/>
                      <a:pt x="85665" y="32625"/>
                    </a:cubicBezTo>
                    <a:cubicBezTo>
                      <a:pt x="84991" y="32591"/>
                      <a:pt x="85130" y="31986"/>
                      <a:pt x="85596" y="31485"/>
                    </a:cubicBezTo>
                    <a:cubicBezTo>
                      <a:pt x="87186" y="29791"/>
                      <a:pt x="86650" y="27527"/>
                      <a:pt x="84508" y="26767"/>
                    </a:cubicBezTo>
                    <a:cubicBezTo>
                      <a:pt x="84006" y="26594"/>
                      <a:pt x="83557" y="26214"/>
                      <a:pt x="83661" y="25834"/>
                    </a:cubicBezTo>
                    <a:cubicBezTo>
                      <a:pt x="83972" y="24503"/>
                      <a:pt x="83039" y="23432"/>
                      <a:pt x="83090" y="22170"/>
                    </a:cubicBezTo>
                    <a:cubicBezTo>
                      <a:pt x="83108" y="21773"/>
                      <a:pt x="83073" y="21375"/>
                      <a:pt x="82624" y="21220"/>
                    </a:cubicBezTo>
                    <a:cubicBezTo>
                      <a:pt x="82529" y="21188"/>
                      <a:pt x="82437" y="21174"/>
                      <a:pt x="82348" y="21174"/>
                    </a:cubicBezTo>
                    <a:cubicBezTo>
                      <a:pt x="82049" y="21174"/>
                      <a:pt x="81787" y="21339"/>
                      <a:pt x="81587" y="21565"/>
                    </a:cubicBezTo>
                    <a:cubicBezTo>
                      <a:pt x="81086" y="22135"/>
                      <a:pt x="80464" y="22602"/>
                      <a:pt x="79755" y="22913"/>
                    </a:cubicBezTo>
                    <a:cubicBezTo>
                      <a:pt x="79583" y="22995"/>
                      <a:pt x="79411" y="23071"/>
                      <a:pt x="79247" y="23071"/>
                    </a:cubicBezTo>
                    <a:cubicBezTo>
                      <a:pt x="79097" y="23071"/>
                      <a:pt x="78954" y="23008"/>
                      <a:pt x="78822" y="22827"/>
                    </a:cubicBezTo>
                    <a:cubicBezTo>
                      <a:pt x="78563" y="22498"/>
                      <a:pt x="78753" y="22274"/>
                      <a:pt x="78960" y="22015"/>
                    </a:cubicBezTo>
                    <a:cubicBezTo>
                      <a:pt x="79496" y="21254"/>
                      <a:pt x="79254" y="20736"/>
                      <a:pt x="78459" y="20338"/>
                    </a:cubicBezTo>
                    <a:cubicBezTo>
                      <a:pt x="78131" y="20165"/>
                      <a:pt x="77837" y="19941"/>
                      <a:pt x="77578" y="19664"/>
                    </a:cubicBezTo>
                    <a:cubicBezTo>
                      <a:pt x="77168" y="19146"/>
                      <a:pt x="76356" y="18913"/>
                      <a:pt x="75491" y="18913"/>
                    </a:cubicBezTo>
                    <a:cubicBezTo>
                      <a:pt x="74278" y="18913"/>
                      <a:pt x="72961" y="19371"/>
                      <a:pt x="72497" y="20148"/>
                    </a:cubicBezTo>
                    <a:cubicBezTo>
                      <a:pt x="72065" y="20874"/>
                      <a:pt x="71788" y="21824"/>
                      <a:pt x="70803" y="22170"/>
                    </a:cubicBezTo>
                    <a:cubicBezTo>
                      <a:pt x="70354" y="22326"/>
                      <a:pt x="70043" y="22792"/>
                      <a:pt x="70337" y="23276"/>
                    </a:cubicBezTo>
                    <a:cubicBezTo>
                      <a:pt x="71356" y="25004"/>
                      <a:pt x="70043" y="25488"/>
                      <a:pt x="68902" y="26024"/>
                    </a:cubicBezTo>
                    <a:cubicBezTo>
                      <a:pt x="67693" y="26577"/>
                      <a:pt x="66241" y="26801"/>
                      <a:pt x="66345" y="28685"/>
                    </a:cubicBezTo>
                    <a:cubicBezTo>
                      <a:pt x="66379" y="29117"/>
                      <a:pt x="65895" y="29601"/>
                      <a:pt x="65584" y="30016"/>
                    </a:cubicBezTo>
                    <a:cubicBezTo>
                      <a:pt x="65442" y="30197"/>
                      <a:pt x="65232" y="30465"/>
                      <a:pt x="64983" y="30465"/>
                    </a:cubicBezTo>
                    <a:cubicBezTo>
                      <a:pt x="64899" y="30465"/>
                      <a:pt x="64811" y="30435"/>
                      <a:pt x="64720" y="30361"/>
                    </a:cubicBezTo>
                    <a:cubicBezTo>
                      <a:pt x="64409" y="30120"/>
                      <a:pt x="64288" y="29705"/>
                      <a:pt x="64409" y="29342"/>
                    </a:cubicBezTo>
                    <a:cubicBezTo>
                      <a:pt x="64893" y="27596"/>
                      <a:pt x="65083" y="25989"/>
                      <a:pt x="62508" y="25903"/>
                    </a:cubicBezTo>
                    <a:cubicBezTo>
                      <a:pt x="62249" y="25903"/>
                      <a:pt x="61938" y="25644"/>
                      <a:pt x="61748" y="25436"/>
                    </a:cubicBezTo>
                    <a:cubicBezTo>
                      <a:pt x="61084" y="24759"/>
                      <a:pt x="60400" y="24243"/>
                      <a:pt x="59552" y="24243"/>
                    </a:cubicBezTo>
                    <a:cubicBezTo>
                      <a:pt x="59252" y="24243"/>
                      <a:pt x="58932" y="24307"/>
                      <a:pt x="58585" y="24451"/>
                    </a:cubicBezTo>
                    <a:cubicBezTo>
                      <a:pt x="58566" y="24457"/>
                      <a:pt x="58545" y="24459"/>
                      <a:pt x="58523" y="24459"/>
                    </a:cubicBezTo>
                    <a:cubicBezTo>
                      <a:pt x="58409" y="24459"/>
                      <a:pt x="58269" y="24394"/>
                      <a:pt x="58153" y="24365"/>
                    </a:cubicBezTo>
                    <a:cubicBezTo>
                      <a:pt x="58758" y="23501"/>
                      <a:pt x="57687" y="22429"/>
                      <a:pt x="58827" y="21462"/>
                    </a:cubicBezTo>
                    <a:cubicBezTo>
                      <a:pt x="61800" y="18990"/>
                      <a:pt x="65757" y="18558"/>
                      <a:pt x="68781" y="16294"/>
                    </a:cubicBezTo>
                    <a:lnTo>
                      <a:pt x="69455" y="15828"/>
                    </a:lnTo>
                    <a:cubicBezTo>
                      <a:pt x="70337" y="15586"/>
                      <a:pt x="71218" y="15206"/>
                      <a:pt x="72117" y="15119"/>
                    </a:cubicBezTo>
                    <a:cubicBezTo>
                      <a:pt x="74346" y="14912"/>
                      <a:pt x="75331" y="13910"/>
                      <a:pt x="75262" y="11767"/>
                    </a:cubicBezTo>
                    <a:cubicBezTo>
                      <a:pt x="75262" y="11596"/>
                      <a:pt x="75299" y="11543"/>
                      <a:pt x="75353" y="11543"/>
                    </a:cubicBezTo>
                    <a:cubicBezTo>
                      <a:pt x="75441" y="11543"/>
                      <a:pt x="75574" y="11687"/>
                      <a:pt x="75659" y="11698"/>
                    </a:cubicBezTo>
                    <a:cubicBezTo>
                      <a:pt x="76835" y="11749"/>
                      <a:pt x="77733" y="12683"/>
                      <a:pt x="78943" y="12752"/>
                    </a:cubicBezTo>
                    <a:cubicBezTo>
                      <a:pt x="79461" y="12769"/>
                      <a:pt x="79945" y="13391"/>
                      <a:pt x="80412" y="13789"/>
                    </a:cubicBezTo>
                    <a:cubicBezTo>
                      <a:pt x="80395" y="13944"/>
                      <a:pt x="80325" y="14082"/>
                      <a:pt x="80204" y="14203"/>
                    </a:cubicBezTo>
                    <a:cubicBezTo>
                      <a:pt x="79099" y="14649"/>
                      <a:pt x="78211" y="15599"/>
                      <a:pt x="76924" y="15599"/>
                    </a:cubicBezTo>
                    <a:cubicBezTo>
                      <a:pt x="76763" y="15599"/>
                      <a:pt x="76595" y="15584"/>
                      <a:pt x="76420" y="15551"/>
                    </a:cubicBezTo>
                    <a:cubicBezTo>
                      <a:pt x="76325" y="15534"/>
                      <a:pt x="76229" y="15525"/>
                      <a:pt x="76135" y="15525"/>
                    </a:cubicBezTo>
                    <a:cubicBezTo>
                      <a:pt x="75478" y="15525"/>
                      <a:pt x="74895" y="15947"/>
                      <a:pt x="74985" y="16778"/>
                    </a:cubicBezTo>
                    <a:cubicBezTo>
                      <a:pt x="75041" y="17437"/>
                      <a:pt x="75422" y="17620"/>
                      <a:pt x="75866" y="17620"/>
                    </a:cubicBezTo>
                    <a:cubicBezTo>
                      <a:pt x="76109" y="17620"/>
                      <a:pt x="76372" y="17565"/>
                      <a:pt x="76610" y="17504"/>
                    </a:cubicBezTo>
                    <a:cubicBezTo>
                      <a:pt x="76822" y="17451"/>
                      <a:pt x="77015" y="17425"/>
                      <a:pt x="77193" y="17425"/>
                    </a:cubicBezTo>
                    <a:cubicBezTo>
                      <a:pt x="77828" y="17425"/>
                      <a:pt x="78286" y="17750"/>
                      <a:pt x="78839" y="18316"/>
                    </a:cubicBezTo>
                    <a:cubicBezTo>
                      <a:pt x="79617" y="19094"/>
                      <a:pt x="80723" y="19612"/>
                      <a:pt x="81794" y="19993"/>
                    </a:cubicBezTo>
                    <a:cubicBezTo>
                      <a:pt x="81906" y="20034"/>
                      <a:pt x="82005" y="20053"/>
                      <a:pt x="82094" y="20053"/>
                    </a:cubicBezTo>
                    <a:cubicBezTo>
                      <a:pt x="82595" y="20053"/>
                      <a:pt x="82747" y="19445"/>
                      <a:pt x="82762" y="18887"/>
                    </a:cubicBezTo>
                    <a:cubicBezTo>
                      <a:pt x="82805" y="18878"/>
                      <a:pt x="82849" y="18874"/>
                      <a:pt x="82892" y="18874"/>
                    </a:cubicBezTo>
                    <a:cubicBezTo>
                      <a:pt x="82935" y="18874"/>
                      <a:pt x="82978" y="18878"/>
                      <a:pt x="83021" y="18887"/>
                    </a:cubicBezTo>
                    <a:cubicBezTo>
                      <a:pt x="83375" y="18985"/>
                      <a:pt x="83662" y="19030"/>
                      <a:pt x="83892" y="19030"/>
                    </a:cubicBezTo>
                    <a:cubicBezTo>
                      <a:pt x="85038" y="19030"/>
                      <a:pt x="84816" y="17932"/>
                      <a:pt x="84629" y="16882"/>
                    </a:cubicBezTo>
                    <a:cubicBezTo>
                      <a:pt x="84577" y="16588"/>
                      <a:pt x="84404" y="16122"/>
                      <a:pt x="84525" y="16018"/>
                    </a:cubicBezTo>
                    <a:cubicBezTo>
                      <a:pt x="84606" y="15948"/>
                      <a:pt x="84680" y="15920"/>
                      <a:pt x="84749" y="15920"/>
                    </a:cubicBezTo>
                    <a:cubicBezTo>
                      <a:pt x="84985" y="15920"/>
                      <a:pt x="85161" y="16252"/>
                      <a:pt x="85389" y="16346"/>
                    </a:cubicBezTo>
                    <a:cubicBezTo>
                      <a:pt x="85637" y="16436"/>
                      <a:pt x="85876" y="16474"/>
                      <a:pt x="86110" y="16474"/>
                    </a:cubicBezTo>
                    <a:cubicBezTo>
                      <a:pt x="86771" y="16474"/>
                      <a:pt x="87381" y="16174"/>
                      <a:pt x="87981" y="15931"/>
                    </a:cubicBezTo>
                    <a:cubicBezTo>
                      <a:pt x="88344" y="15793"/>
                      <a:pt x="88500" y="15275"/>
                      <a:pt x="88258" y="15033"/>
                    </a:cubicBezTo>
                    <a:cubicBezTo>
                      <a:pt x="87065" y="13754"/>
                      <a:pt x="85976" y="12406"/>
                      <a:pt x="84819" y="11110"/>
                    </a:cubicBezTo>
                    <a:cubicBezTo>
                      <a:pt x="84162" y="10350"/>
                      <a:pt x="83160" y="9779"/>
                      <a:pt x="82537" y="8915"/>
                    </a:cubicBezTo>
                    <a:cubicBezTo>
                      <a:pt x="82209" y="8379"/>
                      <a:pt x="81639" y="8034"/>
                      <a:pt x="81017" y="7999"/>
                    </a:cubicBezTo>
                    <a:cubicBezTo>
                      <a:pt x="80983" y="7995"/>
                      <a:pt x="80950" y="7994"/>
                      <a:pt x="80916" y="7994"/>
                    </a:cubicBezTo>
                    <a:cubicBezTo>
                      <a:pt x="80688" y="7994"/>
                      <a:pt x="80453" y="8074"/>
                      <a:pt x="80228" y="8074"/>
                    </a:cubicBezTo>
                    <a:cubicBezTo>
                      <a:pt x="80056" y="8074"/>
                      <a:pt x="79890" y="8027"/>
                      <a:pt x="79738" y="7861"/>
                    </a:cubicBezTo>
                    <a:cubicBezTo>
                      <a:pt x="80170" y="7757"/>
                      <a:pt x="80602" y="7654"/>
                      <a:pt x="81017" y="7585"/>
                    </a:cubicBezTo>
                    <a:cubicBezTo>
                      <a:pt x="81518" y="7481"/>
                      <a:pt x="82192" y="7567"/>
                      <a:pt x="82226" y="6859"/>
                    </a:cubicBezTo>
                    <a:cubicBezTo>
                      <a:pt x="82278" y="6202"/>
                      <a:pt x="81673" y="6167"/>
                      <a:pt x="81207" y="6046"/>
                    </a:cubicBezTo>
                    <a:cubicBezTo>
                      <a:pt x="81086" y="6012"/>
                      <a:pt x="80948" y="5960"/>
                      <a:pt x="80844" y="5891"/>
                    </a:cubicBezTo>
                    <a:cubicBezTo>
                      <a:pt x="80958" y="5878"/>
                      <a:pt x="81101" y="5837"/>
                      <a:pt x="81223" y="5837"/>
                    </a:cubicBezTo>
                    <a:cubicBezTo>
                      <a:pt x="81267" y="5837"/>
                      <a:pt x="81309" y="5843"/>
                      <a:pt x="81345" y="5856"/>
                    </a:cubicBezTo>
                    <a:cubicBezTo>
                      <a:pt x="81816" y="6065"/>
                      <a:pt x="82272" y="6151"/>
                      <a:pt x="82714" y="6151"/>
                    </a:cubicBezTo>
                    <a:cubicBezTo>
                      <a:pt x="83993" y="6151"/>
                      <a:pt x="85157" y="5437"/>
                      <a:pt x="86236" y="4923"/>
                    </a:cubicBezTo>
                    <a:cubicBezTo>
                      <a:pt x="89182" y="3528"/>
                      <a:pt x="92334" y="3094"/>
                      <a:pt x="95401" y="2235"/>
                    </a:cubicBezTo>
                    <a:lnTo>
                      <a:pt x="95401" y="2235"/>
                    </a:lnTo>
                    <a:cubicBezTo>
                      <a:pt x="93986" y="3267"/>
                      <a:pt x="92263" y="3834"/>
                      <a:pt x="90504" y="3834"/>
                    </a:cubicBezTo>
                    <a:cubicBezTo>
                      <a:pt x="90401" y="3834"/>
                      <a:pt x="90295" y="3831"/>
                      <a:pt x="90191" y="3831"/>
                    </a:cubicBezTo>
                    <a:cubicBezTo>
                      <a:pt x="89827" y="3831"/>
                      <a:pt x="89479" y="3873"/>
                      <a:pt x="89277" y="4249"/>
                    </a:cubicBezTo>
                    <a:cubicBezTo>
                      <a:pt x="89018" y="4802"/>
                      <a:pt x="89467" y="5113"/>
                      <a:pt x="89744" y="5528"/>
                    </a:cubicBezTo>
                    <a:cubicBezTo>
                      <a:pt x="90251" y="6307"/>
                      <a:pt x="90887" y="6586"/>
                      <a:pt x="91608" y="6586"/>
                    </a:cubicBezTo>
                    <a:cubicBezTo>
                      <a:pt x="91943" y="6586"/>
                      <a:pt x="92297" y="6525"/>
                      <a:pt x="92664" y="6427"/>
                    </a:cubicBezTo>
                    <a:cubicBezTo>
                      <a:pt x="93037" y="6322"/>
                      <a:pt x="93404" y="6272"/>
                      <a:pt x="93755" y="6272"/>
                    </a:cubicBezTo>
                    <a:cubicBezTo>
                      <a:pt x="95314" y="6272"/>
                      <a:pt x="96561" y="7243"/>
                      <a:pt x="96518" y="8639"/>
                    </a:cubicBezTo>
                    <a:cubicBezTo>
                      <a:pt x="96501" y="9123"/>
                      <a:pt x="96000" y="9710"/>
                      <a:pt x="96155" y="10073"/>
                    </a:cubicBezTo>
                    <a:cubicBezTo>
                      <a:pt x="96656" y="11300"/>
                      <a:pt x="95758" y="12302"/>
                      <a:pt x="95378" y="13045"/>
                    </a:cubicBezTo>
                    <a:cubicBezTo>
                      <a:pt x="94393" y="15016"/>
                      <a:pt x="93649" y="16709"/>
                      <a:pt x="95412" y="18541"/>
                    </a:cubicBezTo>
                    <a:cubicBezTo>
                      <a:pt x="95602" y="18714"/>
                      <a:pt x="95723" y="18938"/>
                      <a:pt x="95758" y="19180"/>
                    </a:cubicBezTo>
                    <a:cubicBezTo>
                      <a:pt x="95810" y="21358"/>
                      <a:pt x="97901" y="20788"/>
                      <a:pt x="99007" y="21479"/>
                    </a:cubicBezTo>
                    <a:cubicBezTo>
                      <a:pt x="99192" y="21597"/>
                      <a:pt x="99367" y="21648"/>
                      <a:pt x="99531" y="21648"/>
                    </a:cubicBezTo>
                    <a:cubicBezTo>
                      <a:pt x="100207" y="21648"/>
                      <a:pt x="100708" y="20784"/>
                      <a:pt x="101098" y="20200"/>
                    </a:cubicBezTo>
                    <a:cubicBezTo>
                      <a:pt x="102256" y="18472"/>
                      <a:pt x="104088" y="17055"/>
                      <a:pt x="105729" y="16536"/>
                    </a:cubicBezTo>
                    <a:cubicBezTo>
                      <a:pt x="109220" y="15396"/>
                      <a:pt x="112486" y="13547"/>
                      <a:pt x="116254" y="13115"/>
                    </a:cubicBezTo>
                    <a:cubicBezTo>
                      <a:pt x="117965" y="12907"/>
                      <a:pt x="119935" y="12320"/>
                      <a:pt x="120021" y="9883"/>
                    </a:cubicBezTo>
                    <a:cubicBezTo>
                      <a:pt x="120021" y="9693"/>
                      <a:pt x="120349" y="9485"/>
                      <a:pt x="120557" y="9330"/>
                    </a:cubicBezTo>
                    <a:cubicBezTo>
                      <a:pt x="121663" y="8552"/>
                      <a:pt x="123132" y="8034"/>
                      <a:pt x="122631" y="6202"/>
                    </a:cubicBezTo>
                    <a:cubicBezTo>
                      <a:pt x="122594" y="6055"/>
                      <a:pt x="122626" y="6020"/>
                      <a:pt x="122682" y="6020"/>
                    </a:cubicBezTo>
                    <a:cubicBezTo>
                      <a:pt x="122731" y="6020"/>
                      <a:pt x="122799" y="6046"/>
                      <a:pt x="122855" y="6046"/>
                    </a:cubicBezTo>
                    <a:cubicBezTo>
                      <a:pt x="122928" y="6051"/>
                      <a:pt x="122998" y="6053"/>
                      <a:pt x="123064" y="6053"/>
                    </a:cubicBezTo>
                    <a:cubicBezTo>
                      <a:pt x="124269" y="6053"/>
                      <a:pt x="124381" y="5321"/>
                      <a:pt x="123840" y="4387"/>
                    </a:cubicBezTo>
                    <a:cubicBezTo>
                      <a:pt x="123581" y="3921"/>
                      <a:pt x="123875" y="3955"/>
                      <a:pt x="124048" y="3817"/>
                    </a:cubicBezTo>
                    <a:cubicBezTo>
                      <a:pt x="125240" y="2867"/>
                      <a:pt x="126640" y="2728"/>
                      <a:pt x="128092" y="2659"/>
                    </a:cubicBezTo>
                    <a:cubicBezTo>
                      <a:pt x="128575" y="2625"/>
                      <a:pt x="129180" y="2521"/>
                      <a:pt x="129249" y="1934"/>
                    </a:cubicBezTo>
                    <a:cubicBezTo>
                      <a:pt x="129301" y="1363"/>
                      <a:pt x="128714" y="1242"/>
                      <a:pt x="128299" y="1190"/>
                    </a:cubicBezTo>
                    <a:cubicBezTo>
                      <a:pt x="125707" y="948"/>
                      <a:pt x="123132" y="430"/>
                      <a:pt x="120557" y="171"/>
                    </a:cubicBezTo>
                    <a:cubicBezTo>
                      <a:pt x="119360" y="50"/>
                      <a:pt x="118163" y="0"/>
                      <a:pt x="11696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1"/>
              <p:cNvSpPr/>
              <p:nvPr/>
            </p:nvSpPr>
            <p:spPr>
              <a:xfrm>
                <a:off x="1581325" y="1051125"/>
                <a:ext cx="283000" cy="91675"/>
              </a:xfrm>
              <a:custGeom>
                <a:rect b="b" l="l" r="r" t="t"/>
                <a:pathLst>
                  <a:path extrusionOk="0" h="3667" w="11320">
                    <a:moveTo>
                      <a:pt x="6214" y="0"/>
                    </a:moveTo>
                    <a:cubicBezTo>
                      <a:pt x="5926" y="0"/>
                      <a:pt x="5584" y="48"/>
                      <a:pt x="5219" y="71"/>
                    </a:cubicBezTo>
                    <a:cubicBezTo>
                      <a:pt x="5082" y="56"/>
                      <a:pt x="4943" y="49"/>
                      <a:pt x="4804" y="49"/>
                    </a:cubicBezTo>
                    <a:cubicBezTo>
                      <a:pt x="3493" y="49"/>
                      <a:pt x="2115" y="667"/>
                      <a:pt x="709" y="1073"/>
                    </a:cubicBezTo>
                    <a:cubicBezTo>
                      <a:pt x="432" y="1177"/>
                      <a:pt x="208" y="1401"/>
                      <a:pt x="69" y="1678"/>
                    </a:cubicBezTo>
                    <a:cubicBezTo>
                      <a:pt x="0" y="1781"/>
                      <a:pt x="242" y="2213"/>
                      <a:pt x="363" y="2231"/>
                    </a:cubicBezTo>
                    <a:cubicBezTo>
                      <a:pt x="2163" y="2438"/>
                      <a:pt x="3786" y="3667"/>
                      <a:pt x="5640" y="3667"/>
                    </a:cubicBezTo>
                    <a:cubicBezTo>
                      <a:pt x="6100" y="3667"/>
                      <a:pt x="6574" y="3591"/>
                      <a:pt x="7068" y="3406"/>
                    </a:cubicBezTo>
                    <a:cubicBezTo>
                      <a:pt x="7396" y="3281"/>
                      <a:pt x="7767" y="3236"/>
                      <a:pt x="8142" y="3236"/>
                    </a:cubicBezTo>
                    <a:cubicBezTo>
                      <a:pt x="8439" y="3236"/>
                      <a:pt x="8738" y="3264"/>
                      <a:pt x="9021" y="3302"/>
                    </a:cubicBezTo>
                    <a:cubicBezTo>
                      <a:pt x="9277" y="3340"/>
                      <a:pt x="9523" y="3370"/>
                      <a:pt x="9759" y="3370"/>
                    </a:cubicBezTo>
                    <a:cubicBezTo>
                      <a:pt x="10271" y="3370"/>
                      <a:pt x="10728" y="3229"/>
                      <a:pt x="11095" y="2732"/>
                    </a:cubicBezTo>
                    <a:cubicBezTo>
                      <a:pt x="11320" y="2473"/>
                      <a:pt x="11268" y="2075"/>
                      <a:pt x="10991" y="1885"/>
                    </a:cubicBezTo>
                    <a:cubicBezTo>
                      <a:pt x="10479" y="1524"/>
                      <a:pt x="10006" y="1077"/>
                      <a:pt x="9430" y="1077"/>
                    </a:cubicBezTo>
                    <a:cubicBezTo>
                      <a:pt x="9151" y="1077"/>
                      <a:pt x="8847" y="1182"/>
                      <a:pt x="8503" y="1453"/>
                    </a:cubicBezTo>
                    <a:cubicBezTo>
                      <a:pt x="8280" y="1626"/>
                      <a:pt x="7919" y="1737"/>
                      <a:pt x="7612" y="1737"/>
                    </a:cubicBezTo>
                    <a:cubicBezTo>
                      <a:pt x="7277" y="1737"/>
                      <a:pt x="7006" y="1605"/>
                      <a:pt x="7051" y="1280"/>
                    </a:cubicBezTo>
                    <a:cubicBezTo>
                      <a:pt x="7179" y="207"/>
                      <a:pt x="6812" y="0"/>
                      <a:pt x="6214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1"/>
              <p:cNvSpPr/>
              <p:nvPr/>
            </p:nvSpPr>
            <p:spPr>
              <a:xfrm>
                <a:off x="3144425" y="1319375"/>
                <a:ext cx="213450" cy="95575"/>
              </a:xfrm>
              <a:custGeom>
                <a:rect b="b" l="l" r="r" t="t"/>
                <a:pathLst>
                  <a:path extrusionOk="0" h="3823" w="8538">
                    <a:moveTo>
                      <a:pt x="6155" y="1"/>
                    </a:moveTo>
                    <a:cubicBezTo>
                      <a:pt x="6054" y="1"/>
                      <a:pt x="5950" y="7"/>
                      <a:pt x="5842" y="20"/>
                    </a:cubicBezTo>
                    <a:cubicBezTo>
                      <a:pt x="4846" y="139"/>
                      <a:pt x="3874" y="469"/>
                      <a:pt x="2859" y="469"/>
                    </a:cubicBezTo>
                    <a:cubicBezTo>
                      <a:pt x="2396" y="469"/>
                      <a:pt x="1923" y="400"/>
                      <a:pt x="1435" y="211"/>
                    </a:cubicBezTo>
                    <a:cubicBezTo>
                      <a:pt x="1292" y="150"/>
                      <a:pt x="1133" y="113"/>
                      <a:pt x="974" y="113"/>
                    </a:cubicBezTo>
                    <a:cubicBezTo>
                      <a:pt x="501" y="113"/>
                      <a:pt x="35" y="441"/>
                      <a:pt x="35" y="1438"/>
                    </a:cubicBezTo>
                    <a:cubicBezTo>
                      <a:pt x="1" y="3771"/>
                      <a:pt x="1573" y="3580"/>
                      <a:pt x="3025" y="3822"/>
                    </a:cubicBezTo>
                    <a:cubicBezTo>
                      <a:pt x="4338" y="3753"/>
                      <a:pt x="5617" y="3408"/>
                      <a:pt x="6792" y="2837"/>
                    </a:cubicBezTo>
                    <a:cubicBezTo>
                      <a:pt x="7415" y="2526"/>
                      <a:pt x="8538" y="2474"/>
                      <a:pt x="8192" y="1541"/>
                    </a:cubicBezTo>
                    <a:cubicBezTo>
                      <a:pt x="7892" y="720"/>
                      <a:pt x="7218" y="1"/>
                      <a:pt x="615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1"/>
              <p:cNvSpPr/>
              <p:nvPr/>
            </p:nvSpPr>
            <p:spPr>
              <a:xfrm>
                <a:off x="1453000" y="2509000"/>
                <a:ext cx="263575" cy="113100"/>
              </a:xfrm>
              <a:custGeom>
                <a:rect b="b" l="l" r="r" t="t"/>
                <a:pathLst>
                  <a:path extrusionOk="0" h="4524" w="10543">
                    <a:moveTo>
                      <a:pt x="3451" y="1"/>
                    </a:moveTo>
                    <a:cubicBezTo>
                      <a:pt x="2445" y="1"/>
                      <a:pt x="1486" y="228"/>
                      <a:pt x="761" y="702"/>
                    </a:cubicBezTo>
                    <a:cubicBezTo>
                      <a:pt x="398" y="927"/>
                      <a:pt x="1" y="1186"/>
                      <a:pt x="243" y="1687"/>
                    </a:cubicBezTo>
                    <a:cubicBezTo>
                      <a:pt x="390" y="1972"/>
                      <a:pt x="609" y="2083"/>
                      <a:pt x="855" y="2083"/>
                    </a:cubicBezTo>
                    <a:cubicBezTo>
                      <a:pt x="1012" y="2083"/>
                      <a:pt x="1180" y="2038"/>
                      <a:pt x="1349" y="1964"/>
                    </a:cubicBezTo>
                    <a:cubicBezTo>
                      <a:pt x="1677" y="1828"/>
                      <a:pt x="1990" y="1776"/>
                      <a:pt x="2298" y="1776"/>
                    </a:cubicBezTo>
                    <a:cubicBezTo>
                      <a:pt x="2932" y="1776"/>
                      <a:pt x="3543" y="1997"/>
                      <a:pt x="4217" y="2171"/>
                    </a:cubicBezTo>
                    <a:cubicBezTo>
                      <a:pt x="5708" y="2540"/>
                      <a:pt x="6405" y="4523"/>
                      <a:pt x="7868" y="4523"/>
                    </a:cubicBezTo>
                    <a:cubicBezTo>
                      <a:pt x="8118" y="4523"/>
                      <a:pt x="8391" y="4465"/>
                      <a:pt x="8693" y="4332"/>
                    </a:cubicBezTo>
                    <a:cubicBezTo>
                      <a:pt x="8824" y="4337"/>
                      <a:pt x="8947" y="4340"/>
                      <a:pt x="9062" y="4340"/>
                    </a:cubicBezTo>
                    <a:cubicBezTo>
                      <a:pt x="10032" y="4340"/>
                      <a:pt x="10475" y="4144"/>
                      <a:pt x="10491" y="3727"/>
                    </a:cubicBezTo>
                    <a:cubicBezTo>
                      <a:pt x="10542" y="2897"/>
                      <a:pt x="9817" y="2724"/>
                      <a:pt x="9264" y="2517"/>
                    </a:cubicBezTo>
                    <a:cubicBezTo>
                      <a:pt x="8711" y="2292"/>
                      <a:pt x="8209" y="1964"/>
                      <a:pt x="7777" y="1567"/>
                    </a:cubicBezTo>
                    <a:cubicBezTo>
                      <a:pt x="6685" y="547"/>
                      <a:pt x="5011" y="1"/>
                      <a:pt x="345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1"/>
              <p:cNvSpPr/>
              <p:nvPr/>
            </p:nvSpPr>
            <p:spPr>
              <a:xfrm>
                <a:off x="1880725" y="1020350"/>
                <a:ext cx="162025" cy="112025"/>
              </a:xfrm>
              <a:custGeom>
                <a:rect b="b" l="l" r="r" t="t"/>
                <a:pathLst>
                  <a:path extrusionOk="0" h="4481" w="6481">
                    <a:moveTo>
                      <a:pt x="4294" y="0"/>
                    </a:moveTo>
                    <a:cubicBezTo>
                      <a:pt x="4062" y="0"/>
                      <a:pt x="3818" y="44"/>
                      <a:pt x="3560" y="144"/>
                    </a:cubicBezTo>
                    <a:cubicBezTo>
                      <a:pt x="3094" y="317"/>
                      <a:pt x="2593" y="541"/>
                      <a:pt x="2886" y="1198"/>
                    </a:cubicBezTo>
                    <a:cubicBezTo>
                      <a:pt x="3042" y="1509"/>
                      <a:pt x="3232" y="1820"/>
                      <a:pt x="3457" y="2114"/>
                    </a:cubicBezTo>
                    <a:cubicBezTo>
                      <a:pt x="3147" y="2260"/>
                      <a:pt x="2851" y="2348"/>
                      <a:pt x="2545" y="2348"/>
                    </a:cubicBezTo>
                    <a:cubicBezTo>
                      <a:pt x="2270" y="2348"/>
                      <a:pt x="1987" y="2277"/>
                      <a:pt x="1677" y="2114"/>
                    </a:cubicBezTo>
                    <a:cubicBezTo>
                      <a:pt x="1531" y="2037"/>
                      <a:pt x="1393" y="2002"/>
                      <a:pt x="1262" y="2002"/>
                    </a:cubicBezTo>
                    <a:cubicBezTo>
                      <a:pt x="867" y="2002"/>
                      <a:pt x="545" y="2320"/>
                      <a:pt x="311" y="2736"/>
                    </a:cubicBezTo>
                    <a:cubicBezTo>
                      <a:pt x="0" y="3289"/>
                      <a:pt x="467" y="3479"/>
                      <a:pt x="813" y="3807"/>
                    </a:cubicBezTo>
                    <a:cubicBezTo>
                      <a:pt x="1327" y="4309"/>
                      <a:pt x="1837" y="4480"/>
                      <a:pt x="2344" y="4480"/>
                    </a:cubicBezTo>
                    <a:cubicBezTo>
                      <a:pt x="3164" y="4480"/>
                      <a:pt x="3976" y="4032"/>
                      <a:pt x="4787" y="3807"/>
                    </a:cubicBezTo>
                    <a:lnTo>
                      <a:pt x="5081" y="3514"/>
                    </a:lnTo>
                    <a:cubicBezTo>
                      <a:pt x="5237" y="2788"/>
                      <a:pt x="5098" y="1924"/>
                      <a:pt x="6204" y="1734"/>
                    </a:cubicBezTo>
                    <a:cubicBezTo>
                      <a:pt x="6464" y="1699"/>
                      <a:pt x="6481" y="1129"/>
                      <a:pt x="6222" y="921"/>
                    </a:cubicBezTo>
                    <a:cubicBezTo>
                      <a:pt x="5644" y="436"/>
                      <a:pt x="5027" y="0"/>
                      <a:pt x="4294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1"/>
              <p:cNvSpPr/>
              <p:nvPr/>
            </p:nvSpPr>
            <p:spPr>
              <a:xfrm>
                <a:off x="1688900" y="2603450"/>
                <a:ext cx="165050" cy="73950"/>
              </a:xfrm>
              <a:custGeom>
                <a:rect b="b" l="l" r="r" t="t"/>
                <a:pathLst>
                  <a:path extrusionOk="0" h="2958" w="6602">
                    <a:moveTo>
                      <a:pt x="2842" y="0"/>
                    </a:moveTo>
                    <a:cubicBezTo>
                      <a:pt x="2588" y="0"/>
                      <a:pt x="2332" y="28"/>
                      <a:pt x="2074" y="87"/>
                    </a:cubicBezTo>
                    <a:cubicBezTo>
                      <a:pt x="1452" y="225"/>
                      <a:pt x="1055" y="1331"/>
                      <a:pt x="225" y="1694"/>
                    </a:cubicBezTo>
                    <a:cubicBezTo>
                      <a:pt x="0" y="1798"/>
                      <a:pt x="277" y="2247"/>
                      <a:pt x="536" y="2454"/>
                    </a:cubicBezTo>
                    <a:cubicBezTo>
                      <a:pt x="957" y="2789"/>
                      <a:pt x="2162" y="2958"/>
                      <a:pt x="3373" y="2958"/>
                    </a:cubicBezTo>
                    <a:cubicBezTo>
                      <a:pt x="4599" y="2958"/>
                      <a:pt x="5830" y="2785"/>
                      <a:pt x="6256" y="2437"/>
                    </a:cubicBezTo>
                    <a:cubicBezTo>
                      <a:pt x="6395" y="2282"/>
                      <a:pt x="6515" y="2109"/>
                      <a:pt x="6602" y="1919"/>
                    </a:cubicBezTo>
                    <a:cubicBezTo>
                      <a:pt x="6481" y="1711"/>
                      <a:pt x="6429" y="1469"/>
                      <a:pt x="6291" y="1366"/>
                    </a:cubicBezTo>
                    <a:cubicBezTo>
                      <a:pt x="5231" y="636"/>
                      <a:pt x="4065" y="0"/>
                      <a:pt x="284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1922200" y="1344925"/>
                <a:ext cx="129625" cy="64525"/>
              </a:xfrm>
              <a:custGeom>
                <a:rect b="b" l="l" r="r" t="t"/>
                <a:pathLst>
                  <a:path extrusionOk="0" h="2581" w="5185">
                    <a:moveTo>
                      <a:pt x="1901" y="1"/>
                    </a:moveTo>
                    <a:lnTo>
                      <a:pt x="1227" y="467"/>
                    </a:lnTo>
                    <a:cubicBezTo>
                      <a:pt x="934" y="1020"/>
                      <a:pt x="0" y="1383"/>
                      <a:pt x="415" y="2144"/>
                    </a:cubicBezTo>
                    <a:cubicBezTo>
                      <a:pt x="602" y="2475"/>
                      <a:pt x="838" y="2581"/>
                      <a:pt x="1096" y="2581"/>
                    </a:cubicBezTo>
                    <a:cubicBezTo>
                      <a:pt x="1482" y="2581"/>
                      <a:pt x="1915" y="2344"/>
                      <a:pt x="2299" y="2282"/>
                    </a:cubicBezTo>
                    <a:cubicBezTo>
                      <a:pt x="2552" y="2236"/>
                      <a:pt x="2806" y="2213"/>
                      <a:pt x="3064" y="2213"/>
                    </a:cubicBezTo>
                    <a:cubicBezTo>
                      <a:pt x="3194" y="2213"/>
                      <a:pt x="3324" y="2219"/>
                      <a:pt x="3457" y="2230"/>
                    </a:cubicBezTo>
                    <a:cubicBezTo>
                      <a:pt x="3730" y="2245"/>
                      <a:pt x="4039" y="2324"/>
                      <a:pt x="4314" y="2324"/>
                    </a:cubicBezTo>
                    <a:cubicBezTo>
                      <a:pt x="4665" y="2324"/>
                      <a:pt x="4959" y="2195"/>
                      <a:pt x="5047" y="1643"/>
                    </a:cubicBezTo>
                    <a:cubicBezTo>
                      <a:pt x="5185" y="744"/>
                      <a:pt x="4563" y="277"/>
                      <a:pt x="3768" y="122"/>
                    </a:cubicBezTo>
                    <a:cubicBezTo>
                      <a:pt x="3146" y="35"/>
                      <a:pt x="2523" y="1"/>
                      <a:pt x="190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1787825" y="1030550"/>
                <a:ext cx="94250" cy="44825"/>
              </a:xfrm>
              <a:custGeom>
                <a:rect b="b" l="l" r="r" t="t"/>
                <a:pathLst>
                  <a:path extrusionOk="0" h="1793" w="3770">
                    <a:moveTo>
                      <a:pt x="2929" y="0"/>
                    </a:moveTo>
                    <a:cubicBezTo>
                      <a:pt x="2800" y="0"/>
                      <a:pt x="2676" y="17"/>
                      <a:pt x="2576" y="47"/>
                    </a:cubicBezTo>
                    <a:cubicBezTo>
                      <a:pt x="2412" y="93"/>
                      <a:pt x="2229" y="105"/>
                      <a:pt x="2039" y="105"/>
                    </a:cubicBezTo>
                    <a:cubicBezTo>
                      <a:pt x="1817" y="105"/>
                      <a:pt x="1584" y="88"/>
                      <a:pt x="1360" y="88"/>
                    </a:cubicBezTo>
                    <a:cubicBezTo>
                      <a:pt x="763" y="88"/>
                      <a:pt x="227" y="208"/>
                      <a:pt x="105" y="1084"/>
                    </a:cubicBezTo>
                    <a:cubicBezTo>
                      <a:pt x="1" y="1792"/>
                      <a:pt x="865" y="1688"/>
                      <a:pt x="1504" y="1740"/>
                    </a:cubicBezTo>
                    <a:cubicBezTo>
                      <a:pt x="2265" y="1568"/>
                      <a:pt x="3405" y="1792"/>
                      <a:pt x="3665" y="652"/>
                    </a:cubicBezTo>
                    <a:cubicBezTo>
                      <a:pt x="3769" y="167"/>
                      <a:pt x="3329" y="0"/>
                      <a:pt x="2929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1870350" y="2639275"/>
                <a:ext cx="59225" cy="44325"/>
              </a:xfrm>
              <a:custGeom>
                <a:rect b="b" l="l" r="r" t="t"/>
                <a:pathLst>
                  <a:path extrusionOk="0" h="1773" w="2369">
                    <a:moveTo>
                      <a:pt x="922" y="1"/>
                    </a:moveTo>
                    <a:cubicBezTo>
                      <a:pt x="435" y="1"/>
                      <a:pt x="1" y="156"/>
                      <a:pt x="1" y="762"/>
                    </a:cubicBezTo>
                    <a:cubicBezTo>
                      <a:pt x="1" y="1414"/>
                      <a:pt x="337" y="1773"/>
                      <a:pt x="982" y="1773"/>
                    </a:cubicBezTo>
                    <a:cubicBezTo>
                      <a:pt x="1038" y="1773"/>
                      <a:pt x="1097" y="1770"/>
                      <a:pt x="1158" y="1765"/>
                    </a:cubicBezTo>
                    <a:cubicBezTo>
                      <a:pt x="1711" y="1730"/>
                      <a:pt x="2368" y="1678"/>
                      <a:pt x="2299" y="901"/>
                    </a:cubicBezTo>
                    <a:cubicBezTo>
                      <a:pt x="2264" y="175"/>
                      <a:pt x="1642" y="2"/>
                      <a:pt x="1003" y="2"/>
                    </a:cubicBezTo>
                    <a:cubicBezTo>
                      <a:pt x="976" y="1"/>
                      <a:pt x="949" y="1"/>
                      <a:pt x="922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2264800" y="4630125"/>
                <a:ext cx="62675" cy="39225"/>
              </a:xfrm>
              <a:custGeom>
                <a:rect b="b" l="l" r="r" t="t"/>
                <a:pathLst>
                  <a:path extrusionOk="0" h="1569" w="2507">
                    <a:moveTo>
                      <a:pt x="1176" y="52"/>
                    </a:moveTo>
                    <a:cubicBezTo>
                      <a:pt x="675" y="87"/>
                      <a:pt x="1" y="1"/>
                      <a:pt x="1" y="813"/>
                    </a:cubicBezTo>
                    <a:cubicBezTo>
                      <a:pt x="1" y="1241"/>
                      <a:pt x="341" y="1568"/>
                      <a:pt x="742" y="1568"/>
                    </a:cubicBezTo>
                    <a:cubicBezTo>
                      <a:pt x="811" y="1568"/>
                      <a:pt x="881" y="1559"/>
                      <a:pt x="951" y="1539"/>
                    </a:cubicBezTo>
                    <a:cubicBezTo>
                      <a:pt x="1077" y="1515"/>
                      <a:pt x="1221" y="1513"/>
                      <a:pt x="1369" y="1513"/>
                    </a:cubicBezTo>
                    <a:cubicBezTo>
                      <a:pt x="1403" y="1513"/>
                      <a:pt x="1437" y="1513"/>
                      <a:pt x="1471" y="1513"/>
                    </a:cubicBezTo>
                    <a:cubicBezTo>
                      <a:pt x="1947" y="1513"/>
                      <a:pt x="2434" y="1491"/>
                      <a:pt x="2472" y="830"/>
                    </a:cubicBezTo>
                    <a:cubicBezTo>
                      <a:pt x="2506" y="52"/>
                      <a:pt x="1781" y="87"/>
                      <a:pt x="1176" y="5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>
                <a:off x="1604225" y="2645350"/>
                <a:ext cx="56175" cy="38275"/>
              </a:xfrm>
              <a:custGeom>
                <a:rect b="b" l="l" r="r" t="t"/>
                <a:pathLst>
                  <a:path extrusionOk="0" h="1531" w="2247">
                    <a:moveTo>
                      <a:pt x="1003" y="1"/>
                    </a:moveTo>
                    <a:cubicBezTo>
                      <a:pt x="536" y="35"/>
                      <a:pt x="0" y="1"/>
                      <a:pt x="17" y="554"/>
                    </a:cubicBezTo>
                    <a:cubicBezTo>
                      <a:pt x="17" y="1297"/>
                      <a:pt x="640" y="1452"/>
                      <a:pt x="1262" y="1522"/>
                    </a:cubicBezTo>
                    <a:cubicBezTo>
                      <a:pt x="1319" y="1528"/>
                      <a:pt x="1377" y="1531"/>
                      <a:pt x="1434" y="1531"/>
                    </a:cubicBezTo>
                    <a:cubicBezTo>
                      <a:pt x="1857" y="1531"/>
                      <a:pt x="2247" y="1352"/>
                      <a:pt x="2247" y="865"/>
                    </a:cubicBezTo>
                    <a:cubicBezTo>
                      <a:pt x="2247" y="18"/>
                      <a:pt x="1504" y="139"/>
                      <a:pt x="100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1"/>
              <p:cNvSpPr/>
              <p:nvPr/>
            </p:nvSpPr>
            <p:spPr>
              <a:xfrm>
                <a:off x="7045475" y="3384250"/>
                <a:ext cx="47375" cy="53550"/>
              </a:xfrm>
              <a:custGeom>
                <a:rect b="b" l="l" r="r" t="t"/>
                <a:pathLst>
                  <a:path extrusionOk="0" h="2142" w="1895">
                    <a:moveTo>
                      <a:pt x="416" y="1"/>
                    </a:moveTo>
                    <a:cubicBezTo>
                      <a:pt x="93" y="1"/>
                      <a:pt x="0" y="338"/>
                      <a:pt x="63" y="618"/>
                    </a:cubicBezTo>
                    <a:cubicBezTo>
                      <a:pt x="201" y="1292"/>
                      <a:pt x="339" y="2035"/>
                      <a:pt x="1203" y="2139"/>
                    </a:cubicBezTo>
                    <a:cubicBezTo>
                      <a:pt x="1224" y="2141"/>
                      <a:pt x="1245" y="2142"/>
                      <a:pt x="1265" y="2142"/>
                    </a:cubicBezTo>
                    <a:cubicBezTo>
                      <a:pt x="1645" y="2142"/>
                      <a:pt x="1895" y="1835"/>
                      <a:pt x="1895" y="1327"/>
                    </a:cubicBezTo>
                    <a:cubicBezTo>
                      <a:pt x="1670" y="705"/>
                      <a:pt x="1273" y="169"/>
                      <a:pt x="529" y="13"/>
                    </a:cubicBezTo>
                    <a:cubicBezTo>
                      <a:pt x="489" y="5"/>
                      <a:pt x="451" y="1"/>
                      <a:pt x="41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4291500" y="1250400"/>
                <a:ext cx="54900" cy="37900"/>
              </a:xfrm>
              <a:custGeom>
                <a:rect b="b" l="l" r="r" t="t"/>
                <a:pathLst>
                  <a:path extrusionOk="0" h="1516" w="2196">
                    <a:moveTo>
                      <a:pt x="1013" y="0"/>
                    </a:moveTo>
                    <a:cubicBezTo>
                      <a:pt x="676" y="0"/>
                      <a:pt x="369" y="181"/>
                      <a:pt x="190" y="464"/>
                    </a:cubicBezTo>
                    <a:cubicBezTo>
                      <a:pt x="0" y="706"/>
                      <a:pt x="35" y="1034"/>
                      <a:pt x="259" y="1224"/>
                    </a:cubicBezTo>
                    <a:cubicBezTo>
                      <a:pt x="466" y="1444"/>
                      <a:pt x="678" y="1515"/>
                      <a:pt x="892" y="1515"/>
                    </a:cubicBezTo>
                    <a:cubicBezTo>
                      <a:pt x="1233" y="1515"/>
                      <a:pt x="1579" y="1336"/>
                      <a:pt x="1919" y="1293"/>
                    </a:cubicBezTo>
                    <a:cubicBezTo>
                      <a:pt x="2195" y="567"/>
                      <a:pt x="1901" y="153"/>
                      <a:pt x="1175" y="14"/>
                    </a:cubicBezTo>
                    <a:cubicBezTo>
                      <a:pt x="1121" y="5"/>
                      <a:pt x="1066" y="0"/>
                      <a:pt x="101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6323375" y="3314875"/>
                <a:ext cx="50125" cy="37325"/>
              </a:xfrm>
              <a:custGeom>
                <a:rect b="b" l="l" r="r" t="t"/>
                <a:pathLst>
                  <a:path extrusionOk="0" h="1493" w="2005">
                    <a:moveTo>
                      <a:pt x="754" y="1"/>
                    </a:moveTo>
                    <a:cubicBezTo>
                      <a:pt x="409" y="1"/>
                      <a:pt x="93" y="129"/>
                      <a:pt x="52" y="542"/>
                    </a:cubicBezTo>
                    <a:cubicBezTo>
                      <a:pt x="0" y="1198"/>
                      <a:pt x="536" y="1371"/>
                      <a:pt x="1106" y="1492"/>
                    </a:cubicBezTo>
                    <a:cubicBezTo>
                      <a:pt x="1504" y="1475"/>
                      <a:pt x="1988" y="1440"/>
                      <a:pt x="1988" y="905"/>
                    </a:cubicBezTo>
                    <a:cubicBezTo>
                      <a:pt x="2005" y="317"/>
                      <a:pt x="1504" y="110"/>
                      <a:pt x="1020" y="23"/>
                    </a:cubicBezTo>
                    <a:cubicBezTo>
                      <a:pt x="932" y="9"/>
                      <a:pt x="842" y="1"/>
                      <a:pt x="75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6680225" y="1890750"/>
                <a:ext cx="46075" cy="42200"/>
              </a:xfrm>
              <a:custGeom>
                <a:rect b="b" l="l" r="r" t="t"/>
                <a:pathLst>
                  <a:path extrusionOk="0" h="1688" w="1843">
                    <a:moveTo>
                      <a:pt x="1376" y="1"/>
                    </a:moveTo>
                    <a:cubicBezTo>
                      <a:pt x="1345" y="1"/>
                      <a:pt x="1312" y="4"/>
                      <a:pt x="1280" y="11"/>
                    </a:cubicBezTo>
                    <a:cubicBezTo>
                      <a:pt x="675" y="29"/>
                      <a:pt x="156" y="478"/>
                      <a:pt x="70" y="1083"/>
                    </a:cubicBezTo>
                    <a:cubicBezTo>
                      <a:pt x="1" y="1446"/>
                      <a:pt x="208" y="1670"/>
                      <a:pt x="675" y="1688"/>
                    </a:cubicBezTo>
                    <a:cubicBezTo>
                      <a:pt x="1193" y="1480"/>
                      <a:pt x="1643" y="1135"/>
                      <a:pt x="1781" y="513"/>
                    </a:cubicBezTo>
                    <a:cubicBezTo>
                      <a:pt x="1843" y="250"/>
                      <a:pt x="1642" y="1"/>
                      <a:pt x="137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3550975" y="1955400"/>
                <a:ext cx="53600" cy="126175"/>
              </a:xfrm>
              <a:custGeom>
                <a:rect b="b" l="l" r="r" t="t"/>
                <a:pathLst>
                  <a:path extrusionOk="0" h="5047" w="2144">
                    <a:moveTo>
                      <a:pt x="1297" y="0"/>
                    </a:moveTo>
                    <a:cubicBezTo>
                      <a:pt x="778" y="0"/>
                      <a:pt x="260" y="363"/>
                      <a:pt x="364" y="795"/>
                    </a:cubicBezTo>
                    <a:cubicBezTo>
                      <a:pt x="640" y="1850"/>
                      <a:pt x="122" y="2731"/>
                      <a:pt x="1" y="3491"/>
                    </a:cubicBezTo>
                    <a:cubicBezTo>
                      <a:pt x="70" y="4338"/>
                      <a:pt x="1" y="5047"/>
                      <a:pt x="951" y="5047"/>
                    </a:cubicBezTo>
                    <a:cubicBezTo>
                      <a:pt x="1781" y="5047"/>
                      <a:pt x="1971" y="4476"/>
                      <a:pt x="2040" y="3785"/>
                    </a:cubicBezTo>
                    <a:cubicBezTo>
                      <a:pt x="2144" y="2748"/>
                      <a:pt x="1642" y="1746"/>
                      <a:pt x="1936" y="692"/>
                    </a:cubicBezTo>
                    <a:cubicBezTo>
                      <a:pt x="2023" y="381"/>
                      <a:pt x="1712" y="0"/>
                      <a:pt x="1297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3910000" y="2161475"/>
                <a:ext cx="93775" cy="45400"/>
              </a:xfrm>
              <a:custGeom>
                <a:rect b="b" l="l" r="r" t="t"/>
                <a:pathLst>
                  <a:path extrusionOk="0" h="1816" w="3751">
                    <a:moveTo>
                      <a:pt x="1383" y="1"/>
                    </a:moveTo>
                    <a:cubicBezTo>
                      <a:pt x="778" y="87"/>
                      <a:pt x="1" y="18"/>
                      <a:pt x="122" y="640"/>
                    </a:cubicBezTo>
                    <a:cubicBezTo>
                      <a:pt x="329" y="1625"/>
                      <a:pt x="1297" y="1815"/>
                      <a:pt x="2195" y="1815"/>
                    </a:cubicBezTo>
                    <a:cubicBezTo>
                      <a:pt x="2835" y="1815"/>
                      <a:pt x="3751" y="1712"/>
                      <a:pt x="3613" y="951"/>
                    </a:cubicBezTo>
                    <a:cubicBezTo>
                      <a:pt x="3466" y="240"/>
                      <a:pt x="2970" y="188"/>
                      <a:pt x="2455" y="188"/>
                    </a:cubicBezTo>
                    <a:cubicBezTo>
                      <a:pt x="2366" y="188"/>
                      <a:pt x="2276" y="189"/>
                      <a:pt x="2187" y="189"/>
                    </a:cubicBezTo>
                    <a:cubicBezTo>
                      <a:pt x="1880" y="189"/>
                      <a:pt x="1588" y="170"/>
                      <a:pt x="138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>
                <a:off x="4125600" y="2173875"/>
                <a:ext cx="50575" cy="37600"/>
              </a:xfrm>
              <a:custGeom>
                <a:rect b="b" l="l" r="r" t="t"/>
                <a:pathLst>
                  <a:path extrusionOk="0" h="1504" w="2023">
                    <a:moveTo>
                      <a:pt x="1294" y="1"/>
                    </a:moveTo>
                    <a:cubicBezTo>
                      <a:pt x="1249" y="1"/>
                      <a:pt x="1204" y="3"/>
                      <a:pt x="1158" y="6"/>
                    </a:cubicBezTo>
                    <a:cubicBezTo>
                      <a:pt x="691" y="144"/>
                      <a:pt x="0" y="109"/>
                      <a:pt x="17" y="904"/>
                    </a:cubicBezTo>
                    <a:cubicBezTo>
                      <a:pt x="17" y="1352"/>
                      <a:pt x="364" y="1503"/>
                      <a:pt x="748" y="1503"/>
                    </a:cubicBezTo>
                    <a:cubicBezTo>
                      <a:pt x="809" y="1503"/>
                      <a:pt x="872" y="1499"/>
                      <a:pt x="933" y="1492"/>
                    </a:cubicBezTo>
                    <a:cubicBezTo>
                      <a:pt x="1486" y="1440"/>
                      <a:pt x="2022" y="1233"/>
                      <a:pt x="2022" y="593"/>
                    </a:cubicBezTo>
                    <a:cubicBezTo>
                      <a:pt x="2022" y="156"/>
                      <a:pt x="1711" y="1"/>
                      <a:pt x="129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3415775" y="2038325"/>
                <a:ext cx="44925" cy="38175"/>
              </a:xfrm>
              <a:custGeom>
                <a:rect b="b" l="l" r="r" t="t"/>
                <a:pathLst>
                  <a:path extrusionOk="0" h="1527" w="1797">
                    <a:moveTo>
                      <a:pt x="812" y="0"/>
                    </a:moveTo>
                    <a:cubicBezTo>
                      <a:pt x="383" y="0"/>
                      <a:pt x="1" y="211"/>
                      <a:pt x="34" y="710"/>
                    </a:cubicBezTo>
                    <a:cubicBezTo>
                      <a:pt x="34" y="1164"/>
                      <a:pt x="400" y="1527"/>
                      <a:pt x="845" y="1527"/>
                    </a:cubicBezTo>
                    <a:cubicBezTo>
                      <a:pt x="874" y="1527"/>
                      <a:pt x="903" y="1525"/>
                      <a:pt x="933" y="1522"/>
                    </a:cubicBezTo>
                    <a:cubicBezTo>
                      <a:pt x="1382" y="1522"/>
                      <a:pt x="1745" y="1315"/>
                      <a:pt x="1797" y="796"/>
                    </a:cubicBezTo>
                    <a:cubicBezTo>
                      <a:pt x="1745" y="226"/>
                      <a:pt x="1330" y="19"/>
                      <a:pt x="864" y="1"/>
                    </a:cubicBezTo>
                    <a:cubicBezTo>
                      <a:pt x="847" y="1"/>
                      <a:pt x="829" y="0"/>
                      <a:pt x="81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21"/>
            <p:cNvSpPr/>
            <p:nvPr/>
          </p:nvSpPr>
          <p:spPr>
            <a:xfrm flipH="1">
              <a:off x="883943" y="2448909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1"/>
            <p:cNvSpPr/>
            <p:nvPr/>
          </p:nvSpPr>
          <p:spPr>
            <a:xfrm flipH="1">
              <a:off x="1147243" y="2741559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1"/>
            <p:cNvSpPr/>
            <p:nvPr/>
          </p:nvSpPr>
          <p:spPr>
            <a:xfrm flipH="1">
              <a:off x="2751268" y="2518709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1"/>
            <p:cNvSpPr/>
            <p:nvPr/>
          </p:nvSpPr>
          <p:spPr>
            <a:xfrm flipH="1">
              <a:off x="2323093" y="3034209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1"/>
            <p:cNvSpPr/>
            <p:nvPr/>
          </p:nvSpPr>
          <p:spPr>
            <a:xfrm flipH="1">
              <a:off x="1352093" y="3487159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1"/>
            <p:cNvSpPr/>
            <p:nvPr/>
          </p:nvSpPr>
          <p:spPr>
            <a:xfrm flipH="1">
              <a:off x="3498943" y="3034209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1"/>
            <p:cNvSpPr/>
            <p:nvPr/>
          </p:nvSpPr>
          <p:spPr>
            <a:xfrm flipH="1">
              <a:off x="1474293" y="4004984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 flipH="1">
              <a:off x="2697843" y="3217684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 flipH="1">
              <a:off x="3302118" y="2409184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 flipH="1">
              <a:off x="4145643" y="3913284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 flipH="1">
              <a:off x="2697843" y="3835834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" name="Google Shape;394;p21"/>
          <p:cNvGrpSpPr/>
          <p:nvPr/>
        </p:nvGrpSpPr>
        <p:grpSpPr>
          <a:xfrm>
            <a:off x="4989145" y="1278037"/>
            <a:ext cx="452633" cy="502930"/>
            <a:chOff x="8768733" y="3573641"/>
            <a:chExt cx="435517" cy="488471"/>
          </a:xfrm>
        </p:grpSpPr>
        <p:sp>
          <p:nvSpPr>
            <p:cNvPr id="395" name="Google Shape;395;p21"/>
            <p:cNvSpPr/>
            <p:nvPr/>
          </p:nvSpPr>
          <p:spPr>
            <a:xfrm>
              <a:off x="8768733" y="3573641"/>
              <a:ext cx="435517" cy="488471"/>
            </a:xfrm>
            <a:custGeom>
              <a:rect b="b" l="l" r="r" t="t"/>
              <a:pathLst>
                <a:path extrusionOk="0" h="19960" w="17798">
                  <a:moveTo>
                    <a:pt x="2547" y="8069"/>
                  </a:moveTo>
                  <a:lnTo>
                    <a:pt x="2547" y="11237"/>
                  </a:lnTo>
                  <a:lnTo>
                    <a:pt x="1267" y="9861"/>
                  </a:lnTo>
                  <a:cubicBezTo>
                    <a:pt x="1162" y="9747"/>
                    <a:pt x="1034" y="9674"/>
                    <a:pt x="892" y="9642"/>
                  </a:cubicBezTo>
                  <a:lnTo>
                    <a:pt x="2547" y="8069"/>
                  </a:lnTo>
                  <a:close/>
                  <a:moveTo>
                    <a:pt x="15251" y="8069"/>
                  </a:moveTo>
                  <a:lnTo>
                    <a:pt x="16906" y="9642"/>
                  </a:lnTo>
                  <a:cubicBezTo>
                    <a:pt x="16765" y="9674"/>
                    <a:pt x="16637" y="9747"/>
                    <a:pt x="16531" y="9861"/>
                  </a:cubicBezTo>
                  <a:lnTo>
                    <a:pt x="15251" y="11237"/>
                  </a:lnTo>
                  <a:lnTo>
                    <a:pt x="15251" y="8069"/>
                  </a:lnTo>
                  <a:close/>
                  <a:moveTo>
                    <a:pt x="6337" y="8842"/>
                  </a:moveTo>
                  <a:cubicBezTo>
                    <a:pt x="6392" y="8842"/>
                    <a:pt x="6433" y="8887"/>
                    <a:pt x="6433" y="8938"/>
                  </a:cubicBezTo>
                  <a:lnTo>
                    <a:pt x="6433" y="13975"/>
                  </a:lnTo>
                  <a:lnTo>
                    <a:pt x="5715" y="14647"/>
                  </a:lnTo>
                  <a:lnTo>
                    <a:pt x="4970" y="13847"/>
                  </a:lnTo>
                  <a:lnTo>
                    <a:pt x="4970" y="8938"/>
                  </a:lnTo>
                  <a:cubicBezTo>
                    <a:pt x="4970" y="8887"/>
                    <a:pt x="5015" y="8842"/>
                    <a:pt x="5066" y="8842"/>
                  </a:cubicBezTo>
                  <a:close/>
                  <a:moveTo>
                    <a:pt x="17063" y="10209"/>
                  </a:moveTo>
                  <a:cubicBezTo>
                    <a:pt x="17088" y="10209"/>
                    <a:pt x="17109" y="10216"/>
                    <a:pt x="17121" y="10222"/>
                  </a:cubicBezTo>
                  <a:cubicBezTo>
                    <a:pt x="17149" y="10231"/>
                    <a:pt x="17213" y="10268"/>
                    <a:pt x="17213" y="10355"/>
                  </a:cubicBezTo>
                  <a:lnTo>
                    <a:pt x="17213" y="19228"/>
                  </a:lnTo>
                  <a:cubicBezTo>
                    <a:pt x="17213" y="19279"/>
                    <a:pt x="17190" y="19320"/>
                    <a:pt x="17153" y="19347"/>
                  </a:cubicBezTo>
                  <a:lnTo>
                    <a:pt x="12536" y="15022"/>
                  </a:lnTo>
                  <a:lnTo>
                    <a:pt x="16961" y="10259"/>
                  </a:lnTo>
                  <a:cubicBezTo>
                    <a:pt x="16994" y="10220"/>
                    <a:pt x="17032" y="10209"/>
                    <a:pt x="17063" y="10209"/>
                  </a:cubicBezTo>
                  <a:close/>
                  <a:moveTo>
                    <a:pt x="735" y="10209"/>
                  </a:moveTo>
                  <a:cubicBezTo>
                    <a:pt x="766" y="10209"/>
                    <a:pt x="804" y="10220"/>
                    <a:pt x="837" y="10259"/>
                  </a:cubicBezTo>
                  <a:lnTo>
                    <a:pt x="5285" y="15045"/>
                  </a:lnTo>
                  <a:lnTo>
                    <a:pt x="4357" y="15905"/>
                  </a:lnTo>
                  <a:cubicBezTo>
                    <a:pt x="4238" y="16014"/>
                    <a:pt x="4234" y="16197"/>
                    <a:pt x="4343" y="16316"/>
                  </a:cubicBezTo>
                  <a:cubicBezTo>
                    <a:pt x="4402" y="16379"/>
                    <a:pt x="4480" y="16411"/>
                    <a:pt x="4559" y="16411"/>
                  </a:cubicBezTo>
                  <a:cubicBezTo>
                    <a:pt x="4629" y="16411"/>
                    <a:pt x="4699" y="16386"/>
                    <a:pt x="4755" y="16334"/>
                  </a:cubicBezTo>
                  <a:lnTo>
                    <a:pt x="7763" y="13541"/>
                  </a:lnTo>
                  <a:cubicBezTo>
                    <a:pt x="7873" y="13441"/>
                    <a:pt x="8014" y="13386"/>
                    <a:pt x="8161" y="13386"/>
                  </a:cubicBezTo>
                  <a:lnTo>
                    <a:pt x="9701" y="13386"/>
                  </a:lnTo>
                  <a:cubicBezTo>
                    <a:pt x="9848" y="13386"/>
                    <a:pt x="9989" y="13441"/>
                    <a:pt x="10099" y="13541"/>
                  </a:cubicBezTo>
                  <a:lnTo>
                    <a:pt x="16326" y="19375"/>
                  </a:lnTo>
                  <a:lnTo>
                    <a:pt x="1477" y="19375"/>
                  </a:lnTo>
                  <a:lnTo>
                    <a:pt x="3804" y="17212"/>
                  </a:lnTo>
                  <a:cubicBezTo>
                    <a:pt x="3923" y="17102"/>
                    <a:pt x="3932" y="16920"/>
                    <a:pt x="3822" y="16801"/>
                  </a:cubicBezTo>
                  <a:cubicBezTo>
                    <a:pt x="3765" y="16739"/>
                    <a:pt x="3687" y="16708"/>
                    <a:pt x="3609" y="16708"/>
                  </a:cubicBezTo>
                  <a:cubicBezTo>
                    <a:pt x="3536" y="16708"/>
                    <a:pt x="3463" y="16734"/>
                    <a:pt x="3406" y="16787"/>
                  </a:cubicBezTo>
                  <a:lnTo>
                    <a:pt x="645" y="19347"/>
                  </a:lnTo>
                  <a:cubicBezTo>
                    <a:pt x="608" y="19320"/>
                    <a:pt x="586" y="19279"/>
                    <a:pt x="586" y="19228"/>
                  </a:cubicBezTo>
                  <a:lnTo>
                    <a:pt x="586" y="10355"/>
                  </a:lnTo>
                  <a:cubicBezTo>
                    <a:pt x="586" y="10268"/>
                    <a:pt x="650" y="10231"/>
                    <a:pt x="677" y="10222"/>
                  </a:cubicBezTo>
                  <a:cubicBezTo>
                    <a:pt x="689" y="10216"/>
                    <a:pt x="710" y="10209"/>
                    <a:pt x="735" y="10209"/>
                  </a:cubicBezTo>
                  <a:close/>
                  <a:moveTo>
                    <a:pt x="3278" y="0"/>
                  </a:moveTo>
                  <a:cubicBezTo>
                    <a:pt x="2876" y="0"/>
                    <a:pt x="2547" y="329"/>
                    <a:pt x="2547" y="731"/>
                  </a:cubicBezTo>
                  <a:lnTo>
                    <a:pt x="2547" y="7260"/>
                  </a:lnTo>
                  <a:lnTo>
                    <a:pt x="220" y="9472"/>
                  </a:lnTo>
                  <a:cubicBezTo>
                    <a:pt x="83" y="9610"/>
                    <a:pt x="0" y="9802"/>
                    <a:pt x="0" y="9998"/>
                  </a:cubicBezTo>
                  <a:lnTo>
                    <a:pt x="0" y="19228"/>
                  </a:lnTo>
                  <a:cubicBezTo>
                    <a:pt x="0" y="19631"/>
                    <a:pt x="330" y="19960"/>
                    <a:pt x="732" y="19960"/>
                  </a:cubicBezTo>
                  <a:lnTo>
                    <a:pt x="17066" y="19960"/>
                  </a:lnTo>
                  <a:cubicBezTo>
                    <a:pt x="17469" y="19960"/>
                    <a:pt x="17798" y="19631"/>
                    <a:pt x="17798" y="19228"/>
                  </a:cubicBezTo>
                  <a:lnTo>
                    <a:pt x="17798" y="9998"/>
                  </a:lnTo>
                  <a:cubicBezTo>
                    <a:pt x="17798" y="9802"/>
                    <a:pt x="17715" y="9610"/>
                    <a:pt x="17574" y="9472"/>
                  </a:cubicBezTo>
                  <a:lnTo>
                    <a:pt x="15251" y="7260"/>
                  </a:lnTo>
                  <a:lnTo>
                    <a:pt x="15251" y="5701"/>
                  </a:lnTo>
                  <a:cubicBezTo>
                    <a:pt x="15251" y="5541"/>
                    <a:pt x="15123" y="5408"/>
                    <a:pt x="14959" y="5408"/>
                  </a:cubicBezTo>
                  <a:cubicBezTo>
                    <a:pt x="14799" y="5408"/>
                    <a:pt x="14666" y="5541"/>
                    <a:pt x="14666" y="5701"/>
                  </a:cubicBezTo>
                  <a:lnTo>
                    <a:pt x="14666" y="11868"/>
                  </a:lnTo>
                  <a:lnTo>
                    <a:pt x="12106" y="14620"/>
                  </a:lnTo>
                  <a:lnTo>
                    <a:pt x="10501" y="13116"/>
                  </a:lnTo>
                  <a:cubicBezTo>
                    <a:pt x="10282" y="12910"/>
                    <a:pt x="9999" y="12801"/>
                    <a:pt x="9701" y="12801"/>
                  </a:cubicBezTo>
                  <a:lnTo>
                    <a:pt x="8161" y="12801"/>
                  </a:lnTo>
                  <a:cubicBezTo>
                    <a:pt x="7864" y="12801"/>
                    <a:pt x="7585" y="12910"/>
                    <a:pt x="7365" y="13111"/>
                  </a:cubicBezTo>
                  <a:lnTo>
                    <a:pt x="7018" y="13436"/>
                  </a:lnTo>
                  <a:lnTo>
                    <a:pt x="7018" y="8938"/>
                  </a:lnTo>
                  <a:cubicBezTo>
                    <a:pt x="7018" y="8563"/>
                    <a:pt x="6712" y="8256"/>
                    <a:pt x="6337" y="8256"/>
                  </a:cubicBezTo>
                  <a:lnTo>
                    <a:pt x="5066" y="8256"/>
                  </a:lnTo>
                  <a:cubicBezTo>
                    <a:pt x="4691" y="8256"/>
                    <a:pt x="4385" y="8563"/>
                    <a:pt x="4385" y="8938"/>
                  </a:cubicBezTo>
                  <a:lnTo>
                    <a:pt x="4385" y="13217"/>
                  </a:lnTo>
                  <a:lnTo>
                    <a:pt x="3132" y="11868"/>
                  </a:lnTo>
                  <a:lnTo>
                    <a:pt x="3132" y="731"/>
                  </a:lnTo>
                  <a:cubicBezTo>
                    <a:pt x="3132" y="649"/>
                    <a:pt x="3196" y="585"/>
                    <a:pt x="3278" y="585"/>
                  </a:cubicBezTo>
                  <a:lnTo>
                    <a:pt x="14520" y="585"/>
                  </a:lnTo>
                  <a:cubicBezTo>
                    <a:pt x="14602" y="585"/>
                    <a:pt x="14666" y="649"/>
                    <a:pt x="14666" y="731"/>
                  </a:cubicBezTo>
                  <a:lnTo>
                    <a:pt x="14666" y="4402"/>
                  </a:lnTo>
                  <a:cubicBezTo>
                    <a:pt x="14666" y="4562"/>
                    <a:pt x="14799" y="4695"/>
                    <a:pt x="14959" y="4695"/>
                  </a:cubicBezTo>
                  <a:cubicBezTo>
                    <a:pt x="15123" y="4695"/>
                    <a:pt x="15251" y="4562"/>
                    <a:pt x="15251" y="4402"/>
                  </a:cubicBezTo>
                  <a:lnTo>
                    <a:pt x="15251" y="731"/>
                  </a:lnTo>
                  <a:cubicBezTo>
                    <a:pt x="15251" y="329"/>
                    <a:pt x="14922" y="0"/>
                    <a:pt x="14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8962074" y="3779692"/>
              <a:ext cx="56061" cy="14365"/>
            </a:xfrm>
            <a:custGeom>
              <a:rect b="b" l="l" r="r" t="t"/>
              <a:pathLst>
                <a:path extrusionOk="0" h="587" w="2291">
                  <a:moveTo>
                    <a:pt x="293" y="1"/>
                  </a:moveTo>
                  <a:cubicBezTo>
                    <a:pt x="128" y="1"/>
                    <a:pt x="0" y="133"/>
                    <a:pt x="0" y="294"/>
                  </a:cubicBezTo>
                  <a:cubicBezTo>
                    <a:pt x="0" y="454"/>
                    <a:pt x="128" y="586"/>
                    <a:pt x="293" y="586"/>
                  </a:cubicBezTo>
                  <a:lnTo>
                    <a:pt x="1998" y="586"/>
                  </a:lnTo>
                  <a:cubicBezTo>
                    <a:pt x="2163" y="586"/>
                    <a:pt x="2291" y="454"/>
                    <a:pt x="2291" y="294"/>
                  </a:cubicBezTo>
                  <a:cubicBezTo>
                    <a:pt x="2291" y="133"/>
                    <a:pt x="2163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9080672" y="3811015"/>
              <a:ext cx="16346" cy="14365"/>
            </a:xfrm>
            <a:custGeom>
              <a:rect b="b" l="l" r="r" t="t"/>
              <a:pathLst>
                <a:path extrusionOk="0" h="587" w="668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375" y="586"/>
                  </a:lnTo>
                  <a:cubicBezTo>
                    <a:pt x="535" y="586"/>
                    <a:pt x="668" y="458"/>
                    <a:pt x="668" y="294"/>
                  </a:cubicBezTo>
                  <a:cubicBezTo>
                    <a:pt x="668" y="134"/>
                    <a:pt x="535" y="1"/>
                    <a:pt x="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9036130" y="3811015"/>
              <a:ext cx="32129" cy="14365"/>
            </a:xfrm>
            <a:custGeom>
              <a:rect b="b" l="l" r="r" t="t"/>
              <a:pathLst>
                <a:path extrusionOk="0" h="587" w="1313">
                  <a:moveTo>
                    <a:pt x="293" y="1"/>
                  </a:moveTo>
                  <a:cubicBezTo>
                    <a:pt x="129" y="1"/>
                    <a:pt x="1" y="134"/>
                    <a:pt x="1" y="294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1020" y="586"/>
                  </a:lnTo>
                  <a:cubicBezTo>
                    <a:pt x="1180" y="586"/>
                    <a:pt x="1313" y="458"/>
                    <a:pt x="1313" y="294"/>
                  </a:cubicBezTo>
                  <a:cubicBezTo>
                    <a:pt x="1313" y="134"/>
                    <a:pt x="1180" y="1"/>
                    <a:pt x="10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8962074" y="3811015"/>
              <a:ext cx="61664" cy="14365"/>
            </a:xfrm>
            <a:custGeom>
              <a:rect b="b" l="l" r="r" t="t"/>
              <a:pathLst>
                <a:path extrusionOk="0" h="587" w="2520">
                  <a:moveTo>
                    <a:pt x="293" y="1"/>
                  </a:moveTo>
                  <a:cubicBezTo>
                    <a:pt x="128" y="1"/>
                    <a:pt x="0" y="134"/>
                    <a:pt x="0" y="294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2227" y="586"/>
                  </a:lnTo>
                  <a:cubicBezTo>
                    <a:pt x="2387" y="586"/>
                    <a:pt x="2519" y="458"/>
                    <a:pt x="2519" y="294"/>
                  </a:cubicBezTo>
                  <a:cubicBezTo>
                    <a:pt x="2519" y="134"/>
                    <a:pt x="2387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9005710" y="3836980"/>
              <a:ext cx="91298" cy="14341"/>
            </a:xfrm>
            <a:custGeom>
              <a:rect b="b" l="l" r="r" t="t"/>
              <a:pathLst>
                <a:path extrusionOk="0" h="586" w="3731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3438" y="586"/>
                  </a:lnTo>
                  <a:cubicBezTo>
                    <a:pt x="3598" y="586"/>
                    <a:pt x="3731" y="458"/>
                    <a:pt x="3731" y="293"/>
                  </a:cubicBezTo>
                  <a:cubicBezTo>
                    <a:pt x="3731" y="133"/>
                    <a:pt x="3598" y="1"/>
                    <a:pt x="3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8962074" y="3836980"/>
              <a:ext cx="31346" cy="14341"/>
            </a:xfrm>
            <a:custGeom>
              <a:rect b="b" l="l" r="r" t="t"/>
              <a:pathLst>
                <a:path extrusionOk="0" h="586" w="1281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992" y="586"/>
                  </a:lnTo>
                  <a:cubicBezTo>
                    <a:pt x="1152" y="586"/>
                    <a:pt x="1280" y="458"/>
                    <a:pt x="1280" y="293"/>
                  </a:cubicBezTo>
                  <a:cubicBezTo>
                    <a:pt x="1280" y="133"/>
                    <a:pt x="1152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9022156" y="3862944"/>
              <a:ext cx="74854" cy="14341"/>
            </a:xfrm>
            <a:custGeom>
              <a:rect b="b" l="l" r="r" t="t"/>
              <a:pathLst>
                <a:path extrusionOk="0" h="586" w="305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2766" y="585"/>
                  </a:lnTo>
                  <a:cubicBezTo>
                    <a:pt x="2926" y="585"/>
                    <a:pt x="3059" y="457"/>
                    <a:pt x="3059" y="293"/>
                  </a:cubicBezTo>
                  <a:cubicBezTo>
                    <a:pt x="3059" y="133"/>
                    <a:pt x="2926" y="0"/>
                    <a:pt x="2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8939803" y="3642553"/>
              <a:ext cx="50261" cy="88297"/>
            </a:xfrm>
            <a:custGeom>
              <a:rect b="b" l="l" r="r" t="t"/>
              <a:pathLst>
                <a:path extrusionOk="0" h="3608" w="2054">
                  <a:moveTo>
                    <a:pt x="1024" y="0"/>
                  </a:moveTo>
                  <a:cubicBezTo>
                    <a:pt x="864" y="0"/>
                    <a:pt x="736" y="128"/>
                    <a:pt x="736" y="293"/>
                  </a:cubicBezTo>
                  <a:lnTo>
                    <a:pt x="736" y="416"/>
                  </a:lnTo>
                  <a:cubicBezTo>
                    <a:pt x="320" y="476"/>
                    <a:pt x="0" y="832"/>
                    <a:pt x="0" y="1262"/>
                  </a:cubicBezTo>
                  <a:cubicBezTo>
                    <a:pt x="0" y="1733"/>
                    <a:pt x="384" y="2117"/>
                    <a:pt x="855" y="2117"/>
                  </a:cubicBezTo>
                  <a:lnTo>
                    <a:pt x="1198" y="2117"/>
                  </a:lnTo>
                  <a:cubicBezTo>
                    <a:pt x="1344" y="2117"/>
                    <a:pt x="1468" y="2236"/>
                    <a:pt x="1468" y="2387"/>
                  </a:cubicBezTo>
                  <a:cubicBezTo>
                    <a:pt x="1468" y="2533"/>
                    <a:pt x="1344" y="2656"/>
                    <a:pt x="1198" y="2656"/>
                  </a:cubicBezTo>
                  <a:lnTo>
                    <a:pt x="855" y="2656"/>
                  </a:lnTo>
                  <a:cubicBezTo>
                    <a:pt x="750" y="2656"/>
                    <a:pt x="650" y="2592"/>
                    <a:pt x="608" y="2492"/>
                  </a:cubicBezTo>
                  <a:cubicBezTo>
                    <a:pt x="561" y="2379"/>
                    <a:pt x="454" y="2312"/>
                    <a:pt x="341" y="2312"/>
                  </a:cubicBezTo>
                  <a:cubicBezTo>
                    <a:pt x="302" y="2312"/>
                    <a:pt x="263" y="2320"/>
                    <a:pt x="224" y="2336"/>
                  </a:cubicBezTo>
                  <a:cubicBezTo>
                    <a:pt x="78" y="2400"/>
                    <a:pt x="5" y="2569"/>
                    <a:pt x="69" y="2720"/>
                  </a:cubicBezTo>
                  <a:cubicBezTo>
                    <a:pt x="188" y="2999"/>
                    <a:pt x="439" y="3191"/>
                    <a:pt x="736" y="3232"/>
                  </a:cubicBezTo>
                  <a:lnTo>
                    <a:pt x="736" y="3315"/>
                  </a:lnTo>
                  <a:cubicBezTo>
                    <a:pt x="736" y="3475"/>
                    <a:pt x="864" y="3607"/>
                    <a:pt x="1024" y="3607"/>
                  </a:cubicBezTo>
                  <a:cubicBezTo>
                    <a:pt x="1189" y="3607"/>
                    <a:pt x="1317" y="3475"/>
                    <a:pt x="1317" y="3315"/>
                  </a:cubicBezTo>
                  <a:lnTo>
                    <a:pt x="1317" y="3232"/>
                  </a:lnTo>
                  <a:cubicBezTo>
                    <a:pt x="1733" y="3173"/>
                    <a:pt x="2053" y="2816"/>
                    <a:pt x="2053" y="2387"/>
                  </a:cubicBezTo>
                  <a:cubicBezTo>
                    <a:pt x="2053" y="1916"/>
                    <a:pt x="1669" y="1532"/>
                    <a:pt x="1198" y="1532"/>
                  </a:cubicBezTo>
                  <a:lnTo>
                    <a:pt x="855" y="1532"/>
                  </a:lnTo>
                  <a:cubicBezTo>
                    <a:pt x="709" y="1532"/>
                    <a:pt x="586" y="1413"/>
                    <a:pt x="586" y="1262"/>
                  </a:cubicBezTo>
                  <a:cubicBezTo>
                    <a:pt x="586" y="1116"/>
                    <a:pt x="709" y="992"/>
                    <a:pt x="855" y="992"/>
                  </a:cubicBezTo>
                  <a:lnTo>
                    <a:pt x="1198" y="992"/>
                  </a:lnTo>
                  <a:cubicBezTo>
                    <a:pt x="1285" y="992"/>
                    <a:pt x="1372" y="1038"/>
                    <a:pt x="1422" y="1111"/>
                  </a:cubicBezTo>
                  <a:cubicBezTo>
                    <a:pt x="1476" y="1194"/>
                    <a:pt x="1568" y="1239"/>
                    <a:pt x="1662" y="1239"/>
                  </a:cubicBezTo>
                  <a:cubicBezTo>
                    <a:pt x="1718" y="1239"/>
                    <a:pt x="1775" y="1223"/>
                    <a:pt x="1824" y="1189"/>
                  </a:cubicBezTo>
                  <a:cubicBezTo>
                    <a:pt x="1962" y="1102"/>
                    <a:pt x="1994" y="919"/>
                    <a:pt x="1907" y="786"/>
                  </a:cubicBezTo>
                  <a:cubicBezTo>
                    <a:pt x="1770" y="581"/>
                    <a:pt x="1555" y="453"/>
                    <a:pt x="1317" y="416"/>
                  </a:cubicBezTo>
                  <a:lnTo>
                    <a:pt x="1317" y="293"/>
                  </a:lnTo>
                  <a:cubicBezTo>
                    <a:pt x="1317" y="128"/>
                    <a:pt x="1189" y="0"/>
                    <a:pt x="1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8893377" y="3615145"/>
              <a:ext cx="143101" cy="141206"/>
            </a:xfrm>
            <a:custGeom>
              <a:rect b="b" l="l" r="r" t="t"/>
              <a:pathLst>
                <a:path extrusionOk="0" h="5770" w="5848">
                  <a:moveTo>
                    <a:pt x="2921" y="0"/>
                  </a:moveTo>
                  <a:cubicBezTo>
                    <a:pt x="1312" y="0"/>
                    <a:pt x="0" y="1308"/>
                    <a:pt x="0" y="2921"/>
                  </a:cubicBezTo>
                  <a:cubicBezTo>
                    <a:pt x="0" y="4270"/>
                    <a:pt x="914" y="5436"/>
                    <a:pt x="2222" y="5760"/>
                  </a:cubicBezTo>
                  <a:cubicBezTo>
                    <a:pt x="2245" y="5765"/>
                    <a:pt x="2268" y="5769"/>
                    <a:pt x="2291" y="5769"/>
                  </a:cubicBezTo>
                  <a:cubicBezTo>
                    <a:pt x="2423" y="5769"/>
                    <a:pt x="2542" y="5678"/>
                    <a:pt x="2574" y="5545"/>
                  </a:cubicBezTo>
                  <a:cubicBezTo>
                    <a:pt x="2615" y="5390"/>
                    <a:pt x="2519" y="5230"/>
                    <a:pt x="2364" y="5193"/>
                  </a:cubicBezTo>
                  <a:cubicBezTo>
                    <a:pt x="1317" y="4933"/>
                    <a:pt x="585" y="4000"/>
                    <a:pt x="585" y="2921"/>
                  </a:cubicBezTo>
                  <a:cubicBezTo>
                    <a:pt x="585" y="1632"/>
                    <a:pt x="1632" y="581"/>
                    <a:pt x="2921" y="581"/>
                  </a:cubicBezTo>
                  <a:cubicBezTo>
                    <a:pt x="4215" y="581"/>
                    <a:pt x="5262" y="1632"/>
                    <a:pt x="5262" y="2921"/>
                  </a:cubicBezTo>
                  <a:cubicBezTo>
                    <a:pt x="5262" y="3987"/>
                    <a:pt x="4544" y="4915"/>
                    <a:pt x="3516" y="5184"/>
                  </a:cubicBezTo>
                  <a:cubicBezTo>
                    <a:pt x="3360" y="5225"/>
                    <a:pt x="3269" y="5385"/>
                    <a:pt x="3310" y="5541"/>
                  </a:cubicBezTo>
                  <a:cubicBezTo>
                    <a:pt x="3341" y="5672"/>
                    <a:pt x="3459" y="5761"/>
                    <a:pt x="3592" y="5761"/>
                  </a:cubicBezTo>
                  <a:cubicBezTo>
                    <a:pt x="3616" y="5761"/>
                    <a:pt x="3641" y="5758"/>
                    <a:pt x="3667" y="5751"/>
                  </a:cubicBezTo>
                  <a:cubicBezTo>
                    <a:pt x="4951" y="5413"/>
                    <a:pt x="5847" y="4252"/>
                    <a:pt x="5847" y="2921"/>
                  </a:cubicBezTo>
                  <a:cubicBezTo>
                    <a:pt x="5847" y="1308"/>
                    <a:pt x="4535" y="0"/>
                    <a:pt x="2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9054045" y="3679456"/>
              <a:ext cx="25620" cy="14341"/>
            </a:xfrm>
            <a:custGeom>
              <a:rect b="b" l="l" r="r" t="t"/>
              <a:pathLst>
                <a:path extrusionOk="0" h="586" w="1047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754" y="586"/>
                  </a:lnTo>
                  <a:cubicBezTo>
                    <a:pt x="914" y="586"/>
                    <a:pt x="1047" y="458"/>
                    <a:pt x="1047" y="293"/>
                  </a:cubicBezTo>
                  <a:cubicBezTo>
                    <a:pt x="1047" y="133"/>
                    <a:pt x="919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9048220" y="3645245"/>
              <a:ext cx="26207" cy="20263"/>
            </a:xfrm>
            <a:custGeom>
              <a:rect b="b" l="l" r="r" t="t"/>
              <a:pathLst>
                <a:path extrusionOk="0" h="828" w="1071">
                  <a:moveTo>
                    <a:pt x="733" y="0"/>
                  </a:moveTo>
                  <a:cubicBezTo>
                    <a:pt x="683" y="0"/>
                    <a:pt x="632" y="13"/>
                    <a:pt x="585" y="41"/>
                  </a:cubicBezTo>
                  <a:lnTo>
                    <a:pt x="183" y="283"/>
                  </a:lnTo>
                  <a:cubicBezTo>
                    <a:pt x="46" y="366"/>
                    <a:pt x="0" y="544"/>
                    <a:pt x="83" y="686"/>
                  </a:cubicBezTo>
                  <a:cubicBezTo>
                    <a:pt x="137" y="777"/>
                    <a:pt x="233" y="827"/>
                    <a:pt x="334" y="827"/>
                  </a:cubicBezTo>
                  <a:cubicBezTo>
                    <a:pt x="384" y="827"/>
                    <a:pt x="435" y="814"/>
                    <a:pt x="485" y="786"/>
                  </a:cubicBezTo>
                  <a:lnTo>
                    <a:pt x="883" y="544"/>
                  </a:lnTo>
                  <a:cubicBezTo>
                    <a:pt x="1024" y="462"/>
                    <a:pt x="1070" y="283"/>
                    <a:pt x="983" y="142"/>
                  </a:cubicBezTo>
                  <a:cubicBezTo>
                    <a:pt x="929" y="51"/>
                    <a:pt x="8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9048000" y="3707745"/>
              <a:ext cx="26183" cy="20288"/>
            </a:xfrm>
            <a:custGeom>
              <a:rect b="b" l="l" r="r" t="t"/>
              <a:pathLst>
                <a:path extrusionOk="0" h="829" w="1070">
                  <a:moveTo>
                    <a:pt x="334" y="0"/>
                  </a:moveTo>
                  <a:cubicBezTo>
                    <a:pt x="236" y="0"/>
                    <a:pt x="141" y="50"/>
                    <a:pt x="87" y="143"/>
                  </a:cubicBezTo>
                  <a:cubicBezTo>
                    <a:pt x="0" y="280"/>
                    <a:pt x="46" y="459"/>
                    <a:pt x="183" y="541"/>
                  </a:cubicBezTo>
                  <a:lnTo>
                    <a:pt x="585" y="788"/>
                  </a:lnTo>
                  <a:cubicBezTo>
                    <a:pt x="631" y="815"/>
                    <a:pt x="681" y="829"/>
                    <a:pt x="736" y="829"/>
                  </a:cubicBezTo>
                  <a:cubicBezTo>
                    <a:pt x="832" y="829"/>
                    <a:pt x="928" y="779"/>
                    <a:pt x="988" y="687"/>
                  </a:cubicBezTo>
                  <a:cubicBezTo>
                    <a:pt x="1070" y="550"/>
                    <a:pt x="1024" y="372"/>
                    <a:pt x="887" y="285"/>
                  </a:cubicBezTo>
                  <a:lnTo>
                    <a:pt x="485" y="43"/>
                  </a:lnTo>
                  <a:cubicBezTo>
                    <a:pt x="438" y="14"/>
                    <a:pt x="385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8903876" y="4020688"/>
              <a:ext cx="14364" cy="14439"/>
            </a:xfrm>
            <a:custGeom>
              <a:rect b="b" l="l" r="r" t="t"/>
              <a:pathLst>
                <a:path extrusionOk="0" h="590" w="587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297"/>
                  </a:lnTo>
                  <a:cubicBezTo>
                    <a:pt x="1" y="457"/>
                    <a:pt x="133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8881287" y="4020688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8858575" y="4020688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33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8866627" y="3606066"/>
              <a:ext cx="27553" cy="14243"/>
            </a:xfrm>
            <a:custGeom>
              <a:rect b="b" l="l" r="r" t="t"/>
              <a:pathLst>
                <a:path extrusionOk="0" h="582" w="1126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1"/>
                    <a:pt x="293" y="581"/>
                  </a:cubicBezTo>
                  <a:lnTo>
                    <a:pt x="833" y="581"/>
                  </a:lnTo>
                  <a:cubicBezTo>
                    <a:pt x="997" y="581"/>
                    <a:pt x="1125" y="453"/>
                    <a:pt x="1125" y="293"/>
                  </a:cubicBezTo>
                  <a:cubicBezTo>
                    <a:pt x="1125" y="129"/>
                    <a:pt x="997" y="1"/>
                    <a:pt x="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21"/>
          <p:cNvGrpSpPr/>
          <p:nvPr/>
        </p:nvGrpSpPr>
        <p:grpSpPr>
          <a:xfrm>
            <a:off x="756662" y="1278035"/>
            <a:ext cx="352051" cy="502934"/>
            <a:chOff x="8743959" y="2788940"/>
            <a:chExt cx="337991" cy="488618"/>
          </a:xfrm>
        </p:grpSpPr>
        <p:sp>
          <p:nvSpPr>
            <p:cNvPr id="413" name="Google Shape;413;p21"/>
            <p:cNvSpPr/>
            <p:nvPr/>
          </p:nvSpPr>
          <p:spPr>
            <a:xfrm>
              <a:off x="8743959" y="2788940"/>
              <a:ext cx="337980" cy="488618"/>
            </a:xfrm>
            <a:custGeom>
              <a:rect b="b" l="l" r="r" t="t"/>
              <a:pathLst>
                <a:path extrusionOk="0" h="19966" w="13812">
                  <a:moveTo>
                    <a:pt x="778" y="1"/>
                  </a:moveTo>
                  <a:cubicBezTo>
                    <a:pt x="348" y="1"/>
                    <a:pt x="1" y="348"/>
                    <a:pt x="1" y="778"/>
                  </a:cubicBezTo>
                  <a:lnTo>
                    <a:pt x="1" y="19188"/>
                  </a:lnTo>
                  <a:cubicBezTo>
                    <a:pt x="1" y="19618"/>
                    <a:pt x="348" y="19965"/>
                    <a:pt x="778" y="19965"/>
                  </a:cubicBezTo>
                  <a:lnTo>
                    <a:pt x="13034" y="19965"/>
                  </a:lnTo>
                  <a:cubicBezTo>
                    <a:pt x="13464" y="19965"/>
                    <a:pt x="13812" y="19618"/>
                    <a:pt x="13812" y="19188"/>
                  </a:cubicBezTo>
                  <a:lnTo>
                    <a:pt x="13812" y="16180"/>
                  </a:lnTo>
                  <a:cubicBezTo>
                    <a:pt x="13812" y="16020"/>
                    <a:pt x="13679" y="15887"/>
                    <a:pt x="13519" y="15887"/>
                  </a:cubicBezTo>
                  <a:cubicBezTo>
                    <a:pt x="13354" y="15887"/>
                    <a:pt x="13226" y="16020"/>
                    <a:pt x="13226" y="16180"/>
                  </a:cubicBezTo>
                  <a:lnTo>
                    <a:pt x="13226" y="19188"/>
                  </a:lnTo>
                  <a:cubicBezTo>
                    <a:pt x="13226" y="19293"/>
                    <a:pt x="13139" y="19380"/>
                    <a:pt x="13034" y="19380"/>
                  </a:cubicBezTo>
                  <a:lnTo>
                    <a:pt x="778" y="19380"/>
                  </a:lnTo>
                  <a:cubicBezTo>
                    <a:pt x="673" y="19380"/>
                    <a:pt x="586" y="19293"/>
                    <a:pt x="586" y="19188"/>
                  </a:cubicBezTo>
                  <a:lnTo>
                    <a:pt x="586" y="778"/>
                  </a:lnTo>
                  <a:cubicBezTo>
                    <a:pt x="586" y="673"/>
                    <a:pt x="673" y="586"/>
                    <a:pt x="778" y="586"/>
                  </a:cubicBezTo>
                  <a:lnTo>
                    <a:pt x="2227" y="586"/>
                  </a:lnTo>
                  <a:cubicBezTo>
                    <a:pt x="2392" y="586"/>
                    <a:pt x="2520" y="458"/>
                    <a:pt x="2520" y="293"/>
                  </a:cubicBezTo>
                  <a:cubicBezTo>
                    <a:pt x="2520" y="133"/>
                    <a:pt x="2392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8823179" y="2788940"/>
              <a:ext cx="258770" cy="371370"/>
            </a:xfrm>
            <a:custGeom>
              <a:rect b="b" l="l" r="r" t="t"/>
              <a:pathLst>
                <a:path extrusionOk="0" h="15175" w="10575">
                  <a:moveTo>
                    <a:pt x="6922" y="1002"/>
                  </a:moveTo>
                  <a:lnTo>
                    <a:pt x="9573" y="3649"/>
                  </a:lnTo>
                  <a:lnTo>
                    <a:pt x="7114" y="3649"/>
                  </a:lnTo>
                  <a:cubicBezTo>
                    <a:pt x="7009" y="3649"/>
                    <a:pt x="6922" y="3567"/>
                    <a:pt x="6922" y="3462"/>
                  </a:cubicBezTo>
                  <a:lnTo>
                    <a:pt x="6922" y="1002"/>
                  </a:lnTo>
                  <a:close/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6337" y="586"/>
                  </a:lnTo>
                  <a:lnTo>
                    <a:pt x="6337" y="3462"/>
                  </a:lnTo>
                  <a:cubicBezTo>
                    <a:pt x="6337" y="3887"/>
                    <a:pt x="6684" y="4234"/>
                    <a:pt x="7114" y="4234"/>
                  </a:cubicBezTo>
                  <a:lnTo>
                    <a:pt x="9989" y="4234"/>
                  </a:lnTo>
                  <a:lnTo>
                    <a:pt x="9989" y="14882"/>
                  </a:lnTo>
                  <a:cubicBezTo>
                    <a:pt x="9989" y="15042"/>
                    <a:pt x="10117" y="15174"/>
                    <a:pt x="10282" y="15174"/>
                  </a:cubicBezTo>
                  <a:cubicBezTo>
                    <a:pt x="10442" y="15174"/>
                    <a:pt x="10575" y="15042"/>
                    <a:pt x="10575" y="14882"/>
                  </a:cubicBezTo>
                  <a:lnTo>
                    <a:pt x="10575" y="3942"/>
                  </a:lnTo>
                  <a:cubicBezTo>
                    <a:pt x="10575" y="3864"/>
                    <a:pt x="10543" y="3791"/>
                    <a:pt x="10488" y="3736"/>
                  </a:cubicBezTo>
                  <a:lnTo>
                    <a:pt x="6839" y="88"/>
                  </a:lnTo>
                  <a:cubicBezTo>
                    <a:pt x="6785" y="33"/>
                    <a:pt x="6707" y="1"/>
                    <a:pt x="6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8812215" y="2891794"/>
              <a:ext cx="216144" cy="205398"/>
            </a:xfrm>
            <a:custGeom>
              <a:rect b="b" l="l" r="r" t="t"/>
              <a:pathLst>
                <a:path extrusionOk="0" h="8393" w="8833">
                  <a:moveTo>
                    <a:pt x="6138" y="586"/>
                  </a:moveTo>
                  <a:cubicBezTo>
                    <a:pt x="6149" y="586"/>
                    <a:pt x="6161" y="588"/>
                    <a:pt x="6172" y="594"/>
                  </a:cubicBezTo>
                  <a:cubicBezTo>
                    <a:pt x="6519" y="772"/>
                    <a:pt x="6839" y="1005"/>
                    <a:pt x="7118" y="1288"/>
                  </a:cubicBezTo>
                  <a:cubicBezTo>
                    <a:pt x="7850" y="2015"/>
                    <a:pt x="8248" y="2984"/>
                    <a:pt x="8238" y="4018"/>
                  </a:cubicBezTo>
                  <a:cubicBezTo>
                    <a:pt x="8234" y="4932"/>
                    <a:pt x="7909" y="5791"/>
                    <a:pt x="7319" y="6477"/>
                  </a:cubicBezTo>
                  <a:lnTo>
                    <a:pt x="4759" y="3922"/>
                  </a:lnTo>
                  <a:lnTo>
                    <a:pt x="6076" y="635"/>
                  </a:lnTo>
                  <a:cubicBezTo>
                    <a:pt x="6085" y="607"/>
                    <a:pt x="6108" y="594"/>
                    <a:pt x="6117" y="589"/>
                  </a:cubicBezTo>
                  <a:cubicBezTo>
                    <a:pt x="6123" y="587"/>
                    <a:pt x="6130" y="586"/>
                    <a:pt x="6138" y="586"/>
                  </a:cubicBezTo>
                  <a:close/>
                  <a:moveTo>
                    <a:pt x="672" y="3899"/>
                  </a:moveTo>
                  <a:lnTo>
                    <a:pt x="4284" y="4269"/>
                  </a:lnTo>
                  <a:lnTo>
                    <a:pt x="6903" y="6893"/>
                  </a:lnTo>
                  <a:cubicBezTo>
                    <a:pt x="6195" y="7501"/>
                    <a:pt x="5303" y="7803"/>
                    <a:pt x="4416" y="7803"/>
                  </a:cubicBezTo>
                  <a:cubicBezTo>
                    <a:pt x="3447" y="7803"/>
                    <a:pt x="2478" y="7442"/>
                    <a:pt x="1742" y="6724"/>
                  </a:cubicBezTo>
                  <a:cubicBezTo>
                    <a:pt x="997" y="5993"/>
                    <a:pt x="585" y="5014"/>
                    <a:pt x="590" y="3977"/>
                  </a:cubicBezTo>
                  <a:cubicBezTo>
                    <a:pt x="595" y="3945"/>
                    <a:pt x="608" y="3926"/>
                    <a:pt x="617" y="3917"/>
                  </a:cubicBezTo>
                  <a:cubicBezTo>
                    <a:pt x="627" y="3908"/>
                    <a:pt x="640" y="3899"/>
                    <a:pt x="663" y="3899"/>
                  </a:cubicBezTo>
                  <a:close/>
                  <a:moveTo>
                    <a:pt x="6142" y="0"/>
                  </a:moveTo>
                  <a:cubicBezTo>
                    <a:pt x="6066" y="0"/>
                    <a:pt x="5989" y="13"/>
                    <a:pt x="5916" y="40"/>
                  </a:cubicBezTo>
                  <a:cubicBezTo>
                    <a:pt x="5742" y="109"/>
                    <a:pt x="5601" y="242"/>
                    <a:pt x="5532" y="415"/>
                  </a:cubicBezTo>
                  <a:lnTo>
                    <a:pt x="4224" y="3675"/>
                  </a:lnTo>
                  <a:lnTo>
                    <a:pt x="732" y="3318"/>
                  </a:lnTo>
                  <a:cubicBezTo>
                    <a:pt x="710" y="3316"/>
                    <a:pt x="688" y="3315"/>
                    <a:pt x="667" y="3315"/>
                  </a:cubicBezTo>
                  <a:cubicBezTo>
                    <a:pt x="506" y="3315"/>
                    <a:pt x="349" y="3374"/>
                    <a:pt x="224" y="3483"/>
                  </a:cubicBezTo>
                  <a:cubicBezTo>
                    <a:pt x="87" y="3606"/>
                    <a:pt x="9" y="3785"/>
                    <a:pt x="9" y="3972"/>
                  </a:cubicBezTo>
                  <a:cubicBezTo>
                    <a:pt x="0" y="5174"/>
                    <a:pt x="471" y="6299"/>
                    <a:pt x="1331" y="7140"/>
                  </a:cubicBezTo>
                  <a:cubicBezTo>
                    <a:pt x="2154" y="7945"/>
                    <a:pt x="3246" y="8393"/>
                    <a:pt x="4407" y="8393"/>
                  </a:cubicBezTo>
                  <a:lnTo>
                    <a:pt x="4416" y="8393"/>
                  </a:lnTo>
                  <a:cubicBezTo>
                    <a:pt x="5573" y="8393"/>
                    <a:pt x="6666" y="7954"/>
                    <a:pt x="7489" y="7149"/>
                  </a:cubicBezTo>
                  <a:cubicBezTo>
                    <a:pt x="8339" y="6322"/>
                    <a:pt x="8814" y="5211"/>
                    <a:pt x="8824" y="4022"/>
                  </a:cubicBezTo>
                  <a:cubicBezTo>
                    <a:pt x="8833" y="2834"/>
                    <a:pt x="8371" y="1714"/>
                    <a:pt x="7534" y="872"/>
                  </a:cubicBezTo>
                  <a:cubicBezTo>
                    <a:pt x="7210" y="552"/>
                    <a:pt x="6844" y="283"/>
                    <a:pt x="6442" y="72"/>
                  </a:cubicBezTo>
                  <a:cubicBezTo>
                    <a:pt x="6349" y="25"/>
                    <a:pt x="6246" y="0"/>
                    <a:pt x="6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8797213" y="2848602"/>
              <a:ext cx="148924" cy="114458"/>
            </a:xfrm>
            <a:custGeom>
              <a:rect b="b" l="l" r="r" t="t"/>
              <a:pathLst>
                <a:path extrusionOk="0" h="4677" w="6086">
                  <a:moveTo>
                    <a:pt x="4359" y="1"/>
                  </a:moveTo>
                  <a:cubicBezTo>
                    <a:pt x="3205" y="1"/>
                    <a:pt x="2078" y="455"/>
                    <a:pt x="1240" y="1293"/>
                  </a:cubicBezTo>
                  <a:cubicBezTo>
                    <a:pt x="622" y="1906"/>
                    <a:pt x="206" y="2683"/>
                    <a:pt x="37" y="3533"/>
                  </a:cubicBezTo>
                  <a:cubicBezTo>
                    <a:pt x="1" y="3716"/>
                    <a:pt x="42" y="3904"/>
                    <a:pt x="152" y="4055"/>
                  </a:cubicBezTo>
                  <a:cubicBezTo>
                    <a:pt x="261" y="4205"/>
                    <a:pt x="430" y="4301"/>
                    <a:pt x="613" y="4320"/>
                  </a:cubicBezTo>
                  <a:lnTo>
                    <a:pt x="1550" y="4416"/>
                  </a:lnTo>
                  <a:cubicBezTo>
                    <a:pt x="1559" y="4417"/>
                    <a:pt x="1568" y="4417"/>
                    <a:pt x="1576" y="4417"/>
                  </a:cubicBezTo>
                  <a:cubicBezTo>
                    <a:pt x="1726" y="4417"/>
                    <a:pt x="1853" y="4306"/>
                    <a:pt x="1870" y="4155"/>
                  </a:cubicBezTo>
                  <a:cubicBezTo>
                    <a:pt x="1889" y="3995"/>
                    <a:pt x="1770" y="3849"/>
                    <a:pt x="1610" y="3835"/>
                  </a:cubicBezTo>
                  <a:lnTo>
                    <a:pt x="673" y="3739"/>
                  </a:lnTo>
                  <a:cubicBezTo>
                    <a:pt x="645" y="3735"/>
                    <a:pt x="632" y="3721"/>
                    <a:pt x="622" y="3707"/>
                  </a:cubicBezTo>
                  <a:cubicBezTo>
                    <a:pt x="618" y="3698"/>
                    <a:pt x="604" y="3675"/>
                    <a:pt x="609" y="3648"/>
                  </a:cubicBezTo>
                  <a:cubicBezTo>
                    <a:pt x="760" y="2912"/>
                    <a:pt x="1121" y="2240"/>
                    <a:pt x="1656" y="1705"/>
                  </a:cubicBezTo>
                  <a:cubicBezTo>
                    <a:pt x="2382" y="978"/>
                    <a:pt x="3356" y="586"/>
                    <a:pt x="4356" y="586"/>
                  </a:cubicBezTo>
                  <a:cubicBezTo>
                    <a:pt x="4715" y="586"/>
                    <a:pt x="5077" y="636"/>
                    <a:pt x="5432" y="740"/>
                  </a:cubicBezTo>
                  <a:cubicBezTo>
                    <a:pt x="5455" y="745"/>
                    <a:pt x="5468" y="763"/>
                    <a:pt x="5473" y="777"/>
                  </a:cubicBezTo>
                  <a:cubicBezTo>
                    <a:pt x="5478" y="786"/>
                    <a:pt x="5487" y="809"/>
                    <a:pt x="5473" y="836"/>
                  </a:cubicBezTo>
                  <a:lnTo>
                    <a:pt x="4188" y="4045"/>
                  </a:lnTo>
                  <a:cubicBezTo>
                    <a:pt x="4176" y="4074"/>
                    <a:pt x="4149" y="4092"/>
                    <a:pt x="4124" y="4092"/>
                  </a:cubicBezTo>
                  <a:cubicBezTo>
                    <a:pt x="4121" y="4092"/>
                    <a:pt x="4118" y="4092"/>
                    <a:pt x="4115" y="4091"/>
                  </a:cubicBezTo>
                  <a:lnTo>
                    <a:pt x="2899" y="3968"/>
                  </a:lnTo>
                  <a:cubicBezTo>
                    <a:pt x="2888" y="3966"/>
                    <a:pt x="2877" y="3966"/>
                    <a:pt x="2867" y="3966"/>
                  </a:cubicBezTo>
                  <a:cubicBezTo>
                    <a:pt x="2720" y="3966"/>
                    <a:pt x="2592" y="4079"/>
                    <a:pt x="2579" y="4228"/>
                  </a:cubicBezTo>
                  <a:cubicBezTo>
                    <a:pt x="2561" y="4388"/>
                    <a:pt x="2680" y="4530"/>
                    <a:pt x="2840" y="4548"/>
                  </a:cubicBezTo>
                  <a:lnTo>
                    <a:pt x="4056" y="4672"/>
                  </a:lnTo>
                  <a:cubicBezTo>
                    <a:pt x="4074" y="4676"/>
                    <a:pt x="4097" y="4676"/>
                    <a:pt x="4120" y="4676"/>
                  </a:cubicBezTo>
                  <a:cubicBezTo>
                    <a:pt x="4385" y="4676"/>
                    <a:pt x="4632" y="4512"/>
                    <a:pt x="4732" y="4265"/>
                  </a:cubicBezTo>
                  <a:lnTo>
                    <a:pt x="6017" y="1051"/>
                  </a:lnTo>
                  <a:cubicBezTo>
                    <a:pt x="6086" y="882"/>
                    <a:pt x="6081" y="685"/>
                    <a:pt x="5999" y="521"/>
                  </a:cubicBezTo>
                  <a:cubicBezTo>
                    <a:pt x="5916" y="352"/>
                    <a:pt x="5770" y="228"/>
                    <a:pt x="5596" y="178"/>
                  </a:cubicBezTo>
                  <a:cubicBezTo>
                    <a:pt x="5188" y="59"/>
                    <a:pt x="4772" y="1"/>
                    <a:pt x="4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8798217" y="2838764"/>
              <a:ext cx="35384" cy="24154"/>
            </a:xfrm>
            <a:custGeom>
              <a:rect b="b" l="l" r="r" t="t"/>
              <a:pathLst>
                <a:path extrusionOk="0" h="987" w="1446">
                  <a:moveTo>
                    <a:pt x="323" y="0"/>
                  </a:moveTo>
                  <a:cubicBezTo>
                    <a:pt x="248" y="0"/>
                    <a:pt x="172" y="29"/>
                    <a:pt x="115" y="86"/>
                  </a:cubicBezTo>
                  <a:cubicBezTo>
                    <a:pt x="1" y="200"/>
                    <a:pt x="1" y="388"/>
                    <a:pt x="115" y="502"/>
                  </a:cubicBezTo>
                  <a:lnTo>
                    <a:pt x="517" y="904"/>
                  </a:lnTo>
                  <a:cubicBezTo>
                    <a:pt x="577" y="959"/>
                    <a:pt x="650" y="987"/>
                    <a:pt x="723" y="987"/>
                  </a:cubicBezTo>
                  <a:cubicBezTo>
                    <a:pt x="801" y="987"/>
                    <a:pt x="874" y="959"/>
                    <a:pt x="933" y="904"/>
                  </a:cubicBezTo>
                  <a:lnTo>
                    <a:pt x="1331" y="502"/>
                  </a:lnTo>
                  <a:cubicBezTo>
                    <a:pt x="1445" y="388"/>
                    <a:pt x="1445" y="200"/>
                    <a:pt x="1331" y="86"/>
                  </a:cubicBezTo>
                  <a:cubicBezTo>
                    <a:pt x="1274" y="29"/>
                    <a:pt x="1200" y="0"/>
                    <a:pt x="1125" y="0"/>
                  </a:cubicBezTo>
                  <a:cubicBezTo>
                    <a:pt x="1051" y="0"/>
                    <a:pt x="977" y="29"/>
                    <a:pt x="920" y="86"/>
                  </a:cubicBezTo>
                  <a:lnTo>
                    <a:pt x="723" y="283"/>
                  </a:lnTo>
                  <a:lnTo>
                    <a:pt x="531" y="86"/>
                  </a:lnTo>
                  <a:cubicBezTo>
                    <a:pt x="474" y="29"/>
                    <a:pt x="399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8804164" y="3076260"/>
              <a:ext cx="35359" cy="24179"/>
            </a:xfrm>
            <a:custGeom>
              <a:rect b="b" l="l" r="r" t="t"/>
              <a:pathLst>
                <a:path extrusionOk="0" h="988" w="1445">
                  <a:moveTo>
                    <a:pt x="322" y="1"/>
                  </a:moveTo>
                  <a:cubicBezTo>
                    <a:pt x="247" y="1"/>
                    <a:pt x="172" y="30"/>
                    <a:pt x="114" y="87"/>
                  </a:cubicBezTo>
                  <a:cubicBezTo>
                    <a:pt x="0" y="201"/>
                    <a:pt x="0" y="384"/>
                    <a:pt x="114" y="498"/>
                  </a:cubicBezTo>
                  <a:lnTo>
                    <a:pt x="517" y="900"/>
                  </a:lnTo>
                  <a:cubicBezTo>
                    <a:pt x="572" y="955"/>
                    <a:pt x="645" y="987"/>
                    <a:pt x="722" y="987"/>
                  </a:cubicBezTo>
                  <a:cubicBezTo>
                    <a:pt x="800" y="987"/>
                    <a:pt x="873" y="955"/>
                    <a:pt x="928" y="900"/>
                  </a:cubicBezTo>
                  <a:lnTo>
                    <a:pt x="1330" y="498"/>
                  </a:lnTo>
                  <a:cubicBezTo>
                    <a:pt x="1445" y="384"/>
                    <a:pt x="1445" y="201"/>
                    <a:pt x="1330" y="87"/>
                  </a:cubicBezTo>
                  <a:cubicBezTo>
                    <a:pt x="1273" y="30"/>
                    <a:pt x="1199" y="1"/>
                    <a:pt x="1125" y="1"/>
                  </a:cubicBezTo>
                  <a:cubicBezTo>
                    <a:pt x="1050" y="1"/>
                    <a:pt x="976" y="30"/>
                    <a:pt x="919" y="87"/>
                  </a:cubicBezTo>
                  <a:lnTo>
                    <a:pt x="722" y="279"/>
                  </a:lnTo>
                  <a:lnTo>
                    <a:pt x="530" y="87"/>
                  </a:lnTo>
                  <a:cubicBezTo>
                    <a:pt x="473" y="30"/>
                    <a:pt x="398" y="1"/>
                    <a:pt x="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8809964" y="3125253"/>
              <a:ext cx="56746" cy="14341"/>
            </a:xfrm>
            <a:custGeom>
              <a:rect b="b" l="l" r="r" t="t"/>
              <a:pathLst>
                <a:path extrusionOk="0" h="586" w="2319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2026" y="585"/>
                  </a:lnTo>
                  <a:cubicBezTo>
                    <a:pt x="2191" y="585"/>
                    <a:pt x="2319" y="453"/>
                    <a:pt x="2319" y="293"/>
                  </a:cubicBezTo>
                  <a:cubicBezTo>
                    <a:pt x="2319" y="128"/>
                    <a:pt x="2191" y="0"/>
                    <a:pt x="2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8878098" y="3160149"/>
              <a:ext cx="145915" cy="14341"/>
            </a:xfrm>
            <a:custGeom>
              <a:rect b="b" l="l" r="r" t="t"/>
              <a:pathLst>
                <a:path extrusionOk="0" h="586" w="5963">
                  <a:moveTo>
                    <a:pt x="294" y="1"/>
                  </a:moveTo>
                  <a:cubicBezTo>
                    <a:pt x="134" y="1"/>
                    <a:pt x="1" y="129"/>
                    <a:pt x="1" y="293"/>
                  </a:cubicBezTo>
                  <a:cubicBezTo>
                    <a:pt x="1" y="453"/>
                    <a:pt x="134" y="586"/>
                    <a:pt x="294" y="586"/>
                  </a:cubicBezTo>
                  <a:lnTo>
                    <a:pt x="5670" y="586"/>
                  </a:lnTo>
                  <a:cubicBezTo>
                    <a:pt x="5830" y="586"/>
                    <a:pt x="5962" y="453"/>
                    <a:pt x="5962" y="293"/>
                  </a:cubicBezTo>
                  <a:cubicBezTo>
                    <a:pt x="5962" y="129"/>
                    <a:pt x="5830" y="1"/>
                    <a:pt x="5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8845891" y="3160149"/>
              <a:ext cx="21607" cy="14341"/>
            </a:xfrm>
            <a:custGeom>
              <a:rect b="b" l="l" r="r" t="t"/>
              <a:pathLst>
                <a:path extrusionOk="0" h="586" w="883">
                  <a:moveTo>
                    <a:pt x="288" y="1"/>
                  </a:moveTo>
                  <a:cubicBezTo>
                    <a:pt x="128" y="1"/>
                    <a:pt x="0" y="129"/>
                    <a:pt x="0" y="293"/>
                  </a:cubicBezTo>
                  <a:cubicBezTo>
                    <a:pt x="0" y="453"/>
                    <a:pt x="128" y="586"/>
                    <a:pt x="288" y="586"/>
                  </a:cubicBezTo>
                  <a:lnTo>
                    <a:pt x="590" y="586"/>
                  </a:lnTo>
                  <a:cubicBezTo>
                    <a:pt x="755" y="586"/>
                    <a:pt x="883" y="453"/>
                    <a:pt x="883" y="293"/>
                  </a:cubicBezTo>
                  <a:cubicBezTo>
                    <a:pt x="883" y="129"/>
                    <a:pt x="755" y="1"/>
                    <a:pt x="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8809964" y="3160149"/>
              <a:ext cx="25865" cy="14341"/>
            </a:xfrm>
            <a:custGeom>
              <a:rect b="b" l="l" r="r" t="t"/>
              <a:pathLst>
                <a:path extrusionOk="0" h="586" w="1057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764" y="586"/>
                  </a:lnTo>
                  <a:cubicBezTo>
                    <a:pt x="929" y="586"/>
                    <a:pt x="1057" y="453"/>
                    <a:pt x="1057" y="293"/>
                  </a:cubicBezTo>
                  <a:cubicBezTo>
                    <a:pt x="1057" y="129"/>
                    <a:pt x="929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8809964" y="3188340"/>
              <a:ext cx="117945" cy="14341"/>
            </a:xfrm>
            <a:custGeom>
              <a:rect b="b" l="l" r="r" t="t"/>
              <a:pathLst>
                <a:path extrusionOk="0" h="586" w="4820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4527" y="586"/>
                  </a:lnTo>
                  <a:cubicBezTo>
                    <a:pt x="4687" y="586"/>
                    <a:pt x="4819" y="453"/>
                    <a:pt x="4819" y="293"/>
                  </a:cubicBezTo>
                  <a:cubicBezTo>
                    <a:pt x="4819" y="129"/>
                    <a:pt x="4687" y="1"/>
                    <a:pt x="4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8981816" y="3188340"/>
              <a:ext cx="42211" cy="14341"/>
            </a:xfrm>
            <a:custGeom>
              <a:rect b="b" l="l" r="r" t="t"/>
              <a:pathLst>
                <a:path extrusionOk="0" h="586" w="1725">
                  <a:moveTo>
                    <a:pt x="289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89" y="586"/>
                  </a:cubicBezTo>
                  <a:lnTo>
                    <a:pt x="1432" y="586"/>
                  </a:lnTo>
                  <a:cubicBezTo>
                    <a:pt x="1592" y="586"/>
                    <a:pt x="1724" y="453"/>
                    <a:pt x="1724" y="293"/>
                  </a:cubicBezTo>
                  <a:cubicBezTo>
                    <a:pt x="1724" y="129"/>
                    <a:pt x="1592" y="1"/>
                    <a:pt x="1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8940309" y="3188340"/>
              <a:ext cx="27896" cy="14341"/>
            </a:xfrm>
            <a:custGeom>
              <a:rect b="b" l="l" r="r" t="t"/>
              <a:pathLst>
                <a:path extrusionOk="0" h="586" w="1140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847" y="586"/>
                  </a:lnTo>
                  <a:cubicBezTo>
                    <a:pt x="1007" y="586"/>
                    <a:pt x="1139" y="453"/>
                    <a:pt x="1139" y="293"/>
                  </a:cubicBezTo>
                  <a:cubicBezTo>
                    <a:pt x="1139" y="129"/>
                    <a:pt x="1007" y="1"/>
                    <a:pt x="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8870952" y="3216531"/>
              <a:ext cx="153060" cy="14243"/>
            </a:xfrm>
            <a:custGeom>
              <a:rect b="b" l="l" r="r" t="t"/>
              <a:pathLst>
                <a:path extrusionOk="0" h="582" w="6255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5962" y="581"/>
                  </a:lnTo>
                  <a:cubicBezTo>
                    <a:pt x="6122" y="581"/>
                    <a:pt x="6254" y="453"/>
                    <a:pt x="6254" y="293"/>
                  </a:cubicBezTo>
                  <a:cubicBezTo>
                    <a:pt x="6254" y="129"/>
                    <a:pt x="6122" y="1"/>
                    <a:pt x="5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8968405" y="3090674"/>
              <a:ext cx="55620" cy="55528"/>
            </a:xfrm>
            <a:custGeom>
              <a:rect b="b" l="l" r="r" t="t"/>
              <a:pathLst>
                <a:path extrusionOk="0" h="2269" w="2273">
                  <a:moveTo>
                    <a:pt x="1134" y="586"/>
                  </a:moveTo>
                  <a:cubicBezTo>
                    <a:pt x="1440" y="586"/>
                    <a:pt x="1687" y="833"/>
                    <a:pt x="1687" y="1134"/>
                  </a:cubicBezTo>
                  <a:cubicBezTo>
                    <a:pt x="1687" y="1436"/>
                    <a:pt x="1440" y="1683"/>
                    <a:pt x="1134" y="1683"/>
                  </a:cubicBezTo>
                  <a:cubicBezTo>
                    <a:pt x="832" y="1683"/>
                    <a:pt x="585" y="1436"/>
                    <a:pt x="585" y="1134"/>
                  </a:cubicBezTo>
                  <a:cubicBezTo>
                    <a:pt x="585" y="833"/>
                    <a:pt x="832" y="586"/>
                    <a:pt x="1134" y="586"/>
                  </a:cubicBezTo>
                  <a:close/>
                  <a:moveTo>
                    <a:pt x="1134" y="1"/>
                  </a:moveTo>
                  <a:cubicBezTo>
                    <a:pt x="512" y="1"/>
                    <a:pt x="0" y="508"/>
                    <a:pt x="0" y="1134"/>
                  </a:cubicBezTo>
                  <a:cubicBezTo>
                    <a:pt x="0" y="1761"/>
                    <a:pt x="512" y="2268"/>
                    <a:pt x="1134" y="2268"/>
                  </a:cubicBezTo>
                  <a:cubicBezTo>
                    <a:pt x="1760" y="2268"/>
                    <a:pt x="2272" y="1761"/>
                    <a:pt x="2272" y="1134"/>
                  </a:cubicBezTo>
                  <a:cubicBezTo>
                    <a:pt x="2272" y="508"/>
                    <a:pt x="1760" y="1"/>
                    <a:pt x="1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34" name="Google Shape;434;p22"/>
          <p:cNvGraphicFramePr/>
          <p:nvPr/>
        </p:nvGraphicFramePr>
        <p:xfrm>
          <a:off x="528538" y="10947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{C6B81219-01C2-4C35-BEFB-34C79CCE8DD3}</a:tableStyleId>
              </a:tblPr>
              <a:tblGrid>
                <a:gridCol w="1155275"/>
                <a:gridCol w="1155275"/>
                <a:gridCol w="1155275"/>
                <a:gridCol w="1155275"/>
                <a:gridCol w="1155275"/>
                <a:gridCol w="1155275"/>
                <a:gridCol w="1155275"/>
              </a:tblGrid>
              <a:tr h="4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Week 1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Week 2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Week 3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Week 4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Week 5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Week 6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Task 1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Task 2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Task 3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Task 4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Task 5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grpSp>
        <p:nvGrpSpPr>
          <p:cNvPr id="435" name="Google Shape;435;p22"/>
          <p:cNvGrpSpPr/>
          <p:nvPr/>
        </p:nvGrpSpPr>
        <p:grpSpPr>
          <a:xfrm>
            <a:off x="5967806" y="4240358"/>
            <a:ext cx="1574701" cy="357000"/>
            <a:chOff x="6090299" y="3928075"/>
            <a:chExt cx="1574701" cy="357000"/>
          </a:xfrm>
        </p:grpSpPr>
        <p:sp>
          <p:nvSpPr>
            <p:cNvPr id="436" name="Google Shape;436;p22"/>
            <p:cNvSpPr/>
            <p:nvPr/>
          </p:nvSpPr>
          <p:spPr>
            <a:xfrm>
              <a:off x="6090299" y="3968866"/>
              <a:ext cx="275400" cy="275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37" name="Google Shape;437;p22"/>
            <p:cNvSpPr txBox="1"/>
            <p:nvPr/>
          </p:nvSpPr>
          <p:spPr>
            <a:xfrm>
              <a:off x="6441900" y="3928075"/>
              <a:ext cx="12231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Status 3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438" name="Google Shape;438;p22"/>
          <p:cNvGrpSpPr/>
          <p:nvPr/>
        </p:nvGrpSpPr>
        <p:grpSpPr>
          <a:xfrm>
            <a:off x="1601493" y="4240358"/>
            <a:ext cx="1574634" cy="357000"/>
            <a:chOff x="603936" y="3928075"/>
            <a:chExt cx="1574634" cy="357000"/>
          </a:xfrm>
        </p:grpSpPr>
        <p:sp>
          <p:nvSpPr>
            <p:cNvPr id="439" name="Google Shape;439;p22"/>
            <p:cNvSpPr/>
            <p:nvPr/>
          </p:nvSpPr>
          <p:spPr>
            <a:xfrm>
              <a:off x="603936" y="3968866"/>
              <a:ext cx="275400" cy="275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40" name="Google Shape;440;p22"/>
            <p:cNvSpPr txBox="1"/>
            <p:nvPr/>
          </p:nvSpPr>
          <p:spPr>
            <a:xfrm>
              <a:off x="955470" y="3928075"/>
              <a:ext cx="12231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Status 1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441" name="Google Shape;441;p22"/>
          <p:cNvGrpSpPr/>
          <p:nvPr/>
        </p:nvGrpSpPr>
        <p:grpSpPr>
          <a:xfrm>
            <a:off x="3784614" y="4240358"/>
            <a:ext cx="1574705" cy="357000"/>
            <a:chOff x="3347096" y="3928075"/>
            <a:chExt cx="1574705" cy="357000"/>
          </a:xfrm>
        </p:grpSpPr>
        <p:sp>
          <p:nvSpPr>
            <p:cNvPr id="442" name="Google Shape;442;p22"/>
            <p:cNvSpPr/>
            <p:nvPr/>
          </p:nvSpPr>
          <p:spPr>
            <a:xfrm>
              <a:off x="3347096" y="3968866"/>
              <a:ext cx="275400" cy="2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43" name="Google Shape;443;p22"/>
            <p:cNvSpPr txBox="1"/>
            <p:nvPr/>
          </p:nvSpPr>
          <p:spPr>
            <a:xfrm>
              <a:off x="3698700" y="3928075"/>
              <a:ext cx="12231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Status 2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</a:t>
            </a:r>
            <a:r>
              <a:rPr lang="en"/>
              <a:t> Infographics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0" name="Google Shape;450;p23"/>
          <p:cNvCxnSpPr/>
          <p:nvPr/>
        </p:nvCxnSpPr>
        <p:spPr>
          <a:xfrm>
            <a:off x="4571963" y="1154430"/>
            <a:ext cx="0" cy="320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23"/>
          <p:cNvCxnSpPr/>
          <p:nvPr/>
        </p:nvCxnSpPr>
        <p:spPr>
          <a:xfrm>
            <a:off x="2998500" y="2754630"/>
            <a:ext cx="314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2" name="Google Shape;452;p23"/>
          <p:cNvGrpSpPr/>
          <p:nvPr/>
        </p:nvGrpSpPr>
        <p:grpSpPr>
          <a:xfrm>
            <a:off x="835800" y="1292959"/>
            <a:ext cx="3623127" cy="1348800"/>
            <a:chOff x="835800" y="1292959"/>
            <a:chExt cx="3623127" cy="1348800"/>
          </a:xfrm>
        </p:grpSpPr>
        <p:sp>
          <p:nvSpPr>
            <p:cNvPr id="453" name="Google Shape;453;p23"/>
            <p:cNvSpPr/>
            <p:nvPr/>
          </p:nvSpPr>
          <p:spPr>
            <a:xfrm>
              <a:off x="3100527" y="1292959"/>
              <a:ext cx="1358400" cy="134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454" name="Google Shape;454;p23"/>
            <p:cNvGrpSpPr/>
            <p:nvPr/>
          </p:nvGrpSpPr>
          <p:grpSpPr>
            <a:xfrm>
              <a:off x="835800" y="1577809"/>
              <a:ext cx="1986001" cy="780875"/>
              <a:chOff x="1703079" y="1342875"/>
              <a:chExt cx="1986001" cy="780875"/>
            </a:xfrm>
          </p:grpSpPr>
          <p:sp>
            <p:nvSpPr>
              <p:cNvPr id="455" name="Google Shape;455;p23"/>
              <p:cNvSpPr txBox="1"/>
              <p:nvPr/>
            </p:nvSpPr>
            <p:spPr>
              <a:xfrm>
                <a:off x="1703079" y="1342875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Strengths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56" name="Google Shape;456;p23"/>
              <p:cNvSpPr txBox="1"/>
              <p:nvPr/>
            </p:nvSpPr>
            <p:spPr>
              <a:xfrm>
                <a:off x="1703080" y="1638950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Saturn is a gas giant and has several rings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57" name="Google Shape;457;p23"/>
          <p:cNvGrpSpPr/>
          <p:nvPr/>
        </p:nvGrpSpPr>
        <p:grpSpPr>
          <a:xfrm>
            <a:off x="835800" y="2867571"/>
            <a:ext cx="3623127" cy="1348800"/>
            <a:chOff x="835800" y="2867571"/>
            <a:chExt cx="3623127" cy="1348800"/>
          </a:xfrm>
        </p:grpSpPr>
        <p:sp>
          <p:nvSpPr>
            <p:cNvPr id="458" name="Google Shape;458;p23"/>
            <p:cNvSpPr/>
            <p:nvPr/>
          </p:nvSpPr>
          <p:spPr>
            <a:xfrm>
              <a:off x="3100527" y="2867571"/>
              <a:ext cx="1358400" cy="134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459" name="Google Shape;459;p23"/>
            <p:cNvGrpSpPr/>
            <p:nvPr/>
          </p:nvGrpSpPr>
          <p:grpSpPr>
            <a:xfrm>
              <a:off x="835800" y="3150577"/>
              <a:ext cx="1986001" cy="780875"/>
              <a:chOff x="3166119" y="3290475"/>
              <a:chExt cx="1986001" cy="780875"/>
            </a:xfrm>
          </p:grpSpPr>
          <p:sp>
            <p:nvSpPr>
              <p:cNvPr id="460" name="Google Shape;460;p23"/>
              <p:cNvSpPr txBox="1"/>
              <p:nvPr/>
            </p:nvSpPr>
            <p:spPr>
              <a:xfrm>
                <a:off x="3166119" y="3290475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Opportunities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61" name="Google Shape;461;p23"/>
              <p:cNvSpPr txBox="1"/>
              <p:nvPr/>
            </p:nvSpPr>
            <p:spPr>
              <a:xfrm>
                <a:off x="3166120" y="3586550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Jupiter is the biggest planet of them all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62" name="Google Shape;462;p23"/>
          <p:cNvGrpSpPr/>
          <p:nvPr/>
        </p:nvGrpSpPr>
        <p:grpSpPr>
          <a:xfrm>
            <a:off x="4685130" y="1292959"/>
            <a:ext cx="3623070" cy="1348800"/>
            <a:chOff x="4685130" y="1292959"/>
            <a:chExt cx="3623070" cy="1348800"/>
          </a:xfrm>
        </p:grpSpPr>
        <p:sp>
          <p:nvSpPr>
            <p:cNvPr id="463" name="Google Shape;463;p23"/>
            <p:cNvSpPr/>
            <p:nvPr/>
          </p:nvSpPr>
          <p:spPr>
            <a:xfrm>
              <a:off x="4685130" y="1292959"/>
              <a:ext cx="1358400" cy="134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464" name="Google Shape;464;p23"/>
            <p:cNvGrpSpPr/>
            <p:nvPr/>
          </p:nvGrpSpPr>
          <p:grpSpPr>
            <a:xfrm>
              <a:off x="6322200" y="1577808"/>
              <a:ext cx="1986001" cy="780875"/>
              <a:chOff x="4924750" y="1349224"/>
              <a:chExt cx="1986001" cy="780875"/>
            </a:xfrm>
          </p:grpSpPr>
          <p:sp>
            <p:nvSpPr>
              <p:cNvPr id="465" name="Google Shape;465;p23"/>
              <p:cNvSpPr txBox="1"/>
              <p:nvPr/>
            </p:nvSpPr>
            <p:spPr>
              <a:xfrm>
                <a:off x="4924750" y="1349224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Weaknesses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66" name="Google Shape;466;p23"/>
              <p:cNvSpPr txBox="1"/>
              <p:nvPr/>
            </p:nvSpPr>
            <p:spPr>
              <a:xfrm>
                <a:off x="4924751" y="1645299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Venus is the second planet from the Sun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67" name="Google Shape;467;p23"/>
          <p:cNvGrpSpPr/>
          <p:nvPr/>
        </p:nvGrpSpPr>
        <p:grpSpPr>
          <a:xfrm>
            <a:off x="4685130" y="2867571"/>
            <a:ext cx="3623070" cy="1348800"/>
            <a:chOff x="4685130" y="2867571"/>
            <a:chExt cx="3623070" cy="1348800"/>
          </a:xfrm>
        </p:grpSpPr>
        <p:sp>
          <p:nvSpPr>
            <p:cNvPr id="468" name="Google Shape;468;p23"/>
            <p:cNvSpPr/>
            <p:nvPr/>
          </p:nvSpPr>
          <p:spPr>
            <a:xfrm>
              <a:off x="4685130" y="2867571"/>
              <a:ext cx="1358400" cy="134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469" name="Google Shape;469;p23"/>
            <p:cNvGrpSpPr/>
            <p:nvPr/>
          </p:nvGrpSpPr>
          <p:grpSpPr>
            <a:xfrm>
              <a:off x="6322200" y="3150577"/>
              <a:ext cx="1986001" cy="780875"/>
              <a:chOff x="6537291" y="3564798"/>
              <a:chExt cx="1986001" cy="780875"/>
            </a:xfrm>
          </p:grpSpPr>
          <p:sp>
            <p:nvSpPr>
              <p:cNvPr id="470" name="Google Shape;470;p23"/>
              <p:cNvSpPr txBox="1"/>
              <p:nvPr/>
            </p:nvSpPr>
            <p:spPr>
              <a:xfrm>
                <a:off x="6537291" y="3564798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Threats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71" name="Google Shape;471;p23"/>
              <p:cNvSpPr txBox="1"/>
              <p:nvPr/>
            </p:nvSpPr>
            <p:spPr>
              <a:xfrm>
                <a:off x="6537292" y="3860873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Mercury is the closest planet to the Sun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477" name="Google Shape;477;p24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78" name="Google Shape;478;p24"/>
          <p:cNvGrpSpPr/>
          <p:nvPr/>
        </p:nvGrpSpPr>
        <p:grpSpPr>
          <a:xfrm>
            <a:off x="5815550" y="3479501"/>
            <a:ext cx="2723103" cy="927689"/>
            <a:chOff x="5617897" y="3296621"/>
            <a:chExt cx="2723103" cy="927689"/>
          </a:xfrm>
        </p:grpSpPr>
        <p:sp>
          <p:nvSpPr>
            <p:cNvPr id="479" name="Google Shape;479;p24"/>
            <p:cNvSpPr/>
            <p:nvPr/>
          </p:nvSpPr>
          <p:spPr>
            <a:xfrm>
              <a:off x="5617897" y="3412977"/>
              <a:ext cx="548700" cy="54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480" name="Google Shape;480;p24"/>
            <p:cNvGrpSpPr/>
            <p:nvPr/>
          </p:nvGrpSpPr>
          <p:grpSpPr>
            <a:xfrm>
              <a:off x="6242800" y="3296621"/>
              <a:ext cx="2098201" cy="927689"/>
              <a:chOff x="6242800" y="3294866"/>
              <a:chExt cx="2098201" cy="927689"/>
            </a:xfrm>
          </p:grpSpPr>
          <p:sp>
            <p:nvSpPr>
              <p:cNvPr id="481" name="Google Shape;481;p24"/>
              <p:cNvSpPr txBox="1"/>
              <p:nvPr/>
            </p:nvSpPr>
            <p:spPr>
              <a:xfrm>
                <a:off x="6242801" y="3536154"/>
                <a:ext cx="2098200" cy="6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Despite being red, Mars is actually an extremely cold place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482" name="Google Shape;482;p24"/>
              <p:cNvSpPr txBox="1"/>
              <p:nvPr/>
            </p:nvSpPr>
            <p:spPr>
              <a:xfrm>
                <a:off x="6242800" y="3294866"/>
                <a:ext cx="20982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Mars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</p:grpSp>
      </p:grpSp>
      <p:grpSp>
        <p:nvGrpSpPr>
          <p:cNvPr id="483" name="Google Shape;483;p24"/>
          <p:cNvGrpSpPr/>
          <p:nvPr/>
        </p:nvGrpSpPr>
        <p:grpSpPr>
          <a:xfrm>
            <a:off x="5815550" y="1102070"/>
            <a:ext cx="2723103" cy="927670"/>
            <a:chOff x="5617897" y="919190"/>
            <a:chExt cx="2723103" cy="927670"/>
          </a:xfrm>
        </p:grpSpPr>
        <p:sp>
          <p:nvSpPr>
            <p:cNvPr id="484" name="Google Shape;484;p24"/>
            <p:cNvSpPr/>
            <p:nvPr/>
          </p:nvSpPr>
          <p:spPr>
            <a:xfrm>
              <a:off x="5617897" y="1035519"/>
              <a:ext cx="548700" cy="54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485" name="Google Shape;485;p24"/>
            <p:cNvGrpSpPr/>
            <p:nvPr/>
          </p:nvGrpSpPr>
          <p:grpSpPr>
            <a:xfrm>
              <a:off x="6242800" y="919190"/>
              <a:ext cx="2098201" cy="927670"/>
              <a:chOff x="6242800" y="1100300"/>
              <a:chExt cx="2098201" cy="927670"/>
            </a:xfrm>
          </p:grpSpPr>
          <p:sp>
            <p:nvSpPr>
              <p:cNvPr id="486" name="Google Shape;486;p24"/>
              <p:cNvSpPr txBox="1"/>
              <p:nvPr/>
            </p:nvSpPr>
            <p:spPr>
              <a:xfrm>
                <a:off x="6242800" y="1100300"/>
                <a:ext cx="20982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Venus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87" name="Google Shape;487;p24"/>
              <p:cNvSpPr txBox="1"/>
              <p:nvPr/>
            </p:nvSpPr>
            <p:spPr>
              <a:xfrm>
                <a:off x="6242801" y="1341570"/>
                <a:ext cx="2098200" cy="6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Venus has a beautiful name. Venus also has high temperatures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88" name="Google Shape;488;p24"/>
          <p:cNvGrpSpPr/>
          <p:nvPr/>
        </p:nvGrpSpPr>
        <p:grpSpPr>
          <a:xfrm>
            <a:off x="5815550" y="2290795"/>
            <a:ext cx="2723103" cy="927660"/>
            <a:chOff x="5617897" y="2107915"/>
            <a:chExt cx="2723103" cy="927660"/>
          </a:xfrm>
        </p:grpSpPr>
        <p:sp>
          <p:nvSpPr>
            <p:cNvPr id="489" name="Google Shape;489;p24"/>
            <p:cNvSpPr/>
            <p:nvPr/>
          </p:nvSpPr>
          <p:spPr>
            <a:xfrm>
              <a:off x="5617897" y="2224248"/>
              <a:ext cx="548700" cy="548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490" name="Google Shape;490;p24"/>
            <p:cNvGrpSpPr/>
            <p:nvPr/>
          </p:nvGrpSpPr>
          <p:grpSpPr>
            <a:xfrm>
              <a:off x="6242800" y="2107915"/>
              <a:ext cx="2098201" cy="927660"/>
              <a:chOff x="6242800" y="2197585"/>
              <a:chExt cx="2098201" cy="927660"/>
            </a:xfrm>
          </p:grpSpPr>
          <p:sp>
            <p:nvSpPr>
              <p:cNvPr id="491" name="Google Shape;491;p24"/>
              <p:cNvSpPr txBox="1"/>
              <p:nvPr/>
            </p:nvSpPr>
            <p:spPr>
              <a:xfrm>
                <a:off x="6242800" y="2197585"/>
                <a:ext cx="20982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Jupiter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92" name="Google Shape;492;p24"/>
              <p:cNvSpPr txBox="1"/>
              <p:nvPr/>
            </p:nvSpPr>
            <p:spPr>
              <a:xfrm>
                <a:off x="6242801" y="2438845"/>
                <a:ext cx="2098200" cy="6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It was named after the Roman god of the skies and lightning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93" name="Google Shape;493;p24"/>
          <p:cNvGrpSpPr/>
          <p:nvPr/>
        </p:nvGrpSpPr>
        <p:grpSpPr>
          <a:xfrm>
            <a:off x="2270900" y="1255383"/>
            <a:ext cx="3184069" cy="2998495"/>
            <a:chOff x="2270900" y="1255383"/>
            <a:chExt cx="3184069" cy="2998495"/>
          </a:xfrm>
        </p:grpSpPr>
        <p:sp>
          <p:nvSpPr>
            <p:cNvPr id="494" name="Google Shape;494;p24"/>
            <p:cNvSpPr/>
            <p:nvPr/>
          </p:nvSpPr>
          <p:spPr>
            <a:xfrm>
              <a:off x="2270900" y="2407377"/>
              <a:ext cx="1846500" cy="1846500"/>
            </a:xfrm>
            <a:prstGeom prst="ellipse">
              <a:avLst/>
            </a:prstGeom>
            <a:solidFill>
              <a:srgbClr val="D6CDC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3608469" y="2407377"/>
              <a:ext cx="1846500" cy="1846500"/>
            </a:xfrm>
            <a:prstGeom prst="ellipse">
              <a:avLst/>
            </a:prstGeom>
            <a:solidFill>
              <a:srgbClr val="F8F0EA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2939685" y="1255383"/>
              <a:ext cx="1846500" cy="1846500"/>
            </a:xfrm>
            <a:prstGeom prst="ellipse">
              <a:avLst/>
            </a:prstGeom>
            <a:solidFill>
              <a:srgbClr val="E95513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97" name="Google Shape;497;p24"/>
          <p:cNvGrpSpPr/>
          <p:nvPr/>
        </p:nvGrpSpPr>
        <p:grpSpPr>
          <a:xfrm>
            <a:off x="605347" y="1704335"/>
            <a:ext cx="1846583" cy="780875"/>
            <a:chOff x="1703079" y="1342875"/>
            <a:chExt cx="1986001" cy="780875"/>
          </a:xfrm>
        </p:grpSpPr>
        <p:sp>
          <p:nvSpPr>
            <p:cNvPr id="498" name="Google Shape;498;p24"/>
            <p:cNvSpPr txBox="1"/>
            <p:nvPr/>
          </p:nvSpPr>
          <p:spPr>
            <a:xfrm>
              <a:off x="1703079" y="13428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Saturn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99" name="Google Shape;499;p24"/>
            <p:cNvSpPr txBox="1"/>
            <p:nvPr/>
          </p:nvSpPr>
          <p:spPr>
            <a:xfrm>
              <a:off x="1703080" y="16389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Saturn is a gas giant and has several rings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500" name="Google Shape;500;p24"/>
          <p:cNvCxnSpPr>
            <a:stCxn id="498" idx="3"/>
          </p:cNvCxnSpPr>
          <p:nvPr/>
        </p:nvCxnSpPr>
        <p:spPr>
          <a:xfrm>
            <a:off x="2451929" y="1903685"/>
            <a:ext cx="1433100" cy="1016700"/>
          </a:xfrm>
          <a:prstGeom prst="bentConnector3">
            <a:avLst>
              <a:gd fmla="val 1670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7" name="Google Shape;507;p2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370" y="973075"/>
            <a:ext cx="4340283" cy="2683749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5"/>
          <p:cNvSpPr/>
          <p:nvPr/>
        </p:nvSpPr>
        <p:spPr>
          <a:xfrm>
            <a:off x="582225" y="3706310"/>
            <a:ext cx="1461300" cy="768900"/>
          </a:xfrm>
          <a:prstGeom prst="rect">
            <a:avLst/>
          </a:prstGeom>
          <a:solidFill>
            <a:srgbClr val="E95513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100,000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2224350" y="3706310"/>
            <a:ext cx="1461300" cy="768900"/>
          </a:xfrm>
          <a:prstGeom prst="rect">
            <a:avLst/>
          </a:prstGeom>
          <a:solidFill>
            <a:srgbClr val="D6CDC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30,000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3866475" y="3706310"/>
            <a:ext cx="1461300" cy="768900"/>
          </a:xfrm>
          <a:prstGeom prst="rect">
            <a:avLst/>
          </a:prstGeom>
          <a:solidFill>
            <a:srgbClr val="F8F0EA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5000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aphicFrame>
        <p:nvGraphicFramePr>
          <p:cNvPr id="511" name="Google Shape;511;p25"/>
          <p:cNvGraphicFramePr/>
          <p:nvPr/>
        </p:nvGraphicFramePr>
        <p:xfrm>
          <a:off x="5634900" y="9954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{C6B81219-01C2-4C35-BEFB-34C79CCE8DD3}</a:tableStyleId>
              </a:tblPr>
              <a:tblGrid>
                <a:gridCol w="975625"/>
                <a:gridCol w="975625"/>
                <a:gridCol w="975625"/>
              </a:tblGrid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-3%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+10%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+80%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-5%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+15%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-2%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+20%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+5%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2" name="Google Shape;512;p25"/>
          <p:cNvSpPr txBox="1"/>
          <p:nvPr/>
        </p:nvSpPr>
        <p:spPr>
          <a:xfrm>
            <a:off x="452550" y="4524663"/>
            <a:ext cx="8238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Follow the link in the graph to modify its data and then paste the new one here.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518" name="Google Shape;518;p2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9" name="Google Shape;519;p2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583" y="2435124"/>
            <a:ext cx="2535250" cy="20809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0" name="Google Shape;520;p26"/>
          <p:cNvGrpSpPr/>
          <p:nvPr/>
        </p:nvGrpSpPr>
        <p:grpSpPr>
          <a:xfrm>
            <a:off x="3209250" y="2597786"/>
            <a:ext cx="1561500" cy="1755600"/>
            <a:chOff x="3209250" y="2750186"/>
            <a:chExt cx="1561500" cy="1755600"/>
          </a:xfrm>
        </p:grpSpPr>
        <p:sp>
          <p:nvSpPr>
            <p:cNvPr id="521" name="Google Shape;521;p26"/>
            <p:cNvSpPr/>
            <p:nvPr/>
          </p:nvSpPr>
          <p:spPr>
            <a:xfrm>
              <a:off x="3209250" y="2750186"/>
              <a:ext cx="1561500" cy="1755600"/>
            </a:xfrm>
            <a:prstGeom prst="rect">
              <a:avLst/>
            </a:prstGeom>
            <a:solidFill>
              <a:srgbClr val="D6CDC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522" name="Google Shape;522;p26"/>
            <p:cNvGrpSpPr/>
            <p:nvPr/>
          </p:nvGrpSpPr>
          <p:grpSpPr>
            <a:xfrm>
              <a:off x="3401709" y="3791786"/>
              <a:ext cx="1176600" cy="637800"/>
              <a:chOff x="3401709" y="2155550"/>
              <a:chExt cx="1176600" cy="637800"/>
            </a:xfrm>
          </p:grpSpPr>
          <p:sp>
            <p:nvSpPr>
              <p:cNvPr id="523" name="Google Shape;523;p26"/>
              <p:cNvSpPr txBox="1"/>
              <p:nvPr/>
            </p:nvSpPr>
            <p:spPr>
              <a:xfrm>
                <a:off x="3401709" y="2155550"/>
                <a:ext cx="11766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Saturn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24" name="Google Shape;524;p26"/>
              <p:cNvSpPr txBox="1"/>
              <p:nvPr/>
            </p:nvSpPr>
            <p:spPr>
              <a:xfrm>
                <a:off x="3401709" y="2436350"/>
                <a:ext cx="11766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45%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</p:grpSp>
      </p:grpSp>
      <p:grpSp>
        <p:nvGrpSpPr>
          <p:cNvPr id="525" name="Google Shape;525;p26"/>
          <p:cNvGrpSpPr/>
          <p:nvPr/>
        </p:nvGrpSpPr>
        <p:grpSpPr>
          <a:xfrm>
            <a:off x="5060895" y="2597786"/>
            <a:ext cx="1561500" cy="1755600"/>
            <a:chOff x="5060895" y="2750186"/>
            <a:chExt cx="1561500" cy="1755600"/>
          </a:xfrm>
        </p:grpSpPr>
        <p:sp>
          <p:nvSpPr>
            <p:cNvPr id="526" name="Google Shape;526;p26"/>
            <p:cNvSpPr/>
            <p:nvPr/>
          </p:nvSpPr>
          <p:spPr>
            <a:xfrm>
              <a:off x="5060895" y="2750186"/>
              <a:ext cx="1561500" cy="1755600"/>
            </a:xfrm>
            <a:prstGeom prst="rect">
              <a:avLst/>
            </a:prstGeom>
            <a:solidFill>
              <a:srgbClr val="F8F0EA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527" name="Google Shape;527;p26"/>
            <p:cNvGrpSpPr/>
            <p:nvPr/>
          </p:nvGrpSpPr>
          <p:grpSpPr>
            <a:xfrm>
              <a:off x="5253309" y="3791786"/>
              <a:ext cx="1176600" cy="637800"/>
              <a:chOff x="5253309" y="2155550"/>
              <a:chExt cx="1176600" cy="637800"/>
            </a:xfrm>
          </p:grpSpPr>
          <p:sp>
            <p:nvSpPr>
              <p:cNvPr id="528" name="Google Shape;528;p26"/>
              <p:cNvSpPr txBox="1"/>
              <p:nvPr/>
            </p:nvSpPr>
            <p:spPr>
              <a:xfrm>
                <a:off x="5253309" y="2155550"/>
                <a:ext cx="11766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Venus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29" name="Google Shape;529;p26"/>
              <p:cNvSpPr txBox="1"/>
              <p:nvPr/>
            </p:nvSpPr>
            <p:spPr>
              <a:xfrm>
                <a:off x="5253309" y="2436350"/>
                <a:ext cx="11766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2</a:t>
                </a: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5%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</p:grpSp>
      </p:grpSp>
      <p:grpSp>
        <p:nvGrpSpPr>
          <p:cNvPr id="530" name="Google Shape;530;p26"/>
          <p:cNvGrpSpPr/>
          <p:nvPr/>
        </p:nvGrpSpPr>
        <p:grpSpPr>
          <a:xfrm>
            <a:off x="6912517" y="2597786"/>
            <a:ext cx="1561500" cy="1755600"/>
            <a:chOff x="6912517" y="2750186"/>
            <a:chExt cx="1561500" cy="1755600"/>
          </a:xfrm>
        </p:grpSpPr>
        <p:sp>
          <p:nvSpPr>
            <p:cNvPr id="531" name="Google Shape;531;p26"/>
            <p:cNvSpPr/>
            <p:nvPr/>
          </p:nvSpPr>
          <p:spPr>
            <a:xfrm>
              <a:off x="6912517" y="2750186"/>
              <a:ext cx="1561500" cy="1755600"/>
            </a:xfrm>
            <a:prstGeom prst="rect">
              <a:avLst/>
            </a:prstGeom>
            <a:solidFill>
              <a:srgbClr val="E95513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532" name="Google Shape;532;p26"/>
            <p:cNvGrpSpPr/>
            <p:nvPr/>
          </p:nvGrpSpPr>
          <p:grpSpPr>
            <a:xfrm>
              <a:off x="7104959" y="3791786"/>
              <a:ext cx="1176600" cy="637800"/>
              <a:chOff x="7104959" y="2155550"/>
              <a:chExt cx="1176600" cy="637800"/>
            </a:xfrm>
          </p:grpSpPr>
          <p:sp>
            <p:nvSpPr>
              <p:cNvPr id="533" name="Google Shape;533;p26"/>
              <p:cNvSpPr txBox="1"/>
              <p:nvPr/>
            </p:nvSpPr>
            <p:spPr>
              <a:xfrm>
                <a:off x="7104959" y="2155550"/>
                <a:ext cx="11766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Mars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34" name="Google Shape;534;p26"/>
              <p:cNvSpPr txBox="1"/>
              <p:nvPr/>
            </p:nvSpPr>
            <p:spPr>
              <a:xfrm>
                <a:off x="7104959" y="2436350"/>
                <a:ext cx="11766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30</a:t>
                </a: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%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</p:grpSp>
      </p:grpSp>
      <p:sp>
        <p:nvSpPr>
          <p:cNvPr id="535" name="Google Shape;535;p26"/>
          <p:cNvSpPr/>
          <p:nvPr/>
        </p:nvSpPr>
        <p:spPr>
          <a:xfrm>
            <a:off x="1381775" y="984633"/>
            <a:ext cx="804600" cy="804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6" name="Google Shape;536;p26"/>
          <p:cNvSpPr/>
          <p:nvPr/>
        </p:nvSpPr>
        <p:spPr>
          <a:xfrm>
            <a:off x="3240375" y="984633"/>
            <a:ext cx="804600" cy="804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7" name="Google Shape;537;p26"/>
          <p:cNvSpPr/>
          <p:nvPr/>
        </p:nvSpPr>
        <p:spPr>
          <a:xfrm>
            <a:off x="5098975" y="984608"/>
            <a:ext cx="804600" cy="804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8" name="Google Shape;538;p26"/>
          <p:cNvSpPr/>
          <p:nvPr/>
        </p:nvSpPr>
        <p:spPr>
          <a:xfrm>
            <a:off x="6957575" y="984608"/>
            <a:ext cx="804600" cy="804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9" name="Google Shape;539;p26"/>
          <p:cNvSpPr/>
          <p:nvPr/>
        </p:nvSpPr>
        <p:spPr>
          <a:xfrm>
            <a:off x="5061952" y="947689"/>
            <a:ext cx="878700" cy="878700"/>
          </a:xfrm>
          <a:prstGeom prst="blockArc">
            <a:avLst>
              <a:gd fmla="val 16202726" name="adj1"/>
              <a:gd fmla="val 2128" name="adj2"/>
              <a:gd fmla="val 9696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6"/>
          <p:cNvSpPr/>
          <p:nvPr/>
        </p:nvSpPr>
        <p:spPr>
          <a:xfrm>
            <a:off x="1344593" y="947564"/>
            <a:ext cx="878700" cy="878700"/>
          </a:xfrm>
          <a:prstGeom prst="blockArc">
            <a:avLst>
              <a:gd fmla="val 16205366" name="adj1"/>
              <a:gd fmla="val 10797654" name="adj2"/>
              <a:gd fmla="val 937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6"/>
          <p:cNvSpPr/>
          <p:nvPr/>
        </p:nvSpPr>
        <p:spPr>
          <a:xfrm rot="5400000">
            <a:off x="3203309" y="947565"/>
            <a:ext cx="878700" cy="878700"/>
          </a:xfrm>
          <a:prstGeom prst="blockArc">
            <a:avLst>
              <a:gd fmla="val 10793852" name="adj1"/>
              <a:gd fmla="val 2343236" name="adj2"/>
              <a:gd fmla="val 9705" name="adj3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6"/>
          <p:cNvSpPr/>
          <p:nvPr/>
        </p:nvSpPr>
        <p:spPr>
          <a:xfrm rot="5400000">
            <a:off x="6920332" y="947492"/>
            <a:ext cx="879000" cy="879000"/>
          </a:xfrm>
          <a:prstGeom prst="blockArc">
            <a:avLst>
              <a:gd fmla="val 10799949" name="adj1"/>
              <a:gd fmla="val 21598598" name="adj2"/>
              <a:gd fmla="val 9964" name="adj3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3" name="Google Shape;543;p26"/>
          <p:cNvGrpSpPr/>
          <p:nvPr/>
        </p:nvGrpSpPr>
        <p:grpSpPr>
          <a:xfrm>
            <a:off x="936698" y="1224445"/>
            <a:ext cx="1701908" cy="1238082"/>
            <a:chOff x="936698" y="1224445"/>
            <a:chExt cx="1701908" cy="1238082"/>
          </a:xfrm>
        </p:grpSpPr>
        <p:grpSp>
          <p:nvGrpSpPr>
            <p:cNvPr id="544" name="Google Shape;544;p26"/>
            <p:cNvGrpSpPr/>
            <p:nvPr/>
          </p:nvGrpSpPr>
          <p:grpSpPr>
            <a:xfrm>
              <a:off x="936698" y="1884225"/>
              <a:ext cx="1701908" cy="578303"/>
              <a:chOff x="936698" y="4094425"/>
              <a:chExt cx="1701908" cy="578303"/>
            </a:xfrm>
          </p:grpSpPr>
          <p:sp>
            <p:nvSpPr>
              <p:cNvPr id="545" name="Google Shape;545;p26"/>
              <p:cNvSpPr txBox="1"/>
              <p:nvPr/>
            </p:nvSpPr>
            <p:spPr>
              <a:xfrm>
                <a:off x="936706" y="4094425"/>
                <a:ext cx="17019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Mercury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46" name="Google Shape;546;p26"/>
              <p:cNvSpPr txBox="1"/>
              <p:nvPr/>
            </p:nvSpPr>
            <p:spPr>
              <a:xfrm>
                <a:off x="936698" y="4347828"/>
                <a:ext cx="1701900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Mercury is small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547" name="Google Shape;547;p26"/>
            <p:cNvSpPr txBox="1"/>
            <p:nvPr/>
          </p:nvSpPr>
          <p:spPr>
            <a:xfrm>
              <a:off x="1421952" y="1224445"/>
              <a:ext cx="7314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75%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548" name="Google Shape;548;p26"/>
          <p:cNvGrpSpPr/>
          <p:nvPr/>
        </p:nvGrpSpPr>
        <p:grpSpPr>
          <a:xfrm>
            <a:off x="2791725" y="1224445"/>
            <a:ext cx="1701908" cy="1238082"/>
            <a:chOff x="2791725" y="1224445"/>
            <a:chExt cx="1701908" cy="1238082"/>
          </a:xfrm>
        </p:grpSpPr>
        <p:grpSp>
          <p:nvGrpSpPr>
            <p:cNvPr id="549" name="Google Shape;549;p26"/>
            <p:cNvGrpSpPr/>
            <p:nvPr/>
          </p:nvGrpSpPr>
          <p:grpSpPr>
            <a:xfrm>
              <a:off x="2791725" y="1884225"/>
              <a:ext cx="1701908" cy="578303"/>
              <a:chOff x="2791725" y="4094425"/>
              <a:chExt cx="1701908" cy="578303"/>
            </a:xfrm>
          </p:grpSpPr>
          <p:sp>
            <p:nvSpPr>
              <p:cNvPr id="550" name="Google Shape;550;p26"/>
              <p:cNvSpPr txBox="1"/>
              <p:nvPr/>
            </p:nvSpPr>
            <p:spPr>
              <a:xfrm>
                <a:off x="2791733" y="4094425"/>
                <a:ext cx="17019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Earth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51" name="Google Shape;551;p26"/>
              <p:cNvSpPr txBox="1"/>
              <p:nvPr/>
            </p:nvSpPr>
            <p:spPr>
              <a:xfrm>
                <a:off x="2791725" y="4347828"/>
                <a:ext cx="1701900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Earth has life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552" name="Google Shape;552;p26"/>
            <p:cNvSpPr txBox="1"/>
            <p:nvPr/>
          </p:nvSpPr>
          <p:spPr>
            <a:xfrm>
              <a:off x="3278184" y="1224445"/>
              <a:ext cx="7314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65%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553" name="Google Shape;553;p26"/>
          <p:cNvGrpSpPr/>
          <p:nvPr/>
        </p:nvGrpSpPr>
        <p:grpSpPr>
          <a:xfrm>
            <a:off x="4649162" y="1224445"/>
            <a:ext cx="1701908" cy="1238082"/>
            <a:chOff x="4649162" y="1224445"/>
            <a:chExt cx="1701908" cy="1238082"/>
          </a:xfrm>
        </p:grpSpPr>
        <p:grpSp>
          <p:nvGrpSpPr>
            <p:cNvPr id="554" name="Google Shape;554;p26"/>
            <p:cNvGrpSpPr/>
            <p:nvPr/>
          </p:nvGrpSpPr>
          <p:grpSpPr>
            <a:xfrm>
              <a:off x="4649162" y="1884225"/>
              <a:ext cx="1701908" cy="578303"/>
              <a:chOff x="4649162" y="4094425"/>
              <a:chExt cx="1701908" cy="578303"/>
            </a:xfrm>
          </p:grpSpPr>
          <p:sp>
            <p:nvSpPr>
              <p:cNvPr id="555" name="Google Shape;555;p26"/>
              <p:cNvSpPr txBox="1"/>
              <p:nvPr/>
            </p:nvSpPr>
            <p:spPr>
              <a:xfrm>
                <a:off x="4649170" y="4094425"/>
                <a:ext cx="17019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Jupiter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56" name="Google Shape;556;p26"/>
              <p:cNvSpPr txBox="1"/>
              <p:nvPr/>
            </p:nvSpPr>
            <p:spPr>
              <a:xfrm>
                <a:off x="4649162" y="4347828"/>
                <a:ext cx="1701900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Jupiter is big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557" name="Google Shape;557;p26"/>
            <p:cNvSpPr txBox="1"/>
            <p:nvPr/>
          </p:nvSpPr>
          <p:spPr>
            <a:xfrm>
              <a:off x="5134416" y="1224445"/>
              <a:ext cx="7314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558" name="Google Shape;558;p26"/>
          <p:cNvGrpSpPr/>
          <p:nvPr/>
        </p:nvGrpSpPr>
        <p:grpSpPr>
          <a:xfrm>
            <a:off x="6505394" y="1224445"/>
            <a:ext cx="1701908" cy="1238082"/>
            <a:chOff x="6505394" y="1224445"/>
            <a:chExt cx="1701908" cy="1238082"/>
          </a:xfrm>
        </p:grpSpPr>
        <p:grpSp>
          <p:nvGrpSpPr>
            <p:cNvPr id="559" name="Google Shape;559;p26"/>
            <p:cNvGrpSpPr/>
            <p:nvPr/>
          </p:nvGrpSpPr>
          <p:grpSpPr>
            <a:xfrm>
              <a:off x="6505394" y="1884225"/>
              <a:ext cx="1701908" cy="578303"/>
              <a:chOff x="6505394" y="4094425"/>
              <a:chExt cx="1701908" cy="578303"/>
            </a:xfrm>
          </p:grpSpPr>
          <p:sp>
            <p:nvSpPr>
              <p:cNvPr id="560" name="Google Shape;560;p26"/>
              <p:cNvSpPr txBox="1"/>
              <p:nvPr/>
            </p:nvSpPr>
            <p:spPr>
              <a:xfrm>
                <a:off x="6505402" y="4094425"/>
                <a:ext cx="17019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Neptune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61" name="Google Shape;561;p26"/>
              <p:cNvSpPr txBox="1"/>
              <p:nvPr/>
            </p:nvSpPr>
            <p:spPr>
              <a:xfrm>
                <a:off x="6505394" y="4347828"/>
                <a:ext cx="1701900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It is far away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562" name="Google Shape;562;p26"/>
            <p:cNvSpPr txBox="1"/>
            <p:nvPr/>
          </p:nvSpPr>
          <p:spPr>
            <a:xfrm>
              <a:off x="6990648" y="1224445"/>
              <a:ext cx="7314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563" name="Google Shape;563;p26"/>
          <p:cNvGrpSpPr/>
          <p:nvPr/>
        </p:nvGrpSpPr>
        <p:grpSpPr>
          <a:xfrm>
            <a:off x="3715694" y="2886845"/>
            <a:ext cx="548622" cy="496878"/>
            <a:chOff x="8972134" y="2125600"/>
            <a:chExt cx="488446" cy="435782"/>
          </a:xfrm>
        </p:grpSpPr>
        <p:sp>
          <p:nvSpPr>
            <p:cNvPr id="564" name="Google Shape;564;p26"/>
            <p:cNvSpPr/>
            <p:nvPr/>
          </p:nvSpPr>
          <p:spPr>
            <a:xfrm>
              <a:off x="8972134" y="2125600"/>
              <a:ext cx="488446" cy="435782"/>
            </a:xfrm>
            <a:custGeom>
              <a:rect b="b" l="l" r="r" t="t"/>
              <a:pathLst>
                <a:path extrusionOk="0" h="17807" w="19961">
                  <a:moveTo>
                    <a:pt x="17464" y="2423"/>
                  </a:moveTo>
                  <a:cubicBezTo>
                    <a:pt x="17528" y="2423"/>
                    <a:pt x="17583" y="2474"/>
                    <a:pt x="17583" y="2538"/>
                  </a:cubicBezTo>
                  <a:lnTo>
                    <a:pt x="17583" y="3260"/>
                  </a:lnTo>
                  <a:cubicBezTo>
                    <a:pt x="17583" y="3324"/>
                    <a:pt x="17528" y="3374"/>
                    <a:pt x="17464" y="3374"/>
                  </a:cubicBezTo>
                  <a:lnTo>
                    <a:pt x="10296" y="3374"/>
                  </a:lnTo>
                  <a:cubicBezTo>
                    <a:pt x="10232" y="3374"/>
                    <a:pt x="10177" y="3324"/>
                    <a:pt x="10177" y="3260"/>
                  </a:cubicBezTo>
                  <a:lnTo>
                    <a:pt x="10177" y="2538"/>
                  </a:lnTo>
                  <a:cubicBezTo>
                    <a:pt x="10177" y="2474"/>
                    <a:pt x="10232" y="2423"/>
                    <a:pt x="10296" y="2423"/>
                  </a:cubicBezTo>
                  <a:lnTo>
                    <a:pt x="10694" y="2423"/>
                  </a:lnTo>
                  <a:lnTo>
                    <a:pt x="10694" y="2702"/>
                  </a:lnTo>
                  <a:cubicBezTo>
                    <a:pt x="10694" y="2862"/>
                    <a:pt x="10826" y="2995"/>
                    <a:pt x="10986" y="2995"/>
                  </a:cubicBezTo>
                  <a:cubicBezTo>
                    <a:pt x="11146" y="2995"/>
                    <a:pt x="11279" y="2862"/>
                    <a:pt x="11279" y="2702"/>
                  </a:cubicBezTo>
                  <a:lnTo>
                    <a:pt x="11279" y="2423"/>
                  </a:lnTo>
                  <a:lnTo>
                    <a:pt x="12138" y="2423"/>
                  </a:lnTo>
                  <a:lnTo>
                    <a:pt x="12138" y="2702"/>
                  </a:lnTo>
                  <a:cubicBezTo>
                    <a:pt x="12138" y="2862"/>
                    <a:pt x="12271" y="2995"/>
                    <a:pt x="12431" y="2995"/>
                  </a:cubicBezTo>
                  <a:cubicBezTo>
                    <a:pt x="12595" y="2995"/>
                    <a:pt x="12723" y="2862"/>
                    <a:pt x="12723" y="2702"/>
                  </a:cubicBezTo>
                  <a:lnTo>
                    <a:pt x="12723" y="2423"/>
                  </a:lnTo>
                  <a:lnTo>
                    <a:pt x="13587" y="2423"/>
                  </a:lnTo>
                  <a:lnTo>
                    <a:pt x="13587" y="2702"/>
                  </a:lnTo>
                  <a:cubicBezTo>
                    <a:pt x="13587" y="2862"/>
                    <a:pt x="13720" y="2995"/>
                    <a:pt x="13880" y="2995"/>
                  </a:cubicBezTo>
                  <a:cubicBezTo>
                    <a:pt x="14040" y="2995"/>
                    <a:pt x="14173" y="2862"/>
                    <a:pt x="14173" y="2702"/>
                  </a:cubicBezTo>
                  <a:lnTo>
                    <a:pt x="14173" y="2423"/>
                  </a:lnTo>
                  <a:lnTo>
                    <a:pt x="15037" y="2423"/>
                  </a:lnTo>
                  <a:lnTo>
                    <a:pt x="15037" y="2702"/>
                  </a:lnTo>
                  <a:cubicBezTo>
                    <a:pt x="15037" y="2862"/>
                    <a:pt x="15165" y="2995"/>
                    <a:pt x="15329" y="2995"/>
                  </a:cubicBezTo>
                  <a:cubicBezTo>
                    <a:pt x="15489" y="2995"/>
                    <a:pt x="15617" y="2862"/>
                    <a:pt x="15617" y="2702"/>
                  </a:cubicBezTo>
                  <a:lnTo>
                    <a:pt x="15617" y="2423"/>
                  </a:lnTo>
                  <a:lnTo>
                    <a:pt x="16481" y="2423"/>
                  </a:lnTo>
                  <a:lnTo>
                    <a:pt x="16481" y="2702"/>
                  </a:lnTo>
                  <a:cubicBezTo>
                    <a:pt x="16481" y="2862"/>
                    <a:pt x="16614" y="2995"/>
                    <a:pt x="16774" y="2995"/>
                  </a:cubicBezTo>
                  <a:cubicBezTo>
                    <a:pt x="16934" y="2995"/>
                    <a:pt x="17066" y="2862"/>
                    <a:pt x="17066" y="2702"/>
                  </a:cubicBezTo>
                  <a:lnTo>
                    <a:pt x="17066" y="2423"/>
                  </a:lnTo>
                  <a:close/>
                  <a:moveTo>
                    <a:pt x="18447" y="3959"/>
                  </a:moveTo>
                  <a:cubicBezTo>
                    <a:pt x="18506" y="3959"/>
                    <a:pt x="18561" y="4014"/>
                    <a:pt x="18561" y="4074"/>
                  </a:cubicBezTo>
                  <a:lnTo>
                    <a:pt x="18561" y="4801"/>
                  </a:lnTo>
                  <a:cubicBezTo>
                    <a:pt x="18561" y="4860"/>
                    <a:pt x="18506" y="4915"/>
                    <a:pt x="18447" y="4915"/>
                  </a:cubicBezTo>
                  <a:lnTo>
                    <a:pt x="11274" y="4915"/>
                  </a:lnTo>
                  <a:cubicBezTo>
                    <a:pt x="11210" y="4915"/>
                    <a:pt x="11155" y="4860"/>
                    <a:pt x="11155" y="4801"/>
                  </a:cubicBezTo>
                  <a:lnTo>
                    <a:pt x="11155" y="4074"/>
                  </a:lnTo>
                  <a:cubicBezTo>
                    <a:pt x="11155" y="4014"/>
                    <a:pt x="11210" y="3959"/>
                    <a:pt x="11274" y="3959"/>
                  </a:cubicBezTo>
                  <a:lnTo>
                    <a:pt x="11672" y="3959"/>
                  </a:lnTo>
                  <a:lnTo>
                    <a:pt x="11672" y="4243"/>
                  </a:lnTo>
                  <a:cubicBezTo>
                    <a:pt x="11672" y="4403"/>
                    <a:pt x="11804" y="4531"/>
                    <a:pt x="11964" y="4531"/>
                  </a:cubicBezTo>
                  <a:cubicBezTo>
                    <a:pt x="12124" y="4531"/>
                    <a:pt x="12257" y="4403"/>
                    <a:pt x="12257" y="4243"/>
                  </a:cubicBezTo>
                  <a:lnTo>
                    <a:pt x="12257" y="3959"/>
                  </a:lnTo>
                  <a:lnTo>
                    <a:pt x="13121" y="3959"/>
                  </a:lnTo>
                  <a:lnTo>
                    <a:pt x="13121" y="4243"/>
                  </a:lnTo>
                  <a:cubicBezTo>
                    <a:pt x="13121" y="4403"/>
                    <a:pt x="13249" y="4531"/>
                    <a:pt x="13414" y="4531"/>
                  </a:cubicBezTo>
                  <a:cubicBezTo>
                    <a:pt x="13574" y="4531"/>
                    <a:pt x="13702" y="4403"/>
                    <a:pt x="13702" y="4243"/>
                  </a:cubicBezTo>
                  <a:lnTo>
                    <a:pt x="13702" y="3959"/>
                  </a:lnTo>
                  <a:lnTo>
                    <a:pt x="14566" y="3959"/>
                  </a:lnTo>
                  <a:lnTo>
                    <a:pt x="14566" y="4243"/>
                  </a:lnTo>
                  <a:cubicBezTo>
                    <a:pt x="14566" y="4403"/>
                    <a:pt x="14698" y="4531"/>
                    <a:pt x="14858" y="4531"/>
                  </a:cubicBezTo>
                  <a:cubicBezTo>
                    <a:pt x="15018" y="4531"/>
                    <a:pt x="15151" y="4403"/>
                    <a:pt x="15151" y="4243"/>
                  </a:cubicBezTo>
                  <a:lnTo>
                    <a:pt x="15151" y="3959"/>
                  </a:lnTo>
                  <a:lnTo>
                    <a:pt x="16015" y="3959"/>
                  </a:lnTo>
                  <a:lnTo>
                    <a:pt x="16015" y="4243"/>
                  </a:lnTo>
                  <a:cubicBezTo>
                    <a:pt x="16015" y="4403"/>
                    <a:pt x="16143" y="4531"/>
                    <a:pt x="16308" y="4531"/>
                  </a:cubicBezTo>
                  <a:cubicBezTo>
                    <a:pt x="16468" y="4531"/>
                    <a:pt x="16600" y="4403"/>
                    <a:pt x="16600" y="4243"/>
                  </a:cubicBezTo>
                  <a:lnTo>
                    <a:pt x="16600" y="3959"/>
                  </a:lnTo>
                  <a:lnTo>
                    <a:pt x="17460" y="3959"/>
                  </a:lnTo>
                  <a:lnTo>
                    <a:pt x="17460" y="4243"/>
                  </a:lnTo>
                  <a:cubicBezTo>
                    <a:pt x="17460" y="4403"/>
                    <a:pt x="17592" y="4531"/>
                    <a:pt x="17752" y="4531"/>
                  </a:cubicBezTo>
                  <a:cubicBezTo>
                    <a:pt x="17912" y="4531"/>
                    <a:pt x="18045" y="4403"/>
                    <a:pt x="18045" y="4243"/>
                  </a:cubicBezTo>
                  <a:lnTo>
                    <a:pt x="18045" y="3959"/>
                  </a:lnTo>
                  <a:close/>
                  <a:moveTo>
                    <a:pt x="17519" y="5500"/>
                  </a:moveTo>
                  <a:cubicBezTo>
                    <a:pt x="17583" y="5500"/>
                    <a:pt x="17638" y="5550"/>
                    <a:pt x="17638" y="5614"/>
                  </a:cubicBezTo>
                  <a:lnTo>
                    <a:pt x="17638" y="6337"/>
                  </a:lnTo>
                  <a:cubicBezTo>
                    <a:pt x="17638" y="6401"/>
                    <a:pt x="17583" y="6451"/>
                    <a:pt x="17519" y="6451"/>
                  </a:cubicBezTo>
                  <a:lnTo>
                    <a:pt x="10346" y="6451"/>
                  </a:lnTo>
                  <a:cubicBezTo>
                    <a:pt x="10287" y="6451"/>
                    <a:pt x="10232" y="6401"/>
                    <a:pt x="10232" y="6337"/>
                  </a:cubicBezTo>
                  <a:lnTo>
                    <a:pt x="10232" y="5614"/>
                  </a:lnTo>
                  <a:cubicBezTo>
                    <a:pt x="10232" y="5550"/>
                    <a:pt x="10287" y="5500"/>
                    <a:pt x="10346" y="5500"/>
                  </a:cubicBezTo>
                  <a:lnTo>
                    <a:pt x="10748" y="5500"/>
                  </a:lnTo>
                  <a:lnTo>
                    <a:pt x="10748" y="5779"/>
                  </a:lnTo>
                  <a:cubicBezTo>
                    <a:pt x="10748" y="5939"/>
                    <a:pt x="10876" y="6071"/>
                    <a:pt x="11041" y="6071"/>
                  </a:cubicBezTo>
                  <a:cubicBezTo>
                    <a:pt x="11201" y="6071"/>
                    <a:pt x="11334" y="5939"/>
                    <a:pt x="11334" y="5779"/>
                  </a:cubicBezTo>
                  <a:lnTo>
                    <a:pt x="11334" y="5500"/>
                  </a:lnTo>
                  <a:lnTo>
                    <a:pt x="12193" y="5500"/>
                  </a:lnTo>
                  <a:lnTo>
                    <a:pt x="12193" y="5779"/>
                  </a:lnTo>
                  <a:cubicBezTo>
                    <a:pt x="12193" y="5939"/>
                    <a:pt x="12326" y="6071"/>
                    <a:pt x="12486" y="6071"/>
                  </a:cubicBezTo>
                  <a:cubicBezTo>
                    <a:pt x="12650" y="6071"/>
                    <a:pt x="12778" y="5939"/>
                    <a:pt x="12778" y="5779"/>
                  </a:cubicBezTo>
                  <a:lnTo>
                    <a:pt x="12778" y="5500"/>
                  </a:lnTo>
                  <a:lnTo>
                    <a:pt x="13642" y="5500"/>
                  </a:lnTo>
                  <a:lnTo>
                    <a:pt x="13642" y="5779"/>
                  </a:lnTo>
                  <a:cubicBezTo>
                    <a:pt x="13642" y="5939"/>
                    <a:pt x="13775" y="6071"/>
                    <a:pt x="13935" y="6071"/>
                  </a:cubicBezTo>
                  <a:cubicBezTo>
                    <a:pt x="14095" y="6071"/>
                    <a:pt x="14227" y="5939"/>
                    <a:pt x="14227" y="5779"/>
                  </a:cubicBezTo>
                  <a:lnTo>
                    <a:pt x="14227" y="5500"/>
                  </a:lnTo>
                  <a:lnTo>
                    <a:pt x="15087" y="5500"/>
                  </a:lnTo>
                  <a:lnTo>
                    <a:pt x="15087" y="5779"/>
                  </a:lnTo>
                  <a:cubicBezTo>
                    <a:pt x="15087" y="5939"/>
                    <a:pt x="15219" y="6071"/>
                    <a:pt x="15379" y="6071"/>
                  </a:cubicBezTo>
                  <a:cubicBezTo>
                    <a:pt x="15544" y="6071"/>
                    <a:pt x="15672" y="5939"/>
                    <a:pt x="15672" y="5779"/>
                  </a:cubicBezTo>
                  <a:lnTo>
                    <a:pt x="15672" y="5500"/>
                  </a:lnTo>
                  <a:lnTo>
                    <a:pt x="16536" y="5500"/>
                  </a:lnTo>
                  <a:lnTo>
                    <a:pt x="16536" y="5779"/>
                  </a:lnTo>
                  <a:cubicBezTo>
                    <a:pt x="16536" y="5939"/>
                    <a:pt x="16669" y="6071"/>
                    <a:pt x="16829" y="6071"/>
                  </a:cubicBezTo>
                  <a:cubicBezTo>
                    <a:pt x="16989" y="6071"/>
                    <a:pt x="17121" y="5939"/>
                    <a:pt x="17121" y="5779"/>
                  </a:cubicBezTo>
                  <a:lnTo>
                    <a:pt x="17121" y="5500"/>
                  </a:lnTo>
                  <a:close/>
                  <a:moveTo>
                    <a:pt x="4773" y="586"/>
                  </a:moveTo>
                  <a:cubicBezTo>
                    <a:pt x="6817" y="586"/>
                    <a:pt x="8476" y="2250"/>
                    <a:pt x="8476" y="4289"/>
                  </a:cubicBezTo>
                  <a:cubicBezTo>
                    <a:pt x="8476" y="6327"/>
                    <a:pt x="6817" y="7992"/>
                    <a:pt x="4773" y="7992"/>
                  </a:cubicBezTo>
                  <a:cubicBezTo>
                    <a:pt x="2734" y="7992"/>
                    <a:pt x="1075" y="6327"/>
                    <a:pt x="1075" y="4289"/>
                  </a:cubicBezTo>
                  <a:cubicBezTo>
                    <a:pt x="1075" y="2250"/>
                    <a:pt x="2734" y="586"/>
                    <a:pt x="4773" y="586"/>
                  </a:cubicBezTo>
                  <a:close/>
                  <a:moveTo>
                    <a:pt x="18118" y="7036"/>
                  </a:moveTo>
                  <a:cubicBezTo>
                    <a:pt x="18182" y="7036"/>
                    <a:pt x="18232" y="7091"/>
                    <a:pt x="18232" y="7150"/>
                  </a:cubicBezTo>
                  <a:lnTo>
                    <a:pt x="18232" y="7877"/>
                  </a:lnTo>
                  <a:cubicBezTo>
                    <a:pt x="18232" y="7937"/>
                    <a:pt x="18182" y="7992"/>
                    <a:pt x="18118" y="7992"/>
                  </a:cubicBezTo>
                  <a:lnTo>
                    <a:pt x="10945" y="7992"/>
                  </a:lnTo>
                  <a:cubicBezTo>
                    <a:pt x="10881" y="7992"/>
                    <a:pt x="10831" y="7937"/>
                    <a:pt x="10831" y="7877"/>
                  </a:cubicBezTo>
                  <a:lnTo>
                    <a:pt x="10831" y="7150"/>
                  </a:lnTo>
                  <a:cubicBezTo>
                    <a:pt x="10831" y="7091"/>
                    <a:pt x="10881" y="7036"/>
                    <a:pt x="10945" y="7036"/>
                  </a:cubicBezTo>
                  <a:lnTo>
                    <a:pt x="11347" y="7036"/>
                  </a:lnTo>
                  <a:lnTo>
                    <a:pt x="11347" y="7320"/>
                  </a:lnTo>
                  <a:cubicBezTo>
                    <a:pt x="11347" y="7480"/>
                    <a:pt x="11475" y="7608"/>
                    <a:pt x="11640" y="7608"/>
                  </a:cubicBezTo>
                  <a:cubicBezTo>
                    <a:pt x="11800" y="7608"/>
                    <a:pt x="11932" y="7480"/>
                    <a:pt x="11932" y="7320"/>
                  </a:cubicBezTo>
                  <a:lnTo>
                    <a:pt x="11932" y="7036"/>
                  </a:lnTo>
                  <a:lnTo>
                    <a:pt x="12792" y="7036"/>
                  </a:lnTo>
                  <a:lnTo>
                    <a:pt x="12792" y="7320"/>
                  </a:lnTo>
                  <a:cubicBezTo>
                    <a:pt x="12792" y="7480"/>
                    <a:pt x="12924" y="7608"/>
                    <a:pt x="13085" y="7608"/>
                  </a:cubicBezTo>
                  <a:cubicBezTo>
                    <a:pt x="13245" y="7608"/>
                    <a:pt x="13377" y="7480"/>
                    <a:pt x="13377" y="7320"/>
                  </a:cubicBezTo>
                  <a:lnTo>
                    <a:pt x="13377" y="7036"/>
                  </a:lnTo>
                  <a:lnTo>
                    <a:pt x="14241" y="7036"/>
                  </a:lnTo>
                  <a:lnTo>
                    <a:pt x="14241" y="7320"/>
                  </a:lnTo>
                  <a:cubicBezTo>
                    <a:pt x="14241" y="7480"/>
                    <a:pt x="14369" y="7608"/>
                    <a:pt x="14534" y="7608"/>
                  </a:cubicBezTo>
                  <a:cubicBezTo>
                    <a:pt x="14694" y="7608"/>
                    <a:pt x="14826" y="7480"/>
                    <a:pt x="14826" y="7320"/>
                  </a:cubicBezTo>
                  <a:lnTo>
                    <a:pt x="14826" y="7036"/>
                  </a:lnTo>
                  <a:lnTo>
                    <a:pt x="15686" y="7036"/>
                  </a:lnTo>
                  <a:lnTo>
                    <a:pt x="15686" y="7320"/>
                  </a:lnTo>
                  <a:cubicBezTo>
                    <a:pt x="15686" y="7480"/>
                    <a:pt x="15818" y="7608"/>
                    <a:pt x="15978" y="7608"/>
                  </a:cubicBezTo>
                  <a:cubicBezTo>
                    <a:pt x="16143" y="7608"/>
                    <a:pt x="16271" y="7480"/>
                    <a:pt x="16271" y="7320"/>
                  </a:cubicBezTo>
                  <a:lnTo>
                    <a:pt x="16271" y="7036"/>
                  </a:lnTo>
                  <a:lnTo>
                    <a:pt x="17135" y="7036"/>
                  </a:lnTo>
                  <a:lnTo>
                    <a:pt x="17135" y="7320"/>
                  </a:lnTo>
                  <a:cubicBezTo>
                    <a:pt x="17135" y="7480"/>
                    <a:pt x="17263" y="7608"/>
                    <a:pt x="17428" y="7608"/>
                  </a:cubicBezTo>
                  <a:cubicBezTo>
                    <a:pt x="17588" y="7608"/>
                    <a:pt x="17720" y="7480"/>
                    <a:pt x="17720" y="7320"/>
                  </a:cubicBezTo>
                  <a:lnTo>
                    <a:pt x="17720" y="7036"/>
                  </a:lnTo>
                  <a:close/>
                  <a:moveTo>
                    <a:pt x="9011" y="8577"/>
                  </a:moveTo>
                  <a:cubicBezTo>
                    <a:pt x="9075" y="8577"/>
                    <a:pt x="9130" y="8627"/>
                    <a:pt x="9130" y="8691"/>
                  </a:cubicBezTo>
                  <a:lnTo>
                    <a:pt x="9130" y="9413"/>
                  </a:lnTo>
                  <a:cubicBezTo>
                    <a:pt x="9130" y="9477"/>
                    <a:pt x="9075" y="9528"/>
                    <a:pt x="9011" y="9528"/>
                  </a:cubicBezTo>
                  <a:lnTo>
                    <a:pt x="1843" y="9528"/>
                  </a:lnTo>
                  <a:cubicBezTo>
                    <a:pt x="1779" y="9528"/>
                    <a:pt x="1724" y="9477"/>
                    <a:pt x="1724" y="9413"/>
                  </a:cubicBezTo>
                  <a:lnTo>
                    <a:pt x="1724" y="8691"/>
                  </a:lnTo>
                  <a:cubicBezTo>
                    <a:pt x="1724" y="8627"/>
                    <a:pt x="1779" y="8577"/>
                    <a:pt x="1843" y="8577"/>
                  </a:cubicBezTo>
                  <a:lnTo>
                    <a:pt x="2241" y="8577"/>
                  </a:lnTo>
                  <a:lnTo>
                    <a:pt x="2241" y="8856"/>
                  </a:lnTo>
                  <a:cubicBezTo>
                    <a:pt x="2241" y="9016"/>
                    <a:pt x="2373" y="9148"/>
                    <a:pt x="2533" y="9148"/>
                  </a:cubicBezTo>
                  <a:cubicBezTo>
                    <a:pt x="2693" y="9148"/>
                    <a:pt x="2826" y="9016"/>
                    <a:pt x="2826" y="8856"/>
                  </a:cubicBezTo>
                  <a:lnTo>
                    <a:pt x="2826" y="8577"/>
                  </a:lnTo>
                  <a:lnTo>
                    <a:pt x="3690" y="8577"/>
                  </a:lnTo>
                  <a:lnTo>
                    <a:pt x="3690" y="8856"/>
                  </a:lnTo>
                  <a:cubicBezTo>
                    <a:pt x="3690" y="9016"/>
                    <a:pt x="3818" y="9148"/>
                    <a:pt x="3978" y="9148"/>
                  </a:cubicBezTo>
                  <a:cubicBezTo>
                    <a:pt x="4142" y="9148"/>
                    <a:pt x="4270" y="9016"/>
                    <a:pt x="4270" y="8856"/>
                  </a:cubicBezTo>
                  <a:lnTo>
                    <a:pt x="4270" y="8577"/>
                  </a:lnTo>
                  <a:lnTo>
                    <a:pt x="5134" y="8577"/>
                  </a:lnTo>
                  <a:lnTo>
                    <a:pt x="5134" y="8856"/>
                  </a:lnTo>
                  <a:cubicBezTo>
                    <a:pt x="5134" y="9016"/>
                    <a:pt x="5267" y="9148"/>
                    <a:pt x="5427" y="9148"/>
                  </a:cubicBezTo>
                  <a:cubicBezTo>
                    <a:pt x="5587" y="9148"/>
                    <a:pt x="5720" y="9016"/>
                    <a:pt x="5720" y="8856"/>
                  </a:cubicBezTo>
                  <a:lnTo>
                    <a:pt x="5720" y="8577"/>
                  </a:lnTo>
                  <a:lnTo>
                    <a:pt x="6584" y="8577"/>
                  </a:lnTo>
                  <a:lnTo>
                    <a:pt x="6584" y="8856"/>
                  </a:lnTo>
                  <a:cubicBezTo>
                    <a:pt x="6584" y="9016"/>
                    <a:pt x="6712" y="9148"/>
                    <a:pt x="6876" y="9148"/>
                  </a:cubicBezTo>
                  <a:cubicBezTo>
                    <a:pt x="7036" y="9148"/>
                    <a:pt x="7169" y="9016"/>
                    <a:pt x="7169" y="8856"/>
                  </a:cubicBezTo>
                  <a:lnTo>
                    <a:pt x="7169" y="8577"/>
                  </a:lnTo>
                  <a:lnTo>
                    <a:pt x="8028" y="8577"/>
                  </a:lnTo>
                  <a:lnTo>
                    <a:pt x="8028" y="8856"/>
                  </a:lnTo>
                  <a:cubicBezTo>
                    <a:pt x="8028" y="9016"/>
                    <a:pt x="8161" y="9148"/>
                    <a:pt x="8321" y="9148"/>
                  </a:cubicBezTo>
                  <a:cubicBezTo>
                    <a:pt x="8481" y="9148"/>
                    <a:pt x="8613" y="9016"/>
                    <a:pt x="8613" y="8856"/>
                  </a:cubicBezTo>
                  <a:lnTo>
                    <a:pt x="8613" y="8577"/>
                  </a:lnTo>
                  <a:close/>
                  <a:moveTo>
                    <a:pt x="18607" y="8577"/>
                  </a:moveTo>
                  <a:cubicBezTo>
                    <a:pt x="18671" y="8577"/>
                    <a:pt x="18721" y="8627"/>
                    <a:pt x="18721" y="8691"/>
                  </a:cubicBezTo>
                  <a:lnTo>
                    <a:pt x="18721" y="9413"/>
                  </a:lnTo>
                  <a:cubicBezTo>
                    <a:pt x="18721" y="9477"/>
                    <a:pt x="18671" y="9528"/>
                    <a:pt x="18607" y="9528"/>
                  </a:cubicBezTo>
                  <a:lnTo>
                    <a:pt x="12106" y="9528"/>
                  </a:lnTo>
                  <a:cubicBezTo>
                    <a:pt x="11855" y="9432"/>
                    <a:pt x="11590" y="9354"/>
                    <a:pt x="11320" y="9304"/>
                  </a:cubicBezTo>
                  <a:lnTo>
                    <a:pt x="11320" y="8691"/>
                  </a:lnTo>
                  <a:cubicBezTo>
                    <a:pt x="11320" y="8627"/>
                    <a:pt x="11370" y="8577"/>
                    <a:pt x="11434" y="8577"/>
                  </a:cubicBezTo>
                  <a:lnTo>
                    <a:pt x="11836" y="8577"/>
                  </a:lnTo>
                  <a:lnTo>
                    <a:pt x="11836" y="8856"/>
                  </a:lnTo>
                  <a:cubicBezTo>
                    <a:pt x="11836" y="9016"/>
                    <a:pt x="11964" y="9148"/>
                    <a:pt x="12129" y="9148"/>
                  </a:cubicBezTo>
                  <a:cubicBezTo>
                    <a:pt x="12289" y="9148"/>
                    <a:pt x="12422" y="9016"/>
                    <a:pt x="12422" y="8856"/>
                  </a:cubicBezTo>
                  <a:lnTo>
                    <a:pt x="12422" y="8577"/>
                  </a:lnTo>
                  <a:lnTo>
                    <a:pt x="13281" y="8577"/>
                  </a:lnTo>
                  <a:lnTo>
                    <a:pt x="13281" y="8856"/>
                  </a:lnTo>
                  <a:cubicBezTo>
                    <a:pt x="13281" y="9016"/>
                    <a:pt x="13414" y="9148"/>
                    <a:pt x="13574" y="9148"/>
                  </a:cubicBezTo>
                  <a:cubicBezTo>
                    <a:pt x="13738" y="9148"/>
                    <a:pt x="13866" y="9016"/>
                    <a:pt x="13866" y="8856"/>
                  </a:cubicBezTo>
                  <a:lnTo>
                    <a:pt x="13866" y="8577"/>
                  </a:lnTo>
                  <a:lnTo>
                    <a:pt x="14730" y="8577"/>
                  </a:lnTo>
                  <a:lnTo>
                    <a:pt x="14730" y="8856"/>
                  </a:lnTo>
                  <a:cubicBezTo>
                    <a:pt x="14730" y="9016"/>
                    <a:pt x="14858" y="9148"/>
                    <a:pt x="15023" y="9148"/>
                  </a:cubicBezTo>
                  <a:cubicBezTo>
                    <a:pt x="15183" y="9148"/>
                    <a:pt x="15315" y="9016"/>
                    <a:pt x="15315" y="8856"/>
                  </a:cubicBezTo>
                  <a:lnTo>
                    <a:pt x="15315" y="8577"/>
                  </a:lnTo>
                  <a:lnTo>
                    <a:pt x="16175" y="8577"/>
                  </a:lnTo>
                  <a:lnTo>
                    <a:pt x="16175" y="8856"/>
                  </a:lnTo>
                  <a:cubicBezTo>
                    <a:pt x="16175" y="9016"/>
                    <a:pt x="16308" y="9148"/>
                    <a:pt x="16468" y="9148"/>
                  </a:cubicBezTo>
                  <a:cubicBezTo>
                    <a:pt x="16632" y="9148"/>
                    <a:pt x="16760" y="9016"/>
                    <a:pt x="16760" y="8856"/>
                  </a:cubicBezTo>
                  <a:lnTo>
                    <a:pt x="16760" y="8577"/>
                  </a:lnTo>
                  <a:lnTo>
                    <a:pt x="17624" y="8577"/>
                  </a:lnTo>
                  <a:lnTo>
                    <a:pt x="17624" y="8856"/>
                  </a:lnTo>
                  <a:cubicBezTo>
                    <a:pt x="17624" y="9016"/>
                    <a:pt x="17752" y="9148"/>
                    <a:pt x="17917" y="9148"/>
                  </a:cubicBezTo>
                  <a:cubicBezTo>
                    <a:pt x="18077" y="9148"/>
                    <a:pt x="18209" y="9016"/>
                    <a:pt x="18209" y="8856"/>
                  </a:cubicBezTo>
                  <a:lnTo>
                    <a:pt x="18209" y="8577"/>
                  </a:lnTo>
                  <a:close/>
                  <a:moveTo>
                    <a:pt x="9011" y="10113"/>
                  </a:moveTo>
                  <a:cubicBezTo>
                    <a:pt x="9075" y="10113"/>
                    <a:pt x="9130" y="10168"/>
                    <a:pt x="9130" y="10227"/>
                  </a:cubicBezTo>
                  <a:lnTo>
                    <a:pt x="9130" y="10954"/>
                  </a:lnTo>
                  <a:cubicBezTo>
                    <a:pt x="9130" y="11013"/>
                    <a:pt x="9075" y="11068"/>
                    <a:pt x="9011" y="11068"/>
                  </a:cubicBezTo>
                  <a:lnTo>
                    <a:pt x="1843" y="11068"/>
                  </a:lnTo>
                  <a:cubicBezTo>
                    <a:pt x="1779" y="11068"/>
                    <a:pt x="1724" y="11013"/>
                    <a:pt x="1724" y="10954"/>
                  </a:cubicBezTo>
                  <a:lnTo>
                    <a:pt x="1724" y="10227"/>
                  </a:lnTo>
                  <a:cubicBezTo>
                    <a:pt x="1724" y="10168"/>
                    <a:pt x="1779" y="10113"/>
                    <a:pt x="1843" y="10113"/>
                  </a:cubicBezTo>
                  <a:lnTo>
                    <a:pt x="2241" y="10113"/>
                  </a:lnTo>
                  <a:lnTo>
                    <a:pt x="2241" y="10392"/>
                  </a:lnTo>
                  <a:cubicBezTo>
                    <a:pt x="2241" y="10556"/>
                    <a:pt x="2373" y="10684"/>
                    <a:pt x="2533" y="10684"/>
                  </a:cubicBezTo>
                  <a:cubicBezTo>
                    <a:pt x="2693" y="10684"/>
                    <a:pt x="2826" y="10556"/>
                    <a:pt x="2826" y="10392"/>
                  </a:cubicBezTo>
                  <a:lnTo>
                    <a:pt x="2826" y="10113"/>
                  </a:lnTo>
                  <a:lnTo>
                    <a:pt x="3690" y="10113"/>
                  </a:lnTo>
                  <a:lnTo>
                    <a:pt x="3690" y="10392"/>
                  </a:lnTo>
                  <a:cubicBezTo>
                    <a:pt x="3690" y="10556"/>
                    <a:pt x="3818" y="10684"/>
                    <a:pt x="3978" y="10684"/>
                  </a:cubicBezTo>
                  <a:cubicBezTo>
                    <a:pt x="4142" y="10684"/>
                    <a:pt x="4270" y="10556"/>
                    <a:pt x="4270" y="10392"/>
                  </a:cubicBezTo>
                  <a:lnTo>
                    <a:pt x="4270" y="10113"/>
                  </a:lnTo>
                  <a:lnTo>
                    <a:pt x="5134" y="10113"/>
                  </a:lnTo>
                  <a:lnTo>
                    <a:pt x="5134" y="10392"/>
                  </a:lnTo>
                  <a:cubicBezTo>
                    <a:pt x="5134" y="10556"/>
                    <a:pt x="5267" y="10684"/>
                    <a:pt x="5427" y="10684"/>
                  </a:cubicBezTo>
                  <a:cubicBezTo>
                    <a:pt x="5587" y="10684"/>
                    <a:pt x="5720" y="10556"/>
                    <a:pt x="5720" y="10392"/>
                  </a:cubicBezTo>
                  <a:lnTo>
                    <a:pt x="5720" y="10113"/>
                  </a:lnTo>
                  <a:lnTo>
                    <a:pt x="6584" y="10113"/>
                  </a:lnTo>
                  <a:lnTo>
                    <a:pt x="6584" y="10392"/>
                  </a:lnTo>
                  <a:cubicBezTo>
                    <a:pt x="6584" y="10556"/>
                    <a:pt x="6712" y="10684"/>
                    <a:pt x="6876" y="10684"/>
                  </a:cubicBezTo>
                  <a:cubicBezTo>
                    <a:pt x="7036" y="10684"/>
                    <a:pt x="7169" y="10556"/>
                    <a:pt x="7169" y="10392"/>
                  </a:cubicBezTo>
                  <a:lnTo>
                    <a:pt x="7169" y="10113"/>
                  </a:lnTo>
                  <a:lnTo>
                    <a:pt x="8028" y="10113"/>
                  </a:lnTo>
                  <a:lnTo>
                    <a:pt x="8028" y="10392"/>
                  </a:lnTo>
                  <a:cubicBezTo>
                    <a:pt x="8028" y="10556"/>
                    <a:pt x="8161" y="10684"/>
                    <a:pt x="8321" y="10684"/>
                  </a:cubicBezTo>
                  <a:cubicBezTo>
                    <a:pt x="8481" y="10684"/>
                    <a:pt x="8613" y="10556"/>
                    <a:pt x="8613" y="10392"/>
                  </a:cubicBezTo>
                  <a:lnTo>
                    <a:pt x="8613" y="10113"/>
                  </a:lnTo>
                  <a:close/>
                  <a:moveTo>
                    <a:pt x="19261" y="10113"/>
                  </a:moveTo>
                  <a:cubicBezTo>
                    <a:pt x="19325" y="10113"/>
                    <a:pt x="19375" y="10168"/>
                    <a:pt x="19375" y="10227"/>
                  </a:cubicBezTo>
                  <a:lnTo>
                    <a:pt x="19375" y="10954"/>
                  </a:lnTo>
                  <a:cubicBezTo>
                    <a:pt x="19375" y="11013"/>
                    <a:pt x="19325" y="11068"/>
                    <a:pt x="19261" y="11068"/>
                  </a:cubicBezTo>
                  <a:lnTo>
                    <a:pt x="14054" y="11068"/>
                  </a:lnTo>
                  <a:cubicBezTo>
                    <a:pt x="13798" y="10702"/>
                    <a:pt x="13491" y="10382"/>
                    <a:pt x="13139" y="10113"/>
                  </a:cubicBezTo>
                  <a:lnTo>
                    <a:pt x="13935" y="10113"/>
                  </a:lnTo>
                  <a:lnTo>
                    <a:pt x="13935" y="10392"/>
                  </a:lnTo>
                  <a:cubicBezTo>
                    <a:pt x="13935" y="10556"/>
                    <a:pt x="14067" y="10684"/>
                    <a:pt x="14227" y="10684"/>
                  </a:cubicBezTo>
                  <a:cubicBezTo>
                    <a:pt x="14387" y="10684"/>
                    <a:pt x="14520" y="10556"/>
                    <a:pt x="14520" y="10392"/>
                  </a:cubicBezTo>
                  <a:lnTo>
                    <a:pt x="14520" y="10113"/>
                  </a:lnTo>
                  <a:lnTo>
                    <a:pt x="15384" y="10113"/>
                  </a:lnTo>
                  <a:lnTo>
                    <a:pt x="15384" y="10392"/>
                  </a:lnTo>
                  <a:cubicBezTo>
                    <a:pt x="15384" y="10556"/>
                    <a:pt x="15512" y="10684"/>
                    <a:pt x="15672" y="10684"/>
                  </a:cubicBezTo>
                  <a:cubicBezTo>
                    <a:pt x="15837" y="10684"/>
                    <a:pt x="15965" y="10556"/>
                    <a:pt x="15965" y="10392"/>
                  </a:cubicBezTo>
                  <a:lnTo>
                    <a:pt x="15965" y="10113"/>
                  </a:lnTo>
                  <a:lnTo>
                    <a:pt x="16829" y="10113"/>
                  </a:lnTo>
                  <a:lnTo>
                    <a:pt x="16829" y="10392"/>
                  </a:lnTo>
                  <a:cubicBezTo>
                    <a:pt x="16829" y="10556"/>
                    <a:pt x="16961" y="10684"/>
                    <a:pt x="17121" y="10684"/>
                  </a:cubicBezTo>
                  <a:cubicBezTo>
                    <a:pt x="17281" y="10684"/>
                    <a:pt x="17414" y="10556"/>
                    <a:pt x="17414" y="10392"/>
                  </a:cubicBezTo>
                  <a:lnTo>
                    <a:pt x="17414" y="10113"/>
                  </a:lnTo>
                  <a:lnTo>
                    <a:pt x="18278" y="10113"/>
                  </a:lnTo>
                  <a:lnTo>
                    <a:pt x="18278" y="10392"/>
                  </a:lnTo>
                  <a:cubicBezTo>
                    <a:pt x="18278" y="10556"/>
                    <a:pt x="18406" y="10684"/>
                    <a:pt x="18570" y="10684"/>
                  </a:cubicBezTo>
                  <a:cubicBezTo>
                    <a:pt x="18730" y="10684"/>
                    <a:pt x="18863" y="10556"/>
                    <a:pt x="18863" y="10392"/>
                  </a:cubicBezTo>
                  <a:lnTo>
                    <a:pt x="18863" y="10113"/>
                  </a:lnTo>
                  <a:close/>
                  <a:moveTo>
                    <a:pt x="8417" y="11653"/>
                  </a:moveTo>
                  <a:cubicBezTo>
                    <a:pt x="8481" y="11653"/>
                    <a:pt x="8531" y="11704"/>
                    <a:pt x="8531" y="11768"/>
                  </a:cubicBezTo>
                  <a:lnTo>
                    <a:pt x="8531" y="12490"/>
                  </a:lnTo>
                  <a:cubicBezTo>
                    <a:pt x="8531" y="12554"/>
                    <a:pt x="8481" y="12604"/>
                    <a:pt x="8417" y="12604"/>
                  </a:cubicBezTo>
                  <a:lnTo>
                    <a:pt x="1244" y="12604"/>
                  </a:lnTo>
                  <a:cubicBezTo>
                    <a:pt x="1180" y="12604"/>
                    <a:pt x="1125" y="12554"/>
                    <a:pt x="1125" y="12490"/>
                  </a:cubicBezTo>
                  <a:lnTo>
                    <a:pt x="1125" y="11768"/>
                  </a:lnTo>
                  <a:cubicBezTo>
                    <a:pt x="1125" y="11704"/>
                    <a:pt x="1180" y="11653"/>
                    <a:pt x="1244" y="11653"/>
                  </a:cubicBezTo>
                  <a:lnTo>
                    <a:pt x="1642" y="11653"/>
                  </a:lnTo>
                  <a:lnTo>
                    <a:pt x="1642" y="11932"/>
                  </a:lnTo>
                  <a:cubicBezTo>
                    <a:pt x="1642" y="12092"/>
                    <a:pt x="1774" y="12225"/>
                    <a:pt x="1934" y="12225"/>
                  </a:cubicBezTo>
                  <a:cubicBezTo>
                    <a:pt x="2094" y="12225"/>
                    <a:pt x="2227" y="12092"/>
                    <a:pt x="2227" y="11932"/>
                  </a:cubicBezTo>
                  <a:lnTo>
                    <a:pt x="2227" y="11653"/>
                  </a:lnTo>
                  <a:lnTo>
                    <a:pt x="3091" y="11653"/>
                  </a:lnTo>
                  <a:lnTo>
                    <a:pt x="3091" y="11932"/>
                  </a:lnTo>
                  <a:cubicBezTo>
                    <a:pt x="3091" y="12092"/>
                    <a:pt x="3219" y="12225"/>
                    <a:pt x="3383" y="12225"/>
                  </a:cubicBezTo>
                  <a:cubicBezTo>
                    <a:pt x="3544" y="12225"/>
                    <a:pt x="3676" y="12092"/>
                    <a:pt x="3676" y="11932"/>
                  </a:cubicBezTo>
                  <a:lnTo>
                    <a:pt x="3676" y="11653"/>
                  </a:lnTo>
                  <a:lnTo>
                    <a:pt x="4536" y="11653"/>
                  </a:lnTo>
                  <a:lnTo>
                    <a:pt x="4536" y="11932"/>
                  </a:lnTo>
                  <a:cubicBezTo>
                    <a:pt x="4536" y="12092"/>
                    <a:pt x="4668" y="12225"/>
                    <a:pt x="4828" y="12225"/>
                  </a:cubicBezTo>
                  <a:cubicBezTo>
                    <a:pt x="4988" y="12225"/>
                    <a:pt x="5121" y="12092"/>
                    <a:pt x="5121" y="11932"/>
                  </a:cubicBezTo>
                  <a:lnTo>
                    <a:pt x="5121" y="11653"/>
                  </a:lnTo>
                  <a:lnTo>
                    <a:pt x="5985" y="11653"/>
                  </a:lnTo>
                  <a:lnTo>
                    <a:pt x="5985" y="11932"/>
                  </a:lnTo>
                  <a:cubicBezTo>
                    <a:pt x="5985" y="12092"/>
                    <a:pt x="6113" y="12225"/>
                    <a:pt x="6277" y="12225"/>
                  </a:cubicBezTo>
                  <a:cubicBezTo>
                    <a:pt x="6437" y="12225"/>
                    <a:pt x="6570" y="12092"/>
                    <a:pt x="6570" y="11932"/>
                  </a:cubicBezTo>
                  <a:lnTo>
                    <a:pt x="6570" y="11653"/>
                  </a:lnTo>
                  <a:lnTo>
                    <a:pt x="7429" y="11653"/>
                  </a:lnTo>
                  <a:lnTo>
                    <a:pt x="7429" y="11932"/>
                  </a:lnTo>
                  <a:cubicBezTo>
                    <a:pt x="7429" y="12092"/>
                    <a:pt x="7562" y="12225"/>
                    <a:pt x="7722" y="12225"/>
                  </a:cubicBezTo>
                  <a:cubicBezTo>
                    <a:pt x="7887" y="12225"/>
                    <a:pt x="8015" y="12092"/>
                    <a:pt x="8015" y="11932"/>
                  </a:cubicBezTo>
                  <a:lnTo>
                    <a:pt x="8015" y="11653"/>
                  </a:lnTo>
                  <a:close/>
                  <a:moveTo>
                    <a:pt x="18662" y="11653"/>
                  </a:moveTo>
                  <a:cubicBezTo>
                    <a:pt x="18726" y="11653"/>
                    <a:pt x="18776" y="11704"/>
                    <a:pt x="18776" y="11768"/>
                  </a:cubicBezTo>
                  <a:lnTo>
                    <a:pt x="18776" y="12490"/>
                  </a:lnTo>
                  <a:cubicBezTo>
                    <a:pt x="18776" y="12554"/>
                    <a:pt x="18726" y="12604"/>
                    <a:pt x="18662" y="12604"/>
                  </a:cubicBezTo>
                  <a:lnTo>
                    <a:pt x="14726" y="12604"/>
                  </a:lnTo>
                  <a:cubicBezTo>
                    <a:pt x="14653" y="12271"/>
                    <a:pt x="14543" y="11951"/>
                    <a:pt x="14397" y="11653"/>
                  </a:cubicBezTo>
                  <a:lnTo>
                    <a:pt x="14785" y="11653"/>
                  </a:lnTo>
                  <a:lnTo>
                    <a:pt x="14785" y="11932"/>
                  </a:lnTo>
                  <a:cubicBezTo>
                    <a:pt x="14785" y="12092"/>
                    <a:pt x="14913" y="12225"/>
                    <a:pt x="15078" y="12225"/>
                  </a:cubicBezTo>
                  <a:cubicBezTo>
                    <a:pt x="15238" y="12225"/>
                    <a:pt x="15370" y="12092"/>
                    <a:pt x="15370" y="11932"/>
                  </a:cubicBezTo>
                  <a:lnTo>
                    <a:pt x="15370" y="11653"/>
                  </a:lnTo>
                  <a:lnTo>
                    <a:pt x="16230" y="11653"/>
                  </a:lnTo>
                  <a:lnTo>
                    <a:pt x="16230" y="11932"/>
                  </a:lnTo>
                  <a:cubicBezTo>
                    <a:pt x="16230" y="12092"/>
                    <a:pt x="16362" y="12225"/>
                    <a:pt x="16522" y="12225"/>
                  </a:cubicBezTo>
                  <a:cubicBezTo>
                    <a:pt x="16687" y="12225"/>
                    <a:pt x="16815" y="12092"/>
                    <a:pt x="16815" y="11932"/>
                  </a:cubicBezTo>
                  <a:lnTo>
                    <a:pt x="16815" y="11653"/>
                  </a:lnTo>
                  <a:lnTo>
                    <a:pt x="17679" y="11653"/>
                  </a:lnTo>
                  <a:lnTo>
                    <a:pt x="17679" y="11932"/>
                  </a:lnTo>
                  <a:cubicBezTo>
                    <a:pt x="17679" y="12092"/>
                    <a:pt x="17807" y="12225"/>
                    <a:pt x="17972" y="12225"/>
                  </a:cubicBezTo>
                  <a:cubicBezTo>
                    <a:pt x="18132" y="12225"/>
                    <a:pt x="18264" y="12092"/>
                    <a:pt x="18264" y="11932"/>
                  </a:cubicBezTo>
                  <a:lnTo>
                    <a:pt x="18264" y="11653"/>
                  </a:lnTo>
                  <a:close/>
                  <a:moveTo>
                    <a:pt x="7873" y="13189"/>
                  </a:moveTo>
                  <a:cubicBezTo>
                    <a:pt x="7937" y="13189"/>
                    <a:pt x="7987" y="13244"/>
                    <a:pt x="7987" y="13304"/>
                  </a:cubicBezTo>
                  <a:lnTo>
                    <a:pt x="7987" y="14026"/>
                  </a:lnTo>
                  <a:cubicBezTo>
                    <a:pt x="7987" y="14090"/>
                    <a:pt x="7937" y="14145"/>
                    <a:pt x="7873" y="14145"/>
                  </a:cubicBezTo>
                  <a:lnTo>
                    <a:pt x="700" y="14145"/>
                  </a:lnTo>
                  <a:cubicBezTo>
                    <a:pt x="636" y="14145"/>
                    <a:pt x="586" y="14090"/>
                    <a:pt x="586" y="14026"/>
                  </a:cubicBezTo>
                  <a:lnTo>
                    <a:pt x="586" y="13304"/>
                  </a:lnTo>
                  <a:cubicBezTo>
                    <a:pt x="586" y="13244"/>
                    <a:pt x="636" y="13189"/>
                    <a:pt x="700" y="13189"/>
                  </a:cubicBezTo>
                  <a:lnTo>
                    <a:pt x="1098" y="13189"/>
                  </a:lnTo>
                  <a:lnTo>
                    <a:pt x="1098" y="13468"/>
                  </a:lnTo>
                  <a:cubicBezTo>
                    <a:pt x="1098" y="13633"/>
                    <a:pt x="1230" y="13761"/>
                    <a:pt x="1390" y="13761"/>
                  </a:cubicBezTo>
                  <a:cubicBezTo>
                    <a:pt x="1550" y="13761"/>
                    <a:pt x="1683" y="13633"/>
                    <a:pt x="1683" y="13468"/>
                  </a:cubicBezTo>
                  <a:lnTo>
                    <a:pt x="1683" y="13189"/>
                  </a:lnTo>
                  <a:lnTo>
                    <a:pt x="2547" y="13189"/>
                  </a:lnTo>
                  <a:lnTo>
                    <a:pt x="2547" y="13468"/>
                  </a:lnTo>
                  <a:cubicBezTo>
                    <a:pt x="2547" y="13633"/>
                    <a:pt x="2675" y="13761"/>
                    <a:pt x="2839" y="13761"/>
                  </a:cubicBezTo>
                  <a:cubicBezTo>
                    <a:pt x="2999" y="13761"/>
                    <a:pt x="3132" y="13633"/>
                    <a:pt x="3132" y="13468"/>
                  </a:cubicBezTo>
                  <a:lnTo>
                    <a:pt x="3132" y="13189"/>
                  </a:lnTo>
                  <a:lnTo>
                    <a:pt x="3992" y="13189"/>
                  </a:lnTo>
                  <a:lnTo>
                    <a:pt x="3992" y="13468"/>
                  </a:lnTo>
                  <a:cubicBezTo>
                    <a:pt x="3992" y="13633"/>
                    <a:pt x="4124" y="13761"/>
                    <a:pt x="4284" y="13761"/>
                  </a:cubicBezTo>
                  <a:cubicBezTo>
                    <a:pt x="4449" y="13761"/>
                    <a:pt x="4577" y="13633"/>
                    <a:pt x="4577" y="13468"/>
                  </a:cubicBezTo>
                  <a:lnTo>
                    <a:pt x="4577" y="13189"/>
                  </a:lnTo>
                  <a:lnTo>
                    <a:pt x="5441" y="13189"/>
                  </a:lnTo>
                  <a:lnTo>
                    <a:pt x="5441" y="13468"/>
                  </a:lnTo>
                  <a:cubicBezTo>
                    <a:pt x="5441" y="13633"/>
                    <a:pt x="5569" y="13761"/>
                    <a:pt x="5733" y="13761"/>
                  </a:cubicBezTo>
                  <a:cubicBezTo>
                    <a:pt x="5893" y="13761"/>
                    <a:pt x="6026" y="13633"/>
                    <a:pt x="6026" y="13468"/>
                  </a:cubicBezTo>
                  <a:lnTo>
                    <a:pt x="6026" y="13189"/>
                  </a:lnTo>
                  <a:lnTo>
                    <a:pt x="6885" y="13189"/>
                  </a:lnTo>
                  <a:lnTo>
                    <a:pt x="6885" y="13468"/>
                  </a:lnTo>
                  <a:cubicBezTo>
                    <a:pt x="6885" y="13633"/>
                    <a:pt x="7018" y="13761"/>
                    <a:pt x="7178" y="13761"/>
                  </a:cubicBezTo>
                  <a:cubicBezTo>
                    <a:pt x="7343" y="13761"/>
                    <a:pt x="7471" y="13633"/>
                    <a:pt x="7471" y="13468"/>
                  </a:cubicBezTo>
                  <a:lnTo>
                    <a:pt x="7471" y="13189"/>
                  </a:lnTo>
                  <a:close/>
                  <a:moveTo>
                    <a:pt x="18118" y="13189"/>
                  </a:moveTo>
                  <a:cubicBezTo>
                    <a:pt x="18182" y="13189"/>
                    <a:pt x="18232" y="13244"/>
                    <a:pt x="18232" y="13304"/>
                  </a:cubicBezTo>
                  <a:lnTo>
                    <a:pt x="18232" y="14026"/>
                  </a:lnTo>
                  <a:cubicBezTo>
                    <a:pt x="18232" y="14090"/>
                    <a:pt x="18182" y="14145"/>
                    <a:pt x="18118" y="14145"/>
                  </a:cubicBezTo>
                  <a:lnTo>
                    <a:pt x="14781" y="14145"/>
                  </a:lnTo>
                  <a:cubicBezTo>
                    <a:pt x="14808" y="13939"/>
                    <a:pt x="14826" y="13729"/>
                    <a:pt x="14826" y="13519"/>
                  </a:cubicBezTo>
                  <a:cubicBezTo>
                    <a:pt x="14826" y="13505"/>
                    <a:pt x="14826" y="13491"/>
                    <a:pt x="14826" y="13477"/>
                  </a:cubicBezTo>
                  <a:cubicBezTo>
                    <a:pt x="14826" y="13477"/>
                    <a:pt x="14826" y="13473"/>
                    <a:pt x="14826" y="13468"/>
                  </a:cubicBezTo>
                  <a:lnTo>
                    <a:pt x="14826" y="13189"/>
                  </a:lnTo>
                  <a:lnTo>
                    <a:pt x="15686" y="13189"/>
                  </a:lnTo>
                  <a:lnTo>
                    <a:pt x="15686" y="13468"/>
                  </a:lnTo>
                  <a:cubicBezTo>
                    <a:pt x="15686" y="13633"/>
                    <a:pt x="15818" y="13761"/>
                    <a:pt x="15978" y="13761"/>
                  </a:cubicBezTo>
                  <a:cubicBezTo>
                    <a:pt x="16143" y="13761"/>
                    <a:pt x="16271" y="13633"/>
                    <a:pt x="16271" y="13468"/>
                  </a:cubicBezTo>
                  <a:lnTo>
                    <a:pt x="16271" y="13189"/>
                  </a:lnTo>
                  <a:lnTo>
                    <a:pt x="17135" y="13189"/>
                  </a:lnTo>
                  <a:lnTo>
                    <a:pt x="17135" y="13468"/>
                  </a:lnTo>
                  <a:cubicBezTo>
                    <a:pt x="17135" y="13633"/>
                    <a:pt x="17263" y="13761"/>
                    <a:pt x="17428" y="13761"/>
                  </a:cubicBezTo>
                  <a:cubicBezTo>
                    <a:pt x="17588" y="13761"/>
                    <a:pt x="17720" y="13633"/>
                    <a:pt x="17720" y="13468"/>
                  </a:cubicBezTo>
                  <a:lnTo>
                    <a:pt x="17720" y="13189"/>
                  </a:lnTo>
                  <a:close/>
                  <a:moveTo>
                    <a:pt x="8417" y="14730"/>
                  </a:moveTo>
                  <a:cubicBezTo>
                    <a:pt x="8481" y="14730"/>
                    <a:pt x="8531" y="14780"/>
                    <a:pt x="8531" y="14844"/>
                  </a:cubicBezTo>
                  <a:lnTo>
                    <a:pt x="8531" y="15567"/>
                  </a:lnTo>
                  <a:cubicBezTo>
                    <a:pt x="8531" y="15631"/>
                    <a:pt x="8481" y="15681"/>
                    <a:pt x="8417" y="15681"/>
                  </a:cubicBezTo>
                  <a:lnTo>
                    <a:pt x="1244" y="15681"/>
                  </a:lnTo>
                  <a:cubicBezTo>
                    <a:pt x="1180" y="15681"/>
                    <a:pt x="1125" y="15631"/>
                    <a:pt x="1125" y="15567"/>
                  </a:cubicBezTo>
                  <a:lnTo>
                    <a:pt x="1125" y="14844"/>
                  </a:lnTo>
                  <a:cubicBezTo>
                    <a:pt x="1125" y="14780"/>
                    <a:pt x="1180" y="14730"/>
                    <a:pt x="1244" y="14730"/>
                  </a:cubicBezTo>
                  <a:lnTo>
                    <a:pt x="1642" y="14730"/>
                  </a:lnTo>
                  <a:lnTo>
                    <a:pt x="1642" y="15009"/>
                  </a:lnTo>
                  <a:cubicBezTo>
                    <a:pt x="1642" y="15169"/>
                    <a:pt x="1774" y="15302"/>
                    <a:pt x="1934" y="15302"/>
                  </a:cubicBezTo>
                  <a:cubicBezTo>
                    <a:pt x="2094" y="15302"/>
                    <a:pt x="2227" y="15169"/>
                    <a:pt x="2227" y="15009"/>
                  </a:cubicBezTo>
                  <a:lnTo>
                    <a:pt x="2227" y="14730"/>
                  </a:lnTo>
                  <a:lnTo>
                    <a:pt x="3091" y="14730"/>
                  </a:lnTo>
                  <a:lnTo>
                    <a:pt x="3091" y="15009"/>
                  </a:lnTo>
                  <a:cubicBezTo>
                    <a:pt x="3091" y="15169"/>
                    <a:pt x="3219" y="15302"/>
                    <a:pt x="3383" y="15302"/>
                  </a:cubicBezTo>
                  <a:cubicBezTo>
                    <a:pt x="3544" y="15302"/>
                    <a:pt x="3676" y="15169"/>
                    <a:pt x="3676" y="15009"/>
                  </a:cubicBezTo>
                  <a:lnTo>
                    <a:pt x="3676" y="14730"/>
                  </a:lnTo>
                  <a:lnTo>
                    <a:pt x="4536" y="14730"/>
                  </a:lnTo>
                  <a:lnTo>
                    <a:pt x="4536" y="15009"/>
                  </a:lnTo>
                  <a:cubicBezTo>
                    <a:pt x="4536" y="15169"/>
                    <a:pt x="4668" y="15302"/>
                    <a:pt x="4828" y="15302"/>
                  </a:cubicBezTo>
                  <a:cubicBezTo>
                    <a:pt x="4988" y="15302"/>
                    <a:pt x="5121" y="15169"/>
                    <a:pt x="5121" y="15009"/>
                  </a:cubicBezTo>
                  <a:lnTo>
                    <a:pt x="5121" y="14730"/>
                  </a:lnTo>
                  <a:lnTo>
                    <a:pt x="5985" y="14730"/>
                  </a:lnTo>
                  <a:lnTo>
                    <a:pt x="5985" y="15009"/>
                  </a:lnTo>
                  <a:cubicBezTo>
                    <a:pt x="5985" y="15169"/>
                    <a:pt x="6113" y="15302"/>
                    <a:pt x="6277" y="15302"/>
                  </a:cubicBezTo>
                  <a:cubicBezTo>
                    <a:pt x="6437" y="15302"/>
                    <a:pt x="6570" y="15169"/>
                    <a:pt x="6570" y="15009"/>
                  </a:cubicBezTo>
                  <a:lnTo>
                    <a:pt x="6570" y="14730"/>
                  </a:lnTo>
                  <a:lnTo>
                    <a:pt x="7429" y="14730"/>
                  </a:lnTo>
                  <a:lnTo>
                    <a:pt x="7429" y="15009"/>
                  </a:lnTo>
                  <a:cubicBezTo>
                    <a:pt x="7429" y="15169"/>
                    <a:pt x="7562" y="15302"/>
                    <a:pt x="7722" y="15302"/>
                  </a:cubicBezTo>
                  <a:cubicBezTo>
                    <a:pt x="7887" y="15302"/>
                    <a:pt x="8015" y="15169"/>
                    <a:pt x="8015" y="15009"/>
                  </a:cubicBezTo>
                  <a:lnTo>
                    <a:pt x="8015" y="14730"/>
                  </a:lnTo>
                  <a:close/>
                  <a:moveTo>
                    <a:pt x="18662" y="14730"/>
                  </a:moveTo>
                  <a:cubicBezTo>
                    <a:pt x="18726" y="14730"/>
                    <a:pt x="18776" y="14780"/>
                    <a:pt x="18776" y="14844"/>
                  </a:cubicBezTo>
                  <a:lnTo>
                    <a:pt x="18776" y="15567"/>
                  </a:lnTo>
                  <a:cubicBezTo>
                    <a:pt x="18776" y="15631"/>
                    <a:pt x="18726" y="15681"/>
                    <a:pt x="18662" y="15681"/>
                  </a:cubicBezTo>
                  <a:lnTo>
                    <a:pt x="14237" y="15681"/>
                  </a:lnTo>
                  <a:cubicBezTo>
                    <a:pt x="14410" y="15384"/>
                    <a:pt x="14552" y="15064"/>
                    <a:pt x="14653" y="14730"/>
                  </a:cubicBezTo>
                  <a:lnTo>
                    <a:pt x="14785" y="14730"/>
                  </a:lnTo>
                  <a:lnTo>
                    <a:pt x="14785" y="15009"/>
                  </a:lnTo>
                  <a:cubicBezTo>
                    <a:pt x="14785" y="15169"/>
                    <a:pt x="14913" y="15302"/>
                    <a:pt x="15078" y="15302"/>
                  </a:cubicBezTo>
                  <a:cubicBezTo>
                    <a:pt x="15238" y="15302"/>
                    <a:pt x="15370" y="15169"/>
                    <a:pt x="15370" y="15009"/>
                  </a:cubicBezTo>
                  <a:lnTo>
                    <a:pt x="15370" y="14730"/>
                  </a:lnTo>
                  <a:lnTo>
                    <a:pt x="16230" y="14730"/>
                  </a:lnTo>
                  <a:lnTo>
                    <a:pt x="16230" y="15009"/>
                  </a:lnTo>
                  <a:cubicBezTo>
                    <a:pt x="16230" y="15169"/>
                    <a:pt x="16362" y="15302"/>
                    <a:pt x="16522" y="15302"/>
                  </a:cubicBezTo>
                  <a:cubicBezTo>
                    <a:pt x="16687" y="15302"/>
                    <a:pt x="16815" y="15169"/>
                    <a:pt x="16815" y="15009"/>
                  </a:cubicBezTo>
                  <a:lnTo>
                    <a:pt x="16815" y="14730"/>
                  </a:lnTo>
                  <a:lnTo>
                    <a:pt x="17679" y="14730"/>
                  </a:lnTo>
                  <a:lnTo>
                    <a:pt x="17679" y="15009"/>
                  </a:lnTo>
                  <a:cubicBezTo>
                    <a:pt x="17679" y="15169"/>
                    <a:pt x="17807" y="15302"/>
                    <a:pt x="17972" y="15302"/>
                  </a:cubicBezTo>
                  <a:cubicBezTo>
                    <a:pt x="18132" y="15302"/>
                    <a:pt x="18264" y="15169"/>
                    <a:pt x="18264" y="15009"/>
                  </a:cubicBezTo>
                  <a:lnTo>
                    <a:pt x="18264" y="14730"/>
                  </a:lnTo>
                  <a:close/>
                  <a:moveTo>
                    <a:pt x="8417" y="16266"/>
                  </a:moveTo>
                  <a:cubicBezTo>
                    <a:pt x="8481" y="16266"/>
                    <a:pt x="8531" y="16321"/>
                    <a:pt x="8531" y="16380"/>
                  </a:cubicBezTo>
                  <a:lnTo>
                    <a:pt x="8531" y="17103"/>
                  </a:lnTo>
                  <a:cubicBezTo>
                    <a:pt x="8531" y="17167"/>
                    <a:pt x="8481" y="17222"/>
                    <a:pt x="8417" y="17222"/>
                  </a:cubicBezTo>
                  <a:lnTo>
                    <a:pt x="1244" y="17222"/>
                  </a:lnTo>
                  <a:cubicBezTo>
                    <a:pt x="1180" y="17222"/>
                    <a:pt x="1125" y="17167"/>
                    <a:pt x="1125" y="17103"/>
                  </a:cubicBezTo>
                  <a:lnTo>
                    <a:pt x="1125" y="16380"/>
                  </a:lnTo>
                  <a:cubicBezTo>
                    <a:pt x="1125" y="16321"/>
                    <a:pt x="1180" y="16266"/>
                    <a:pt x="1244" y="16266"/>
                  </a:cubicBezTo>
                  <a:lnTo>
                    <a:pt x="1642" y="16266"/>
                  </a:lnTo>
                  <a:lnTo>
                    <a:pt x="1642" y="16545"/>
                  </a:lnTo>
                  <a:cubicBezTo>
                    <a:pt x="1642" y="16710"/>
                    <a:pt x="1774" y="16838"/>
                    <a:pt x="1934" y="16838"/>
                  </a:cubicBezTo>
                  <a:cubicBezTo>
                    <a:pt x="2094" y="16838"/>
                    <a:pt x="2227" y="16710"/>
                    <a:pt x="2227" y="16545"/>
                  </a:cubicBezTo>
                  <a:lnTo>
                    <a:pt x="2227" y="16266"/>
                  </a:lnTo>
                  <a:lnTo>
                    <a:pt x="3091" y="16266"/>
                  </a:lnTo>
                  <a:lnTo>
                    <a:pt x="3091" y="16545"/>
                  </a:lnTo>
                  <a:cubicBezTo>
                    <a:pt x="3091" y="16710"/>
                    <a:pt x="3219" y="16838"/>
                    <a:pt x="3383" y="16838"/>
                  </a:cubicBezTo>
                  <a:cubicBezTo>
                    <a:pt x="3544" y="16838"/>
                    <a:pt x="3676" y="16710"/>
                    <a:pt x="3676" y="16545"/>
                  </a:cubicBezTo>
                  <a:lnTo>
                    <a:pt x="3676" y="16266"/>
                  </a:lnTo>
                  <a:lnTo>
                    <a:pt x="4536" y="16266"/>
                  </a:lnTo>
                  <a:lnTo>
                    <a:pt x="4536" y="16545"/>
                  </a:lnTo>
                  <a:cubicBezTo>
                    <a:pt x="4536" y="16710"/>
                    <a:pt x="4668" y="16838"/>
                    <a:pt x="4828" y="16838"/>
                  </a:cubicBezTo>
                  <a:cubicBezTo>
                    <a:pt x="4988" y="16838"/>
                    <a:pt x="5121" y="16710"/>
                    <a:pt x="5121" y="16545"/>
                  </a:cubicBezTo>
                  <a:lnTo>
                    <a:pt x="5121" y="16266"/>
                  </a:lnTo>
                  <a:lnTo>
                    <a:pt x="5985" y="16266"/>
                  </a:lnTo>
                  <a:lnTo>
                    <a:pt x="5985" y="16545"/>
                  </a:lnTo>
                  <a:cubicBezTo>
                    <a:pt x="5985" y="16710"/>
                    <a:pt x="6113" y="16838"/>
                    <a:pt x="6277" y="16838"/>
                  </a:cubicBezTo>
                  <a:cubicBezTo>
                    <a:pt x="6437" y="16838"/>
                    <a:pt x="6570" y="16710"/>
                    <a:pt x="6570" y="16545"/>
                  </a:cubicBezTo>
                  <a:lnTo>
                    <a:pt x="6570" y="16266"/>
                  </a:lnTo>
                  <a:lnTo>
                    <a:pt x="7429" y="16266"/>
                  </a:lnTo>
                  <a:lnTo>
                    <a:pt x="7429" y="16545"/>
                  </a:lnTo>
                  <a:cubicBezTo>
                    <a:pt x="7429" y="16710"/>
                    <a:pt x="7562" y="16838"/>
                    <a:pt x="7722" y="16838"/>
                  </a:cubicBezTo>
                  <a:cubicBezTo>
                    <a:pt x="7887" y="16838"/>
                    <a:pt x="8015" y="16710"/>
                    <a:pt x="8015" y="16545"/>
                  </a:cubicBezTo>
                  <a:lnTo>
                    <a:pt x="8015" y="16266"/>
                  </a:lnTo>
                  <a:close/>
                  <a:moveTo>
                    <a:pt x="10538" y="9816"/>
                  </a:moveTo>
                  <a:cubicBezTo>
                    <a:pt x="12582" y="9816"/>
                    <a:pt x="14241" y="11480"/>
                    <a:pt x="14241" y="13519"/>
                  </a:cubicBezTo>
                  <a:cubicBezTo>
                    <a:pt x="14241" y="15558"/>
                    <a:pt x="12582" y="17222"/>
                    <a:pt x="10538" y="17222"/>
                  </a:cubicBezTo>
                  <a:cubicBezTo>
                    <a:pt x="10044" y="17222"/>
                    <a:pt x="9564" y="17126"/>
                    <a:pt x="9116" y="16938"/>
                  </a:cubicBezTo>
                  <a:lnTo>
                    <a:pt x="9116" y="16380"/>
                  </a:lnTo>
                  <a:cubicBezTo>
                    <a:pt x="9116" y="16335"/>
                    <a:pt x="9112" y="16289"/>
                    <a:pt x="9103" y="16248"/>
                  </a:cubicBezTo>
                  <a:lnTo>
                    <a:pt x="9103" y="16248"/>
                  </a:lnTo>
                  <a:cubicBezTo>
                    <a:pt x="9541" y="16476"/>
                    <a:pt x="10031" y="16600"/>
                    <a:pt x="10538" y="16600"/>
                  </a:cubicBezTo>
                  <a:cubicBezTo>
                    <a:pt x="11974" y="16600"/>
                    <a:pt x="13203" y="15626"/>
                    <a:pt x="13537" y="14236"/>
                  </a:cubicBezTo>
                  <a:cubicBezTo>
                    <a:pt x="13574" y="14076"/>
                    <a:pt x="13478" y="13921"/>
                    <a:pt x="13318" y="13884"/>
                  </a:cubicBezTo>
                  <a:cubicBezTo>
                    <a:pt x="13294" y="13878"/>
                    <a:pt x="13270" y="13875"/>
                    <a:pt x="13247" y="13875"/>
                  </a:cubicBezTo>
                  <a:cubicBezTo>
                    <a:pt x="13116" y="13875"/>
                    <a:pt x="12997" y="13967"/>
                    <a:pt x="12966" y="14099"/>
                  </a:cubicBezTo>
                  <a:cubicBezTo>
                    <a:pt x="12696" y="15228"/>
                    <a:pt x="11699" y="16015"/>
                    <a:pt x="10538" y="16015"/>
                  </a:cubicBezTo>
                  <a:cubicBezTo>
                    <a:pt x="10026" y="16015"/>
                    <a:pt x="9532" y="15864"/>
                    <a:pt x="9116" y="15571"/>
                  </a:cubicBezTo>
                  <a:cubicBezTo>
                    <a:pt x="9116" y="15571"/>
                    <a:pt x="9116" y="15567"/>
                    <a:pt x="9116" y="15567"/>
                  </a:cubicBezTo>
                  <a:lnTo>
                    <a:pt x="9116" y="14844"/>
                  </a:lnTo>
                  <a:cubicBezTo>
                    <a:pt x="9116" y="14506"/>
                    <a:pt x="8874" y="14227"/>
                    <a:pt x="8559" y="14159"/>
                  </a:cubicBezTo>
                  <a:cubicBezTo>
                    <a:pt x="8568" y="14117"/>
                    <a:pt x="8572" y="14072"/>
                    <a:pt x="8572" y="14026"/>
                  </a:cubicBezTo>
                  <a:lnTo>
                    <a:pt x="8572" y="13304"/>
                  </a:lnTo>
                  <a:cubicBezTo>
                    <a:pt x="8572" y="13263"/>
                    <a:pt x="8568" y="13217"/>
                    <a:pt x="8559" y="13176"/>
                  </a:cubicBezTo>
                  <a:cubicBezTo>
                    <a:pt x="8874" y="13107"/>
                    <a:pt x="9116" y="12828"/>
                    <a:pt x="9116" y="12490"/>
                  </a:cubicBezTo>
                  <a:lnTo>
                    <a:pt x="9116" y="11768"/>
                  </a:lnTo>
                  <a:cubicBezTo>
                    <a:pt x="9116" y="11727"/>
                    <a:pt x="9112" y="11685"/>
                    <a:pt x="9103" y="11644"/>
                  </a:cubicBezTo>
                  <a:cubicBezTo>
                    <a:pt x="9372" y="11612"/>
                    <a:pt x="9592" y="11425"/>
                    <a:pt x="9679" y="11173"/>
                  </a:cubicBezTo>
                  <a:cubicBezTo>
                    <a:pt x="9953" y="11073"/>
                    <a:pt x="10241" y="11023"/>
                    <a:pt x="10538" y="11023"/>
                  </a:cubicBezTo>
                  <a:cubicBezTo>
                    <a:pt x="11699" y="11023"/>
                    <a:pt x="12696" y="11809"/>
                    <a:pt x="12966" y="12938"/>
                  </a:cubicBezTo>
                  <a:cubicBezTo>
                    <a:pt x="12998" y="13071"/>
                    <a:pt x="13117" y="13162"/>
                    <a:pt x="13249" y="13162"/>
                  </a:cubicBezTo>
                  <a:cubicBezTo>
                    <a:pt x="13272" y="13162"/>
                    <a:pt x="13295" y="13157"/>
                    <a:pt x="13318" y="13153"/>
                  </a:cubicBezTo>
                  <a:cubicBezTo>
                    <a:pt x="13478" y="13116"/>
                    <a:pt x="13574" y="12956"/>
                    <a:pt x="13537" y="12801"/>
                  </a:cubicBezTo>
                  <a:cubicBezTo>
                    <a:pt x="13203" y="11407"/>
                    <a:pt x="11969" y="10437"/>
                    <a:pt x="10538" y="10437"/>
                  </a:cubicBezTo>
                  <a:cubicBezTo>
                    <a:pt x="10255" y="10437"/>
                    <a:pt x="9980" y="10474"/>
                    <a:pt x="9715" y="10547"/>
                  </a:cubicBezTo>
                  <a:lnTo>
                    <a:pt x="9715" y="10227"/>
                  </a:lnTo>
                  <a:cubicBezTo>
                    <a:pt x="9715" y="10122"/>
                    <a:pt x="9688" y="10017"/>
                    <a:pt x="9642" y="9925"/>
                  </a:cubicBezTo>
                  <a:cubicBezTo>
                    <a:pt x="9935" y="9852"/>
                    <a:pt x="10236" y="9816"/>
                    <a:pt x="10538" y="9816"/>
                  </a:cubicBezTo>
                  <a:close/>
                  <a:moveTo>
                    <a:pt x="4773" y="0"/>
                  </a:moveTo>
                  <a:cubicBezTo>
                    <a:pt x="2410" y="0"/>
                    <a:pt x="490" y="1925"/>
                    <a:pt x="490" y="4289"/>
                  </a:cubicBezTo>
                  <a:cubicBezTo>
                    <a:pt x="490" y="5866"/>
                    <a:pt x="1345" y="7246"/>
                    <a:pt x="2615" y="7992"/>
                  </a:cubicBezTo>
                  <a:lnTo>
                    <a:pt x="1843" y="7992"/>
                  </a:lnTo>
                  <a:cubicBezTo>
                    <a:pt x="1454" y="7992"/>
                    <a:pt x="1139" y="8302"/>
                    <a:pt x="1139" y="8691"/>
                  </a:cubicBezTo>
                  <a:lnTo>
                    <a:pt x="1139" y="9413"/>
                  </a:lnTo>
                  <a:cubicBezTo>
                    <a:pt x="1139" y="9564"/>
                    <a:pt x="1189" y="9706"/>
                    <a:pt x="1271" y="9820"/>
                  </a:cubicBezTo>
                  <a:cubicBezTo>
                    <a:pt x="1189" y="9934"/>
                    <a:pt x="1139" y="10076"/>
                    <a:pt x="1139" y="10227"/>
                  </a:cubicBezTo>
                  <a:lnTo>
                    <a:pt x="1139" y="10954"/>
                  </a:lnTo>
                  <a:cubicBezTo>
                    <a:pt x="1139" y="10995"/>
                    <a:pt x="1143" y="11036"/>
                    <a:pt x="1153" y="11073"/>
                  </a:cubicBezTo>
                  <a:cubicBezTo>
                    <a:pt x="810" y="11119"/>
                    <a:pt x="545" y="11411"/>
                    <a:pt x="545" y="11768"/>
                  </a:cubicBezTo>
                  <a:lnTo>
                    <a:pt x="545" y="12490"/>
                  </a:lnTo>
                  <a:cubicBezTo>
                    <a:pt x="545" y="12536"/>
                    <a:pt x="549" y="12577"/>
                    <a:pt x="554" y="12623"/>
                  </a:cubicBezTo>
                  <a:cubicBezTo>
                    <a:pt x="238" y="12687"/>
                    <a:pt x="0" y="12970"/>
                    <a:pt x="0" y="13304"/>
                  </a:cubicBezTo>
                  <a:lnTo>
                    <a:pt x="0" y="14026"/>
                  </a:lnTo>
                  <a:cubicBezTo>
                    <a:pt x="0" y="14364"/>
                    <a:pt x="238" y="14648"/>
                    <a:pt x="554" y="14712"/>
                  </a:cubicBezTo>
                  <a:cubicBezTo>
                    <a:pt x="549" y="14758"/>
                    <a:pt x="545" y="14799"/>
                    <a:pt x="545" y="14844"/>
                  </a:cubicBezTo>
                  <a:lnTo>
                    <a:pt x="545" y="15567"/>
                  </a:lnTo>
                  <a:cubicBezTo>
                    <a:pt x="545" y="15718"/>
                    <a:pt x="590" y="15859"/>
                    <a:pt x="673" y="15974"/>
                  </a:cubicBezTo>
                  <a:cubicBezTo>
                    <a:pt x="590" y="16088"/>
                    <a:pt x="545" y="16230"/>
                    <a:pt x="545" y="16380"/>
                  </a:cubicBezTo>
                  <a:lnTo>
                    <a:pt x="545" y="17103"/>
                  </a:lnTo>
                  <a:cubicBezTo>
                    <a:pt x="545" y="17491"/>
                    <a:pt x="855" y="17807"/>
                    <a:pt x="1244" y="17807"/>
                  </a:cubicBezTo>
                  <a:lnTo>
                    <a:pt x="8417" y="17807"/>
                  </a:lnTo>
                  <a:cubicBezTo>
                    <a:pt x="8650" y="17807"/>
                    <a:pt x="8856" y="17688"/>
                    <a:pt x="8984" y="17514"/>
                  </a:cubicBezTo>
                  <a:cubicBezTo>
                    <a:pt x="9477" y="17706"/>
                    <a:pt x="9999" y="17807"/>
                    <a:pt x="10538" y="17807"/>
                  </a:cubicBezTo>
                  <a:cubicBezTo>
                    <a:pt x="10771" y="17807"/>
                    <a:pt x="11000" y="17784"/>
                    <a:pt x="11219" y="17752"/>
                  </a:cubicBezTo>
                  <a:cubicBezTo>
                    <a:pt x="11306" y="17784"/>
                    <a:pt x="11398" y="17807"/>
                    <a:pt x="11489" y="17807"/>
                  </a:cubicBezTo>
                  <a:lnTo>
                    <a:pt x="15050" y="17807"/>
                  </a:lnTo>
                  <a:cubicBezTo>
                    <a:pt x="15210" y="17807"/>
                    <a:pt x="15343" y="17674"/>
                    <a:pt x="15343" y="17514"/>
                  </a:cubicBezTo>
                  <a:cubicBezTo>
                    <a:pt x="15343" y="17350"/>
                    <a:pt x="15210" y="17222"/>
                    <a:pt x="15050" y="17222"/>
                  </a:cubicBezTo>
                  <a:lnTo>
                    <a:pt x="12696" y="17222"/>
                  </a:lnTo>
                  <a:cubicBezTo>
                    <a:pt x="12947" y="17075"/>
                    <a:pt x="13176" y="16906"/>
                    <a:pt x="13391" y="16714"/>
                  </a:cubicBezTo>
                  <a:cubicBezTo>
                    <a:pt x="13441" y="16792"/>
                    <a:pt x="13533" y="16838"/>
                    <a:pt x="13629" y="16838"/>
                  </a:cubicBezTo>
                  <a:cubicBezTo>
                    <a:pt x="13789" y="16838"/>
                    <a:pt x="13921" y="16710"/>
                    <a:pt x="13921" y="16545"/>
                  </a:cubicBezTo>
                  <a:lnTo>
                    <a:pt x="13921" y="16266"/>
                  </a:lnTo>
                  <a:lnTo>
                    <a:pt x="14785" y="16266"/>
                  </a:lnTo>
                  <a:lnTo>
                    <a:pt x="14785" y="16545"/>
                  </a:lnTo>
                  <a:cubicBezTo>
                    <a:pt x="14785" y="16710"/>
                    <a:pt x="14913" y="16838"/>
                    <a:pt x="15078" y="16838"/>
                  </a:cubicBezTo>
                  <a:cubicBezTo>
                    <a:pt x="15238" y="16838"/>
                    <a:pt x="15370" y="16710"/>
                    <a:pt x="15370" y="16545"/>
                  </a:cubicBezTo>
                  <a:lnTo>
                    <a:pt x="15370" y="16266"/>
                  </a:lnTo>
                  <a:lnTo>
                    <a:pt x="16230" y="16266"/>
                  </a:lnTo>
                  <a:lnTo>
                    <a:pt x="16230" y="16545"/>
                  </a:lnTo>
                  <a:cubicBezTo>
                    <a:pt x="16230" y="16710"/>
                    <a:pt x="16362" y="16838"/>
                    <a:pt x="16522" y="16838"/>
                  </a:cubicBezTo>
                  <a:cubicBezTo>
                    <a:pt x="16687" y="16838"/>
                    <a:pt x="16815" y="16710"/>
                    <a:pt x="16815" y="16545"/>
                  </a:cubicBezTo>
                  <a:lnTo>
                    <a:pt x="16815" y="16266"/>
                  </a:lnTo>
                  <a:lnTo>
                    <a:pt x="17679" y="16266"/>
                  </a:lnTo>
                  <a:lnTo>
                    <a:pt x="17679" y="16545"/>
                  </a:lnTo>
                  <a:cubicBezTo>
                    <a:pt x="17679" y="16710"/>
                    <a:pt x="17807" y="16838"/>
                    <a:pt x="17972" y="16838"/>
                  </a:cubicBezTo>
                  <a:cubicBezTo>
                    <a:pt x="18132" y="16838"/>
                    <a:pt x="18264" y="16710"/>
                    <a:pt x="18264" y="16545"/>
                  </a:cubicBezTo>
                  <a:lnTo>
                    <a:pt x="18264" y="16266"/>
                  </a:lnTo>
                  <a:lnTo>
                    <a:pt x="18662" y="16266"/>
                  </a:lnTo>
                  <a:cubicBezTo>
                    <a:pt x="18726" y="16266"/>
                    <a:pt x="18776" y="16321"/>
                    <a:pt x="18776" y="16380"/>
                  </a:cubicBezTo>
                  <a:lnTo>
                    <a:pt x="18776" y="17103"/>
                  </a:lnTo>
                  <a:cubicBezTo>
                    <a:pt x="18776" y="17167"/>
                    <a:pt x="18726" y="17222"/>
                    <a:pt x="18662" y="17222"/>
                  </a:cubicBezTo>
                  <a:lnTo>
                    <a:pt x="16349" y="17222"/>
                  </a:lnTo>
                  <a:cubicBezTo>
                    <a:pt x="16189" y="17222"/>
                    <a:pt x="16056" y="17350"/>
                    <a:pt x="16056" y="17514"/>
                  </a:cubicBezTo>
                  <a:cubicBezTo>
                    <a:pt x="16056" y="17674"/>
                    <a:pt x="16189" y="17807"/>
                    <a:pt x="16349" y="17807"/>
                  </a:cubicBezTo>
                  <a:lnTo>
                    <a:pt x="18662" y="17807"/>
                  </a:lnTo>
                  <a:cubicBezTo>
                    <a:pt x="19050" y="17807"/>
                    <a:pt x="19361" y="17491"/>
                    <a:pt x="19361" y="17103"/>
                  </a:cubicBezTo>
                  <a:lnTo>
                    <a:pt x="19361" y="16380"/>
                  </a:lnTo>
                  <a:cubicBezTo>
                    <a:pt x="19361" y="16230"/>
                    <a:pt x="19311" y="16088"/>
                    <a:pt x="19229" y="15974"/>
                  </a:cubicBezTo>
                  <a:cubicBezTo>
                    <a:pt x="19311" y="15859"/>
                    <a:pt x="19361" y="15718"/>
                    <a:pt x="19361" y="15567"/>
                  </a:cubicBezTo>
                  <a:lnTo>
                    <a:pt x="19361" y="14844"/>
                  </a:lnTo>
                  <a:cubicBezTo>
                    <a:pt x="19361" y="14506"/>
                    <a:pt x="19124" y="14227"/>
                    <a:pt x="18808" y="14159"/>
                  </a:cubicBezTo>
                  <a:cubicBezTo>
                    <a:pt x="18813" y="14117"/>
                    <a:pt x="18817" y="14072"/>
                    <a:pt x="18817" y="14026"/>
                  </a:cubicBezTo>
                  <a:lnTo>
                    <a:pt x="18817" y="13304"/>
                  </a:lnTo>
                  <a:cubicBezTo>
                    <a:pt x="18817" y="13263"/>
                    <a:pt x="18813" y="13217"/>
                    <a:pt x="18808" y="13176"/>
                  </a:cubicBezTo>
                  <a:cubicBezTo>
                    <a:pt x="19124" y="13107"/>
                    <a:pt x="19361" y="12828"/>
                    <a:pt x="19361" y="12490"/>
                  </a:cubicBezTo>
                  <a:lnTo>
                    <a:pt x="19361" y="11768"/>
                  </a:lnTo>
                  <a:cubicBezTo>
                    <a:pt x="19361" y="11727"/>
                    <a:pt x="19357" y="11685"/>
                    <a:pt x="19352" y="11644"/>
                  </a:cubicBezTo>
                  <a:cubicBezTo>
                    <a:pt x="19695" y="11599"/>
                    <a:pt x="19960" y="11306"/>
                    <a:pt x="19960" y="10949"/>
                  </a:cubicBezTo>
                  <a:lnTo>
                    <a:pt x="19960" y="10227"/>
                  </a:lnTo>
                  <a:cubicBezTo>
                    <a:pt x="19960" y="9857"/>
                    <a:pt x="19668" y="9550"/>
                    <a:pt x="19297" y="9532"/>
                  </a:cubicBezTo>
                  <a:cubicBezTo>
                    <a:pt x="19302" y="9491"/>
                    <a:pt x="19306" y="9454"/>
                    <a:pt x="19306" y="9413"/>
                  </a:cubicBezTo>
                  <a:lnTo>
                    <a:pt x="19306" y="8691"/>
                  </a:lnTo>
                  <a:cubicBezTo>
                    <a:pt x="19306" y="8371"/>
                    <a:pt x="19096" y="8106"/>
                    <a:pt x="18804" y="8019"/>
                  </a:cubicBezTo>
                  <a:cubicBezTo>
                    <a:pt x="18813" y="7973"/>
                    <a:pt x="18817" y="7923"/>
                    <a:pt x="18817" y="7877"/>
                  </a:cubicBezTo>
                  <a:lnTo>
                    <a:pt x="18817" y="7150"/>
                  </a:lnTo>
                  <a:cubicBezTo>
                    <a:pt x="18817" y="6798"/>
                    <a:pt x="18552" y="6506"/>
                    <a:pt x="18209" y="6460"/>
                  </a:cubicBezTo>
                  <a:cubicBezTo>
                    <a:pt x="18218" y="6419"/>
                    <a:pt x="18218" y="6378"/>
                    <a:pt x="18218" y="6337"/>
                  </a:cubicBezTo>
                  <a:lnTo>
                    <a:pt x="18218" y="5614"/>
                  </a:lnTo>
                  <a:cubicBezTo>
                    <a:pt x="18218" y="5573"/>
                    <a:pt x="18218" y="5537"/>
                    <a:pt x="18209" y="5500"/>
                  </a:cubicBezTo>
                  <a:lnTo>
                    <a:pt x="18447" y="5500"/>
                  </a:lnTo>
                  <a:cubicBezTo>
                    <a:pt x="18831" y="5500"/>
                    <a:pt x="19146" y="5185"/>
                    <a:pt x="19146" y="4801"/>
                  </a:cubicBezTo>
                  <a:lnTo>
                    <a:pt x="19146" y="4074"/>
                  </a:lnTo>
                  <a:cubicBezTo>
                    <a:pt x="19146" y="3690"/>
                    <a:pt x="18831" y="3374"/>
                    <a:pt x="18447" y="3374"/>
                  </a:cubicBezTo>
                  <a:lnTo>
                    <a:pt x="18154" y="3374"/>
                  </a:lnTo>
                  <a:cubicBezTo>
                    <a:pt x="18164" y="3338"/>
                    <a:pt x="18168" y="3301"/>
                    <a:pt x="18168" y="3260"/>
                  </a:cubicBezTo>
                  <a:lnTo>
                    <a:pt x="18168" y="2538"/>
                  </a:lnTo>
                  <a:cubicBezTo>
                    <a:pt x="18168" y="2154"/>
                    <a:pt x="17853" y="1838"/>
                    <a:pt x="17464" y="1838"/>
                  </a:cubicBezTo>
                  <a:lnTo>
                    <a:pt x="10296" y="1838"/>
                  </a:lnTo>
                  <a:cubicBezTo>
                    <a:pt x="9907" y="1838"/>
                    <a:pt x="9592" y="2154"/>
                    <a:pt x="9592" y="2538"/>
                  </a:cubicBezTo>
                  <a:lnTo>
                    <a:pt x="9592" y="3260"/>
                  </a:lnTo>
                  <a:cubicBezTo>
                    <a:pt x="9592" y="3644"/>
                    <a:pt x="9907" y="3959"/>
                    <a:pt x="10296" y="3959"/>
                  </a:cubicBezTo>
                  <a:lnTo>
                    <a:pt x="10584" y="3959"/>
                  </a:lnTo>
                  <a:cubicBezTo>
                    <a:pt x="10575" y="3996"/>
                    <a:pt x="10570" y="4037"/>
                    <a:pt x="10570" y="4074"/>
                  </a:cubicBezTo>
                  <a:lnTo>
                    <a:pt x="10570" y="4801"/>
                  </a:lnTo>
                  <a:cubicBezTo>
                    <a:pt x="10570" y="4837"/>
                    <a:pt x="10575" y="4878"/>
                    <a:pt x="10584" y="4915"/>
                  </a:cubicBezTo>
                  <a:lnTo>
                    <a:pt x="10346" y="4915"/>
                  </a:lnTo>
                  <a:cubicBezTo>
                    <a:pt x="9962" y="4915"/>
                    <a:pt x="9647" y="5230"/>
                    <a:pt x="9647" y="5614"/>
                  </a:cubicBezTo>
                  <a:lnTo>
                    <a:pt x="9647" y="6337"/>
                  </a:lnTo>
                  <a:cubicBezTo>
                    <a:pt x="9647" y="6693"/>
                    <a:pt x="9912" y="6986"/>
                    <a:pt x="10259" y="7031"/>
                  </a:cubicBezTo>
                  <a:cubicBezTo>
                    <a:pt x="10250" y="7068"/>
                    <a:pt x="10246" y="7109"/>
                    <a:pt x="10246" y="7150"/>
                  </a:cubicBezTo>
                  <a:lnTo>
                    <a:pt x="10246" y="7877"/>
                  </a:lnTo>
                  <a:cubicBezTo>
                    <a:pt x="10246" y="8193"/>
                    <a:pt x="10460" y="8462"/>
                    <a:pt x="10748" y="8545"/>
                  </a:cubicBezTo>
                  <a:cubicBezTo>
                    <a:pt x="10739" y="8595"/>
                    <a:pt x="10735" y="8641"/>
                    <a:pt x="10735" y="8691"/>
                  </a:cubicBezTo>
                  <a:lnTo>
                    <a:pt x="10735" y="9235"/>
                  </a:lnTo>
                  <a:cubicBezTo>
                    <a:pt x="10671" y="9235"/>
                    <a:pt x="10607" y="9230"/>
                    <a:pt x="10538" y="9230"/>
                  </a:cubicBezTo>
                  <a:cubicBezTo>
                    <a:pt x="10259" y="9230"/>
                    <a:pt x="9985" y="9258"/>
                    <a:pt x="9715" y="9313"/>
                  </a:cubicBezTo>
                  <a:lnTo>
                    <a:pt x="9715" y="8691"/>
                  </a:lnTo>
                  <a:cubicBezTo>
                    <a:pt x="9715" y="8302"/>
                    <a:pt x="9400" y="7992"/>
                    <a:pt x="9011" y="7992"/>
                  </a:cubicBezTo>
                  <a:lnTo>
                    <a:pt x="6931" y="7992"/>
                  </a:lnTo>
                  <a:cubicBezTo>
                    <a:pt x="8207" y="7246"/>
                    <a:pt x="9061" y="5866"/>
                    <a:pt x="9061" y="4289"/>
                  </a:cubicBezTo>
                  <a:cubicBezTo>
                    <a:pt x="9061" y="1925"/>
                    <a:pt x="7137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9203848" y="2410082"/>
              <a:ext cx="52366" cy="92677"/>
            </a:xfrm>
            <a:custGeom>
              <a:rect b="b" l="l" r="r" t="t"/>
              <a:pathLst>
                <a:path extrusionOk="0" h="3787" w="2140">
                  <a:moveTo>
                    <a:pt x="1070" y="1"/>
                  </a:moveTo>
                  <a:cubicBezTo>
                    <a:pt x="910" y="1"/>
                    <a:pt x="778" y="129"/>
                    <a:pt x="778" y="294"/>
                  </a:cubicBezTo>
                  <a:lnTo>
                    <a:pt x="778" y="440"/>
                  </a:lnTo>
                  <a:cubicBezTo>
                    <a:pt x="343" y="495"/>
                    <a:pt x="0" y="870"/>
                    <a:pt x="0" y="1322"/>
                  </a:cubicBezTo>
                  <a:cubicBezTo>
                    <a:pt x="0" y="1811"/>
                    <a:pt x="403" y="2209"/>
                    <a:pt x="892" y="2209"/>
                  </a:cubicBezTo>
                  <a:lnTo>
                    <a:pt x="1248" y="2209"/>
                  </a:lnTo>
                  <a:cubicBezTo>
                    <a:pt x="1418" y="2209"/>
                    <a:pt x="1555" y="2346"/>
                    <a:pt x="1555" y="2515"/>
                  </a:cubicBezTo>
                  <a:cubicBezTo>
                    <a:pt x="1555" y="2680"/>
                    <a:pt x="1418" y="2817"/>
                    <a:pt x="1248" y="2817"/>
                  </a:cubicBezTo>
                  <a:lnTo>
                    <a:pt x="892" y="2817"/>
                  </a:lnTo>
                  <a:cubicBezTo>
                    <a:pt x="768" y="2817"/>
                    <a:pt x="659" y="2744"/>
                    <a:pt x="608" y="2630"/>
                  </a:cubicBezTo>
                  <a:cubicBezTo>
                    <a:pt x="563" y="2519"/>
                    <a:pt x="453" y="2453"/>
                    <a:pt x="339" y="2453"/>
                  </a:cubicBezTo>
                  <a:cubicBezTo>
                    <a:pt x="302" y="2453"/>
                    <a:pt x="265" y="2460"/>
                    <a:pt x="229" y="2474"/>
                  </a:cubicBezTo>
                  <a:cubicBezTo>
                    <a:pt x="78" y="2538"/>
                    <a:pt x="9" y="2712"/>
                    <a:pt x="73" y="2858"/>
                  </a:cubicBezTo>
                  <a:cubicBezTo>
                    <a:pt x="197" y="3155"/>
                    <a:pt x="467" y="3357"/>
                    <a:pt x="778" y="3393"/>
                  </a:cubicBezTo>
                  <a:lnTo>
                    <a:pt x="778" y="3494"/>
                  </a:lnTo>
                  <a:cubicBezTo>
                    <a:pt x="778" y="3658"/>
                    <a:pt x="910" y="3786"/>
                    <a:pt x="1070" y="3786"/>
                  </a:cubicBezTo>
                  <a:cubicBezTo>
                    <a:pt x="1230" y="3786"/>
                    <a:pt x="1363" y="3658"/>
                    <a:pt x="1363" y="3494"/>
                  </a:cubicBezTo>
                  <a:lnTo>
                    <a:pt x="1363" y="3393"/>
                  </a:lnTo>
                  <a:cubicBezTo>
                    <a:pt x="1802" y="3338"/>
                    <a:pt x="2140" y="2963"/>
                    <a:pt x="2140" y="2515"/>
                  </a:cubicBezTo>
                  <a:cubicBezTo>
                    <a:pt x="2140" y="2022"/>
                    <a:pt x="1742" y="1624"/>
                    <a:pt x="1248" y="1624"/>
                  </a:cubicBezTo>
                  <a:lnTo>
                    <a:pt x="892" y="1624"/>
                  </a:lnTo>
                  <a:cubicBezTo>
                    <a:pt x="723" y="1624"/>
                    <a:pt x="586" y="1487"/>
                    <a:pt x="586" y="1322"/>
                  </a:cubicBezTo>
                  <a:cubicBezTo>
                    <a:pt x="586" y="1153"/>
                    <a:pt x="723" y="1020"/>
                    <a:pt x="892" y="1020"/>
                  </a:cubicBezTo>
                  <a:lnTo>
                    <a:pt x="1248" y="1020"/>
                  </a:lnTo>
                  <a:cubicBezTo>
                    <a:pt x="1354" y="1020"/>
                    <a:pt x="1445" y="1066"/>
                    <a:pt x="1504" y="1153"/>
                  </a:cubicBezTo>
                  <a:cubicBezTo>
                    <a:pt x="1559" y="1236"/>
                    <a:pt x="1651" y="1281"/>
                    <a:pt x="1744" y="1281"/>
                  </a:cubicBezTo>
                  <a:cubicBezTo>
                    <a:pt x="1800" y="1281"/>
                    <a:pt x="1857" y="1265"/>
                    <a:pt x="1907" y="1231"/>
                  </a:cubicBezTo>
                  <a:cubicBezTo>
                    <a:pt x="2044" y="1139"/>
                    <a:pt x="2076" y="956"/>
                    <a:pt x="1989" y="824"/>
                  </a:cubicBezTo>
                  <a:cubicBezTo>
                    <a:pt x="1843" y="609"/>
                    <a:pt x="1614" y="472"/>
                    <a:pt x="1363" y="440"/>
                  </a:cubicBezTo>
                  <a:lnTo>
                    <a:pt x="1363" y="294"/>
                  </a:lnTo>
                  <a:cubicBezTo>
                    <a:pt x="1363" y="129"/>
                    <a:pt x="1230" y="1"/>
                    <a:pt x="10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9062881" y="2184210"/>
              <a:ext cx="52268" cy="92677"/>
            </a:xfrm>
            <a:custGeom>
              <a:rect b="b" l="l" r="r" t="t"/>
              <a:pathLst>
                <a:path extrusionOk="0" h="3787" w="2136">
                  <a:moveTo>
                    <a:pt x="1065" y="1"/>
                  </a:moveTo>
                  <a:cubicBezTo>
                    <a:pt x="905" y="1"/>
                    <a:pt x="773" y="129"/>
                    <a:pt x="773" y="293"/>
                  </a:cubicBezTo>
                  <a:lnTo>
                    <a:pt x="773" y="440"/>
                  </a:lnTo>
                  <a:cubicBezTo>
                    <a:pt x="338" y="495"/>
                    <a:pt x="0" y="869"/>
                    <a:pt x="0" y="1322"/>
                  </a:cubicBezTo>
                  <a:cubicBezTo>
                    <a:pt x="0" y="1811"/>
                    <a:pt x="398" y="2209"/>
                    <a:pt x="887" y="2209"/>
                  </a:cubicBezTo>
                  <a:lnTo>
                    <a:pt x="1248" y="2209"/>
                  </a:lnTo>
                  <a:cubicBezTo>
                    <a:pt x="1413" y="2209"/>
                    <a:pt x="1550" y="2346"/>
                    <a:pt x="1550" y="2515"/>
                  </a:cubicBezTo>
                  <a:cubicBezTo>
                    <a:pt x="1550" y="2680"/>
                    <a:pt x="1413" y="2817"/>
                    <a:pt x="1248" y="2817"/>
                  </a:cubicBezTo>
                  <a:lnTo>
                    <a:pt x="887" y="2817"/>
                  </a:lnTo>
                  <a:cubicBezTo>
                    <a:pt x="764" y="2817"/>
                    <a:pt x="654" y="2744"/>
                    <a:pt x="608" y="2630"/>
                  </a:cubicBezTo>
                  <a:cubicBezTo>
                    <a:pt x="560" y="2519"/>
                    <a:pt x="449" y="2453"/>
                    <a:pt x="334" y="2453"/>
                  </a:cubicBezTo>
                  <a:cubicBezTo>
                    <a:pt x="297" y="2453"/>
                    <a:pt x="260" y="2460"/>
                    <a:pt x="224" y="2474"/>
                  </a:cubicBezTo>
                  <a:cubicBezTo>
                    <a:pt x="73" y="2538"/>
                    <a:pt x="5" y="2712"/>
                    <a:pt x="69" y="2858"/>
                  </a:cubicBezTo>
                  <a:cubicBezTo>
                    <a:pt x="192" y="3155"/>
                    <a:pt x="462" y="3356"/>
                    <a:pt x="773" y="3393"/>
                  </a:cubicBezTo>
                  <a:lnTo>
                    <a:pt x="773" y="3494"/>
                  </a:lnTo>
                  <a:cubicBezTo>
                    <a:pt x="773" y="3658"/>
                    <a:pt x="905" y="3786"/>
                    <a:pt x="1065" y="3786"/>
                  </a:cubicBezTo>
                  <a:cubicBezTo>
                    <a:pt x="1230" y="3786"/>
                    <a:pt x="1358" y="3658"/>
                    <a:pt x="1358" y="3494"/>
                  </a:cubicBezTo>
                  <a:lnTo>
                    <a:pt x="1358" y="3393"/>
                  </a:lnTo>
                  <a:cubicBezTo>
                    <a:pt x="1797" y="3338"/>
                    <a:pt x="2135" y="2963"/>
                    <a:pt x="2135" y="2515"/>
                  </a:cubicBezTo>
                  <a:cubicBezTo>
                    <a:pt x="2135" y="2022"/>
                    <a:pt x="1737" y="1624"/>
                    <a:pt x="1248" y="1624"/>
                  </a:cubicBezTo>
                  <a:lnTo>
                    <a:pt x="887" y="1624"/>
                  </a:lnTo>
                  <a:cubicBezTo>
                    <a:pt x="718" y="1624"/>
                    <a:pt x="585" y="1487"/>
                    <a:pt x="585" y="1322"/>
                  </a:cubicBezTo>
                  <a:cubicBezTo>
                    <a:pt x="585" y="1153"/>
                    <a:pt x="718" y="1020"/>
                    <a:pt x="887" y="1020"/>
                  </a:cubicBezTo>
                  <a:lnTo>
                    <a:pt x="1248" y="1020"/>
                  </a:lnTo>
                  <a:cubicBezTo>
                    <a:pt x="1349" y="1020"/>
                    <a:pt x="1440" y="1071"/>
                    <a:pt x="1500" y="1153"/>
                  </a:cubicBezTo>
                  <a:cubicBezTo>
                    <a:pt x="1557" y="1236"/>
                    <a:pt x="1648" y="1281"/>
                    <a:pt x="1742" y="1281"/>
                  </a:cubicBezTo>
                  <a:cubicBezTo>
                    <a:pt x="1798" y="1281"/>
                    <a:pt x="1855" y="1265"/>
                    <a:pt x="1906" y="1231"/>
                  </a:cubicBezTo>
                  <a:cubicBezTo>
                    <a:pt x="2039" y="1139"/>
                    <a:pt x="2076" y="961"/>
                    <a:pt x="1984" y="824"/>
                  </a:cubicBezTo>
                  <a:cubicBezTo>
                    <a:pt x="1838" y="613"/>
                    <a:pt x="1609" y="472"/>
                    <a:pt x="1358" y="440"/>
                  </a:cubicBezTo>
                  <a:lnTo>
                    <a:pt x="1358" y="293"/>
                  </a:lnTo>
                  <a:cubicBezTo>
                    <a:pt x="1358" y="129"/>
                    <a:pt x="1230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9013518" y="2155137"/>
              <a:ext cx="150833" cy="150824"/>
            </a:xfrm>
            <a:custGeom>
              <a:rect b="b" l="l" r="r" t="t"/>
              <a:pathLst>
                <a:path extrusionOk="0" h="6163" w="6164">
                  <a:moveTo>
                    <a:pt x="3082" y="0"/>
                  </a:moveTo>
                  <a:cubicBezTo>
                    <a:pt x="1386" y="0"/>
                    <a:pt x="1" y="1381"/>
                    <a:pt x="1" y="3082"/>
                  </a:cubicBezTo>
                  <a:cubicBezTo>
                    <a:pt x="1" y="4782"/>
                    <a:pt x="1386" y="6163"/>
                    <a:pt x="3082" y="6163"/>
                  </a:cubicBezTo>
                  <a:cubicBezTo>
                    <a:pt x="4783" y="6163"/>
                    <a:pt x="6164" y="4782"/>
                    <a:pt x="6164" y="3082"/>
                  </a:cubicBezTo>
                  <a:cubicBezTo>
                    <a:pt x="6164" y="2538"/>
                    <a:pt x="6022" y="2003"/>
                    <a:pt x="5748" y="1532"/>
                  </a:cubicBezTo>
                  <a:cubicBezTo>
                    <a:pt x="5692" y="1440"/>
                    <a:pt x="5594" y="1389"/>
                    <a:pt x="5494" y="1389"/>
                  </a:cubicBezTo>
                  <a:cubicBezTo>
                    <a:pt x="5444" y="1389"/>
                    <a:pt x="5395" y="1401"/>
                    <a:pt x="5350" y="1427"/>
                  </a:cubicBezTo>
                  <a:cubicBezTo>
                    <a:pt x="5208" y="1509"/>
                    <a:pt x="5162" y="1687"/>
                    <a:pt x="5245" y="1829"/>
                  </a:cubicBezTo>
                  <a:cubicBezTo>
                    <a:pt x="5464" y="2208"/>
                    <a:pt x="5583" y="2643"/>
                    <a:pt x="5583" y="3082"/>
                  </a:cubicBezTo>
                  <a:cubicBezTo>
                    <a:pt x="5583" y="4458"/>
                    <a:pt x="4458" y="5578"/>
                    <a:pt x="3082" y="5578"/>
                  </a:cubicBezTo>
                  <a:cubicBezTo>
                    <a:pt x="1706" y="5578"/>
                    <a:pt x="586" y="4458"/>
                    <a:pt x="586" y="3082"/>
                  </a:cubicBezTo>
                  <a:cubicBezTo>
                    <a:pt x="586" y="1705"/>
                    <a:pt x="1706" y="585"/>
                    <a:pt x="3082" y="585"/>
                  </a:cubicBezTo>
                  <a:cubicBezTo>
                    <a:pt x="3567" y="585"/>
                    <a:pt x="4033" y="723"/>
                    <a:pt x="4440" y="983"/>
                  </a:cubicBezTo>
                  <a:cubicBezTo>
                    <a:pt x="4490" y="1017"/>
                    <a:pt x="4546" y="1032"/>
                    <a:pt x="4600" y="1032"/>
                  </a:cubicBezTo>
                  <a:cubicBezTo>
                    <a:pt x="4695" y="1032"/>
                    <a:pt x="4787" y="985"/>
                    <a:pt x="4842" y="901"/>
                  </a:cubicBezTo>
                  <a:cubicBezTo>
                    <a:pt x="4934" y="764"/>
                    <a:pt x="4893" y="581"/>
                    <a:pt x="4755" y="494"/>
                  </a:cubicBezTo>
                  <a:cubicBezTo>
                    <a:pt x="4257" y="169"/>
                    <a:pt x="3681" y="0"/>
                    <a:pt x="3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26"/>
          <p:cNvGrpSpPr/>
          <p:nvPr/>
        </p:nvGrpSpPr>
        <p:grpSpPr>
          <a:xfrm>
            <a:off x="7418965" y="2866046"/>
            <a:ext cx="548626" cy="538475"/>
            <a:chOff x="8887921" y="2726020"/>
            <a:chExt cx="491248" cy="488590"/>
          </a:xfrm>
        </p:grpSpPr>
        <p:sp>
          <p:nvSpPr>
            <p:cNvPr id="569" name="Google Shape;569;p26"/>
            <p:cNvSpPr/>
            <p:nvPr/>
          </p:nvSpPr>
          <p:spPr>
            <a:xfrm>
              <a:off x="8979549" y="2814950"/>
              <a:ext cx="399620" cy="399660"/>
            </a:xfrm>
            <a:custGeom>
              <a:rect b="b" l="l" r="r" t="t"/>
              <a:pathLst>
                <a:path extrusionOk="0" h="16331" w="16331">
                  <a:moveTo>
                    <a:pt x="15745" y="8458"/>
                  </a:moveTo>
                  <a:lnTo>
                    <a:pt x="15745" y="14447"/>
                  </a:lnTo>
                  <a:cubicBezTo>
                    <a:pt x="15745" y="15165"/>
                    <a:pt x="15165" y="15746"/>
                    <a:pt x="14452" y="15746"/>
                  </a:cubicBezTo>
                  <a:lnTo>
                    <a:pt x="8458" y="15746"/>
                  </a:lnTo>
                  <a:lnTo>
                    <a:pt x="8458" y="13533"/>
                  </a:lnTo>
                  <a:cubicBezTo>
                    <a:pt x="8458" y="13428"/>
                    <a:pt x="8403" y="13332"/>
                    <a:pt x="8312" y="13277"/>
                  </a:cubicBezTo>
                  <a:cubicBezTo>
                    <a:pt x="8267" y="13252"/>
                    <a:pt x="8217" y="13240"/>
                    <a:pt x="8167" y="13240"/>
                  </a:cubicBezTo>
                  <a:cubicBezTo>
                    <a:pt x="8115" y="13240"/>
                    <a:pt x="8064" y="13253"/>
                    <a:pt x="8019" y="13281"/>
                  </a:cubicBezTo>
                  <a:cubicBezTo>
                    <a:pt x="7823" y="13396"/>
                    <a:pt x="7599" y="13460"/>
                    <a:pt x="7375" y="13460"/>
                  </a:cubicBezTo>
                  <a:cubicBezTo>
                    <a:pt x="6675" y="13460"/>
                    <a:pt x="6113" y="12893"/>
                    <a:pt x="6113" y="12198"/>
                  </a:cubicBezTo>
                  <a:cubicBezTo>
                    <a:pt x="6113" y="11503"/>
                    <a:pt x="6675" y="10936"/>
                    <a:pt x="7375" y="10936"/>
                  </a:cubicBezTo>
                  <a:cubicBezTo>
                    <a:pt x="7599" y="10936"/>
                    <a:pt x="7823" y="10996"/>
                    <a:pt x="8019" y="11114"/>
                  </a:cubicBezTo>
                  <a:cubicBezTo>
                    <a:pt x="8066" y="11140"/>
                    <a:pt x="8117" y="11154"/>
                    <a:pt x="8169" y="11154"/>
                  </a:cubicBezTo>
                  <a:cubicBezTo>
                    <a:pt x="8218" y="11154"/>
                    <a:pt x="8267" y="11141"/>
                    <a:pt x="8312" y="11114"/>
                  </a:cubicBezTo>
                  <a:cubicBezTo>
                    <a:pt x="8403" y="11064"/>
                    <a:pt x="8458" y="10968"/>
                    <a:pt x="8458" y="10863"/>
                  </a:cubicBezTo>
                  <a:lnTo>
                    <a:pt x="8458" y="8458"/>
                  </a:lnTo>
                  <a:lnTo>
                    <a:pt x="10424" y="8458"/>
                  </a:lnTo>
                  <a:cubicBezTo>
                    <a:pt x="10378" y="8618"/>
                    <a:pt x="10351" y="8788"/>
                    <a:pt x="10351" y="8961"/>
                  </a:cubicBezTo>
                  <a:cubicBezTo>
                    <a:pt x="10351" y="9976"/>
                    <a:pt x="11183" y="10808"/>
                    <a:pt x="12198" y="10808"/>
                  </a:cubicBezTo>
                  <a:cubicBezTo>
                    <a:pt x="13217" y="10808"/>
                    <a:pt x="14045" y="9976"/>
                    <a:pt x="14045" y="8961"/>
                  </a:cubicBezTo>
                  <a:cubicBezTo>
                    <a:pt x="14045" y="8788"/>
                    <a:pt x="14022" y="8618"/>
                    <a:pt x="13976" y="8458"/>
                  </a:cubicBezTo>
                  <a:close/>
                  <a:moveTo>
                    <a:pt x="8390" y="1"/>
                  </a:moveTo>
                  <a:cubicBezTo>
                    <a:pt x="8106" y="1"/>
                    <a:pt x="7873" y="229"/>
                    <a:pt x="7873" y="513"/>
                  </a:cubicBezTo>
                  <a:lnTo>
                    <a:pt x="7873" y="2451"/>
                  </a:lnTo>
                  <a:cubicBezTo>
                    <a:pt x="7873" y="2616"/>
                    <a:pt x="7955" y="2771"/>
                    <a:pt x="8088" y="2872"/>
                  </a:cubicBezTo>
                  <a:cubicBezTo>
                    <a:pt x="8176" y="2934"/>
                    <a:pt x="8279" y="2965"/>
                    <a:pt x="8383" y="2965"/>
                  </a:cubicBezTo>
                  <a:cubicBezTo>
                    <a:pt x="8441" y="2965"/>
                    <a:pt x="8499" y="2955"/>
                    <a:pt x="8554" y="2936"/>
                  </a:cubicBezTo>
                  <a:cubicBezTo>
                    <a:pt x="8687" y="2895"/>
                    <a:pt x="8824" y="2872"/>
                    <a:pt x="8961" y="2872"/>
                  </a:cubicBezTo>
                  <a:cubicBezTo>
                    <a:pt x="9318" y="2872"/>
                    <a:pt x="9642" y="3014"/>
                    <a:pt x="9884" y="3274"/>
                  </a:cubicBezTo>
                  <a:cubicBezTo>
                    <a:pt x="10127" y="3530"/>
                    <a:pt x="10246" y="3868"/>
                    <a:pt x="10223" y="4225"/>
                  </a:cubicBezTo>
                  <a:cubicBezTo>
                    <a:pt x="10177" y="4847"/>
                    <a:pt x="9674" y="5350"/>
                    <a:pt x="9052" y="5391"/>
                  </a:cubicBezTo>
                  <a:cubicBezTo>
                    <a:pt x="9020" y="5393"/>
                    <a:pt x="8988" y="5395"/>
                    <a:pt x="8956" y="5395"/>
                  </a:cubicBezTo>
                  <a:cubicBezTo>
                    <a:pt x="8819" y="5395"/>
                    <a:pt x="8684" y="5371"/>
                    <a:pt x="8554" y="5327"/>
                  </a:cubicBezTo>
                  <a:cubicBezTo>
                    <a:pt x="8501" y="5308"/>
                    <a:pt x="8445" y="5299"/>
                    <a:pt x="8390" y="5299"/>
                  </a:cubicBezTo>
                  <a:cubicBezTo>
                    <a:pt x="8284" y="5299"/>
                    <a:pt x="8178" y="5332"/>
                    <a:pt x="8088" y="5395"/>
                  </a:cubicBezTo>
                  <a:cubicBezTo>
                    <a:pt x="7955" y="5491"/>
                    <a:pt x="7873" y="5647"/>
                    <a:pt x="7873" y="5816"/>
                  </a:cubicBezTo>
                  <a:lnTo>
                    <a:pt x="7873" y="7873"/>
                  </a:lnTo>
                  <a:lnTo>
                    <a:pt x="5912" y="7873"/>
                  </a:lnTo>
                  <a:cubicBezTo>
                    <a:pt x="5957" y="7709"/>
                    <a:pt x="5980" y="7539"/>
                    <a:pt x="5980" y="7370"/>
                  </a:cubicBezTo>
                  <a:cubicBezTo>
                    <a:pt x="5980" y="6351"/>
                    <a:pt x="5153" y="5523"/>
                    <a:pt x="4133" y="5523"/>
                  </a:cubicBezTo>
                  <a:cubicBezTo>
                    <a:pt x="3118" y="5523"/>
                    <a:pt x="2291" y="6351"/>
                    <a:pt x="2291" y="7370"/>
                  </a:cubicBezTo>
                  <a:cubicBezTo>
                    <a:pt x="2291" y="7539"/>
                    <a:pt x="2314" y="7709"/>
                    <a:pt x="2360" y="7873"/>
                  </a:cubicBezTo>
                  <a:lnTo>
                    <a:pt x="513" y="7873"/>
                  </a:lnTo>
                  <a:cubicBezTo>
                    <a:pt x="234" y="7873"/>
                    <a:pt x="1" y="8102"/>
                    <a:pt x="1" y="8385"/>
                  </a:cubicBezTo>
                  <a:lnTo>
                    <a:pt x="1" y="10913"/>
                  </a:lnTo>
                  <a:cubicBezTo>
                    <a:pt x="1" y="11078"/>
                    <a:pt x="133" y="11206"/>
                    <a:pt x="293" y="11206"/>
                  </a:cubicBezTo>
                  <a:cubicBezTo>
                    <a:pt x="458" y="11206"/>
                    <a:pt x="586" y="11078"/>
                    <a:pt x="586" y="10913"/>
                  </a:cubicBezTo>
                  <a:lnTo>
                    <a:pt x="586" y="8458"/>
                  </a:lnTo>
                  <a:lnTo>
                    <a:pt x="2798" y="8458"/>
                  </a:lnTo>
                  <a:cubicBezTo>
                    <a:pt x="2904" y="8458"/>
                    <a:pt x="3000" y="8399"/>
                    <a:pt x="3054" y="8308"/>
                  </a:cubicBezTo>
                  <a:cubicBezTo>
                    <a:pt x="3105" y="8216"/>
                    <a:pt x="3105" y="8106"/>
                    <a:pt x="3050" y="8015"/>
                  </a:cubicBezTo>
                  <a:cubicBezTo>
                    <a:pt x="2936" y="7823"/>
                    <a:pt x="2872" y="7599"/>
                    <a:pt x="2872" y="7370"/>
                  </a:cubicBezTo>
                  <a:cubicBezTo>
                    <a:pt x="2872" y="6675"/>
                    <a:pt x="3438" y="6109"/>
                    <a:pt x="4133" y="6109"/>
                  </a:cubicBezTo>
                  <a:cubicBezTo>
                    <a:pt x="4833" y="6109"/>
                    <a:pt x="5395" y="6675"/>
                    <a:pt x="5395" y="7370"/>
                  </a:cubicBezTo>
                  <a:cubicBezTo>
                    <a:pt x="5395" y="7599"/>
                    <a:pt x="5336" y="7823"/>
                    <a:pt x="5221" y="8015"/>
                  </a:cubicBezTo>
                  <a:cubicBezTo>
                    <a:pt x="5167" y="8106"/>
                    <a:pt x="5167" y="8216"/>
                    <a:pt x="5217" y="8308"/>
                  </a:cubicBezTo>
                  <a:cubicBezTo>
                    <a:pt x="5267" y="8399"/>
                    <a:pt x="5368" y="8458"/>
                    <a:pt x="5473" y="8458"/>
                  </a:cubicBezTo>
                  <a:lnTo>
                    <a:pt x="7873" y="8458"/>
                  </a:lnTo>
                  <a:lnTo>
                    <a:pt x="7873" y="10420"/>
                  </a:lnTo>
                  <a:cubicBezTo>
                    <a:pt x="7713" y="10374"/>
                    <a:pt x="7544" y="10351"/>
                    <a:pt x="7375" y="10351"/>
                  </a:cubicBezTo>
                  <a:cubicBezTo>
                    <a:pt x="6355" y="10351"/>
                    <a:pt x="5528" y="11178"/>
                    <a:pt x="5528" y="12198"/>
                  </a:cubicBezTo>
                  <a:cubicBezTo>
                    <a:pt x="5528" y="13217"/>
                    <a:pt x="6355" y="14045"/>
                    <a:pt x="7375" y="14045"/>
                  </a:cubicBezTo>
                  <a:cubicBezTo>
                    <a:pt x="7544" y="14045"/>
                    <a:pt x="7713" y="14022"/>
                    <a:pt x="7873" y="13976"/>
                  </a:cubicBezTo>
                  <a:lnTo>
                    <a:pt x="7873" y="15746"/>
                  </a:lnTo>
                  <a:lnTo>
                    <a:pt x="1884" y="15746"/>
                  </a:lnTo>
                  <a:cubicBezTo>
                    <a:pt x="1171" y="15746"/>
                    <a:pt x="586" y="15165"/>
                    <a:pt x="586" y="14447"/>
                  </a:cubicBezTo>
                  <a:lnTo>
                    <a:pt x="586" y="12212"/>
                  </a:lnTo>
                  <a:cubicBezTo>
                    <a:pt x="586" y="12052"/>
                    <a:pt x="458" y="11924"/>
                    <a:pt x="293" y="11924"/>
                  </a:cubicBezTo>
                  <a:cubicBezTo>
                    <a:pt x="133" y="11924"/>
                    <a:pt x="1" y="12052"/>
                    <a:pt x="1" y="12212"/>
                  </a:cubicBezTo>
                  <a:lnTo>
                    <a:pt x="1" y="14447"/>
                  </a:lnTo>
                  <a:cubicBezTo>
                    <a:pt x="1" y="15485"/>
                    <a:pt x="846" y="16331"/>
                    <a:pt x="1884" y="16331"/>
                  </a:cubicBezTo>
                  <a:lnTo>
                    <a:pt x="14452" y="16331"/>
                  </a:lnTo>
                  <a:cubicBezTo>
                    <a:pt x="15489" y="16331"/>
                    <a:pt x="16330" y="15485"/>
                    <a:pt x="16330" y="14447"/>
                  </a:cubicBezTo>
                  <a:lnTo>
                    <a:pt x="16330" y="1880"/>
                  </a:lnTo>
                  <a:cubicBezTo>
                    <a:pt x="16330" y="847"/>
                    <a:pt x="15489" y="1"/>
                    <a:pt x="14452" y="1"/>
                  </a:cubicBezTo>
                  <a:lnTo>
                    <a:pt x="11773" y="1"/>
                  </a:lnTo>
                  <a:cubicBezTo>
                    <a:pt x="11613" y="1"/>
                    <a:pt x="11480" y="133"/>
                    <a:pt x="11480" y="293"/>
                  </a:cubicBezTo>
                  <a:cubicBezTo>
                    <a:pt x="11480" y="453"/>
                    <a:pt x="11613" y="586"/>
                    <a:pt x="11773" y="586"/>
                  </a:cubicBezTo>
                  <a:lnTo>
                    <a:pt x="14452" y="586"/>
                  </a:lnTo>
                  <a:cubicBezTo>
                    <a:pt x="15165" y="586"/>
                    <a:pt x="15745" y="1167"/>
                    <a:pt x="15745" y="1880"/>
                  </a:cubicBezTo>
                  <a:lnTo>
                    <a:pt x="15745" y="7873"/>
                  </a:lnTo>
                  <a:lnTo>
                    <a:pt x="13537" y="7873"/>
                  </a:lnTo>
                  <a:cubicBezTo>
                    <a:pt x="13432" y="7873"/>
                    <a:pt x="13331" y="7928"/>
                    <a:pt x="13281" y="8019"/>
                  </a:cubicBezTo>
                  <a:cubicBezTo>
                    <a:pt x="13231" y="8111"/>
                    <a:pt x="13231" y="8225"/>
                    <a:pt x="13286" y="8317"/>
                  </a:cubicBezTo>
                  <a:cubicBezTo>
                    <a:pt x="13400" y="8509"/>
                    <a:pt x="13459" y="8733"/>
                    <a:pt x="13459" y="8961"/>
                  </a:cubicBezTo>
                  <a:cubicBezTo>
                    <a:pt x="13459" y="9656"/>
                    <a:pt x="12897" y="10223"/>
                    <a:pt x="12198" y="10223"/>
                  </a:cubicBezTo>
                  <a:cubicBezTo>
                    <a:pt x="11503" y="10223"/>
                    <a:pt x="10936" y="9656"/>
                    <a:pt x="10936" y="8961"/>
                  </a:cubicBezTo>
                  <a:cubicBezTo>
                    <a:pt x="10936" y="8733"/>
                    <a:pt x="11000" y="8509"/>
                    <a:pt x="11114" y="8317"/>
                  </a:cubicBezTo>
                  <a:cubicBezTo>
                    <a:pt x="11169" y="8225"/>
                    <a:pt x="11169" y="8111"/>
                    <a:pt x="11119" y="8019"/>
                  </a:cubicBezTo>
                  <a:cubicBezTo>
                    <a:pt x="11064" y="7928"/>
                    <a:pt x="10968" y="7873"/>
                    <a:pt x="10863" y="7873"/>
                  </a:cubicBezTo>
                  <a:lnTo>
                    <a:pt x="8458" y="7873"/>
                  </a:lnTo>
                  <a:lnTo>
                    <a:pt x="8458" y="5912"/>
                  </a:lnTo>
                  <a:cubicBezTo>
                    <a:pt x="8625" y="5956"/>
                    <a:pt x="8797" y="5980"/>
                    <a:pt x="8971" y="5980"/>
                  </a:cubicBezTo>
                  <a:cubicBezTo>
                    <a:pt x="9012" y="5980"/>
                    <a:pt x="9053" y="5979"/>
                    <a:pt x="9094" y="5976"/>
                  </a:cubicBezTo>
                  <a:cubicBezTo>
                    <a:pt x="10008" y="5912"/>
                    <a:pt x="10739" y="5176"/>
                    <a:pt x="10803" y="4262"/>
                  </a:cubicBezTo>
                  <a:cubicBezTo>
                    <a:pt x="10840" y="3745"/>
                    <a:pt x="10666" y="3251"/>
                    <a:pt x="10314" y="2872"/>
                  </a:cubicBezTo>
                  <a:cubicBezTo>
                    <a:pt x="9967" y="2502"/>
                    <a:pt x="9473" y="2287"/>
                    <a:pt x="8961" y="2287"/>
                  </a:cubicBezTo>
                  <a:cubicBezTo>
                    <a:pt x="8792" y="2287"/>
                    <a:pt x="8623" y="2310"/>
                    <a:pt x="8458" y="2355"/>
                  </a:cubicBezTo>
                  <a:lnTo>
                    <a:pt x="8458" y="586"/>
                  </a:lnTo>
                  <a:lnTo>
                    <a:pt x="10474" y="586"/>
                  </a:lnTo>
                  <a:cubicBezTo>
                    <a:pt x="10634" y="586"/>
                    <a:pt x="10767" y="453"/>
                    <a:pt x="10767" y="293"/>
                  </a:cubicBezTo>
                  <a:cubicBezTo>
                    <a:pt x="10767" y="129"/>
                    <a:pt x="10634" y="1"/>
                    <a:pt x="10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8887921" y="2726020"/>
              <a:ext cx="283485" cy="266848"/>
            </a:xfrm>
            <a:custGeom>
              <a:rect b="b" l="l" r="r" t="t"/>
              <a:pathLst>
                <a:path extrusionOk="0" h="10904" w="11585">
                  <a:moveTo>
                    <a:pt x="4037" y="586"/>
                  </a:moveTo>
                  <a:cubicBezTo>
                    <a:pt x="5112" y="586"/>
                    <a:pt x="5980" y="1459"/>
                    <a:pt x="5980" y="2529"/>
                  </a:cubicBezTo>
                  <a:cubicBezTo>
                    <a:pt x="5980" y="2835"/>
                    <a:pt x="5912" y="3127"/>
                    <a:pt x="5774" y="3397"/>
                  </a:cubicBezTo>
                  <a:cubicBezTo>
                    <a:pt x="5701" y="3543"/>
                    <a:pt x="5761" y="3717"/>
                    <a:pt x="5907" y="3790"/>
                  </a:cubicBezTo>
                  <a:cubicBezTo>
                    <a:pt x="5948" y="3812"/>
                    <a:pt x="5993" y="3822"/>
                    <a:pt x="6037" y="3822"/>
                  </a:cubicBezTo>
                  <a:cubicBezTo>
                    <a:pt x="6143" y="3822"/>
                    <a:pt x="6247" y="3763"/>
                    <a:pt x="6296" y="3662"/>
                  </a:cubicBezTo>
                  <a:cubicBezTo>
                    <a:pt x="6474" y="3306"/>
                    <a:pt x="6565" y="2926"/>
                    <a:pt x="6565" y="2529"/>
                  </a:cubicBezTo>
                  <a:cubicBezTo>
                    <a:pt x="6565" y="1975"/>
                    <a:pt x="6387" y="1463"/>
                    <a:pt x="6085" y="1047"/>
                  </a:cubicBezTo>
                  <a:lnTo>
                    <a:pt x="7022" y="608"/>
                  </a:lnTo>
                  <a:lnTo>
                    <a:pt x="7960" y="2615"/>
                  </a:lnTo>
                  <a:cubicBezTo>
                    <a:pt x="8005" y="2711"/>
                    <a:pt x="8097" y="2775"/>
                    <a:pt x="8202" y="2785"/>
                  </a:cubicBezTo>
                  <a:cubicBezTo>
                    <a:pt x="8207" y="2785"/>
                    <a:pt x="8212" y="2785"/>
                    <a:pt x="8216" y="2785"/>
                  </a:cubicBezTo>
                  <a:cubicBezTo>
                    <a:pt x="8316" y="2785"/>
                    <a:pt x="8410" y="2739"/>
                    <a:pt x="8467" y="2657"/>
                  </a:cubicBezTo>
                  <a:cubicBezTo>
                    <a:pt x="8591" y="2469"/>
                    <a:pt x="8769" y="2318"/>
                    <a:pt x="8975" y="2222"/>
                  </a:cubicBezTo>
                  <a:cubicBezTo>
                    <a:pt x="9145" y="2143"/>
                    <a:pt x="9326" y="2103"/>
                    <a:pt x="9507" y="2103"/>
                  </a:cubicBezTo>
                  <a:cubicBezTo>
                    <a:pt x="9660" y="2103"/>
                    <a:pt x="9813" y="2132"/>
                    <a:pt x="9962" y="2190"/>
                  </a:cubicBezTo>
                  <a:cubicBezTo>
                    <a:pt x="10287" y="2314"/>
                    <a:pt x="10538" y="2556"/>
                    <a:pt x="10671" y="2876"/>
                  </a:cubicBezTo>
                  <a:cubicBezTo>
                    <a:pt x="10927" y="3484"/>
                    <a:pt x="10666" y="4193"/>
                    <a:pt x="10081" y="4490"/>
                  </a:cubicBezTo>
                  <a:cubicBezTo>
                    <a:pt x="9898" y="4581"/>
                    <a:pt x="9703" y="4628"/>
                    <a:pt x="9503" y="4628"/>
                  </a:cubicBezTo>
                  <a:cubicBezTo>
                    <a:pt x="9463" y="4628"/>
                    <a:pt x="9422" y="4626"/>
                    <a:pt x="9381" y="4622"/>
                  </a:cubicBezTo>
                  <a:cubicBezTo>
                    <a:pt x="9370" y="4621"/>
                    <a:pt x="9358" y="4620"/>
                    <a:pt x="9347" y="4620"/>
                  </a:cubicBezTo>
                  <a:cubicBezTo>
                    <a:pt x="9255" y="4620"/>
                    <a:pt x="9169" y="4668"/>
                    <a:pt x="9116" y="4741"/>
                  </a:cubicBezTo>
                  <a:cubicBezTo>
                    <a:pt x="9052" y="4828"/>
                    <a:pt x="9043" y="4938"/>
                    <a:pt x="9089" y="5034"/>
                  </a:cubicBezTo>
                  <a:lnTo>
                    <a:pt x="10104" y="7214"/>
                  </a:lnTo>
                  <a:lnTo>
                    <a:pt x="8325" y="8042"/>
                  </a:lnTo>
                  <a:cubicBezTo>
                    <a:pt x="8293" y="7859"/>
                    <a:pt x="8239" y="7676"/>
                    <a:pt x="8152" y="7507"/>
                  </a:cubicBezTo>
                  <a:cubicBezTo>
                    <a:pt x="7829" y="6869"/>
                    <a:pt x="7174" y="6493"/>
                    <a:pt x="6496" y="6493"/>
                  </a:cubicBezTo>
                  <a:cubicBezTo>
                    <a:pt x="6260" y="6493"/>
                    <a:pt x="6021" y="6538"/>
                    <a:pt x="5793" y="6634"/>
                  </a:cubicBezTo>
                  <a:cubicBezTo>
                    <a:pt x="5322" y="6830"/>
                    <a:pt x="4961" y="7201"/>
                    <a:pt x="4778" y="7672"/>
                  </a:cubicBezTo>
                  <a:cubicBezTo>
                    <a:pt x="4595" y="8147"/>
                    <a:pt x="4613" y="8659"/>
                    <a:pt x="4828" y="9121"/>
                  </a:cubicBezTo>
                  <a:cubicBezTo>
                    <a:pt x="4901" y="9276"/>
                    <a:pt x="4993" y="9418"/>
                    <a:pt x="5102" y="9546"/>
                  </a:cubicBezTo>
                  <a:lnTo>
                    <a:pt x="3498" y="10296"/>
                  </a:lnTo>
                  <a:lnTo>
                    <a:pt x="965" y="4865"/>
                  </a:lnTo>
                  <a:cubicBezTo>
                    <a:pt x="668" y="4220"/>
                    <a:pt x="947" y="3447"/>
                    <a:pt x="1587" y="3146"/>
                  </a:cubicBezTo>
                  <a:cubicBezTo>
                    <a:pt x="1866" y="4243"/>
                    <a:pt x="2858" y="5057"/>
                    <a:pt x="4037" y="5057"/>
                  </a:cubicBezTo>
                  <a:cubicBezTo>
                    <a:pt x="4476" y="5057"/>
                    <a:pt x="4906" y="4942"/>
                    <a:pt x="5285" y="4727"/>
                  </a:cubicBezTo>
                  <a:cubicBezTo>
                    <a:pt x="5427" y="4645"/>
                    <a:pt x="5477" y="4467"/>
                    <a:pt x="5395" y="4330"/>
                  </a:cubicBezTo>
                  <a:cubicBezTo>
                    <a:pt x="5343" y="4234"/>
                    <a:pt x="5245" y="4180"/>
                    <a:pt x="5143" y="4180"/>
                  </a:cubicBezTo>
                  <a:cubicBezTo>
                    <a:pt x="5094" y="4180"/>
                    <a:pt x="5044" y="4193"/>
                    <a:pt x="4997" y="4220"/>
                  </a:cubicBezTo>
                  <a:cubicBezTo>
                    <a:pt x="4705" y="4385"/>
                    <a:pt x="4375" y="4471"/>
                    <a:pt x="4037" y="4471"/>
                  </a:cubicBezTo>
                  <a:cubicBezTo>
                    <a:pt x="2967" y="4471"/>
                    <a:pt x="2099" y="3598"/>
                    <a:pt x="2099" y="2529"/>
                  </a:cubicBezTo>
                  <a:cubicBezTo>
                    <a:pt x="2099" y="1459"/>
                    <a:pt x="2967" y="586"/>
                    <a:pt x="4037" y="586"/>
                  </a:cubicBezTo>
                  <a:close/>
                  <a:moveTo>
                    <a:pt x="4037" y="0"/>
                  </a:moveTo>
                  <a:cubicBezTo>
                    <a:pt x="2647" y="0"/>
                    <a:pt x="1514" y="1134"/>
                    <a:pt x="1514" y="2529"/>
                  </a:cubicBezTo>
                  <a:cubicBezTo>
                    <a:pt x="1514" y="2529"/>
                    <a:pt x="1514" y="2533"/>
                    <a:pt x="1514" y="2533"/>
                  </a:cubicBezTo>
                  <a:lnTo>
                    <a:pt x="1349" y="2611"/>
                  </a:lnTo>
                  <a:cubicBezTo>
                    <a:pt x="407" y="3050"/>
                    <a:pt x="0" y="4170"/>
                    <a:pt x="435" y="5112"/>
                  </a:cubicBezTo>
                  <a:lnTo>
                    <a:pt x="2999" y="10607"/>
                  </a:lnTo>
                  <a:cubicBezTo>
                    <a:pt x="3086" y="10794"/>
                    <a:pt x="3274" y="10904"/>
                    <a:pt x="3466" y="10904"/>
                  </a:cubicBezTo>
                  <a:cubicBezTo>
                    <a:pt x="3539" y="10904"/>
                    <a:pt x="3612" y="10885"/>
                    <a:pt x="3681" y="10853"/>
                  </a:cubicBezTo>
                  <a:lnTo>
                    <a:pt x="5436" y="10035"/>
                  </a:lnTo>
                  <a:cubicBezTo>
                    <a:pt x="5587" y="9967"/>
                    <a:pt x="5697" y="9825"/>
                    <a:pt x="5724" y="9665"/>
                  </a:cubicBezTo>
                  <a:cubicBezTo>
                    <a:pt x="5756" y="9500"/>
                    <a:pt x="5706" y="9331"/>
                    <a:pt x="5592" y="9212"/>
                  </a:cubicBezTo>
                  <a:cubicBezTo>
                    <a:pt x="5496" y="9116"/>
                    <a:pt x="5418" y="8997"/>
                    <a:pt x="5358" y="8874"/>
                  </a:cubicBezTo>
                  <a:cubicBezTo>
                    <a:pt x="5212" y="8559"/>
                    <a:pt x="5198" y="8206"/>
                    <a:pt x="5326" y="7886"/>
                  </a:cubicBezTo>
                  <a:cubicBezTo>
                    <a:pt x="5450" y="7562"/>
                    <a:pt x="5697" y="7310"/>
                    <a:pt x="6017" y="7173"/>
                  </a:cubicBezTo>
                  <a:cubicBezTo>
                    <a:pt x="6173" y="7109"/>
                    <a:pt x="6336" y="7078"/>
                    <a:pt x="6497" y="7078"/>
                  </a:cubicBezTo>
                  <a:cubicBezTo>
                    <a:pt x="6962" y="7078"/>
                    <a:pt x="7409" y="7334"/>
                    <a:pt x="7626" y="7772"/>
                  </a:cubicBezTo>
                  <a:cubicBezTo>
                    <a:pt x="7699" y="7909"/>
                    <a:pt x="7740" y="8051"/>
                    <a:pt x="7758" y="8202"/>
                  </a:cubicBezTo>
                  <a:cubicBezTo>
                    <a:pt x="7777" y="8367"/>
                    <a:pt x="7873" y="8517"/>
                    <a:pt x="8014" y="8595"/>
                  </a:cubicBezTo>
                  <a:cubicBezTo>
                    <a:pt x="8094" y="8640"/>
                    <a:pt x="8182" y="8663"/>
                    <a:pt x="8270" y="8663"/>
                  </a:cubicBezTo>
                  <a:cubicBezTo>
                    <a:pt x="8343" y="8663"/>
                    <a:pt x="8417" y="8647"/>
                    <a:pt x="8485" y="8613"/>
                  </a:cubicBezTo>
                  <a:lnTo>
                    <a:pt x="10415" y="7713"/>
                  </a:lnTo>
                  <a:cubicBezTo>
                    <a:pt x="10671" y="7594"/>
                    <a:pt x="10785" y="7288"/>
                    <a:pt x="10661" y="7032"/>
                  </a:cubicBezTo>
                  <a:lnTo>
                    <a:pt x="9802" y="5189"/>
                  </a:lnTo>
                  <a:cubicBezTo>
                    <a:pt x="9989" y="5157"/>
                    <a:pt x="10172" y="5098"/>
                    <a:pt x="10346" y="5011"/>
                  </a:cubicBezTo>
                  <a:cubicBezTo>
                    <a:pt x="11205" y="4577"/>
                    <a:pt x="11585" y="3539"/>
                    <a:pt x="11210" y="2647"/>
                  </a:cubicBezTo>
                  <a:cubicBezTo>
                    <a:pt x="11013" y="2181"/>
                    <a:pt x="10643" y="1825"/>
                    <a:pt x="10172" y="1642"/>
                  </a:cubicBezTo>
                  <a:cubicBezTo>
                    <a:pt x="9957" y="1558"/>
                    <a:pt x="9732" y="1517"/>
                    <a:pt x="9508" y="1517"/>
                  </a:cubicBezTo>
                  <a:cubicBezTo>
                    <a:pt x="9242" y="1517"/>
                    <a:pt x="8976" y="1575"/>
                    <a:pt x="8728" y="1692"/>
                  </a:cubicBezTo>
                  <a:cubicBezTo>
                    <a:pt x="8572" y="1765"/>
                    <a:pt x="8431" y="1857"/>
                    <a:pt x="8303" y="1966"/>
                  </a:cubicBezTo>
                  <a:lnTo>
                    <a:pt x="7525" y="298"/>
                  </a:lnTo>
                  <a:cubicBezTo>
                    <a:pt x="7439" y="112"/>
                    <a:pt x="7254" y="3"/>
                    <a:pt x="7059" y="3"/>
                  </a:cubicBezTo>
                  <a:cubicBezTo>
                    <a:pt x="6986" y="3"/>
                    <a:pt x="6911" y="18"/>
                    <a:pt x="6840" y="51"/>
                  </a:cubicBezTo>
                  <a:lnTo>
                    <a:pt x="5665" y="599"/>
                  </a:lnTo>
                  <a:cubicBezTo>
                    <a:pt x="5226" y="224"/>
                    <a:pt x="4659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8964327" y="2749293"/>
              <a:ext cx="44780" cy="77211"/>
            </a:xfrm>
            <a:custGeom>
              <a:rect b="b" l="l" r="r" t="t"/>
              <a:pathLst>
                <a:path extrusionOk="0" h="3155" w="1830">
                  <a:moveTo>
                    <a:pt x="915" y="0"/>
                  </a:moveTo>
                  <a:cubicBezTo>
                    <a:pt x="755" y="0"/>
                    <a:pt x="623" y="133"/>
                    <a:pt x="623" y="293"/>
                  </a:cubicBezTo>
                  <a:lnTo>
                    <a:pt x="623" y="366"/>
                  </a:lnTo>
                  <a:cubicBezTo>
                    <a:pt x="271" y="435"/>
                    <a:pt x="5" y="746"/>
                    <a:pt x="5" y="1120"/>
                  </a:cubicBezTo>
                  <a:cubicBezTo>
                    <a:pt x="5" y="1546"/>
                    <a:pt x="348" y="1888"/>
                    <a:pt x="773" y="1888"/>
                  </a:cubicBezTo>
                  <a:lnTo>
                    <a:pt x="1061" y="1888"/>
                  </a:lnTo>
                  <a:cubicBezTo>
                    <a:pt x="1162" y="1888"/>
                    <a:pt x="1244" y="1971"/>
                    <a:pt x="1244" y="2076"/>
                  </a:cubicBezTo>
                  <a:cubicBezTo>
                    <a:pt x="1244" y="2176"/>
                    <a:pt x="1162" y="2259"/>
                    <a:pt x="1061" y="2259"/>
                  </a:cubicBezTo>
                  <a:lnTo>
                    <a:pt x="773" y="2259"/>
                  </a:lnTo>
                  <a:cubicBezTo>
                    <a:pt x="700" y="2259"/>
                    <a:pt x="632" y="2213"/>
                    <a:pt x="604" y="2144"/>
                  </a:cubicBezTo>
                  <a:cubicBezTo>
                    <a:pt x="556" y="2034"/>
                    <a:pt x="445" y="1968"/>
                    <a:pt x="330" y="1968"/>
                  </a:cubicBezTo>
                  <a:cubicBezTo>
                    <a:pt x="293" y="1968"/>
                    <a:pt x="256" y="1975"/>
                    <a:pt x="220" y="1989"/>
                  </a:cubicBezTo>
                  <a:cubicBezTo>
                    <a:pt x="69" y="2053"/>
                    <a:pt x="1" y="2227"/>
                    <a:pt x="65" y="2373"/>
                  </a:cubicBezTo>
                  <a:cubicBezTo>
                    <a:pt x="165" y="2611"/>
                    <a:pt x="376" y="2780"/>
                    <a:pt x="623" y="2830"/>
                  </a:cubicBezTo>
                  <a:lnTo>
                    <a:pt x="623" y="2862"/>
                  </a:lnTo>
                  <a:cubicBezTo>
                    <a:pt x="623" y="3022"/>
                    <a:pt x="755" y="3155"/>
                    <a:pt x="915" y="3155"/>
                  </a:cubicBezTo>
                  <a:cubicBezTo>
                    <a:pt x="1080" y="3155"/>
                    <a:pt x="1208" y="3022"/>
                    <a:pt x="1208" y="2862"/>
                  </a:cubicBezTo>
                  <a:lnTo>
                    <a:pt x="1208" y="2830"/>
                  </a:lnTo>
                  <a:cubicBezTo>
                    <a:pt x="1564" y="2762"/>
                    <a:pt x="1830" y="2446"/>
                    <a:pt x="1830" y="2076"/>
                  </a:cubicBezTo>
                  <a:cubicBezTo>
                    <a:pt x="1830" y="1651"/>
                    <a:pt x="1487" y="1303"/>
                    <a:pt x="1061" y="1303"/>
                  </a:cubicBezTo>
                  <a:lnTo>
                    <a:pt x="773" y="1303"/>
                  </a:lnTo>
                  <a:cubicBezTo>
                    <a:pt x="673" y="1303"/>
                    <a:pt x="586" y="1221"/>
                    <a:pt x="586" y="1120"/>
                  </a:cubicBezTo>
                  <a:cubicBezTo>
                    <a:pt x="586" y="1020"/>
                    <a:pt x="673" y="933"/>
                    <a:pt x="773" y="933"/>
                  </a:cubicBezTo>
                  <a:lnTo>
                    <a:pt x="1061" y="933"/>
                  </a:lnTo>
                  <a:cubicBezTo>
                    <a:pt x="1121" y="933"/>
                    <a:pt x="1180" y="965"/>
                    <a:pt x="1217" y="1015"/>
                  </a:cubicBezTo>
                  <a:cubicBezTo>
                    <a:pt x="1271" y="1100"/>
                    <a:pt x="1361" y="1145"/>
                    <a:pt x="1454" y="1145"/>
                  </a:cubicBezTo>
                  <a:cubicBezTo>
                    <a:pt x="1511" y="1145"/>
                    <a:pt x="1569" y="1128"/>
                    <a:pt x="1619" y="1093"/>
                  </a:cubicBezTo>
                  <a:cubicBezTo>
                    <a:pt x="1756" y="1006"/>
                    <a:pt x="1788" y="823"/>
                    <a:pt x="1701" y="691"/>
                  </a:cubicBezTo>
                  <a:cubicBezTo>
                    <a:pt x="1583" y="517"/>
                    <a:pt x="1409" y="403"/>
                    <a:pt x="1208" y="366"/>
                  </a:cubicBezTo>
                  <a:lnTo>
                    <a:pt x="1208" y="293"/>
                  </a:lnTo>
                  <a:cubicBezTo>
                    <a:pt x="1208" y="133"/>
                    <a:pt x="1080" y="0"/>
                    <a:pt x="9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26"/>
          <p:cNvGrpSpPr/>
          <p:nvPr/>
        </p:nvGrpSpPr>
        <p:grpSpPr>
          <a:xfrm>
            <a:off x="5567318" y="2844517"/>
            <a:ext cx="548640" cy="581534"/>
            <a:chOff x="8928114" y="3303255"/>
            <a:chExt cx="456439" cy="488520"/>
          </a:xfrm>
        </p:grpSpPr>
        <p:sp>
          <p:nvSpPr>
            <p:cNvPr id="573" name="Google Shape;573;p26"/>
            <p:cNvSpPr/>
            <p:nvPr/>
          </p:nvSpPr>
          <p:spPr>
            <a:xfrm>
              <a:off x="8928114" y="3303255"/>
              <a:ext cx="456439" cy="488520"/>
            </a:xfrm>
            <a:custGeom>
              <a:rect b="b" l="l" r="r" t="t"/>
              <a:pathLst>
                <a:path extrusionOk="0" h="19962" w="18653">
                  <a:moveTo>
                    <a:pt x="9326" y="2672"/>
                  </a:moveTo>
                  <a:cubicBezTo>
                    <a:pt x="10456" y="2672"/>
                    <a:pt x="11374" y="3591"/>
                    <a:pt x="11374" y="4724"/>
                  </a:cubicBezTo>
                  <a:cubicBezTo>
                    <a:pt x="11374" y="5854"/>
                    <a:pt x="10456" y="6773"/>
                    <a:pt x="9326" y="6773"/>
                  </a:cubicBezTo>
                  <a:cubicBezTo>
                    <a:pt x="8197" y="6773"/>
                    <a:pt x="7274" y="5854"/>
                    <a:pt x="7274" y="4724"/>
                  </a:cubicBezTo>
                  <a:cubicBezTo>
                    <a:pt x="7274" y="3591"/>
                    <a:pt x="8197" y="2672"/>
                    <a:pt x="9326" y="2672"/>
                  </a:cubicBezTo>
                  <a:close/>
                  <a:moveTo>
                    <a:pt x="9309" y="584"/>
                  </a:moveTo>
                  <a:cubicBezTo>
                    <a:pt x="9339" y="584"/>
                    <a:pt x="9370" y="594"/>
                    <a:pt x="9395" y="615"/>
                  </a:cubicBezTo>
                  <a:lnTo>
                    <a:pt x="15827" y="6206"/>
                  </a:lnTo>
                  <a:lnTo>
                    <a:pt x="11502" y="6206"/>
                  </a:lnTo>
                  <a:cubicBezTo>
                    <a:pt x="11790" y="5785"/>
                    <a:pt x="11960" y="5273"/>
                    <a:pt x="11960" y="4724"/>
                  </a:cubicBezTo>
                  <a:cubicBezTo>
                    <a:pt x="11960" y="3271"/>
                    <a:pt x="10780" y="2087"/>
                    <a:pt x="9326" y="2087"/>
                  </a:cubicBezTo>
                  <a:cubicBezTo>
                    <a:pt x="7873" y="2087"/>
                    <a:pt x="6689" y="3271"/>
                    <a:pt x="6689" y="4724"/>
                  </a:cubicBezTo>
                  <a:cubicBezTo>
                    <a:pt x="6689" y="5273"/>
                    <a:pt x="6862" y="5785"/>
                    <a:pt x="7150" y="6206"/>
                  </a:cubicBezTo>
                  <a:lnTo>
                    <a:pt x="5477" y="6206"/>
                  </a:lnTo>
                  <a:cubicBezTo>
                    <a:pt x="5312" y="6206"/>
                    <a:pt x="5184" y="6338"/>
                    <a:pt x="5184" y="6498"/>
                  </a:cubicBezTo>
                  <a:cubicBezTo>
                    <a:pt x="5184" y="6663"/>
                    <a:pt x="5312" y="6791"/>
                    <a:pt x="5477" y="6791"/>
                  </a:cubicBezTo>
                  <a:lnTo>
                    <a:pt x="7694" y="6791"/>
                  </a:lnTo>
                  <a:cubicBezTo>
                    <a:pt x="8147" y="7147"/>
                    <a:pt x="8709" y="7358"/>
                    <a:pt x="9326" y="7358"/>
                  </a:cubicBezTo>
                  <a:cubicBezTo>
                    <a:pt x="9939" y="7358"/>
                    <a:pt x="10506" y="7147"/>
                    <a:pt x="10954" y="6791"/>
                  </a:cubicBezTo>
                  <a:lnTo>
                    <a:pt x="17071" y="6791"/>
                  </a:lnTo>
                  <a:cubicBezTo>
                    <a:pt x="17144" y="6791"/>
                    <a:pt x="17203" y="6850"/>
                    <a:pt x="17203" y="6923"/>
                  </a:cubicBezTo>
                  <a:lnTo>
                    <a:pt x="17203" y="7792"/>
                  </a:lnTo>
                  <a:cubicBezTo>
                    <a:pt x="17203" y="7865"/>
                    <a:pt x="17144" y="7925"/>
                    <a:pt x="17071" y="7925"/>
                  </a:cubicBezTo>
                  <a:lnTo>
                    <a:pt x="1545" y="7925"/>
                  </a:lnTo>
                  <a:cubicBezTo>
                    <a:pt x="1477" y="7925"/>
                    <a:pt x="1417" y="7865"/>
                    <a:pt x="1417" y="7792"/>
                  </a:cubicBezTo>
                  <a:lnTo>
                    <a:pt x="1417" y="6923"/>
                  </a:lnTo>
                  <a:cubicBezTo>
                    <a:pt x="1417" y="6850"/>
                    <a:pt x="1477" y="6791"/>
                    <a:pt x="1545" y="6791"/>
                  </a:cubicBezTo>
                  <a:lnTo>
                    <a:pt x="4179" y="6791"/>
                  </a:lnTo>
                  <a:cubicBezTo>
                    <a:pt x="4339" y="6791"/>
                    <a:pt x="4467" y="6663"/>
                    <a:pt x="4467" y="6498"/>
                  </a:cubicBezTo>
                  <a:cubicBezTo>
                    <a:pt x="4467" y="6338"/>
                    <a:pt x="4339" y="6206"/>
                    <a:pt x="4179" y="6206"/>
                  </a:cubicBezTo>
                  <a:lnTo>
                    <a:pt x="2793" y="6206"/>
                  </a:lnTo>
                  <a:lnTo>
                    <a:pt x="9226" y="615"/>
                  </a:lnTo>
                  <a:cubicBezTo>
                    <a:pt x="9249" y="594"/>
                    <a:pt x="9278" y="584"/>
                    <a:pt x="9309" y="584"/>
                  </a:cubicBezTo>
                  <a:close/>
                  <a:moveTo>
                    <a:pt x="4901" y="8510"/>
                  </a:moveTo>
                  <a:lnTo>
                    <a:pt x="4901" y="9196"/>
                  </a:lnTo>
                  <a:cubicBezTo>
                    <a:pt x="4901" y="9296"/>
                    <a:pt x="4819" y="9378"/>
                    <a:pt x="4718" y="9378"/>
                  </a:cubicBezTo>
                  <a:lnTo>
                    <a:pt x="2291" y="9378"/>
                  </a:lnTo>
                  <a:cubicBezTo>
                    <a:pt x="2190" y="9378"/>
                    <a:pt x="2108" y="9296"/>
                    <a:pt x="2108" y="9196"/>
                  </a:cubicBezTo>
                  <a:lnTo>
                    <a:pt x="2108" y="8510"/>
                  </a:lnTo>
                  <a:close/>
                  <a:moveTo>
                    <a:pt x="10707" y="8510"/>
                  </a:moveTo>
                  <a:lnTo>
                    <a:pt x="10707" y="9196"/>
                  </a:lnTo>
                  <a:cubicBezTo>
                    <a:pt x="10707" y="9296"/>
                    <a:pt x="10625" y="9378"/>
                    <a:pt x="10524" y="9378"/>
                  </a:cubicBezTo>
                  <a:lnTo>
                    <a:pt x="8097" y="9378"/>
                  </a:lnTo>
                  <a:cubicBezTo>
                    <a:pt x="7996" y="9378"/>
                    <a:pt x="7914" y="9296"/>
                    <a:pt x="7914" y="9196"/>
                  </a:cubicBezTo>
                  <a:lnTo>
                    <a:pt x="7914" y="8510"/>
                  </a:lnTo>
                  <a:close/>
                  <a:moveTo>
                    <a:pt x="16545" y="8510"/>
                  </a:moveTo>
                  <a:lnTo>
                    <a:pt x="16545" y="9196"/>
                  </a:lnTo>
                  <a:cubicBezTo>
                    <a:pt x="16545" y="9296"/>
                    <a:pt x="16463" y="9378"/>
                    <a:pt x="16362" y="9378"/>
                  </a:cubicBezTo>
                  <a:lnTo>
                    <a:pt x="13935" y="9378"/>
                  </a:lnTo>
                  <a:cubicBezTo>
                    <a:pt x="13834" y="9378"/>
                    <a:pt x="13752" y="9296"/>
                    <a:pt x="13752" y="9196"/>
                  </a:cubicBezTo>
                  <a:lnTo>
                    <a:pt x="13752" y="8510"/>
                  </a:lnTo>
                  <a:close/>
                  <a:moveTo>
                    <a:pt x="3210" y="9964"/>
                  </a:moveTo>
                  <a:lnTo>
                    <a:pt x="3210" y="16949"/>
                  </a:lnTo>
                  <a:lnTo>
                    <a:pt x="2675" y="16949"/>
                  </a:lnTo>
                  <a:lnTo>
                    <a:pt x="2675" y="9964"/>
                  </a:lnTo>
                  <a:close/>
                  <a:moveTo>
                    <a:pt x="4330" y="9964"/>
                  </a:moveTo>
                  <a:lnTo>
                    <a:pt x="4330" y="16949"/>
                  </a:lnTo>
                  <a:lnTo>
                    <a:pt x="3795" y="16949"/>
                  </a:lnTo>
                  <a:lnTo>
                    <a:pt x="3795" y="9964"/>
                  </a:lnTo>
                  <a:close/>
                  <a:moveTo>
                    <a:pt x="7329" y="8510"/>
                  </a:moveTo>
                  <a:lnTo>
                    <a:pt x="7329" y="9196"/>
                  </a:lnTo>
                  <a:cubicBezTo>
                    <a:pt x="7329" y="9552"/>
                    <a:pt x="7571" y="9849"/>
                    <a:pt x="7895" y="9936"/>
                  </a:cubicBezTo>
                  <a:lnTo>
                    <a:pt x="7895" y="16949"/>
                  </a:lnTo>
                  <a:lnTo>
                    <a:pt x="4915" y="16949"/>
                  </a:lnTo>
                  <a:lnTo>
                    <a:pt x="4915" y="9936"/>
                  </a:lnTo>
                  <a:cubicBezTo>
                    <a:pt x="5244" y="9849"/>
                    <a:pt x="5486" y="9552"/>
                    <a:pt x="5486" y="9196"/>
                  </a:cubicBezTo>
                  <a:lnTo>
                    <a:pt x="5486" y="8510"/>
                  </a:lnTo>
                  <a:close/>
                  <a:moveTo>
                    <a:pt x="9015" y="9964"/>
                  </a:moveTo>
                  <a:lnTo>
                    <a:pt x="9015" y="16949"/>
                  </a:lnTo>
                  <a:lnTo>
                    <a:pt x="8481" y="16949"/>
                  </a:lnTo>
                  <a:lnTo>
                    <a:pt x="8481" y="9964"/>
                  </a:lnTo>
                  <a:close/>
                  <a:moveTo>
                    <a:pt x="10140" y="9964"/>
                  </a:moveTo>
                  <a:lnTo>
                    <a:pt x="10140" y="16949"/>
                  </a:lnTo>
                  <a:lnTo>
                    <a:pt x="9601" y="16949"/>
                  </a:lnTo>
                  <a:lnTo>
                    <a:pt x="9601" y="9964"/>
                  </a:lnTo>
                  <a:close/>
                  <a:moveTo>
                    <a:pt x="13167" y="8510"/>
                  </a:moveTo>
                  <a:lnTo>
                    <a:pt x="13167" y="9196"/>
                  </a:lnTo>
                  <a:cubicBezTo>
                    <a:pt x="13167" y="9552"/>
                    <a:pt x="13409" y="9849"/>
                    <a:pt x="13733" y="9936"/>
                  </a:cubicBezTo>
                  <a:lnTo>
                    <a:pt x="13733" y="12172"/>
                  </a:lnTo>
                  <a:cubicBezTo>
                    <a:pt x="13733" y="12336"/>
                    <a:pt x="13866" y="12464"/>
                    <a:pt x="14026" y="12464"/>
                  </a:cubicBezTo>
                  <a:cubicBezTo>
                    <a:pt x="14191" y="12464"/>
                    <a:pt x="14319" y="12336"/>
                    <a:pt x="14319" y="12172"/>
                  </a:cubicBezTo>
                  <a:lnTo>
                    <a:pt x="14319" y="9964"/>
                  </a:lnTo>
                  <a:lnTo>
                    <a:pt x="14853" y="9964"/>
                  </a:lnTo>
                  <a:lnTo>
                    <a:pt x="14853" y="16949"/>
                  </a:lnTo>
                  <a:lnTo>
                    <a:pt x="14319" y="16949"/>
                  </a:lnTo>
                  <a:lnTo>
                    <a:pt x="14319" y="13475"/>
                  </a:lnTo>
                  <a:cubicBezTo>
                    <a:pt x="14319" y="13310"/>
                    <a:pt x="14191" y="13182"/>
                    <a:pt x="14026" y="13182"/>
                  </a:cubicBezTo>
                  <a:cubicBezTo>
                    <a:pt x="13866" y="13182"/>
                    <a:pt x="13733" y="13310"/>
                    <a:pt x="13733" y="13475"/>
                  </a:cubicBezTo>
                  <a:lnTo>
                    <a:pt x="13733" y="16949"/>
                  </a:lnTo>
                  <a:lnTo>
                    <a:pt x="10721" y="16949"/>
                  </a:lnTo>
                  <a:lnTo>
                    <a:pt x="10721" y="9936"/>
                  </a:lnTo>
                  <a:cubicBezTo>
                    <a:pt x="11050" y="9849"/>
                    <a:pt x="11292" y="9552"/>
                    <a:pt x="11292" y="9196"/>
                  </a:cubicBezTo>
                  <a:lnTo>
                    <a:pt x="11292" y="8510"/>
                  </a:lnTo>
                  <a:close/>
                  <a:moveTo>
                    <a:pt x="15978" y="9964"/>
                  </a:moveTo>
                  <a:lnTo>
                    <a:pt x="15978" y="16949"/>
                  </a:lnTo>
                  <a:lnTo>
                    <a:pt x="15439" y="16949"/>
                  </a:lnTo>
                  <a:lnTo>
                    <a:pt x="15439" y="9964"/>
                  </a:lnTo>
                  <a:close/>
                  <a:moveTo>
                    <a:pt x="17071" y="17534"/>
                  </a:moveTo>
                  <a:cubicBezTo>
                    <a:pt x="17144" y="17534"/>
                    <a:pt x="17203" y="17594"/>
                    <a:pt x="17203" y="17667"/>
                  </a:cubicBezTo>
                  <a:lnTo>
                    <a:pt x="17203" y="18165"/>
                  </a:lnTo>
                  <a:lnTo>
                    <a:pt x="6401" y="18165"/>
                  </a:lnTo>
                  <a:cubicBezTo>
                    <a:pt x="6236" y="18165"/>
                    <a:pt x="6108" y="18298"/>
                    <a:pt x="6108" y="18458"/>
                  </a:cubicBezTo>
                  <a:cubicBezTo>
                    <a:pt x="6108" y="18622"/>
                    <a:pt x="6236" y="18750"/>
                    <a:pt x="6401" y="18750"/>
                  </a:cubicBezTo>
                  <a:lnTo>
                    <a:pt x="17935" y="18750"/>
                  </a:lnTo>
                  <a:cubicBezTo>
                    <a:pt x="18008" y="18750"/>
                    <a:pt x="18067" y="18810"/>
                    <a:pt x="18067" y="18883"/>
                  </a:cubicBezTo>
                  <a:lnTo>
                    <a:pt x="18067" y="19249"/>
                  </a:lnTo>
                  <a:cubicBezTo>
                    <a:pt x="18067" y="19317"/>
                    <a:pt x="18008" y="19377"/>
                    <a:pt x="17935" y="19377"/>
                  </a:cubicBezTo>
                  <a:lnTo>
                    <a:pt x="718" y="19377"/>
                  </a:lnTo>
                  <a:cubicBezTo>
                    <a:pt x="645" y="19377"/>
                    <a:pt x="585" y="19317"/>
                    <a:pt x="585" y="19249"/>
                  </a:cubicBezTo>
                  <a:lnTo>
                    <a:pt x="585" y="18883"/>
                  </a:lnTo>
                  <a:cubicBezTo>
                    <a:pt x="585" y="18810"/>
                    <a:pt x="645" y="18750"/>
                    <a:pt x="718" y="18750"/>
                  </a:cubicBezTo>
                  <a:lnTo>
                    <a:pt x="5102" y="18750"/>
                  </a:lnTo>
                  <a:cubicBezTo>
                    <a:pt x="5262" y="18750"/>
                    <a:pt x="5390" y="18622"/>
                    <a:pt x="5390" y="18458"/>
                  </a:cubicBezTo>
                  <a:cubicBezTo>
                    <a:pt x="5390" y="18298"/>
                    <a:pt x="5262" y="18165"/>
                    <a:pt x="5102" y="18165"/>
                  </a:cubicBezTo>
                  <a:lnTo>
                    <a:pt x="1417" y="18165"/>
                  </a:lnTo>
                  <a:lnTo>
                    <a:pt x="1417" y="17667"/>
                  </a:lnTo>
                  <a:cubicBezTo>
                    <a:pt x="1417" y="17594"/>
                    <a:pt x="1477" y="17534"/>
                    <a:pt x="1545" y="17534"/>
                  </a:cubicBezTo>
                  <a:close/>
                  <a:moveTo>
                    <a:pt x="9310" y="1"/>
                  </a:moveTo>
                  <a:cubicBezTo>
                    <a:pt x="9142" y="1"/>
                    <a:pt x="8974" y="59"/>
                    <a:pt x="8842" y="176"/>
                  </a:cubicBezTo>
                  <a:lnTo>
                    <a:pt x="1902" y="6206"/>
                  </a:lnTo>
                  <a:lnTo>
                    <a:pt x="1545" y="6206"/>
                  </a:lnTo>
                  <a:cubicBezTo>
                    <a:pt x="1152" y="6206"/>
                    <a:pt x="832" y="6526"/>
                    <a:pt x="832" y="6923"/>
                  </a:cubicBezTo>
                  <a:lnTo>
                    <a:pt x="832" y="7792"/>
                  </a:lnTo>
                  <a:cubicBezTo>
                    <a:pt x="832" y="8181"/>
                    <a:pt x="1139" y="8496"/>
                    <a:pt x="1523" y="8510"/>
                  </a:cubicBezTo>
                  <a:lnTo>
                    <a:pt x="1523" y="9196"/>
                  </a:lnTo>
                  <a:cubicBezTo>
                    <a:pt x="1523" y="9552"/>
                    <a:pt x="1765" y="9849"/>
                    <a:pt x="2089" y="9936"/>
                  </a:cubicBezTo>
                  <a:lnTo>
                    <a:pt x="2089" y="16949"/>
                  </a:lnTo>
                  <a:lnTo>
                    <a:pt x="1545" y="16949"/>
                  </a:lnTo>
                  <a:cubicBezTo>
                    <a:pt x="1152" y="16949"/>
                    <a:pt x="832" y="17274"/>
                    <a:pt x="832" y="17667"/>
                  </a:cubicBezTo>
                  <a:lnTo>
                    <a:pt x="832" y="18165"/>
                  </a:lnTo>
                  <a:lnTo>
                    <a:pt x="718" y="18165"/>
                  </a:lnTo>
                  <a:cubicBezTo>
                    <a:pt x="320" y="18165"/>
                    <a:pt x="0" y="18490"/>
                    <a:pt x="0" y="18883"/>
                  </a:cubicBezTo>
                  <a:lnTo>
                    <a:pt x="0" y="19249"/>
                  </a:lnTo>
                  <a:cubicBezTo>
                    <a:pt x="0" y="19642"/>
                    <a:pt x="320" y="19962"/>
                    <a:pt x="718" y="19962"/>
                  </a:cubicBezTo>
                  <a:lnTo>
                    <a:pt x="17935" y="19962"/>
                  </a:lnTo>
                  <a:cubicBezTo>
                    <a:pt x="18328" y="19962"/>
                    <a:pt x="18652" y="19642"/>
                    <a:pt x="18652" y="19249"/>
                  </a:cubicBezTo>
                  <a:lnTo>
                    <a:pt x="18652" y="18883"/>
                  </a:lnTo>
                  <a:cubicBezTo>
                    <a:pt x="18652" y="18490"/>
                    <a:pt x="18328" y="18165"/>
                    <a:pt x="17935" y="18165"/>
                  </a:cubicBezTo>
                  <a:lnTo>
                    <a:pt x="17788" y="18165"/>
                  </a:lnTo>
                  <a:lnTo>
                    <a:pt x="17788" y="17667"/>
                  </a:lnTo>
                  <a:cubicBezTo>
                    <a:pt x="17788" y="17274"/>
                    <a:pt x="17468" y="16949"/>
                    <a:pt x="17071" y="16949"/>
                  </a:cubicBezTo>
                  <a:lnTo>
                    <a:pt x="16559" y="16949"/>
                  </a:lnTo>
                  <a:lnTo>
                    <a:pt x="16559" y="9936"/>
                  </a:lnTo>
                  <a:cubicBezTo>
                    <a:pt x="16888" y="9849"/>
                    <a:pt x="17130" y="9552"/>
                    <a:pt x="17130" y="9196"/>
                  </a:cubicBezTo>
                  <a:lnTo>
                    <a:pt x="17130" y="8505"/>
                  </a:lnTo>
                  <a:cubicBezTo>
                    <a:pt x="17500" y="8478"/>
                    <a:pt x="17788" y="8171"/>
                    <a:pt x="17788" y="7792"/>
                  </a:cubicBezTo>
                  <a:lnTo>
                    <a:pt x="17788" y="6923"/>
                  </a:lnTo>
                  <a:cubicBezTo>
                    <a:pt x="17788" y="6526"/>
                    <a:pt x="17468" y="6206"/>
                    <a:pt x="17071" y="6206"/>
                  </a:cubicBezTo>
                  <a:lnTo>
                    <a:pt x="16719" y="6206"/>
                  </a:lnTo>
                  <a:lnTo>
                    <a:pt x="9779" y="176"/>
                  </a:lnTo>
                  <a:cubicBezTo>
                    <a:pt x="9646" y="59"/>
                    <a:pt x="9478" y="1"/>
                    <a:pt x="9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6"/>
            <p:cNvSpPr/>
            <p:nvPr/>
          </p:nvSpPr>
          <p:spPr>
            <a:xfrm>
              <a:off x="9133201" y="3378701"/>
              <a:ext cx="46224" cy="80245"/>
            </a:xfrm>
            <a:custGeom>
              <a:rect b="b" l="l" r="r" t="t"/>
              <a:pathLst>
                <a:path extrusionOk="0" h="3279" w="1889">
                  <a:moveTo>
                    <a:pt x="946" y="0"/>
                  </a:moveTo>
                  <a:cubicBezTo>
                    <a:pt x="786" y="0"/>
                    <a:pt x="654" y="133"/>
                    <a:pt x="654" y="293"/>
                  </a:cubicBezTo>
                  <a:lnTo>
                    <a:pt x="654" y="380"/>
                  </a:lnTo>
                  <a:cubicBezTo>
                    <a:pt x="283" y="448"/>
                    <a:pt x="0" y="773"/>
                    <a:pt x="0" y="1161"/>
                  </a:cubicBezTo>
                  <a:cubicBezTo>
                    <a:pt x="0" y="1596"/>
                    <a:pt x="357" y="1952"/>
                    <a:pt x="795" y="1952"/>
                  </a:cubicBezTo>
                  <a:lnTo>
                    <a:pt x="1097" y="1952"/>
                  </a:lnTo>
                  <a:cubicBezTo>
                    <a:pt x="1212" y="1952"/>
                    <a:pt x="1303" y="2044"/>
                    <a:pt x="1303" y="2163"/>
                  </a:cubicBezTo>
                  <a:cubicBezTo>
                    <a:pt x="1303" y="2277"/>
                    <a:pt x="1212" y="2368"/>
                    <a:pt x="1097" y="2368"/>
                  </a:cubicBezTo>
                  <a:lnTo>
                    <a:pt x="795" y="2368"/>
                  </a:lnTo>
                  <a:cubicBezTo>
                    <a:pt x="709" y="2368"/>
                    <a:pt x="635" y="2318"/>
                    <a:pt x="603" y="2240"/>
                  </a:cubicBezTo>
                  <a:cubicBezTo>
                    <a:pt x="555" y="2130"/>
                    <a:pt x="448" y="2062"/>
                    <a:pt x="333" y="2062"/>
                  </a:cubicBezTo>
                  <a:cubicBezTo>
                    <a:pt x="295" y="2062"/>
                    <a:pt x="257" y="2069"/>
                    <a:pt x="219" y="2085"/>
                  </a:cubicBezTo>
                  <a:cubicBezTo>
                    <a:pt x="69" y="2149"/>
                    <a:pt x="0" y="2318"/>
                    <a:pt x="64" y="2469"/>
                  </a:cubicBezTo>
                  <a:cubicBezTo>
                    <a:pt x="169" y="2720"/>
                    <a:pt x="393" y="2894"/>
                    <a:pt x="654" y="2940"/>
                  </a:cubicBezTo>
                  <a:lnTo>
                    <a:pt x="654" y="2986"/>
                  </a:lnTo>
                  <a:cubicBezTo>
                    <a:pt x="654" y="3146"/>
                    <a:pt x="786" y="3278"/>
                    <a:pt x="946" y="3278"/>
                  </a:cubicBezTo>
                  <a:cubicBezTo>
                    <a:pt x="1106" y="3278"/>
                    <a:pt x="1239" y="3146"/>
                    <a:pt x="1239" y="2986"/>
                  </a:cubicBezTo>
                  <a:lnTo>
                    <a:pt x="1239" y="2940"/>
                  </a:lnTo>
                  <a:cubicBezTo>
                    <a:pt x="1609" y="2871"/>
                    <a:pt x="1888" y="2551"/>
                    <a:pt x="1888" y="2163"/>
                  </a:cubicBezTo>
                  <a:cubicBezTo>
                    <a:pt x="1888" y="1724"/>
                    <a:pt x="1536" y="1367"/>
                    <a:pt x="1097" y="1367"/>
                  </a:cubicBezTo>
                  <a:lnTo>
                    <a:pt x="795" y="1367"/>
                  </a:lnTo>
                  <a:cubicBezTo>
                    <a:pt x="681" y="1367"/>
                    <a:pt x="585" y="1276"/>
                    <a:pt x="585" y="1161"/>
                  </a:cubicBezTo>
                  <a:cubicBezTo>
                    <a:pt x="585" y="1047"/>
                    <a:pt x="681" y="951"/>
                    <a:pt x="795" y="951"/>
                  </a:cubicBezTo>
                  <a:lnTo>
                    <a:pt x="1097" y="951"/>
                  </a:lnTo>
                  <a:cubicBezTo>
                    <a:pt x="1166" y="951"/>
                    <a:pt x="1230" y="988"/>
                    <a:pt x="1271" y="1043"/>
                  </a:cubicBezTo>
                  <a:cubicBezTo>
                    <a:pt x="1325" y="1127"/>
                    <a:pt x="1415" y="1172"/>
                    <a:pt x="1508" y="1172"/>
                  </a:cubicBezTo>
                  <a:cubicBezTo>
                    <a:pt x="1565" y="1172"/>
                    <a:pt x="1623" y="1155"/>
                    <a:pt x="1673" y="1120"/>
                  </a:cubicBezTo>
                  <a:cubicBezTo>
                    <a:pt x="1810" y="1033"/>
                    <a:pt x="1842" y="851"/>
                    <a:pt x="1756" y="718"/>
                  </a:cubicBezTo>
                  <a:cubicBezTo>
                    <a:pt x="1632" y="540"/>
                    <a:pt x="1445" y="416"/>
                    <a:pt x="1239" y="380"/>
                  </a:cubicBezTo>
                  <a:lnTo>
                    <a:pt x="1239" y="293"/>
                  </a:lnTo>
                  <a:cubicBezTo>
                    <a:pt x="1239" y="133"/>
                    <a:pt x="1106" y="0"/>
                    <a:pt x="9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5" name="Google Shape;575;p26"/>
          <p:cNvSpPr txBox="1"/>
          <p:nvPr/>
        </p:nvSpPr>
        <p:spPr>
          <a:xfrm>
            <a:off x="452550" y="4524663"/>
            <a:ext cx="8238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Follow the link in the graph to modify its data and then paste the new one here.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581" name="Google Shape;581;p2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82" name="Google Shape;582;p27"/>
          <p:cNvGrpSpPr/>
          <p:nvPr/>
        </p:nvGrpSpPr>
        <p:grpSpPr>
          <a:xfrm>
            <a:off x="452551" y="3844925"/>
            <a:ext cx="1986001" cy="780875"/>
            <a:chOff x="1703079" y="1342875"/>
            <a:chExt cx="1986001" cy="780875"/>
          </a:xfrm>
        </p:grpSpPr>
        <p:sp>
          <p:nvSpPr>
            <p:cNvPr id="583" name="Google Shape;583;p27"/>
            <p:cNvSpPr txBox="1"/>
            <p:nvPr/>
          </p:nvSpPr>
          <p:spPr>
            <a:xfrm>
              <a:off x="1703079" y="13428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Saturn: 65% 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84" name="Google Shape;584;p27"/>
            <p:cNvSpPr txBox="1"/>
            <p:nvPr/>
          </p:nvSpPr>
          <p:spPr>
            <a:xfrm>
              <a:off x="1703080" y="16389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Saturn is a gas giant and has several rings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585" name="Google Shape;585;p27"/>
          <p:cNvGrpSpPr/>
          <p:nvPr/>
        </p:nvGrpSpPr>
        <p:grpSpPr>
          <a:xfrm>
            <a:off x="2536850" y="3844925"/>
            <a:ext cx="1986001" cy="780875"/>
            <a:chOff x="3166119" y="3290475"/>
            <a:chExt cx="1986001" cy="780875"/>
          </a:xfrm>
        </p:grpSpPr>
        <p:sp>
          <p:nvSpPr>
            <p:cNvPr id="586" name="Google Shape;586;p27"/>
            <p:cNvSpPr txBox="1"/>
            <p:nvPr/>
          </p:nvSpPr>
          <p:spPr>
            <a:xfrm>
              <a:off x="3166119" y="32904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Jupiter: 75%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87" name="Google Shape;587;p27"/>
            <p:cNvSpPr txBox="1"/>
            <p:nvPr/>
          </p:nvSpPr>
          <p:spPr>
            <a:xfrm>
              <a:off x="3166120" y="35865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Jupiter is the biggest planet of them all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588" name="Google Shape;588;p27"/>
          <p:cNvGrpSpPr/>
          <p:nvPr/>
        </p:nvGrpSpPr>
        <p:grpSpPr>
          <a:xfrm>
            <a:off x="4621149" y="3844925"/>
            <a:ext cx="1986001" cy="780875"/>
            <a:chOff x="4924750" y="1349224"/>
            <a:chExt cx="1986001" cy="780875"/>
          </a:xfrm>
        </p:grpSpPr>
        <p:sp>
          <p:nvSpPr>
            <p:cNvPr id="589" name="Google Shape;589;p27"/>
            <p:cNvSpPr txBox="1"/>
            <p:nvPr/>
          </p:nvSpPr>
          <p:spPr>
            <a:xfrm>
              <a:off x="4924750" y="1349224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Venus: 85%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90" name="Google Shape;590;p27"/>
            <p:cNvSpPr txBox="1"/>
            <p:nvPr/>
          </p:nvSpPr>
          <p:spPr>
            <a:xfrm>
              <a:off x="4924751" y="1645299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Venus is the second planet from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591" name="Google Shape;591;p27"/>
          <p:cNvGrpSpPr/>
          <p:nvPr/>
        </p:nvGrpSpPr>
        <p:grpSpPr>
          <a:xfrm>
            <a:off x="6705448" y="3844925"/>
            <a:ext cx="1986001" cy="780875"/>
            <a:chOff x="6537291" y="3564798"/>
            <a:chExt cx="1986001" cy="780875"/>
          </a:xfrm>
        </p:grpSpPr>
        <p:sp>
          <p:nvSpPr>
            <p:cNvPr id="592" name="Google Shape;592;p27"/>
            <p:cNvSpPr txBox="1"/>
            <p:nvPr/>
          </p:nvSpPr>
          <p:spPr>
            <a:xfrm>
              <a:off x="6537291" y="3564798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Mercury: 95%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93" name="Google Shape;593;p27"/>
            <p:cNvSpPr txBox="1"/>
            <p:nvPr/>
          </p:nvSpPr>
          <p:spPr>
            <a:xfrm>
              <a:off x="6537292" y="3860873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Mercury is the closest planet to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594" name="Google Shape;594;p27"/>
          <p:cNvGrpSpPr/>
          <p:nvPr/>
        </p:nvGrpSpPr>
        <p:grpSpPr>
          <a:xfrm>
            <a:off x="822400" y="1882488"/>
            <a:ext cx="1092302" cy="1842300"/>
            <a:chOff x="822400" y="1882488"/>
            <a:chExt cx="1092302" cy="1842300"/>
          </a:xfrm>
        </p:grpSpPr>
        <p:sp>
          <p:nvSpPr>
            <p:cNvPr id="595" name="Google Shape;595;p27"/>
            <p:cNvSpPr/>
            <p:nvPr/>
          </p:nvSpPr>
          <p:spPr>
            <a:xfrm>
              <a:off x="974802" y="1889240"/>
              <a:ext cx="939900" cy="18288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596" name="Google Shape;596;p27"/>
            <p:cNvCxnSpPr/>
            <p:nvPr/>
          </p:nvCxnSpPr>
          <p:spPr>
            <a:xfrm rot="10800000">
              <a:off x="822400" y="1882488"/>
              <a:ext cx="0" cy="1842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597" name="Google Shape;597;p27"/>
          <p:cNvGrpSpPr/>
          <p:nvPr/>
        </p:nvGrpSpPr>
        <p:grpSpPr>
          <a:xfrm>
            <a:off x="2919600" y="1615040"/>
            <a:ext cx="1080200" cy="2109748"/>
            <a:chOff x="2919600" y="1615040"/>
            <a:chExt cx="1080200" cy="2109748"/>
          </a:xfrm>
        </p:grpSpPr>
        <p:sp>
          <p:nvSpPr>
            <p:cNvPr id="598" name="Google Shape;598;p27"/>
            <p:cNvSpPr/>
            <p:nvPr/>
          </p:nvSpPr>
          <p:spPr>
            <a:xfrm>
              <a:off x="3059900" y="1615040"/>
              <a:ext cx="939900" cy="2103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599" name="Google Shape;599;p27"/>
            <p:cNvCxnSpPr/>
            <p:nvPr/>
          </p:nvCxnSpPr>
          <p:spPr>
            <a:xfrm rot="10800000">
              <a:off x="2919600" y="1629588"/>
              <a:ext cx="0" cy="2095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600" name="Google Shape;600;p27"/>
          <p:cNvGrpSpPr/>
          <p:nvPr/>
        </p:nvGrpSpPr>
        <p:grpSpPr>
          <a:xfrm>
            <a:off x="4991800" y="1340540"/>
            <a:ext cx="1092300" cy="2377500"/>
            <a:chOff x="4991800" y="1340540"/>
            <a:chExt cx="1092300" cy="2377500"/>
          </a:xfrm>
        </p:grpSpPr>
        <p:sp>
          <p:nvSpPr>
            <p:cNvPr id="601" name="Google Shape;601;p27"/>
            <p:cNvSpPr/>
            <p:nvPr/>
          </p:nvSpPr>
          <p:spPr>
            <a:xfrm>
              <a:off x="5144200" y="1340540"/>
              <a:ext cx="939900" cy="23775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602" name="Google Shape;602;p27"/>
            <p:cNvCxnSpPr/>
            <p:nvPr/>
          </p:nvCxnSpPr>
          <p:spPr>
            <a:xfrm rot="10800000">
              <a:off x="4991800" y="1344110"/>
              <a:ext cx="0" cy="23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603" name="Google Shape;603;p27"/>
          <p:cNvGrpSpPr/>
          <p:nvPr/>
        </p:nvGrpSpPr>
        <p:grpSpPr>
          <a:xfrm>
            <a:off x="7076100" y="1066340"/>
            <a:ext cx="1092300" cy="2651700"/>
            <a:chOff x="7076100" y="1066340"/>
            <a:chExt cx="1092300" cy="2651700"/>
          </a:xfrm>
        </p:grpSpPr>
        <p:sp>
          <p:nvSpPr>
            <p:cNvPr id="604" name="Google Shape;604;p27"/>
            <p:cNvSpPr/>
            <p:nvPr/>
          </p:nvSpPr>
          <p:spPr>
            <a:xfrm>
              <a:off x="7228500" y="1066340"/>
              <a:ext cx="939900" cy="2651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605" name="Google Shape;605;p27"/>
            <p:cNvCxnSpPr/>
            <p:nvPr/>
          </p:nvCxnSpPr>
          <p:spPr>
            <a:xfrm rot="10800000">
              <a:off x="7076100" y="1067088"/>
              <a:ext cx="0" cy="26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cxnSp>
        <p:nvCxnSpPr>
          <p:cNvPr id="606" name="Google Shape;606;p27"/>
          <p:cNvCxnSpPr/>
          <p:nvPr/>
        </p:nvCxnSpPr>
        <p:spPr>
          <a:xfrm>
            <a:off x="517650" y="3718040"/>
            <a:ext cx="8108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8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612" name="Google Shape;612;p28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28"/>
          <p:cNvSpPr txBox="1"/>
          <p:nvPr/>
        </p:nvSpPr>
        <p:spPr>
          <a:xfrm>
            <a:off x="1384440" y="1143914"/>
            <a:ext cx="19860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1st semester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4" name="Google Shape;614;p28"/>
          <p:cNvSpPr txBox="1"/>
          <p:nvPr/>
        </p:nvSpPr>
        <p:spPr>
          <a:xfrm>
            <a:off x="5773560" y="1143914"/>
            <a:ext cx="19860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2nd semester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615" name="Google Shape;615;p28"/>
          <p:cNvGrpSpPr/>
          <p:nvPr/>
        </p:nvGrpSpPr>
        <p:grpSpPr>
          <a:xfrm>
            <a:off x="452598" y="1714470"/>
            <a:ext cx="8238853" cy="398706"/>
            <a:chOff x="452598" y="1714470"/>
            <a:chExt cx="8238853" cy="398706"/>
          </a:xfrm>
        </p:grpSpPr>
        <p:sp>
          <p:nvSpPr>
            <p:cNvPr id="616" name="Google Shape;616;p28"/>
            <p:cNvSpPr txBox="1"/>
            <p:nvPr/>
          </p:nvSpPr>
          <p:spPr>
            <a:xfrm>
              <a:off x="3784380" y="1714476"/>
              <a:ext cx="1575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Venus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17" name="Google Shape;617;p28"/>
            <p:cNvSpPr txBox="1"/>
            <p:nvPr/>
          </p:nvSpPr>
          <p:spPr>
            <a:xfrm>
              <a:off x="452598" y="1714470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18" name="Google Shape;618;p28"/>
            <p:cNvSpPr txBox="1"/>
            <p:nvPr/>
          </p:nvSpPr>
          <p:spPr>
            <a:xfrm>
              <a:off x="7914151" y="1714470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40%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19" name="Google Shape;619;p28"/>
          <p:cNvGrpSpPr/>
          <p:nvPr/>
        </p:nvGrpSpPr>
        <p:grpSpPr>
          <a:xfrm>
            <a:off x="452573" y="2323239"/>
            <a:ext cx="8238853" cy="399749"/>
            <a:chOff x="452573" y="2323239"/>
            <a:chExt cx="8238853" cy="399749"/>
          </a:xfrm>
        </p:grpSpPr>
        <p:sp>
          <p:nvSpPr>
            <p:cNvPr id="620" name="Google Shape;620;p28"/>
            <p:cNvSpPr txBox="1"/>
            <p:nvPr/>
          </p:nvSpPr>
          <p:spPr>
            <a:xfrm>
              <a:off x="3784340" y="2323239"/>
              <a:ext cx="1575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Mercury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21" name="Google Shape;621;p28"/>
            <p:cNvSpPr txBox="1"/>
            <p:nvPr/>
          </p:nvSpPr>
          <p:spPr>
            <a:xfrm>
              <a:off x="452573" y="2324287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3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22" name="Google Shape;622;p28"/>
            <p:cNvSpPr txBox="1"/>
            <p:nvPr/>
          </p:nvSpPr>
          <p:spPr>
            <a:xfrm>
              <a:off x="7914126" y="2324287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6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23" name="Google Shape;623;p28"/>
          <p:cNvGrpSpPr/>
          <p:nvPr/>
        </p:nvGrpSpPr>
        <p:grpSpPr>
          <a:xfrm>
            <a:off x="452573" y="2927791"/>
            <a:ext cx="8238853" cy="402910"/>
            <a:chOff x="452573" y="2927791"/>
            <a:chExt cx="8238853" cy="402910"/>
          </a:xfrm>
        </p:grpSpPr>
        <p:sp>
          <p:nvSpPr>
            <p:cNvPr id="624" name="Google Shape;624;p28"/>
            <p:cNvSpPr txBox="1"/>
            <p:nvPr/>
          </p:nvSpPr>
          <p:spPr>
            <a:xfrm>
              <a:off x="3784340" y="2932001"/>
              <a:ext cx="1575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Neptune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25" name="Google Shape;625;p28"/>
            <p:cNvSpPr txBox="1"/>
            <p:nvPr/>
          </p:nvSpPr>
          <p:spPr>
            <a:xfrm>
              <a:off x="452573" y="2927791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6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26" name="Google Shape;626;p28"/>
            <p:cNvSpPr txBox="1"/>
            <p:nvPr/>
          </p:nvSpPr>
          <p:spPr>
            <a:xfrm>
              <a:off x="7914126" y="2927791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30%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27" name="Google Shape;627;p28"/>
          <p:cNvGrpSpPr/>
          <p:nvPr/>
        </p:nvGrpSpPr>
        <p:grpSpPr>
          <a:xfrm>
            <a:off x="452548" y="3540439"/>
            <a:ext cx="8238853" cy="399024"/>
            <a:chOff x="452548" y="3540439"/>
            <a:chExt cx="8238853" cy="399024"/>
          </a:xfrm>
        </p:grpSpPr>
        <p:sp>
          <p:nvSpPr>
            <p:cNvPr id="628" name="Google Shape;628;p28"/>
            <p:cNvSpPr txBox="1"/>
            <p:nvPr/>
          </p:nvSpPr>
          <p:spPr>
            <a:xfrm>
              <a:off x="3784320" y="3540764"/>
              <a:ext cx="1575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Mars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29" name="Google Shape;629;p28"/>
            <p:cNvSpPr txBox="1"/>
            <p:nvPr/>
          </p:nvSpPr>
          <p:spPr>
            <a:xfrm>
              <a:off x="452548" y="3540439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25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30" name="Google Shape;630;p28"/>
            <p:cNvSpPr txBox="1"/>
            <p:nvPr/>
          </p:nvSpPr>
          <p:spPr>
            <a:xfrm>
              <a:off x="7914101" y="3540439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8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31" name="Google Shape;631;p28"/>
          <p:cNvGrpSpPr/>
          <p:nvPr/>
        </p:nvGrpSpPr>
        <p:grpSpPr>
          <a:xfrm>
            <a:off x="452548" y="4149520"/>
            <a:ext cx="8238853" cy="398706"/>
            <a:chOff x="452548" y="4149520"/>
            <a:chExt cx="8238853" cy="398706"/>
          </a:xfrm>
        </p:grpSpPr>
        <p:sp>
          <p:nvSpPr>
            <p:cNvPr id="632" name="Google Shape;632;p28"/>
            <p:cNvSpPr txBox="1"/>
            <p:nvPr/>
          </p:nvSpPr>
          <p:spPr>
            <a:xfrm>
              <a:off x="3784320" y="4149526"/>
              <a:ext cx="1575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Jupiter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33" name="Google Shape;633;p28"/>
            <p:cNvSpPr txBox="1"/>
            <p:nvPr/>
          </p:nvSpPr>
          <p:spPr>
            <a:xfrm>
              <a:off x="452548" y="4149520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7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34" name="Google Shape;634;p28"/>
            <p:cNvSpPr txBox="1"/>
            <p:nvPr/>
          </p:nvSpPr>
          <p:spPr>
            <a:xfrm>
              <a:off x="7914101" y="4149520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635" name="Google Shape;635;p28"/>
          <p:cNvSpPr/>
          <p:nvPr/>
        </p:nvSpPr>
        <p:spPr>
          <a:xfrm>
            <a:off x="5497494" y="1758451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5497494" y="2370046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5497494" y="2974593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5497494" y="3587560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5497494" y="4199879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0" name="Google Shape;640;p28"/>
          <p:cNvSpPr/>
          <p:nvPr/>
        </p:nvSpPr>
        <p:spPr>
          <a:xfrm>
            <a:off x="1364406" y="1763021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1364406" y="2374616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1364406" y="2979163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3" name="Google Shape;643;p28"/>
          <p:cNvSpPr/>
          <p:nvPr/>
        </p:nvSpPr>
        <p:spPr>
          <a:xfrm>
            <a:off x="1364406" y="3592131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1364406" y="4204449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2503506" y="1758451"/>
            <a:ext cx="1143000" cy="30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2846106" y="2370045"/>
            <a:ext cx="800400" cy="30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2274606" y="2974592"/>
            <a:ext cx="1371900" cy="30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p28"/>
          <p:cNvSpPr/>
          <p:nvPr/>
        </p:nvSpPr>
        <p:spPr>
          <a:xfrm>
            <a:off x="3075006" y="3587559"/>
            <a:ext cx="571500" cy="30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2046006" y="4199876"/>
            <a:ext cx="1600500" cy="30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0" name="Google Shape;650;p28"/>
          <p:cNvSpPr/>
          <p:nvPr/>
        </p:nvSpPr>
        <p:spPr>
          <a:xfrm>
            <a:off x="5497494" y="1758451"/>
            <a:ext cx="914100" cy="305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5497494" y="2370045"/>
            <a:ext cx="1371600" cy="305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5497494" y="2974592"/>
            <a:ext cx="274200" cy="305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5497494" y="3587559"/>
            <a:ext cx="1828500" cy="305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4" name="Google Shape;654;p28"/>
          <p:cNvSpPr/>
          <p:nvPr/>
        </p:nvSpPr>
        <p:spPr>
          <a:xfrm>
            <a:off x="5497494" y="4199876"/>
            <a:ext cx="1143000" cy="305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9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660" name="Google Shape;660;p29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3325400" y="1140445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2" name="Google Shape;662;p29"/>
          <p:cNvSpPr/>
          <p:nvPr/>
        </p:nvSpPr>
        <p:spPr>
          <a:xfrm>
            <a:off x="3325400" y="2808012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4904200" y="1974228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4904200" y="3641795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65" name="Google Shape;665;p29"/>
          <p:cNvCxnSpPr/>
          <p:nvPr/>
        </p:nvCxnSpPr>
        <p:spPr>
          <a:xfrm>
            <a:off x="4569300" y="1149870"/>
            <a:ext cx="0" cy="339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66" name="Google Shape;666;p29"/>
          <p:cNvGrpSpPr/>
          <p:nvPr/>
        </p:nvGrpSpPr>
        <p:grpSpPr>
          <a:xfrm>
            <a:off x="1250007" y="1204961"/>
            <a:ext cx="1986001" cy="780875"/>
            <a:chOff x="1703079" y="1342875"/>
            <a:chExt cx="1986001" cy="780875"/>
          </a:xfrm>
        </p:grpSpPr>
        <p:sp>
          <p:nvSpPr>
            <p:cNvPr id="667" name="Google Shape;667;p29"/>
            <p:cNvSpPr txBox="1"/>
            <p:nvPr/>
          </p:nvSpPr>
          <p:spPr>
            <a:xfrm>
              <a:off x="1703079" y="13428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Step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1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68" name="Google Shape;668;p29"/>
            <p:cNvSpPr txBox="1"/>
            <p:nvPr/>
          </p:nvSpPr>
          <p:spPr>
            <a:xfrm>
              <a:off x="1703080" y="16389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Saturn is a gas giant and has several rings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69" name="Google Shape;669;p29"/>
          <p:cNvGrpSpPr/>
          <p:nvPr/>
        </p:nvGrpSpPr>
        <p:grpSpPr>
          <a:xfrm>
            <a:off x="1250007" y="2872510"/>
            <a:ext cx="1986001" cy="780875"/>
            <a:chOff x="3166119" y="3290475"/>
            <a:chExt cx="1986001" cy="780875"/>
          </a:xfrm>
        </p:grpSpPr>
        <p:sp>
          <p:nvSpPr>
            <p:cNvPr id="670" name="Google Shape;670;p29"/>
            <p:cNvSpPr txBox="1"/>
            <p:nvPr/>
          </p:nvSpPr>
          <p:spPr>
            <a:xfrm>
              <a:off x="3166119" y="32904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Step 3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71" name="Google Shape;671;p29"/>
            <p:cNvSpPr txBox="1"/>
            <p:nvPr/>
          </p:nvSpPr>
          <p:spPr>
            <a:xfrm>
              <a:off x="3166120" y="35865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Jupiter is the biggest planet of them all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72" name="Google Shape;672;p29"/>
          <p:cNvGrpSpPr/>
          <p:nvPr/>
        </p:nvGrpSpPr>
        <p:grpSpPr>
          <a:xfrm>
            <a:off x="5910720" y="2038736"/>
            <a:ext cx="1986001" cy="780875"/>
            <a:chOff x="4924750" y="1349224"/>
            <a:chExt cx="1986001" cy="780875"/>
          </a:xfrm>
        </p:grpSpPr>
        <p:sp>
          <p:nvSpPr>
            <p:cNvPr id="673" name="Google Shape;673;p29"/>
            <p:cNvSpPr txBox="1"/>
            <p:nvPr/>
          </p:nvSpPr>
          <p:spPr>
            <a:xfrm>
              <a:off x="4924750" y="1349224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Step 2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74" name="Google Shape;674;p29"/>
            <p:cNvSpPr txBox="1"/>
            <p:nvPr/>
          </p:nvSpPr>
          <p:spPr>
            <a:xfrm>
              <a:off x="4924751" y="1645299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Venus is the second planet from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75" name="Google Shape;675;p29"/>
          <p:cNvGrpSpPr/>
          <p:nvPr/>
        </p:nvGrpSpPr>
        <p:grpSpPr>
          <a:xfrm>
            <a:off x="5910720" y="3706310"/>
            <a:ext cx="1986001" cy="780875"/>
            <a:chOff x="6537291" y="3564798"/>
            <a:chExt cx="1986001" cy="780875"/>
          </a:xfrm>
        </p:grpSpPr>
        <p:sp>
          <p:nvSpPr>
            <p:cNvPr id="676" name="Google Shape;676;p29"/>
            <p:cNvSpPr txBox="1"/>
            <p:nvPr/>
          </p:nvSpPr>
          <p:spPr>
            <a:xfrm>
              <a:off x="6537291" y="3564798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Step 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4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77" name="Google Shape;677;p29"/>
            <p:cNvSpPr txBox="1"/>
            <p:nvPr/>
          </p:nvSpPr>
          <p:spPr>
            <a:xfrm>
              <a:off x="6537292" y="3860873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Mercury is the closest planet to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678" name="Google Shape;678;p29"/>
          <p:cNvSpPr/>
          <p:nvPr/>
        </p:nvSpPr>
        <p:spPr>
          <a:xfrm flipH="1" rot="10800000">
            <a:off x="4526259" y="2379696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9" name="Google Shape;679;p29"/>
          <p:cNvSpPr/>
          <p:nvPr/>
        </p:nvSpPr>
        <p:spPr>
          <a:xfrm flipH="1" rot="10800000">
            <a:off x="4526259" y="1547592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0" name="Google Shape;680;p29"/>
          <p:cNvSpPr/>
          <p:nvPr/>
        </p:nvSpPr>
        <p:spPr>
          <a:xfrm flipH="1" rot="10800000">
            <a:off x="4526259" y="3220944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1" name="Google Shape;681;p29"/>
          <p:cNvSpPr/>
          <p:nvPr/>
        </p:nvSpPr>
        <p:spPr>
          <a:xfrm flipH="1" rot="10800000">
            <a:off x="4523559" y="4053048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82" name="Google Shape;682;p29"/>
          <p:cNvCxnSpPr>
            <a:stCxn id="664" idx="1"/>
            <a:endCxn id="681" idx="3"/>
          </p:cNvCxnSpPr>
          <p:nvPr/>
        </p:nvCxnSpPr>
        <p:spPr>
          <a:xfrm flipH="1">
            <a:off x="4615000" y="4096745"/>
            <a:ext cx="2892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29"/>
          <p:cNvCxnSpPr>
            <a:stCxn id="662" idx="3"/>
            <a:endCxn id="680" idx="1"/>
          </p:cNvCxnSpPr>
          <p:nvPr/>
        </p:nvCxnSpPr>
        <p:spPr>
          <a:xfrm>
            <a:off x="4239800" y="3262962"/>
            <a:ext cx="286500" cy="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29"/>
          <p:cNvCxnSpPr>
            <a:stCxn id="663" idx="1"/>
            <a:endCxn id="678" idx="3"/>
          </p:cNvCxnSpPr>
          <p:nvPr/>
        </p:nvCxnSpPr>
        <p:spPr>
          <a:xfrm rot="10800000">
            <a:off x="4617700" y="2425578"/>
            <a:ext cx="286500" cy="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29"/>
          <p:cNvCxnSpPr>
            <a:stCxn id="661" idx="3"/>
            <a:endCxn id="679" idx="1"/>
          </p:cNvCxnSpPr>
          <p:nvPr/>
        </p:nvCxnSpPr>
        <p:spPr>
          <a:xfrm flipH="1" rot="10800000">
            <a:off x="4239800" y="1593295"/>
            <a:ext cx="2865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86" name="Google Shape;686;p29"/>
          <p:cNvGrpSpPr/>
          <p:nvPr/>
        </p:nvGrpSpPr>
        <p:grpSpPr>
          <a:xfrm>
            <a:off x="3538398" y="3038766"/>
            <a:ext cx="488421" cy="448336"/>
            <a:chOff x="8550373" y="2013179"/>
            <a:chExt cx="488421" cy="448336"/>
          </a:xfrm>
        </p:grpSpPr>
        <p:sp>
          <p:nvSpPr>
            <p:cNvPr id="687" name="Google Shape;687;p29"/>
            <p:cNvSpPr/>
            <p:nvPr/>
          </p:nvSpPr>
          <p:spPr>
            <a:xfrm>
              <a:off x="8550373" y="2013179"/>
              <a:ext cx="488421" cy="448336"/>
            </a:xfrm>
            <a:custGeom>
              <a:rect b="b" l="l" r="r" t="t"/>
              <a:pathLst>
                <a:path extrusionOk="0" h="18320" w="19960">
                  <a:moveTo>
                    <a:pt x="5541" y="3461"/>
                  </a:moveTo>
                  <a:lnTo>
                    <a:pt x="5541" y="4284"/>
                  </a:lnTo>
                  <a:lnTo>
                    <a:pt x="4681" y="4284"/>
                  </a:lnTo>
                  <a:cubicBezTo>
                    <a:pt x="4627" y="4284"/>
                    <a:pt x="4581" y="4239"/>
                    <a:pt x="4581" y="4188"/>
                  </a:cubicBezTo>
                  <a:lnTo>
                    <a:pt x="4581" y="3562"/>
                  </a:lnTo>
                  <a:cubicBezTo>
                    <a:pt x="4581" y="3507"/>
                    <a:pt x="4627" y="3461"/>
                    <a:pt x="4681" y="3461"/>
                  </a:cubicBezTo>
                  <a:close/>
                  <a:moveTo>
                    <a:pt x="15278" y="3461"/>
                  </a:moveTo>
                  <a:cubicBezTo>
                    <a:pt x="15333" y="3461"/>
                    <a:pt x="15379" y="3507"/>
                    <a:pt x="15379" y="3562"/>
                  </a:cubicBezTo>
                  <a:lnTo>
                    <a:pt x="15379" y="4188"/>
                  </a:lnTo>
                  <a:cubicBezTo>
                    <a:pt x="15379" y="4239"/>
                    <a:pt x="15333" y="4284"/>
                    <a:pt x="15278" y="4284"/>
                  </a:cubicBezTo>
                  <a:lnTo>
                    <a:pt x="14419" y="4284"/>
                  </a:lnTo>
                  <a:lnTo>
                    <a:pt x="14419" y="3461"/>
                  </a:lnTo>
                  <a:close/>
                  <a:moveTo>
                    <a:pt x="11946" y="3461"/>
                  </a:moveTo>
                  <a:lnTo>
                    <a:pt x="11946" y="12134"/>
                  </a:lnTo>
                  <a:lnTo>
                    <a:pt x="10711" y="12134"/>
                  </a:lnTo>
                  <a:lnTo>
                    <a:pt x="10711" y="3461"/>
                  </a:lnTo>
                  <a:close/>
                  <a:moveTo>
                    <a:pt x="10126" y="3461"/>
                  </a:moveTo>
                  <a:lnTo>
                    <a:pt x="10126" y="12134"/>
                  </a:lnTo>
                  <a:lnTo>
                    <a:pt x="8974" y="12134"/>
                  </a:lnTo>
                  <a:cubicBezTo>
                    <a:pt x="8814" y="12134"/>
                    <a:pt x="8682" y="12262"/>
                    <a:pt x="8682" y="12426"/>
                  </a:cubicBezTo>
                  <a:cubicBezTo>
                    <a:pt x="8682" y="12586"/>
                    <a:pt x="8814" y="12719"/>
                    <a:pt x="8974" y="12719"/>
                  </a:cubicBezTo>
                  <a:lnTo>
                    <a:pt x="13733" y="12719"/>
                  </a:lnTo>
                  <a:cubicBezTo>
                    <a:pt x="14113" y="12719"/>
                    <a:pt x="14419" y="12413"/>
                    <a:pt x="14419" y="12033"/>
                  </a:cubicBezTo>
                  <a:lnTo>
                    <a:pt x="14419" y="11777"/>
                  </a:lnTo>
                  <a:lnTo>
                    <a:pt x="19375" y="11777"/>
                  </a:lnTo>
                  <a:lnTo>
                    <a:pt x="19375" y="12742"/>
                  </a:lnTo>
                  <a:cubicBezTo>
                    <a:pt x="19375" y="13016"/>
                    <a:pt x="19151" y="13240"/>
                    <a:pt x="18876" y="13240"/>
                  </a:cubicBezTo>
                  <a:lnTo>
                    <a:pt x="1084" y="13240"/>
                  </a:lnTo>
                  <a:cubicBezTo>
                    <a:pt x="809" y="13240"/>
                    <a:pt x="585" y="13016"/>
                    <a:pt x="585" y="12742"/>
                  </a:cubicBezTo>
                  <a:lnTo>
                    <a:pt x="585" y="11777"/>
                  </a:lnTo>
                  <a:lnTo>
                    <a:pt x="5541" y="11777"/>
                  </a:lnTo>
                  <a:lnTo>
                    <a:pt x="5541" y="12033"/>
                  </a:lnTo>
                  <a:cubicBezTo>
                    <a:pt x="5541" y="12413"/>
                    <a:pt x="5847" y="12714"/>
                    <a:pt x="6227" y="12714"/>
                  </a:cubicBezTo>
                  <a:lnTo>
                    <a:pt x="7676" y="12714"/>
                  </a:lnTo>
                  <a:cubicBezTo>
                    <a:pt x="7836" y="12714"/>
                    <a:pt x="7968" y="12586"/>
                    <a:pt x="7968" y="12426"/>
                  </a:cubicBezTo>
                  <a:cubicBezTo>
                    <a:pt x="7968" y="12262"/>
                    <a:pt x="7836" y="12134"/>
                    <a:pt x="7676" y="12134"/>
                  </a:cubicBezTo>
                  <a:lnTo>
                    <a:pt x="6227" y="12134"/>
                  </a:lnTo>
                  <a:cubicBezTo>
                    <a:pt x="6172" y="12134"/>
                    <a:pt x="6126" y="12088"/>
                    <a:pt x="6126" y="12033"/>
                  </a:cubicBezTo>
                  <a:lnTo>
                    <a:pt x="6126" y="3461"/>
                  </a:lnTo>
                  <a:close/>
                  <a:moveTo>
                    <a:pt x="10542" y="13825"/>
                  </a:moveTo>
                  <a:lnTo>
                    <a:pt x="10542" y="14200"/>
                  </a:lnTo>
                  <a:cubicBezTo>
                    <a:pt x="10542" y="14507"/>
                    <a:pt x="10291" y="14758"/>
                    <a:pt x="9980" y="14758"/>
                  </a:cubicBezTo>
                  <a:cubicBezTo>
                    <a:pt x="9669" y="14758"/>
                    <a:pt x="9418" y="14507"/>
                    <a:pt x="9418" y="14200"/>
                  </a:cubicBezTo>
                  <a:lnTo>
                    <a:pt x="9418" y="13825"/>
                  </a:lnTo>
                  <a:close/>
                  <a:moveTo>
                    <a:pt x="11964" y="13825"/>
                  </a:moveTo>
                  <a:lnTo>
                    <a:pt x="12183" y="16235"/>
                  </a:lnTo>
                  <a:lnTo>
                    <a:pt x="7776" y="16235"/>
                  </a:lnTo>
                  <a:lnTo>
                    <a:pt x="7991" y="13825"/>
                  </a:lnTo>
                  <a:lnTo>
                    <a:pt x="8832" y="13825"/>
                  </a:lnTo>
                  <a:lnTo>
                    <a:pt x="8832" y="14200"/>
                  </a:lnTo>
                  <a:cubicBezTo>
                    <a:pt x="8832" y="14831"/>
                    <a:pt x="9349" y="15343"/>
                    <a:pt x="9980" y="15343"/>
                  </a:cubicBezTo>
                  <a:cubicBezTo>
                    <a:pt x="10611" y="15343"/>
                    <a:pt x="11127" y="14831"/>
                    <a:pt x="11127" y="14200"/>
                  </a:cubicBezTo>
                  <a:lnTo>
                    <a:pt x="11127" y="13825"/>
                  </a:lnTo>
                  <a:close/>
                  <a:moveTo>
                    <a:pt x="13514" y="16820"/>
                  </a:moveTo>
                  <a:cubicBezTo>
                    <a:pt x="13569" y="16820"/>
                    <a:pt x="13610" y="16861"/>
                    <a:pt x="13610" y="16916"/>
                  </a:cubicBezTo>
                  <a:lnTo>
                    <a:pt x="13610" y="17638"/>
                  </a:lnTo>
                  <a:cubicBezTo>
                    <a:pt x="13610" y="17693"/>
                    <a:pt x="13569" y="17734"/>
                    <a:pt x="13514" y="17734"/>
                  </a:cubicBezTo>
                  <a:lnTo>
                    <a:pt x="6446" y="17734"/>
                  </a:lnTo>
                  <a:cubicBezTo>
                    <a:pt x="6391" y="17734"/>
                    <a:pt x="6350" y="17693"/>
                    <a:pt x="6350" y="17638"/>
                  </a:cubicBezTo>
                  <a:lnTo>
                    <a:pt x="6350" y="16916"/>
                  </a:lnTo>
                  <a:cubicBezTo>
                    <a:pt x="6350" y="16861"/>
                    <a:pt x="6391" y="16820"/>
                    <a:pt x="6446" y="16820"/>
                  </a:cubicBezTo>
                  <a:close/>
                  <a:moveTo>
                    <a:pt x="1084" y="1"/>
                  </a:moveTo>
                  <a:cubicBezTo>
                    <a:pt x="485" y="1"/>
                    <a:pt x="0" y="490"/>
                    <a:pt x="0" y="1084"/>
                  </a:cubicBezTo>
                  <a:lnTo>
                    <a:pt x="0" y="12742"/>
                  </a:lnTo>
                  <a:cubicBezTo>
                    <a:pt x="0" y="13341"/>
                    <a:pt x="485" y="13825"/>
                    <a:pt x="1084" y="13825"/>
                  </a:cubicBezTo>
                  <a:lnTo>
                    <a:pt x="7406" y="13825"/>
                  </a:lnTo>
                  <a:lnTo>
                    <a:pt x="7191" y="16235"/>
                  </a:lnTo>
                  <a:lnTo>
                    <a:pt x="6446" y="16235"/>
                  </a:lnTo>
                  <a:cubicBezTo>
                    <a:pt x="6071" y="16235"/>
                    <a:pt x="5765" y="16541"/>
                    <a:pt x="5765" y="16916"/>
                  </a:cubicBezTo>
                  <a:lnTo>
                    <a:pt x="5765" y="17638"/>
                  </a:lnTo>
                  <a:cubicBezTo>
                    <a:pt x="5765" y="18013"/>
                    <a:pt x="6071" y="18319"/>
                    <a:pt x="6446" y="18319"/>
                  </a:cubicBezTo>
                  <a:lnTo>
                    <a:pt x="13514" y="18319"/>
                  </a:lnTo>
                  <a:cubicBezTo>
                    <a:pt x="13889" y="18319"/>
                    <a:pt x="14195" y="18013"/>
                    <a:pt x="14195" y="17638"/>
                  </a:cubicBezTo>
                  <a:lnTo>
                    <a:pt x="14195" y="16916"/>
                  </a:lnTo>
                  <a:cubicBezTo>
                    <a:pt x="14195" y="16541"/>
                    <a:pt x="13889" y="16235"/>
                    <a:pt x="13514" y="16235"/>
                  </a:cubicBezTo>
                  <a:lnTo>
                    <a:pt x="12769" y="16235"/>
                  </a:lnTo>
                  <a:lnTo>
                    <a:pt x="12554" y="13825"/>
                  </a:lnTo>
                  <a:lnTo>
                    <a:pt x="18876" y="13825"/>
                  </a:lnTo>
                  <a:cubicBezTo>
                    <a:pt x="19475" y="13825"/>
                    <a:pt x="19960" y="13341"/>
                    <a:pt x="19960" y="12742"/>
                  </a:cubicBezTo>
                  <a:lnTo>
                    <a:pt x="19960" y="1084"/>
                  </a:lnTo>
                  <a:cubicBezTo>
                    <a:pt x="19960" y="490"/>
                    <a:pt x="19475" y="1"/>
                    <a:pt x="18876" y="1"/>
                  </a:cubicBezTo>
                  <a:lnTo>
                    <a:pt x="4229" y="1"/>
                  </a:lnTo>
                  <a:cubicBezTo>
                    <a:pt x="4064" y="1"/>
                    <a:pt x="3936" y="133"/>
                    <a:pt x="3936" y="293"/>
                  </a:cubicBezTo>
                  <a:cubicBezTo>
                    <a:pt x="3936" y="458"/>
                    <a:pt x="4064" y="586"/>
                    <a:pt x="4229" y="586"/>
                  </a:cubicBezTo>
                  <a:lnTo>
                    <a:pt x="18876" y="586"/>
                  </a:lnTo>
                  <a:cubicBezTo>
                    <a:pt x="19151" y="586"/>
                    <a:pt x="19375" y="810"/>
                    <a:pt x="19375" y="1084"/>
                  </a:cubicBezTo>
                  <a:lnTo>
                    <a:pt x="19375" y="11192"/>
                  </a:lnTo>
                  <a:lnTo>
                    <a:pt x="14419" y="11192"/>
                  </a:lnTo>
                  <a:lnTo>
                    <a:pt x="14419" y="6543"/>
                  </a:lnTo>
                  <a:cubicBezTo>
                    <a:pt x="14419" y="6383"/>
                    <a:pt x="14286" y="6250"/>
                    <a:pt x="14126" y="6250"/>
                  </a:cubicBezTo>
                  <a:cubicBezTo>
                    <a:pt x="13962" y="6250"/>
                    <a:pt x="13834" y="6383"/>
                    <a:pt x="13834" y="6543"/>
                  </a:cubicBezTo>
                  <a:lnTo>
                    <a:pt x="13834" y="12033"/>
                  </a:lnTo>
                  <a:cubicBezTo>
                    <a:pt x="13834" y="12088"/>
                    <a:pt x="13788" y="12134"/>
                    <a:pt x="13733" y="12134"/>
                  </a:cubicBezTo>
                  <a:lnTo>
                    <a:pt x="12531" y="12134"/>
                  </a:lnTo>
                  <a:lnTo>
                    <a:pt x="12531" y="3461"/>
                  </a:lnTo>
                  <a:lnTo>
                    <a:pt x="13834" y="3461"/>
                  </a:lnTo>
                  <a:lnTo>
                    <a:pt x="13834" y="5244"/>
                  </a:lnTo>
                  <a:cubicBezTo>
                    <a:pt x="13834" y="5409"/>
                    <a:pt x="13962" y="5537"/>
                    <a:pt x="14126" y="5537"/>
                  </a:cubicBezTo>
                  <a:cubicBezTo>
                    <a:pt x="14286" y="5537"/>
                    <a:pt x="14419" y="5409"/>
                    <a:pt x="14419" y="5244"/>
                  </a:cubicBezTo>
                  <a:lnTo>
                    <a:pt x="14419" y="4870"/>
                  </a:lnTo>
                  <a:lnTo>
                    <a:pt x="15278" y="4870"/>
                  </a:lnTo>
                  <a:cubicBezTo>
                    <a:pt x="15658" y="4870"/>
                    <a:pt x="15960" y="4563"/>
                    <a:pt x="15960" y="4188"/>
                  </a:cubicBezTo>
                  <a:lnTo>
                    <a:pt x="15960" y="3562"/>
                  </a:lnTo>
                  <a:cubicBezTo>
                    <a:pt x="15960" y="3183"/>
                    <a:pt x="15658" y="2876"/>
                    <a:pt x="15278" y="2876"/>
                  </a:cubicBezTo>
                  <a:lnTo>
                    <a:pt x="4681" y="2876"/>
                  </a:lnTo>
                  <a:cubicBezTo>
                    <a:pt x="4302" y="2876"/>
                    <a:pt x="3996" y="3183"/>
                    <a:pt x="3996" y="3562"/>
                  </a:cubicBezTo>
                  <a:lnTo>
                    <a:pt x="3996" y="4188"/>
                  </a:lnTo>
                  <a:cubicBezTo>
                    <a:pt x="3996" y="4563"/>
                    <a:pt x="4302" y="4870"/>
                    <a:pt x="4681" y="4870"/>
                  </a:cubicBezTo>
                  <a:lnTo>
                    <a:pt x="5541" y="4870"/>
                  </a:lnTo>
                  <a:lnTo>
                    <a:pt x="5541" y="11192"/>
                  </a:lnTo>
                  <a:lnTo>
                    <a:pt x="585" y="11192"/>
                  </a:lnTo>
                  <a:lnTo>
                    <a:pt x="585" y="1084"/>
                  </a:lnTo>
                  <a:cubicBezTo>
                    <a:pt x="585" y="810"/>
                    <a:pt x="809" y="586"/>
                    <a:pt x="1084" y="586"/>
                  </a:cubicBezTo>
                  <a:lnTo>
                    <a:pt x="2926" y="586"/>
                  </a:lnTo>
                  <a:cubicBezTo>
                    <a:pt x="3090" y="586"/>
                    <a:pt x="3218" y="458"/>
                    <a:pt x="3218" y="293"/>
                  </a:cubicBezTo>
                  <a:cubicBezTo>
                    <a:pt x="3218" y="133"/>
                    <a:pt x="3090" y="1"/>
                    <a:pt x="29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9"/>
            <p:cNvSpPr/>
            <p:nvPr/>
          </p:nvSpPr>
          <p:spPr>
            <a:xfrm>
              <a:off x="8775921" y="2046656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320" y="1"/>
                  </a:moveTo>
                  <a:cubicBezTo>
                    <a:pt x="246" y="1"/>
                    <a:pt x="172" y="29"/>
                    <a:pt x="115" y="87"/>
                  </a:cubicBezTo>
                  <a:cubicBezTo>
                    <a:pt x="0" y="201"/>
                    <a:pt x="0" y="384"/>
                    <a:pt x="115" y="498"/>
                  </a:cubicBezTo>
                  <a:lnTo>
                    <a:pt x="558" y="941"/>
                  </a:lnTo>
                  <a:cubicBezTo>
                    <a:pt x="613" y="1001"/>
                    <a:pt x="691" y="1028"/>
                    <a:pt x="764" y="1028"/>
                  </a:cubicBezTo>
                  <a:cubicBezTo>
                    <a:pt x="837" y="1028"/>
                    <a:pt x="915" y="1001"/>
                    <a:pt x="970" y="941"/>
                  </a:cubicBezTo>
                  <a:lnTo>
                    <a:pt x="1413" y="498"/>
                  </a:lnTo>
                  <a:cubicBezTo>
                    <a:pt x="1527" y="384"/>
                    <a:pt x="1527" y="201"/>
                    <a:pt x="1413" y="87"/>
                  </a:cubicBezTo>
                  <a:cubicBezTo>
                    <a:pt x="1356" y="29"/>
                    <a:pt x="1282" y="1"/>
                    <a:pt x="1207" y="1"/>
                  </a:cubicBezTo>
                  <a:cubicBezTo>
                    <a:pt x="1133" y="1"/>
                    <a:pt x="1059" y="29"/>
                    <a:pt x="1002" y="87"/>
                  </a:cubicBezTo>
                  <a:lnTo>
                    <a:pt x="764" y="324"/>
                  </a:lnTo>
                  <a:lnTo>
                    <a:pt x="526" y="87"/>
                  </a:lnTo>
                  <a:cubicBezTo>
                    <a:pt x="469" y="29"/>
                    <a:pt x="395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8766523" y="2243211"/>
              <a:ext cx="14339" cy="47330"/>
            </a:xfrm>
            <a:custGeom>
              <a:rect b="b" l="l" r="r" t="t"/>
              <a:pathLst>
                <a:path extrusionOk="0" h="1934" w="586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1641"/>
                  </a:lnTo>
                  <a:cubicBezTo>
                    <a:pt x="0" y="1801"/>
                    <a:pt x="133" y="1934"/>
                    <a:pt x="293" y="1934"/>
                  </a:cubicBezTo>
                  <a:cubicBezTo>
                    <a:pt x="458" y="1934"/>
                    <a:pt x="586" y="1801"/>
                    <a:pt x="586" y="1641"/>
                  </a:cubicBezTo>
                  <a:lnTo>
                    <a:pt x="586" y="293"/>
                  </a:lnTo>
                  <a:cubicBezTo>
                    <a:pt x="586" y="128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8743126" y="2186364"/>
              <a:ext cx="14364" cy="104179"/>
            </a:xfrm>
            <a:custGeom>
              <a:rect b="b" l="l" r="r" t="t"/>
              <a:pathLst>
                <a:path extrusionOk="0" h="4257" w="587">
                  <a:moveTo>
                    <a:pt x="294" y="1"/>
                  </a:moveTo>
                  <a:cubicBezTo>
                    <a:pt x="134" y="1"/>
                    <a:pt x="1" y="129"/>
                    <a:pt x="1" y="293"/>
                  </a:cubicBezTo>
                  <a:lnTo>
                    <a:pt x="1" y="3964"/>
                  </a:lnTo>
                  <a:cubicBezTo>
                    <a:pt x="1" y="4124"/>
                    <a:pt x="134" y="4257"/>
                    <a:pt x="294" y="4257"/>
                  </a:cubicBezTo>
                  <a:cubicBezTo>
                    <a:pt x="458" y="4257"/>
                    <a:pt x="586" y="4124"/>
                    <a:pt x="586" y="3964"/>
                  </a:cubicBezTo>
                  <a:lnTo>
                    <a:pt x="586" y="293"/>
                  </a:lnTo>
                  <a:cubicBezTo>
                    <a:pt x="586" y="129"/>
                    <a:pt x="458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8939281" y="2249231"/>
              <a:ext cx="59633" cy="14365"/>
            </a:xfrm>
            <a:custGeom>
              <a:rect b="b" l="l" r="r" t="t"/>
              <a:pathLst>
                <a:path extrusionOk="0" h="587" w="2437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2144" y="586"/>
                  </a:lnTo>
                  <a:cubicBezTo>
                    <a:pt x="2304" y="586"/>
                    <a:pt x="2437" y="458"/>
                    <a:pt x="2437" y="293"/>
                  </a:cubicBezTo>
                  <a:cubicBezTo>
                    <a:pt x="2437" y="133"/>
                    <a:pt x="2304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8962090" y="2223291"/>
              <a:ext cx="36827" cy="14341"/>
            </a:xfrm>
            <a:custGeom>
              <a:rect b="b" l="l" r="r" t="t"/>
              <a:pathLst>
                <a:path extrusionOk="0" h="586" w="1505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1212" y="585"/>
                  </a:lnTo>
                  <a:cubicBezTo>
                    <a:pt x="1372" y="585"/>
                    <a:pt x="1505" y="453"/>
                    <a:pt x="1505" y="293"/>
                  </a:cubicBezTo>
                  <a:cubicBezTo>
                    <a:pt x="1505" y="133"/>
                    <a:pt x="1372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8590314" y="2249231"/>
              <a:ext cx="59633" cy="14365"/>
            </a:xfrm>
            <a:custGeom>
              <a:rect b="b" l="l" r="r" t="t"/>
              <a:pathLst>
                <a:path extrusionOk="0" h="587" w="2437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2144" y="586"/>
                  </a:lnTo>
                  <a:cubicBezTo>
                    <a:pt x="2309" y="586"/>
                    <a:pt x="2437" y="458"/>
                    <a:pt x="2437" y="293"/>
                  </a:cubicBezTo>
                  <a:cubicBezTo>
                    <a:pt x="2437" y="133"/>
                    <a:pt x="2309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8590314" y="2223291"/>
              <a:ext cx="36827" cy="14341"/>
            </a:xfrm>
            <a:custGeom>
              <a:rect b="b" l="l" r="r" t="t"/>
              <a:pathLst>
                <a:path extrusionOk="0" h="586" w="150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212" y="585"/>
                  </a:lnTo>
                  <a:cubicBezTo>
                    <a:pt x="1372" y="585"/>
                    <a:pt x="1504" y="453"/>
                    <a:pt x="1504" y="293"/>
                  </a:cubicBezTo>
                  <a:cubicBezTo>
                    <a:pt x="1504" y="133"/>
                    <a:pt x="1372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29"/>
          <p:cNvGrpSpPr/>
          <p:nvPr/>
        </p:nvGrpSpPr>
        <p:grpSpPr>
          <a:xfrm>
            <a:off x="3600864" y="1349111"/>
            <a:ext cx="363477" cy="488496"/>
            <a:chOff x="8778751" y="1300161"/>
            <a:chExt cx="363477" cy="488496"/>
          </a:xfrm>
        </p:grpSpPr>
        <p:sp>
          <p:nvSpPr>
            <p:cNvPr id="696" name="Google Shape;696;p29"/>
            <p:cNvSpPr/>
            <p:nvPr/>
          </p:nvSpPr>
          <p:spPr>
            <a:xfrm>
              <a:off x="8778751" y="1300161"/>
              <a:ext cx="363477" cy="488496"/>
            </a:xfrm>
            <a:custGeom>
              <a:rect b="b" l="l" r="r" t="t"/>
              <a:pathLst>
                <a:path extrusionOk="0" h="19961" w="14854">
                  <a:moveTo>
                    <a:pt x="1047" y="1719"/>
                  </a:moveTo>
                  <a:lnTo>
                    <a:pt x="1047" y="2519"/>
                  </a:lnTo>
                  <a:lnTo>
                    <a:pt x="983" y="2519"/>
                  </a:lnTo>
                  <a:cubicBezTo>
                    <a:pt x="764" y="2519"/>
                    <a:pt x="586" y="2341"/>
                    <a:pt x="586" y="2122"/>
                  </a:cubicBezTo>
                  <a:cubicBezTo>
                    <a:pt x="586" y="1898"/>
                    <a:pt x="764" y="1719"/>
                    <a:pt x="983" y="1719"/>
                  </a:cubicBezTo>
                  <a:close/>
                  <a:moveTo>
                    <a:pt x="1047" y="4037"/>
                  </a:moveTo>
                  <a:lnTo>
                    <a:pt x="1047" y="4837"/>
                  </a:lnTo>
                  <a:lnTo>
                    <a:pt x="983" y="4837"/>
                  </a:lnTo>
                  <a:cubicBezTo>
                    <a:pt x="764" y="4837"/>
                    <a:pt x="586" y="4659"/>
                    <a:pt x="586" y="4435"/>
                  </a:cubicBezTo>
                  <a:cubicBezTo>
                    <a:pt x="586" y="4215"/>
                    <a:pt x="764" y="4037"/>
                    <a:pt x="983" y="4037"/>
                  </a:cubicBezTo>
                  <a:close/>
                  <a:moveTo>
                    <a:pt x="1047" y="6355"/>
                  </a:moveTo>
                  <a:lnTo>
                    <a:pt x="1047" y="7155"/>
                  </a:lnTo>
                  <a:lnTo>
                    <a:pt x="983" y="7155"/>
                  </a:lnTo>
                  <a:cubicBezTo>
                    <a:pt x="764" y="7155"/>
                    <a:pt x="586" y="6977"/>
                    <a:pt x="586" y="6753"/>
                  </a:cubicBezTo>
                  <a:cubicBezTo>
                    <a:pt x="586" y="6533"/>
                    <a:pt x="764" y="6355"/>
                    <a:pt x="983" y="6355"/>
                  </a:cubicBezTo>
                  <a:close/>
                  <a:moveTo>
                    <a:pt x="1047" y="8673"/>
                  </a:moveTo>
                  <a:lnTo>
                    <a:pt x="1047" y="9473"/>
                  </a:lnTo>
                  <a:lnTo>
                    <a:pt x="983" y="9473"/>
                  </a:lnTo>
                  <a:cubicBezTo>
                    <a:pt x="764" y="9473"/>
                    <a:pt x="586" y="9290"/>
                    <a:pt x="586" y="9071"/>
                  </a:cubicBezTo>
                  <a:cubicBezTo>
                    <a:pt x="586" y="8851"/>
                    <a:pt x="764" y="8673"/>
                    <a:pt x="983" y="8673"/>
                  </a:cubicBezTo>
                  <a:close/>
                  <a:moveTo>
                    <a:pt x="1047" y="10991"/>
                  </a:moveTo>
                  <a:lnTo>
                    <a:pt x="1047" y="11791"/>
                  </a:lnTo>
                  <a:lnTo>
                    <a:pt x="983" y="11791"/>
                  </a:lnTo>
                  <a:cubicBezTo>
                    <a:pt x="764" y="11791"/>
                    <a:pt x="586" y="11608"/>
                    <a:pt x="586" y="11388"/>
                  </a:cubicBezTo>
                  <a:cubicBezTo>
                    <a:pt x="586" y="11169"/>
                    <a:pt x="764" y="10991"/>
                    <a:pt x="983" y="10991"/>
                  </a:cubicBezTo>
                  <a:close/>
                  <a:moveTo>
                    <a:pt x="1047" y="13308"/>
                  </a:moveTo>
                  <a:lnTo>
                    <a:pt x="1047" y="14108"/>
                  </a:lnTo>
                  <a:lnTo>
                    <a:pt x="983" y="14108"/>
                  </a:lnTo>
                  <a:cubicBezTo>
                    <a:pt x="764" y="14108"/>
                    <a:pt x="586" y="13926"/>
                    <a:pt x="586" y="13706"/>
                  </a:cubicBezTo>
                  <a:cubicBezTo>
                    <a:pt x="586" y="13487"/>
                    <a:pt x="764" y="13308"/>
                    <a:pt x="983" y="13308"/>
                  </a:cubicBezTo>
                  <a:close/>
                  <a:moveTo>
                    <a:pt x="1047" y="15622"/>
                  </a:moveTo>
                  <a:lnTo>
                    <a:pt x="1047" y="16422"/>
                  </a:lnTo>
                  <a:lnTo>
                    <a:pt x="983" y="16422"/>
                  </a:lnTo>
                  <a:cubicBezTo>
                    <a:pt x="764" y="16422"/>
                    <a:pt x="586" y="16243"/>
                    <a:pt x="586" y="16024"/>
                  </a:cubicBezTo>
                  <a:cubicBezTo>
                    <a:pt x="586" y="15805"/>
                    <a:pt x="764" y="15622"/>
                    <a:pt x="983" y="15622"/>
                  </a:cubicBezTo>
                  <a:close/>
                  <a:moveTo>
                    <a:pt x="1047" y="17939"/>
                  </a:moveTo>
                  <a:lnTo>
                    <a:pt x="1047" y="18740"/>
                  </a:lnTo>
                  <a:lnTo>
                    <a:pt x="983" y="18740"/>
                  </a:lnTo>
                  <a:cubicBezTo>
                    <a:pt x="764" y="18740"/>
                    <a:pt x="586" y="18561"/>
                    <a:pt x="586" y="18342"/>
                  </a:cubicBezTo>
                  <a:cubicBezTo>
                    <a:pt x="586" y="18122"/>
                    <a:pt x="764" y="17939"/>
                    <a:pt x="983" y="17939"/>
                  </a:cubicBezTo>
                  <a:close/>
                  <a:moveTo>
                    <a:pt x="1820" y="0"/>
                  </a:moveTo>
                  <a:cubicBezTo>
                    <a:pt x="1395" y="0"/>
                    <a:pt x="1047" y="348"/>
                    <a:pt x="1047" y="773"/>
                  </a:cubicBezTo>
                  <a:lnTo>
                    <a:pt x="1047" y="1134"/>
                  </a:lnTo>
                  <a:lnTo>
                    <a:pt x="983" y="1134"/>
                  </a:lnTo>
                  <a:cubicBezTo>
                    <a:pt x="439" y="1134"/>
                    <a:pt x="0" y="1578"/>
                    <a:pt x="0" y="2122"/>
                  </a:cubicBezTo>
                  <a:cubicBezTo>
                    <a:pt x="0" y="2661"/>
                    <a:pt x="439" y="3105"/>
                    <a:pt x="983" y="3105"/>
                  </a:cubicBezTo>
                  <a:lnTo>
                    <a:pt x="1047" y="3105"/>
                  </a:lnTo>
                  <a:lnTo>
                    <a:pt x="1047" y="3452"/>
                  </a:lnTo>
                  <a:lnTo>
                    <a:pt x="983" y="3452"/>
                  </a:lnTo>
                  <a:cubicBezTo>
                    <a:pt x="439" y="3452"/>
                    <a:pt x="0" y="3895"/>
                    <a:pt x="0" y="4435"/>
                  </a:cubicBezTo>
                  <a:cubicBezTo>
                    <a:pt x="0" y="4979"/>
                    <a:pt x="439" y="5422"/>
                    <a:pt x="983" y="5422"/>
                  </a:cubicBezTo>
                  <a:lnTo>
                    <a:pt x="1047" y="5422"/>
                  </a:lnTo>
                  <a:lnTo>
                    <a:pt x="1047" y="5770"/>
                  </a:lnTo>
                  <a:lnTo>
                    <a:pt x="983" y="5770"/>
                  </a:lnTo>
                  <a:cubicBezTo>
                    <a:pt x="439" y="5770"/>
                    <a:pt x="0" y="6213"/>
                    <a:pt x="0" y="6753"/>
                  </a:cubicBezTo>
                  <a:cubicBezTo>
                    <a:pt x="0" y="7297"/>
                    <a:pt x="439" y="7740"/>
                    <a:pt x="983" y="7740"/>
                  </a:cubicBezTo>
                  <a:lnTo>
                    <a:pt x="1047" y="7740"/>
                  </a:lnTo>
                  <a:lnTo>
                    <a:pt x="1047" y="8088"/>
                  </a:lnTo>
                  <a:lnTo>
                    <a:pt x="983" y="8088"/>
                  </a:lnTo>
                  <a:cubicBezTo>
                    <a:pt x="439" y="8088"/>
                    <a:pt x="0" y="8527"/>
                    <a:pt x="0" y="9071"/>
                  </a:cubicBezTo>
                  <a:cubicBezTo>
                    <a:pt x="0" y="9615"/>
                    <a:pt x="439" y="10058"/>
                    <a:pt x="983" y="10058"/>
                  </a:cubicBezTo>
                  <a:lnTo>
                    <a:pt x="1047" y="10058"/>
                  </a:lnTo>
                  <a:lnTo>
                    <a:pt x="1047" y="10405"/>
                  </a:lnTo>
                  <a:lnTo>
                    <a:pt x="983" y="10405"/>
                  </a:lnTo>
                  <a:cubicBezTo>
                    <a:pt x="439" y="10405"/>
                    <a:pt x="0" y="10844"/>
                    <a:pt x="0" y="11388"/>
                  </a:cubicBezTo>
                  <a:cubicBezTo>
                    <a:pt x="0" y="11932"/>
                    <a:pt x="439" y="12376"/>
                    <a:pt x="983" y="12376"/>
                  </a:cubicBezTo>
                  <a:lnTo>
                    <a:pt x="1047" y="12376"/>
                  </a:lnTo>
                  <a:lnTo>
                    <a:pt x="1047" y="12723"/>
                  </a:lnTo>
                  <a:lnTo>
                    <a:pt x="983" y="12723"/>
                  </a:lnTo>
                  <a:cubicBezTo>
                    <a:pt x="439" y="12723"/>
                    <a:pt x="0" y="13162"/>
                    <a:pt x="0" y="13706"/>
                  </a:cubicBezTo>
                  <a:cubicBezTo>
                    <a:pt x="0" y="14250"/>
                    <a:pt x="439" y="14689"/>
                    <a:pt x="983" y="14689"/>
                  </a:cubicBezTo>
                  <a:lnTo>
                    <a:pt x="1047" y="14689"/>
                  </a:lnTo>
                  <a:lnTo>
                    <a:pt x="1047" y="15037"/>
                  </a:lnTo>
                  <a:lnTo>
                    <a:pt x="983" y="15037"/>
                  </a:lnTo>
                  <a:cubicBezTo>
                    <a:pt x="439" y="15037"/>
                    <a:pt x="0" y="15480"/>
                    <a:pt x="0" y="16024"/>
                  </a:cubicBezTo>
                  <a:cubicBezTo>
                    <a:pt x="0" y="16568"/>
                    <a:pt x="439" y="17007"/>
                    <a:pt x="983" y="17007"/>
                  </a:cubicBezTo>
                  <a:lnTo>
                    <a:pt x="1047" y="17007"/>
                  </a:lnTo>
                  <a:lnTo>
                    <a:pt x="1047" y="17354"/>
                  </a:lnTo>
                  <a:lnTo>
                    <a:pt x="983" y="17354"/>
                  </a:lnTo>
                  <a:cubicBezTo>
                    <a:pt x="439" y="17354"/>
                    <a:pt x="0" y="17798"/>
                    <a:pt x="0" y="18342"/>
                  </a:cubicBezTo>
                  <a:cubicBezTo>
                    <a:pt x="0" y="18886"/>
                    <a:pt x="439" y="19325"/>
                    <a:pt x="983" y="19325"/>
                  </a:cubicBezTo>
                  <a:lnTo>
                    <a:pt x="1056" y="19325"/>
                  </a:lnTo>
                  <a:cubicBezTo>
                    <a:pt x="1125" y="19686"/>
                    <a:pt x="1440" y="19960"/>
                    <a:pt x="1820" y="19960"/>
                  </a:cubicBezTo>
                  <a:lnTo>
                    <a:pt x="3329" y="19960"/>
                  </a:lnTo>
                  <a:cubicBezTo>
                    <a:pt x="3534" y="19960"/>
                    <a:pt x="3713" y="19832"/>
                    <a:pt x="3781" y="19649"/>
                  </a:cubicBezTo>
                  <a:lnTo>
                    <a:pt x="14076" y="19649"/>
                  </a:lnTo>
                  <a:cubicBezTo>
                    <a:pt x="14506" y="19649"/>
                    <a:pt x="14854" y="19302"/>
                    <a:pt x="14854" y="18872"/>
                  </a:cubicBezTo>
                  <a:lnTo>
                    <a:pt x="14854" y="15983"/>
                  </a:lnTo>
                  <a:cubicBezTo>
                    <a:pt x="14854" y="15818"/>
                    <a:pt x="14721" y="15690"/>
                    <a:pt x="14561" y="15690"/>
                  </a:cubicBezTo>
                  <a:cubicBezTo>
                    <a:pt x="14396" y="15690"/>
                    <a:pt x="14268" y="15818"/>
                    <a:pt x="14268" y="15983"/>
                  </a:cubicBezTo>
                  <a:lnTo>
                    <a:pt x="14268" y="18872"/>
                  </a:lnTo>
                  <a:cubicBezTo>
                    <a:pt x="14268" y="18977"/>
                    <a:pt x="14182" y="19064"/>
                    <a:pt x="14076" y="19064"/>
                  </a:cubicBezTo>
                  <a:lnTo>
                    <a:pt x="3813" y="19064"/>
                  </a:lnTo>
                  <a:lnTo>
                    <a:pt x="3813" y="5893"/>
                  </a:lnTo>
                  <a:cubicBezTo>
                    <a:pt x="3813" y="5733"/>
                    <a:pt x="3685" y="5601"/>
                    <a:pt x="3525" y="5601"/>
                  </a:cubicBezTo>
                  <a:cubicBezTo>
                    <a:pt x="3361" y="5601"/>
                    <a:pt x="3233" y="5733"/>
                    <a:pt x="3233" y="5893"/>
                  </a:cubicBezTo>
                  <a:lnTo>
                    <a:pt x="3233" y="19375"/>
                  </a:lnTo>
                  <a:lnTo>
                    <a:pt x="1820" y="19375"/>
                  </a:lnTo>
                  <a:cubicBezTo>
                    <a:pt x="1715" y="19375"/>
                    <a:pt x="1632" y="19293"/>
                    <a:pt x="1632" y="19188"/>
                  </a:cubicBezTo>
                  <a:lnTo>
                    <a:pt x="1632" y="17939"/>
                  </a:lnTo>
                  <a:lnTo>
                    <a:pt x="2099" y="17939"/>
                  </a:lnTo>
                  <a:cubicBezTo>
                    <a:pt x="2263" y="17939"/>
                    <a:pt x="2391" y="17811"/>
                    <a:pt x="2391" y="17647"/>
                  </a:cubicBezTo>
                  <a:cubicBezTo>
                    <a:pt x="2391" y="17487"/>
                    <a:pt x="2263" y="17354"/>
                    <a:pt x="2099" y="17354"/>
                  </a:cubicBezTo>
                  <a:lnTo>
                    <a:pt x="1632" y="17354"/>
                  </a:lnTo>
                  <a:lnTo>
                    <a:pt x="1632" y="15622"/>
                  </a:lnTo>
                  <a:lnTo>
                    <a:pt x="2099" y="15622"/>
                  </a:lnTo>
                  <a:cubicBezTo>
                    <a:pt x="2263" y="15622"/>
                    <a:pt x="2391" y="15494"/>
                    <a:pt x="2391" y="15329"/>
                  </a:cubicBezTo>
                  <a:cubicBezTo>
                    <a:pt x="2391" y="15169"/>
                    <a:pt x="2263" y="15041"/>
                    <a:pt x="2099" y="15041"/>
                  </a:cubicBezTo>
                  <a:lnTo>
                    <a:pt x="1632" y="15041"/>
                  </a:lnTo>
                  <a:lnTo>
                    <a:pt x="1632" y="13308"/>
                  </a:lnTo>
                  <a:lnTo>
                    <a:pt x="2099" y="13308"/>
                  </a:lnTo>
                  <a:cubicBezTo>
                    <a:pt x="2263" y="13308"/>
                    <a:pt x="2391" y="13176"/>
                    <a:pt x="2391" y="13016"/>
                  </a:cubicBezTo>
                  <a:cubicBezTo>
                    <a:pt x="2391" y="12851"/>
                    <a:pt x="2263" y="12723"/>
                    <a:pt x="2099" y="12723"/>
                  </a:cubicBezTo>
                  <a:lnTo>
                    <a:pt x="1632" y="12723"/>
                  </a:lnTo>
                  <a:lnTo>
                    <a:pt x="1632" y="10991"/>
                  </a:lnTo>
                  <a:lnTo>
                    <a:pt x="2099" y="10991"/>
                  </a:lnTo>
                  <a:cubicBezTo>
                    <a:pt x="2263" y="10991"/>
                    <a:pt x="2391" y="10858"/>
                    <a:pt x="2391" y="10698"/>
                  </a:cubicBezTo>
                  <a:cubicBezTo>
                    <a:pt x="2391" y="10533"/>
                    <a:pt x="2263" y="10405"/>
                    <a:pt x="2099" y="10405"/>
                  </a:cubicBezTo>
                  <a:lnTo>
                    <a:pt x="1632" y="10405"/>
                  </a:lnTo>
                  <a:lnTo>
                    <a:pt x="1632" y="8673"/>
                  </a:lnTo>
                  <a:lnTo>
                    <a:pt x="2099" y="8673"/>
                  </a:lnTo>
                  <a:cubicBezTo>
                    <a:pt x="2263" y="8673"/>
                    <a:pt x="2391" y="8540"/>
                    <a:pt x="2391" y="8380"/>
                  </a:cubicBezTo>
                  <a:cubicBezTo>
                    <a:pt x="2391" y="8216"/>
                    <a:pt x="2263" y="8088"/>
                    <a:pt x="2099" y="8088"/>
                  </a:cubicBezTo>
                  <a:lnTo>
                    <a:pt x="1632" y="8088"/>
                  </a:lnTo>
                  <a:lnTo>
                    <a:pt x="1632" y="6355"/>
                  </a:lnTo>
                  <a:lnTo>
                    <a:pt x="2099" y="6355"/>
                  </a:lnTo>
                  <a:cubicBezTo>
                    <a:pt x="2263" y="6355"/>
                    <a:pt x="2391" y="6222"/>
                    <a:pt x="2391" y="6062"/>
                  </a:cubicBezTo>
                  <a:cubicBezTo>
                    <a:pt x="2391" y="5902"/>
                    <a:pt x="2263" y="5770"/>
                    <a:pt x="2099" y="5770"/>
                  </a:cubicBezTo>
                  <a:lnTo>
                    <a:pt x="1632" y="5770"/>
                  </a:lnTo>
                  <a:lnTo>
                    <a:pt x="1632" y="4037"/>
                  </a:lnTo>
                  <a:lnTo>
                    <a:pt x="2099" y="4037"/>
                  </a:lnTo>
                  <a:cubicBezTo>
                    <a:pt x="2263" y="4037"/>
                    <a:pt x="2391" y="3905"/>
                    <a:pt x="2391" y="3745"/>
                  </a:cubicBezTo>
                  <a:cubicBezTo>
                    <a:pt x="2391" y="3585"/>
                    <a:pt x="2263" y="3452"/>
                    <a:pt x="2099" y="3452"/>
                  </a:cubicBezTo>
                  <a:lnTo>
                    <a:pt x="1632" y="3452"/>
                  </a:lnTo>
                  <a:lnTo>
                    <a:pt x="1632" y="1719"/>
                  </a:lnTo>
                  <a:lnTo>
                    <a:pt x="2099" y="1719"/>
                  </a:lnTo>
                  <a:cubicBezTo>
                    <a:pt x="2263" y="1719"/>
                    <a:pt x="2391" y="1587"/>
                    <a:pt x="2391" y="1427"/>
                  </a:cubicBezTo>
                  <a:cubicBezTo>
                    <a:pt x="2391" y="1267"/>
                    <a:pt x="2263" y="1134"/>
                    <a:pt x="2099" y="1134"/>
                  </a:cubicBezTo>
                  <a:lnTo>
                    <a:pt x="1632" y="1134"/>
                  </a:lnTo>
                  <a:lnTo>
                    <a:pt x="1632" y="773"/>
                  </a:lnTo>
                  <a:cubicBezTo>
                    <a:pt x="1632" y="668"/>
                    <a:pt x="1715" y="586"/>
                    <a:pt x="1820" y="586"/>
                  </a:cubicBezTo>
                  <a:lnTo>
                    <a:pt x="3233" y="586"/>
                  </a:lnTo>
                  <a:lnTo>
                    <a:pt x="3233" y="4595"/>
                  </a:lnTo>
                  <a:cubicBezTo>
                    <a:pt x="3233" y="4755"/>
                    <a:pt x="3361" y="4888"/>
                    <a:pt x="3525" y="4888"/>
                  </a:cubicBezTo>
                  <a:cubicBezTo>
                    <a:pt x="3685" y="4888"/>
                    <a:pt x="3813" y="4755"/>
                    <a:pt x="3813" y="4595"/>
                  </a:cubicBezTo>
                  <a:lnTo>
                    <a:pt x="3813" y="897"/>
                  </a:lnTo>
                  <a:lnTo>
                    <a:pt x="14076" y="897"/>
                  </a:lnTo>
                  <a:cubicBezTo>
                    <a:pt x="14182" y="897"/>
                    <a:pt x="14268" y="979"/>
                    <a:pt x="14268" y="1084"/>
                  </a:cubicBezTo>
                  <a:lnTo>
                    <a:pt x="14268" y="14684"/>
                  </a:lnTo>
                  <a:cubicBezTo>
                    <a:pt x="14268" y="14844"/>
                    <a:pt x="14396" y="14977"/>
                    <a:pt x="14561" y="14977"/>
                  </a:cubicBezTo>
                  <a:cubicBezTo>
                    <a:pt x="14721" y="14977"/>
                    <a:pt x="14854" y="14844"/>
                    <a:pt x="14854" y="14684"/>
                  </a:cubicBezTo>
                  <a:lnTo>
                    <a:pt x="14854" y="1084"/>
                  </a:lnTo>
                  <a:cubicBezTo>
                    <a:pt x="14854" y="659"/>
                    <a:pt x="14506" y="311"/>
                    <a:pt x="14076" y="311"/>
                  </a:cubicBezTo>
                  <a:lnTo>
                    <a:pt x="3781" y="311"/>
                  </a:lnTo>
                  <a:cubicBezTo>
                    <a:pt x="3713" y="128"/>
                    <a:pt x="3534" y="0"/>
                    <a:pt x="3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8903052" y="1355760"/>
              <a:ext cx="193435" cy="193455"/>
            </a:xfrm>
            <a:custGeom>
              <a:rect b="b" l="l" r="r" t="t"/>
              <a:pathLst>
                <a:path extrusionOk="0" h="7905" w="7905">
                  <a:moveTo>
                    <a:pt x="3950" y="586"/>
                  </a:moveTo>
                  <a:cubicBezTo>
                    <a:pt x="5806" y="586"/>
                    <a:pt x="7320" y="2094"/>
                    <a:pt x="7320" y="3950"/>
                  </a:cubicBezTo>
                  <a:cubicBezTo>
                    <a:pt x="7320" y="5807"/>
                    <a:pt x="5806" y="7320"/>
                    <a:pt x="3950" y="7320"/>
                  </a:cubicBezTo>
                  <a:cubicBezTo>
                    <a:pt x="2094" y="7320"/>
                    <a:pt x="581" y="5807"/>
                    <a:pt x="581" y="3950"/>
                  </a:cubicBezTo>
                  <a:cubicBezTo>
                    <a:pt x="581" y="2094"/>
                    <a:pt x="2094" y="586"/>
                    <a:pt x="3950" y="586"/>
                  </a:cubicBezTo>
                  <a:close/>
                  <a:moveTo>
                    <a:pt x="3950" y="1"/>
                  </a:moveTo>
                  <a:cubicBezTo>
                    <a:pt x="1770" y="1"/>
                    <a:pt x="0" y="1770"/>
                    <a:pt x="0" y="3950"/>
                  </a:cubicBezTo>
                  <a:cubicBezTo>
                    <a:pt x="0" y="6131"/>
                    <a:pt x="1770" y="7905"/>
                    <a:pt x="3950" y="7905"/>
                  </a:cubicBezTo>
                  <a:cubicBezTo>
                    <a:pt x="6131" y="7905"/>
                    <a:pt x="7905" y="6131"/>
                    <a:pt x="7905" y="3950"/>
                  </a:cubicBezTo>
                  <a:cubicBezTo>
                    <a:pt x="7905" y="1770"/>
                    <a:pt x="6131" y="1"/>
                    <a:pt x="39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8975224" y="1409353"/>
              <a:ext cx="49136" cy="86168"/>
            </a:xfrm>
            <a:custGeom>
              <a:rect b="b" l="l" r="r" t="t"/>
              <a:pathLst>
                <a:path extrusionOk="0" h="3521" w="2008">
                  <a:moveTo>
                    <a:pt x="1001" y="0"/>
                  </a:moveTo>
                  <a:cubicBezTo>
                    <a:pt x="841" y="0"/>
                    <a:pt x="709" y="133"/>
                    <a:pt x="709" y="293"/>
                  </a:cubicBezTo>
                  <a:lnTo>
                    <a:pt x="709" y="407"/>
                  </a:lnTo>
                  <a:cubicBezTo>
                    <a:pt x="306" y="471"/>
                    <a:pt x="0" y="819"/>
                    <a:pt x="0" y="1235"/>
                  </a:cubicBezTo>
                  <a:cubicBezTo>
                    <a:pt x="0" y="1701"/>
                    <a:pt x="375" y="2076"/>
                    <a:pt x="837" y="2076"/>
                  </a:cubicBezTo>
                  <a:lnTo>
                    <a:pt x="1166" y="2076"/>
                  </a:lnTo>
                  <a:cubicBezTo>
                    <a:pt x="1308" y="2076"/>
                    <a:pt x="1422" y="2190"/>
                    <a:pt x="1422" y="2327"/>
                  </a:cubicBezTo>
                  <a:cubicBezTo>
                    <a:pt x="1422" y="2469"/>
                    <a:pt x="1308" y="2583"/>
                    <a:pt x="1166" y="2583"/>
                  </a:cubicBezTo>
                  <a:lnTo>
                    <a:pt x="837" y="2583"/>
                  </a:lnTo>
                  <a:cubicBezTo>
                    <a:pt x="736" y="2583"/>
                    <a:pt x="640" y="2519"/>
                    <a:pt x="604" y="2428"/>
                  </a:cubicBezTo>
                  <a:cubicBezTo>
                    <a:pt x="556" y="2315"/>
                    <a:pt x="447" y="2249"/>
                    <a:pt x="334" y="2249"/>
                  </a:cubicBezTo>
                  <a:cubicBezTo>
                    <a:pt x="296" y="2249"/>
                    <a:pt x="257" y="2256"/>
                    <a:pt x="220" y="2272"/>
                  </a:cubicBezTo>
                  <a:cubicBezTo>
                    <a:pt x="69" y="2336"/>
                    <a:pt x="0" y="2506"/>
                    <a:pt x="64" y="2656"/>
                  </a:cubicBezTo>
                  <a:cubicBezTo>
                    <a:pt x="178" y="2926"/>
                    <a:pt x="425" y="3114"/>
                    <a:pt x="709" y="3159"/>
                  </a:cubicBezTo>
                  <a:lnTo>
                    <a:pt x="709" y="3228"/>
                  </a:lnTo>
                  <a:cubicBezTo>
                    <a:pt x="709" y="3393"/>
                    <a:pt x="841" y="3521"/>
                    <a:pt x="1001" y="3521"/>
                  </a:cubicBezTo>
                  <a:cubicBezTo>
                    <a:pt x="1161" y="3521"/>
                    <a:pt x="1294" y="3393"/>
                    <a:pt x="1294" y="3228"/>
                  </a:cubicBezTo>
                  <a:lnTo>
                    <a:pt x="1294" y="3155"/>
                  </a:lnTo>
                  <a:cubicBezTo>
                    <a:pt x="1696" y="3095"/>
                    <a:pt x="2003" y="2748"/>
                    <a:pt x="2003" y="2327"/>
                  </a:cubicBezTo>
                  <a:cubicBezTo>
                    <a:pt x="2007" y="1866"/>
                    <a:pt x="1628" y="1491"/>
                    <a:pt x="1166" y="1491"/>
                  </a:cubicBezTo>
                  <a:lnTo>
                    <a:pt x="837" y="1491"/>
                  </a:lnTo>
                  <a:cubicBezTo>
                    <a:pt x="695" y="1491"/>
                    <a:pt x="581" y="1376"/>
                    <a:pt x="581" y="1235"/>
                  </a:cubicBezTo>
                  <a:cubicBezTo>
                    <a:pt x="581" y="1098"/>
                    <a:pt x="695" y="983"/>
                    <a:pt x="837" y="983"/>
                  </a:cubicBezTo>
                  <a:lnTo>
                    <a:pt x="1166" y="983"/>
                  </a:lnTo>
                  <a:cubicBezTo>
                    <a:pt x="1253" y="983"/>
                    <a:pt x="1331" y="1024"/>
                    <a:pt x="1376" y="1098"/>
                  </a:cubicBezTo>
                  <a:cubicBezTo>
                    <a:pt x="1433" y="1180"/>
                    <a:pt x="1526" y="1226"/>
                    <a:pt x="1620" y="1226"/>
                  </a:cubicBezTo>
                  <a:cubicBezTo>
                    <a:pt x="1677" y="1226"/>
                    <a:pt x="1733" y="1210"/>
                    <a:pt x="1783" y="1175"/>
                  </a:cubicBezTo>
                  <a:cubicBezTo>
                    <a:pt x="1916" y="1084"/>
                    <a:pt x="1952" y="901"/>
                    <a:pt x="1861" y="768"/>
                  </a:cubicBezTo>
                  <a:cubicBezTo>
                    <a:pt x="1728" y="572"/>
                    <a:pt x="1523" y="444"/>
                    <a:pt x="1294" y="407"/>
                  </a:cubicBezTo>
                  <a:lnTo>
                    <a:pt x="1294" y="293"/>
                  </a:lnTo>
                  <a:cubicBezTo>
                    <a:pt x="1294" y="133"/>
                    <a:pt x="1161" y="0"/>
                    <a:pt x="1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8930022" y="1382728"/>
              <a:ext cx="139406" cy="139420"/>
            </a:xfrm>
            <a:custGeom>
              <a:rect b="b" l="l" r="r" t="t"/>
              <a:pathLst>
                <a:path extrusionOk="0" h="5697" w="5697">
                  <a:moveTo>
                    <a:pt x="2848" y="585"/>
                  </a:moveTo>
                  <a:cubicBezTo>
                    <a:pt x="4096" y="585"/>
                    <a:pt x="5111" y="1600"/>
                    <a:pt x="5111" y="2848"/>
                  </a:cubicBezTo>
                  <a:cubicBezTo>
                    <a:pt x="5111" y="4096"/>
                    <a:pt x="4096" y="5111"/>
                    <a:pt x="2848" y="5111"/>
                  </a:cubicBezTo>
                  <a:cubicBezTo>
                    <a:pt x="1600" y="5111"/>
                    <a:pt x="585" y="4096"/>
                    <a:pt x="585" y="2848"/>
                  </a:cubicBezTo>
                  <a:cubicBezTo>
                    <a:pt x="585" y="1600"/>
                    <a:pt x="1600" y="585"/>
                    <a:pt x="2848" y="585"/>
                  </a:cubicBezTo>
                  <a:close/>
                  <a:moveTo>
                    <a:pt x="2848" y="0"/>
                  </a:moveTo>
                  <a:cubicBezTo>
                    <a:pt x="1276" y="0"/>
                    <a:pt x="0" y="1280"/>
                    <a:pt x="0" y="2848"/>
                  </a:cubicBezTo>
                  <a:cubicBezTo>
                    <a:pt x="0" y="4421"/>
                    <a:pt x="1276" y="5697"/>
                    <a:pt x="2848" y="5697"/>
                  </a:cubicBezTo>
                  <a:cubicBezTo>
                    <a:pt x="4421" y="5697"/>
                    <a:pt x="5697" y="4421"/>
                    <a:pt x="5697" y="2848"/>
                  </a:cubicBezTo>
                  <a:cubicBezTo>
                    <a:pt x="5697" y="1280"/>
                    <a:pt x="4421" y="0"/>
                    <a:pt x="2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8905842" y="1582538"/>
              <a:ext cx="187734" cy="59419"/>
            </a:xfrm>
            <a:custGeom>
              <a:rect b="b" l="l" r="r" t="t"/>
              <a:pathLst>
                <a:path extrusionOk="0" h="2428" w="7672">
                  <a:moveTo>
                    <a:pt x="687" y="0"/>
                  </a:moveTo>
                  <a:cubicBezTo>
                    <a:pt x="312" y="0"/>
                    <a:pt x="1" y="307"/>
                    <a:pt x="1" y="686"/>
                  </a:cubicBezTo>
                  <a:lnTo>
                    <a:pt x="1" y="1742"/>
                  </a:lnTo>
                  <a:cubicBezTo>
                    <a:pt x="1" y="2121"/>
                    <a:pt x="312" y="2428"/>
                    <a:pt x="687" y="2428"/>
                  </a:cubicBezTo>
                  <a:lnTo>
                    <a:pt x="6986" y="2428"/>
                  </a:lnTo>
                  <a:cubicBezTo>
                    <a:pt x="7361" y="2428"/>
                    <a:pt x="7672" y="2121"/>
                    <a:pt x="7672" y="1742"/>
                  </a:cubicBezTo>
                  <a:lnTo>
                    <a:pt x="7672" y="686"/>
                  </a:lnTo>
                  <a:cubicBezTo>
                    <a:pt x="7672" y="307"/>
                    <a:pt x="7361" y="0"/>
                    <a:pt x="6986" y="0"/>
                  </a:cubicBezTo>
                  <a:lnTo>
                    <a:pt x="5441" y="0"/>
                  </a:lnTo>
                  <a:cubicBezTo>
                    <a:pt x="5281" y="0"/>
                    <a:pt x="5148" y="133"/>
                    <a:pt x="5148" y="293"/>
                  </a:cubicBezTo>
                  <a:cubicBezTo>
                    <a:pt x="5148" y="453"/>
                    <a:pt x="5281" y="585"/>
                    <a:pt x="5441" y="585"/>
                  </a:cubicBezTo>
                  <a:lnTo>
                    <a:pt x="6986" y="585"/>
                  </a:lnTo>
                  <a:cubicBezTo>
                    <a:pt x="7041" y="585"/>
                    <a:pt x="7087" y="631"/>
                    <a:pt x="7087" y="686"/>
                  </a:cubicBezTo>
                  <a:lnTo>
                    <a:pt x="7087" y="1742"/>
                  </a:lnTo>
                  <a:cubicBezTo>
                    <a:pt x="7087" y="1797"/>
                    <a:pt x="7041" y="1843"/>
                    <a:pt x="6986" y="1843"/>
                  </a:cubicBezTo>
                  <a:lnTo>
                    <a:pt x="687" y="1843"/>
                  </a:lnTo>
                  <a:cubicBezTo>
                    <a:pt x="632" y="1843"/>
                    <a:pt x="586" y="1797"/>
                    <a:pt x="586" y="1742"/>
                  </a:cubicBezTo>
                  <a:lnTo>
                    <a:pt x="586" y="686"/>
                  </a:lnTo>
                  <a:cubicBezTo>
                    <a:pt x="586" y="631"/>
                    <a:pt x="632" y="585"/>
                    <a:pt x="687" y="585"/>
                  </a:cubicBezTo>
                  <a:lnTo>
                    <a:pt x="4143" y="585"/>
                  </a:lnTo>
                  <a:cubicBezTo>
                    <a:pt x="4303" y="585"/>
                    <a:pt x="4435" y="453"/>
                    <a:pt x="4435" y="293"/>
                  </a:cubicBezTo>
                  <a:cubicBezTo>
                    <a:pt x="4435" y="133"/>
                    <a:pt x="4303" y="0"/>
                    <a:pt x="4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8916488" y="1718673"/>
              <a:ext cx="166469" cy="14365"/>
            </a:xfrm>
            <a:custGeom>
              <a:rect b="b" l="l" r="r" t="t"/>
              <a:pathLst>
                <a:path extrusionOk="0" h="587" w="6803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6510" y="586"/>
                  </a:lnTo>
                  <a:cubicBezTo>
                    <a:pt x="6670" y="586"/>
                    <a:pt x="6803" y="453"/>
                    <a:pt x="6803" y="293"/>
                  </a:cubicBezTo>
                  <a:cubicBezTo>
                    <a:pt x="6803" y="133"/>
                    <a:pt x="6670" y="1"/>
                    <a:pt x="65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8916488" y="1689381"/>
              <a:ext cx="27529" cy="14341"/>
            </a:xfrm>
            <a:custGeom>
              <a:rect b="b" l="l" r="r" t="t"/>
              <a:pathLst>
                <a:path extrusionOk="0" h="586" w="112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832" y="585"/>
                  </a:lnTo>
                  <a:cubicBezTo>
                    <a:pt x="997" y="585"/>
                    <a:pt x="1125" y="453"/>
                    <a:pt x="1125" y="293"/>
                  </a:cubicBezTo>
                  <a:cubicBezTo>
                    <a:pt x="1125" y="133"/>
                    <a:pt x="997" y="0"/>
                    <a:pt x="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8954520" y="1689381"/>
              <a:ext cx="128443" cy="14341"/>
            </a:xfrm>
            <a:custGeom>
              <a:rect b="b" l="l" r="r" t="t"/>
              <a:pathLst>
                <a:path extrusionOk="0" h="586" w="524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4956" y="585"/>
                  </a:lnTo>
                  <a:cubicBezTo>
                    <a:pt x="5116" y="585"/>
                    <a:pt x="5249" y="453"/>
                    <a:pt x="5249" y="293"/>
                  </a:cubicBezTo>
                  <a:cubicBezTo>
                    <a:pt x="5249" y="133"/>
                    <a:pt x="5116" y="0"/>
                    <a:pt x="4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9055326" y="1660064"/>
              <a:ext cx="27651" cy="14341"/>
            </a:xfrm>
            <a:custGeom>
              <a:rect b="b" l="l" r="r" t="t"/>
              <a:pathLst>
                <a:path extrusionOk="0" h="586" w="113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837" y="586"/>
                  </a:lnTo>
                  <a:cubicBezTo>
                    <a:pt x="997" y="586"/>
                    <a:pt x="1130" y="458"/>
                    <a:pt x="1130" y="293"/>
                  </a:cubicBezTo>
                  <a:cubicBezTo>
                    <a:pt x="1130" y="133"/>
                    <a:pt x="997" y="0"/>
                    <a:pt x="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8916488" y="1660064"/>
              <a:ext cx="128663" cy="14341"/>
            </a:xfrm>
            <a:custGeom>
              <a:rect b="b" l="l" r="r" t="t"/>
              <a:pathLst>
                <a:path extrusionOk="0" h="586" w="5258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4965" y="586"/>
                  </a:lnTo>
                  <a:cubicBezTo>
                    <a:pt x="5125" y="586"/>
                    <a:pt x="5257" y="458"/>
                    <a:pt x="5257" y="293"/>
                  </a:cubicBezTo>
                  <a:cubicBezTo>
                    <a:pt x="5257" y="133"/>
                    <a:pt x="5125" y="0"/>
                    <a:pt x="4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6" name="Google Shape;706;p29"/>
          <p:cNvGrpSpPr/>
          <p:nvPr/>
        </p:nvGrpSpPr>
        <p:grpSpPr>
          <a:xfrm>
            <a:off x="5156217" y="2181140"/>
            <a:ext cx="410362" cy="488618"/>
            <a:chOff x="8743954" y="2672265"/>
            <a:chExt cx="410362" cy="488618"/>
          </a:xfrm>
        </p:grpSpPr>
        <p:sp>
          <p:nvSpPr>
            <p:cNvPr id="707" name="Google Shape;707;p29"/>
            <p:cNvSpPr/>
            <p:nvPr/>
          </p:nvSpPr>
          <p:spPr>
            <a:xfrm>
              <a:off x="8844540" y="3082188"/>
              <a:ext cx="87162" cy="14341"/>
            </a:xfrm>
            <a:custGeom>
              <a:rect b="b" l="l" r="r" t="t"/>
              <a:pathLst>
                <a:path extrusionOk="0" h="586" w="3562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269" y="585"/>
                  </a:lnTo>
                  <a:cubicBezTo>
                    <a:pt x="3429" y="585"/>
                    <a:pt x="3562" y="453"/>
                    <a:pt x="3562" y="293"/>
                  </a:cubicBezTo>
                  <a:cubicBezTo>
                    <a:pt x="3562" y="133"/>
                    <a:pt x="3429" y="0"/>
                    <a:pt x="3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8798897" y="3082188"/>
              <a:ext cx="34136" cy="14341"/>
            </a:xfrm>
            <a:custGeom>
              <a:rect b="b" l="l" r="r" t="t"/>
              <a:pathLst>
                <a:path extrusionOk="0" h="586" w="139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102" y="585"/>
                  </a:lnTo>
                  <a:cubicBezTo>
                    <a:pt x="1262" y="585"/>
                    <a:pt x="1394" y="453"/>
                    <a:pt x="1394" y="293"/>
                  </a:cubicBezTo>
                  <a:cubicBezTo>
                    <a:pt x="1394" y="133"/>
                    <a:pt x="1262" y="0"/>
                    <a:pt x="1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8798897" y="3055881"/>
              <a:ext cx="82121" cy="14365"/>
            </a:xfrm>
            <a:custGeom>
              <a:rect b="b" l="l" r="r" t="t"/>
              <a:pathLst>
                <a:path extrusionOk="0" h="587" w="3356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4"/>
                    <a:pt x="133" y="586"/>
                    <a:pt x="293" y="586"/>
                  </a:cubicBezTo>
                  <a:lnTo>
                    <a:pt x="3063" y="586"/>
                  </a:lnTo>
                  <a:cubicBezTo>
                    <a:pt x="3223" y="586"/>
                    <a:pt x="3356" y="454"/>
                    <a:pt x="3356" y="294"/>
                  </a:cubicBezTo>
                  <a:cubicBezTo>
                    <a:pt x="3356" y="134"/>
                    <a:pt x="3223" y="1"/>
                    <a:pt x="3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8849018" y="2875550"/>
              <a:ext cx="14217" cy="20043"/>
            </a:xfrm>
            <a:custGeom>
              <a:rect b="b" l="l" r="r" t="t"/>
              <a:pathLst>
                <a:path extrusionOk="0" h="819" w="581">
                  <a:moveTo>
                    <a:pt x="288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526"/>
                  </a:lnTo>
                  <a:cubicBezTo>
                    <a:pt x="0" y="691"/>
                    <a:pt x="128" y="819"/>
                    <a:pt x="288" y="819"/>
                  </a:cubicBezTo>
                  <a:cubicBezTo>
                    <a:pt x="453" y="819"/>
                    <a:pt x="581" y="691"/>
                    <a:pt x="581" y="526"/>
                  </a:cubicBezTo>
                  <a:lnTo>
                    <a:pt x="581" y="293"/>
                  </a:lnTo>
                  <a:cubicBezTo>
                    <a:pt x="581" y="133"/>
                    <a:pt x="45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8929560" y="2852620"/>
              <a:ext cx="14339" cy="20165"/>
            </a:xfrm>
            <a:custGeom>
              <a:rect b="b" l="l" r="r" t="t"/>
              <a:pathLst>
                <a:path extrusionOk="0" h="824" w="58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531"/>
                  </a:lnTo>
                  <a:cubicBezTo>
                    <a:pt x="1" y="691"/>
                    <a:pt x="133" y="823"/>
                    <a:pt x="293" y="823"/>
                  </a:cubicBezTo>
                  <a:cubicBezTo>
                    <a:pt x="453" y="823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9006309" y="2803384"/>
              <a:ext cx="14364" cy="20165"/>
            </a:xfrm>
            <a:custGeom>
              <a:rect b="b" l="l" r="r" t="t"/>
              <a:pathLst>
                <a:path extrusionOk="0" h="824" w="587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lnTo>
                    <a:pt x="1" y="531"/>
                  </a:lnTo>
                  <a:cubicBezTo>
                    <a:pt x="1" y="691"/>
                    <a:pt x="134" y="824"/>
                    <a:pt x="294" y="824"/>
                  </a:cubicBezTo>
                  <a:cubicBezTo>
                    <a:pt x="454" y="824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4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8743954" y="2672265"/>
              <a:ext cx="410362" cy="488618"/>
            </a:xfrm>
            <a:custGeom>
              <a:rect b="b" l="l" r="r" t="t"/>
              <a:pathLst>
                <a:path extrusionOk="0" h="19966" w="16770">
                  <a:moveTo>
                    <a:pt x="10159" y="1002"/>
                  </a:moveTo>
                  <a:lnTo>
                    <a:pt x="12806" y="3649"/>
                  </a:lnTo>
                  <a:lnTo>
                    <a:pt x="10346" y="3649"/>
                  </a:lnTo>
                  <a:cubicBezTo>
                    <a:pt x="10241" y="3649"/>
                    <a:pt x="10159" y="3567"/>
                    <a:pt x="10159" y="3462"/>
                  </a:cubicBezTo>
                  <a:lnTo>
                    <a:pt x="10159" y="1002"/>
                  </a:lnTo>
                  <a:close/>
                  <a:moveTo>
                    <a:pt x="10721" y="7860"/>
                  </a:moveTo>
                  <a:lnTo>
                    <a:pt x="10721" y="11681"/>
                  </a:lnTo>
                  <a:lnTo>
                    <a:pt x="9592" y="12961"/>
                  </a:lnTo>
                  <a:cubicBezTo>
                    <a:pt x="9564" y="12952"/>
                    <a:pt x="9532" y="12948"/>
                    <a:pt x="9505" y="12948"/>
                  </a:cubicBezTo>
                  <a:cubicBezTo>
                    <a:pt x="9340" y="12948"/>
                    <a:pt x="9212" y="13080"/>
                    <a:pt x="9212" y="13240"/>
                  </a:cubicBezTo>
                  <a:lnTo>
                    <a:pt x="9212" y="13391"/>
                  </a:lnTo>
                  <a:lnTo>
                    <a:pt x="9075" y="13547"/>
                  </a:lnTo>
                  <a:lnTo>
                    <a:pt x="8001" y="13547"/>
                  </a:lnTo>
                  <a:lnTo>
                    <a:pt x="8001" y="13240"/>
                  </a:lnTo>
                  <a:cubicBezTo>
                    <a:pt x="8001" y="13080"/>
                    <a:pt x="7868" y="12948"/>
                    <a:pt x="7708" y="12948"/>
                  </a:cubicBezTo>
                  <a:cubicBezTo>
                    <a:pt x="7548" y="12948"/>
                    <a:pt x="7416" y="13080"/>
                    <a:pt x="7416" y="13240"/>
                  </a:cubicBezTo>
                  <a:lnTo>
                    <a:pt x="7416" y="13547"/>
                  </a:lnTo>
                  <a:lnTo>
                    <a:pt x="6204" y="13547"/>
                  </a:lnTo>
                  <a:lnTo>
                    <a:pt x="6204" y="13240"/>
                  </a:lnTo>
                  <a:cubicBezTo>
                    <a:pt x="6204" y="13080"/>
                    <a:pt x="6072" y="12948"/>
                    <a:pt x="5912" y="12948"/>
                  </a:cubicBezTo>
                  <a:cubicBezTo>
                    <a:pt x="5752" y="12948"/>
                    <a:pt x="5619" y="13080"/>
                    <a:pt x="5619" y="13240"/>
                  </a:cubicBezTo>
                  <a:lnTo>
                    <a:pt x="5619" y="13547"/>
                  </a:lnTo>
                  <a:lnTo>
                    <a:pt x="4408" y="13547"/>
                  </a:lnTo>
                  <a:lnTo>
                    <a:pt x="4408" y="13240"/>
                  </a:lnTo>
                  <a:cubicBezTo>
                    <a:pt x="4408" y="13080"/>
                    <a:pt x="4275" y="12948"/>
                    <a:pt x="4115" y="12948"/>
                  </a:cubicBezTo>
                  <a:cubicBezTo>
                    <a:pt x="3955" y="12948"/>
                    <a:pt x="3822" y="13080"/>
                    <a:pt x="3822" y="13240"/>
                  </a:cubicBezTo>
                  <a:lnTo>
                    <a:pt x="3822" y="13547"/>
                  </a:lnTo>
                  <a:lnTo>
                    <a:pt x="2830" y="13547"/>
                  </a:lnTo>
                  <a:lnTo>
                    <a:pt x="2830" y="11453"/>
                  </a:lnTo>
                  <a:lnTo>
                    <a:pt x="4609" y="10415"/>
                  </a:lnTo>
                  <a:lnTo>
                    <a:pt x="6300" y="11087"/>
                  </a:lnTo>
                  <a:cubicBezTo>
                    <a:pt x="6335" y="11101"/>
                    <a:pt x="6372" y="11108"/>
                    <a:pt x="6408" y="11108"/>
                  </a:cubicBezTo>
                  <a:cubicBezTo>
                    <a:pt x="6489" y="11108"/>
                    <a:pt x="6568" y="11074"/>
                    <a:pt x="6625" y="11014"/>
                  </a:cubicBezTo>
                  <a:lnTo>
                    <a:pt x="7909" y="9583"/>
                  </a:lnTo>
                  <a:lnTo>
                    <a:pt x="8485" y="10063"/>
                  </a:lnTo>
                  <a:cubicBezTo>
                    <a:pt x="8540" y="10108"/>
                    <a:pt x="8607" y="10130"/>
                    <a:pt x="8673" y="10130"/>
                  </a:cubicBezTo>
                  <a:cubicBezTo>
                    <a:pt x="8756" y="10130"/>
                    <a:pt x="8838" y="10095"/>
                    <a:pt x="8897" y="10026"/>
                  </a:cubicBezTo>
                  <a:lnTo>
                    <a:pt x="10721" y="7860"/>
                  </a:lnTo>
                  <a:close/>
                  <a:moveTo>
                    <a:pt x="773" y="1"/>
                  </a:moveTo>
                  <a:cubicBezTo>
                    <a:pt x="348" y="1"/>
                    <a:pt x="0" y="348"/>
                    <a:pt x="0" y="778"/>
                  </a:cubicBezTo>
                  <a:lnTo>
                    <a:pt x="0" y="13725"/>
                  </a:lnTo>
                  <a:cubicBezTo>
                    <a:pt x="0" y="13885"/>
                    <a:pt x="128" y="14017"/>
                    <a:pt x="293" y="14017"/>
                  </a:cubicBezTo>
                  <a:cubicBezTo>
                    <a:pt x="453" y="14017"/>
                    <a:pt x="586" y="13885"/>
                    <a:pt x="586" y="13725"/>
                  </a:cubicBezTo>
                  <a:lnTo>
                    <a:pt x="586" y="778"/>
                  </a:lnTo>
                  <a:cubicBezTo>
                    <a:pt x="586" y="673"/>
                    <a:pt x="668" y="586"/>
                    <a:pt x="773" y="586"/>
                  </a:cubicBezTo>
                  <a:lnTo>
                    <a:pt x="9573" y="586"/>
                  </a:lnTo>
                  <a:lnTo>
                    <a:pt x="9573" y="3462"/>
                  </a:lnTo>
                  <a:cubicBezTo>
                    <a:pt x="9573" y="3887"/>
                    <a:pt x="9921" y="4234"/>
                    <a:pt x="10346" y="4234"/>
                  </a:cubicBezTo>
                  <a:lnTo>
                    <a:pt x="13222" y="4234"/>
                  </a:lnTo>
                  <a:lnTo>
                    <a:pt x="13222" y="8842"/>
                  </a:lnTo>
                  <a:lnTo>
                    <a:pt x="12659" y="9482"/>
                  </a:lnTo>
                  <a:cubicBezTo>
                    <a:pt x="12554" y="9601"/>
                    <a:pt x="12563" y="9789"/>
                    <a:pt x="12687" y="9894"/>
                  </a:cubicBezTo>
                  <a:cubicBezTo>
                    <a:pt x="12741" y="9942"/>
                    <a:pt x="12810" y="9966"/>
                    <a:pt x="12878" y="9966"/>
                  </a:cubicBezTo>
                  <a:cubicBezTo>
                    <a:pt x="12958" y="9966"/>
                    <a:pt x="13039" y="9933"/>
                    <a:pt x="13098" y="9866"/>
                  </a:cubicBezTo>
                  <a:lnTo>
                    <a:pt x="13898" y="8961"/>
                  </a:lnTo>
                  <a:cubicBezTo>
                    <a:pt x="13936" y="8918"/>
                    <a:pt x="13990" y="8896"/>
                    <a:pt x="14044" y="8896"/>
                  </a:cubicBezTo>
                  <a:cubicBezTo>
                    <a:pt x="14088" y="8896"/>
                    <a:pt x="14131" y="8910"/>
                    <a:pt x="14168" y="8938"/>
                  </a:cubicBezTo>
                  <a:lnTo>
                    <a:pt x="16019" y="10493"/>
                  </a:lnTo>
                  <a:cubicBezTo>
                    <a:pt x="16097" y="10561"/>
                    <a:pt x="16111" y="10680"/>
                    <a:pt x="16047" y="10762"/>
                  </a:cubicBezTo>
                  <a:lnTo>
                    <a:pt x="11681" y="16230"/>
                  </a:lnTo>
                  <a:cubicBezTo>
                    <a:pt x="11649" y="16271"/>
                    <a:pt x="11603" y="16294"/>
                    <a:pt x="11548" y="16299"/>
                  </a:cubicBezTo>
                  <a:cubicBezTo>
                    <a:pt x="11542" y="16299"/>
                    <a:pt x="11536" y="16300"/>
                    <a:pt x="11530" y="16300"/>
                  </a:cubicBezTo>
                  <a:cubicBezTo>
                    <a:pt x="11486" y="16300"/>
                    <a:pt x="11443" y="16286"/>
                    <a:pt x="11407" y="16258"/>
                  </a:cubicBezTo>
                  <a:lnTo>
                    <a:pt x="10858" y="15796"/>
                  </a:lnTo>
                  <a:cubicBezTo>
                    <a:pt x="10803" y="15751"/>
                    <a:pt x="10737" y="15729"/>
                    <a:pt x="10671" y="15729"/>
                  </a:cubicBezTo>
                  <a:cubicBezTo>
                    <a:pt x="10588" y="15729"/>
                    <a:pt x="10505" y="15764"/>
                    <a:pt x="10447" y="15832"/>
                  </a:cubicBezTo>
                  <a:cubicBezTo>
                    <a:pt x="10341" y="15956"/>
                    <a:pt x="10360" y="16143"/>
                    <a:pt x="10483" y="16244"/>
                  </a:cubicBezTo>
                  <a:lnTo>
                    <a:pt x="10886" y="16582"/>
                  </a:lnTo>
                  <a:lnTo>
                    <a:pt x="10497" y="16811"/>
                  </a:lnTo>
                  <a:cubicBezTo>
                    <a:pt x="10401" y="16794"/>
                    <a:pt x="10297" y="16787"/>
                    <a:pt x="10191" y="16787"/>
                  </a:cubicBezTo>
                  <a:cubicBezTo>
                    <a:pt x="9871" y="16787"/>
                    <a:pt x="9534" y="16850"/>
                    <a:pt x="9372" y="16884"/>
                  </a:cubicBezTo>
                  <a:cubicBezTo>
                    <a:pt x="9360" y="16886"/>
                    <a:pt x="9349" y="16887"/>
                    <a:pt x="9337" y="16887"/>
                  </a:cubicBezTo>
                  <a:cubicBezTo>
                    <a:pt x="9289" y="16887"/>
                    <a:pt x="9243" y="16872"/>
                    <a:pt x="9203" y="16843"/>
                  </a:cubicBezTo>
                  <a:lnTo>
                    <a:pt x="9098" y="16751"/>
                  </a:lnTo>
                  <a:cubicBezTo>
                    <a:pt x="9052" y="16715"/>
                    <a:pt x="9029" y="16655"/>
                    <a:pt x="9029" y="16596"/>
                  </a:cubicBezTo>
                  <a:cubicBezTo>
                    <a:pt x="9039" y="16376"/>
                    <a:pt x="9039" y="15842"/>
                    <a:pt x="8901" y="15476"/>
                  </a:cubicBezTo>
                  <a:lnTo>
                    <a:pt x="9061" y="15055"/>
                  </a:lnTo>
                  <a:lnTo>
                    <a:pt x="9487" y="15407"/>
                  </a:lnTo>
                  <a:cubicBezTo>
                    <a:pt x="9537" y="15453"/>
                    <a:pt x="9605" y="15476"/>
                    <a:pt x="9674" y="15476"/>
                  </a:cubicBezTo>
                  <a:cubicBezTo>
                    <a:pt x="9756" y="15476"/>
                    <a:pt x="9839" y="15439"/>
                    <a:pt x="9898" y="15371"/>
                  </a:cubicBezTo>
                  <a:cubicBezTo>
                    <a:pt x="9999" y="15247"/>
                    <a:pt x="9985" y="15064"/>
                    <a:pt x="9861" y="14959"/>
                  </a:cubicBezTo>
                  <a:lnTo>
                    <a:pt x="9295" y="14484"/>
                  </a:lnTo>
                  <a:cubicBezTo>
                    <a:pt x="9253" y="14447"/>
                    <a:pt x="9231" y="14401"/>
                    <a:pt x="9226" y="14351"/>
                  </a:cubicBezTo>
                  <a:cubicBezTo>
                    <a:pt x="9221" y="14296"/>
                    <a:pt x="9240" y="14246"/>
                    <a:pt x="9272" y="14209"/>
                  </a:cubicBezTo>
                  <a:lnTo>
                    <a:pt x="12234" y="10849"/>
                  </a:lnTo>
                  <a:cubicBezTo>
                    <a:pt x="12339" y="10726"/>
                    <a:pt x="12330" y="10543"/>
                    <a:pt x="12207" y="10433"/>
                  </a:cubicBezTo>
                  <a:cubicBezTo>
                    <a:pt x="12152" y="10385"/>
                    <a:pt x="12084" y="10361"/>
                    <a:pt x="12015" y="10361"/>
                  </a:cubicBezTo>
                  <a:cubicBezTo>
                    <a:pt x="11935" y="10361"/>
                    <a:pt x="11855" y="10394"/>
                    <a:pt x="11795" y="10461"/>
                  </a:cubicBezTo>
                  <a:lnTo>
                    <a:pt x="11306" y="11014"/>
                  </a:lnTo>
                  <a:lnTo>
                    <a:pt x="11306" y="7059"/>
                  </a:lnTo>
                  <a:cubicBezTo>
                    <a:pt x="11306" y="6936"/>
                    <a:pt x="11228" y="6826"/>
                    <a:pt x="11114" y="6785"/>
                  </a:cubicBezTo>
                  <a:cubicBezTo>
                    <a:pt x="11081" y="6772"/>
                    <a:pt x="11046" y="6766"/>
                    <a:pt x="11012" y="6766"/>
                  </a:cubicBezTo>
                  <a:cubicBezTo>
                    <a:pt x="10929" y="6766"/>
                    <a:pt x="10848" y="6803"/>
                    <a:pt x="10790" y="6867"/>
                  </a:cubicBezTo>
                  <a:lnTo>
                    <a:pt x="8636" y="9428"/>
                  </a:lnTo>
                  <a:lnTo>
                    <a:pt x="8069" y="8957"/>
                  </a:lnTo>
                  <a:cubicBezTo>
                    <a:pt x="8016" y="8911"/>
                    <a:pt x="7950" y="8889"/>
                    <a:pt x="7884" y="8889"/>
                  </a:cubicBezTo>
                  <a:cubicBezTo>
                    <a:pt x="7804" y="8889"/>
                    <a:pt x="7725" y="8922"/>
                    <a:pt x="7667" y="8984"/>
                  </a:cubicBezTo>
                  <a:lnTo>
                    <a:pt x="6328" y="10470"/>
                  </a:lnTo>
                  <a:lnTo>
                    <a:pt x="4691" y="9821"/>
                  </a:lnTo>
                  <a:cubicBezTo>
                    <a:pt x="4657" y="9805"/>
                    <a:pt x="4620" y="9798"/>
                    <a:pt x="4583" y="9798"/>
                  </a:cubicBezTo>
                  <a:cubicBezTo>
                    <a:pt x="4532" y="9798"/>
                    <a:pt x="4480" y="9812"/>
                    <a:pt x="4435" y="9839"/>
                  </a:cubicBezTo>
                  <a:lnTo>
                    <a:pt x="2830" y="10776"/>
                  </a:lnTo>
                  <a:lnTo>
                    <a:pt x="2830" y="7782"/>
                  </a:lnTo>
                  <a:cubicBezTo>
                    <a:pt x="2830" y="7622"/>
                    <a:pt x="2698" y="7489"/>
                    <a:pt x="2538" y="7489"/>
                  </a:cubicBezTo>
                  <a:cubicBezTo>
                    <a:pt x="2378" y="7489"/>
                    <a:pt x="2245" y="7622"/>
                    <a:pt x="2245" y="7782"/>
                  </a:cubicBezTo>
                  <a:lnTo>
                    <a:pt x="2245" y="13839"/>
                  </a:lnTo>
                  <a:cubicBezTo>
                    <a:pt x="2245" y="13999"/>
                    <a:pt x="2378" y="14132"/>
                    <a:pt x="2538" y="14132"/>
                  </a:cubicBezTo>
                  <a:lnTo>
                    <a:pt x="8668" y="14132"/>
                  </a:lnTo>
                  <a:cubicBezTo>
                    <a:pt x="8645" y="14214"/>
                    <a:pt x="8636" y="14305"/>
                    <a:pt x="8641" y="14392"/>
                  </a:cubicBezTo>
                  <a:cubicBezTo>
                    <a:pt x="8645" y="14424"/>
                    <a:pt x="8650" y="14456"/>
                    <a:pt x="8655" y="14484"/>
                  </a:cubicBezTo>
                  <a:lnTo>
                    <a:pt x="8344" y="15302"/>
                  </a:lnTo>
                  <a:cubicBezTo>
                    <a:pt x="8298" y="15416"/>
                    <a:pt x="8303" y="15544"/>
                    <a:pt x="8348" y="15663"/>
                  </a:cubicBezTo>
                  <a:cubicBezTo>
                    <a:pt x="8421" y="15837"/>
                    <a:pt x="8458" y="16194"/>
                    <a:pt x="8444" y="16573"/>
                  </a:cubicBezTo>
                  <a:cubicBezTo>
                    <a:pt x="8440" y="16738"/>
                    <a:pt x="8485" y="16898"/>
                    <a:pt x="8572" y="17030"/>
                  </a:cubicBezTo>
                  <a:lnTo>
                    <a:pt x="8362" y="17282"/>
                  </a:lnTo>
                  <a:cubicBezTo>
                    <a:pt x="8257" y="17405"/>
                    <a:pt x="8275" y="17592"/>
                    <a:pt x="8399" y="17693"/>
                  </a:cubicBezTo>
                  <a:cubicBezTo>
                    <a:pt x="8453" y="17739"/>
                    <a:pt x="8522" y="17762"/>
                    <a:pt x="8586" y="17762"/>
                  </a:cubicBezTo>
                  <a:cubicBezTo>
                    <a:pt x="8668" y="17762"/>
                    <a:pt x="8751" y="17730"/>
                    <a:pt x="8810" y="17656"/>
                  </a:cubicBezTo>
                  <a:lnTo>
                    <a:pt x="9020" y="17410"/>
                  </a:lnTo>
                  <a:cubicBezTo>
                    <a:pt x="9116" y="17451"/>
                    <a:pt x="9221" y="17474"/>
                    <a:pt x="9327" y="17474"/>
                  </a:cubicBezTo>
                  <a:cubicBezTo>
                    <a:pt x="9381" y="17474"/>
                    <a:pt x="9441" y="17464"/>
                    <a:pt x="9496" y="17455"/>
                  </a:cubicBezTo>
                  <a:cubicBezTo>
                    <a:pt x="9746" y="17400"/>
                    <a:pt x="9989" y="17371"/>
                    <a:pt x="10179" y="17371"/>
                  </a:cubicBezTo>
                  <a:cubicBezTo>
                    <a:pt x="10270" y="17371"/>
                    <a:pt x="10349" y="17378"/>
                    <a:pt x="10410" y="17391"/>
                  </a:cubicBezTo>
                  <a:cubicBezTo>
                    <a:pt x="10445" y="17399"/>
                    <a:pt x="10479" y="17403"/>
                    <a:pt x="10513" y="17403"/>
                  </a:cubicBezTo>
                  <a:cubicBezTo>
                    <a:pt x="10602" y="17403"/>
                    <a:pt x="10688" y="17378"/>
                    <a:pt x="10767" y="17332"/>
                  </a:cubicBezTo>
                  <a:lnTo>
                    <a:pt x="11516" y="16884"/>
                  </a:lnTo>
                  <a:lnTo>
                    <a:pt x="11608" y="16884"/>
                  </a:lnTo>
                  <a:cubicBezTo>
                    <a:pt x="11818" y="16861"/>
                    <a:pt x="12006" y="16760"/>
                    <a:pt x="12138" y="16591"/>
                  </a:cubicBezTo>
                  <a:lnTo>
                    <a:pt x="13222" y="15238"/>
                  </a:lnTo>
                  <a:lnTo>
                    <a:pt x="13222" y="19188"/>
                  </a:lnTo>
                  <a:cubicBezTo>
                    <a:pt x="13222" y="19293"/>
                    <a:pt x="13135" y="19380"/>
                    <a:pt x="13030" y="19380"/>
                  </a:cubicBezTo>
                  <a:lnTo>
                    <a:pt x="773" y="19380"/>
                  </a:lnTo>
                  <a:cubicBezTo>
                    <a:pt x="668" y="19380"/>
                    <a:pt x="586" y="19293"/>
                    <a:pt x="586" y="19188"/>
                  </a:cubicBezTo>
                  <a:lnTo>
                    <a:pt x="586" y="15023"/>
                  </a:lnTo>
                  <a:cubicBezTo>
                    <a:pt x="586" y="14863"/>
                    <a:pt x="453" y="14731"/>
                    <a:pt x="293" y="14731"/>
                  </a:cubicBezTo>
                  <a:cubicBezTo>
                    <a:pt x="128" y="14731"/>
                    <a:pt x="0" y="14863"/>
                    <a:pt x="0" y="15023"/>
                  </a:cubicBezTo>
                  <a:lnTo>
                    <a:pt x="0" y="19188"/>
                  </a:lnTo>
                  <a:cubicBezTo>
                    <a:pt x="0" y="19618"/>
                    <a:pt x="348" y="19965"/>
                    <a:pt x="773" y="19965"/>
                  </a:cubicBezTo>
                  <a:lnTo>
                    <a:pt x="13030" y="19965"/>
                  </a:lnTo>
                  <a:cubicBezTo>
                    <a:pt x="13459" y="19965"/>
                    <a:pt x="13807" y="19618"/>
                    <a:pt x="13807" y="19188"/>
                  </a:cubicBezTo>
                  <a:lnTo>
                    <a:pt x="13807" y="14507"/>
                  </a:lnTo>
                  <a:lnTo>
                    <a:pt x="16504" y="11128"/>
                  </a:lnTo>
                  <a:cubicBezTo>
                    <a:pt x="16769" y="10794"/>
                    <a:pt x="16719" y="10319"/>
                    <a:pt x="16394" y="10045"/>
                  </a:cubicBezTo>
                  <a:lnTo>
                    <a:pt x="14543" y="8490"/>
                  </a:lnTo>
                  <a:cubicBezTo>
                    <a:pt x="14397" y="8369"/>
                    <a:pt x="14221" y="8309"/>
                    <a:pt x="14047" y="8309"/>
                  </a:cubicBezTo>
                  <a:cubicBezTo>
                    <a:pt x="13965" y="8309"/>
                    <a:pt x="13884" y="8322"/>
                    <a:pt x="13807" y="8349"/>
                  </a:cubicBezTo>
                  <a:lnTo>
                    <a:pt x="13807" y="3942"/>
                  </a:lnTo>
                  <a:cubicBezTo>
                    <a:pt x="13807" y="3864"/>
                    <a:pt x="13775" y="3791"/>
                    <a:pt x="13720" y="3736"/>
                  </a:cubicBezTo>
                  <a:lnTo>
                    <a:pt x="10072" y="88"/>
                  </a:lnTo>
                  <a:cubicBezTo>
                    <a:pt x="10017" y="33"/>
                    <a:pt x="9944" y="1"/>
                    <a:pt x="98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8829660" y="2738730"/>
              <a:ext cx="44095" cy="75644"/>
            </a:xfrm>
            <a:custGeom>
              <a:rect b="b" l="l" r="r" t="t"/>
              <a:pathLst>
                <a:path extrusionOk="0" h="3091" w="1802">
                  <a:moveTo>
                    <a:pt x="901" y="0"/>
                  </a:moveTo>
                  <a:cubicBezTo>
                    <a:pt x="741" y="0"/>
                    <a:pt x="608" y="128"/>
                    <a:pt x="608" y="293"/>
                  </a:cubicBezTo>
                  <a:lnTo>
                    <a:pt x="608" y="352"/>
                  </a:lnTo>
                  <a:cubicBezTo>
                    <a:pt x="265" y="426"/>
                    <a:pt x="5" y="732"/>
                    <a:pt x="5" y="1098"/>
                  </a:cubicBezTo>
                  <a:cubicBezTo>
                    <a:pt x="5" y="1514"/>
                    <a:pt x="343" y="1857"/>
                    <a:pt x="759" y="1857"/>
                  </a:cubicBezTo>
                  <a:lnTo>
                    <a:pt x="1043" y="1857"/>
                  </a:lnTo>
                  <a:cubicBezTo>
                    <a:pt x="1139" y="1857"/>
                    <a:pt x="1216" y="1934"/>
                    <a:pt x="1216" y="2030"/>
                  </a:cubicBezTo>
                  <a:cubicBezTo>
                    <a:pt x="1216" y="2126"/>
                    <a:pt x="1139" y="2204"/>
                    <a:pt x="1043" y="2204"/>
                  </a:cubicBezTo>
                  <a:lnTo>
                    <a:pt x="759" y="2204"/>
                  </a:lnTo>
                  <a:cubicBezTo>
                    <a:pt x="691" y="2204"/>
                    <a:pt x="627" y="2163"/>
                    <a:pt x="599" y="2094"/>
                  </a:cubicBezTo>
                  <a:cubicBezTo>
                    <a:pt x="554" y="1984"/>
                    <a:pt x="444" y="1917"/>
                    <a:pt x="330" y="1917"/>
                  </a:cubicBezTo>
                  <a:cubicBezTo>
                    <a:pt x="293" y="1917"/>
                    <a:pt x="255" y="1924"/>
                    <a:pt x="220" y="1939"/>
                  </a:cubicBezTo>
                  <a:cubicBezTo>
                    <a:pt x="69" y="2003"/>
                    <a:pt x="0" y="2177"/>
                    <a:pt x="64" y="2323"/>
                  </a:cubicBezTo>
                  <a:cubicBezTo>
                    <a:pt x="160" y="2556"/>
                    <a:pt x="366" y="2721"/>
                    <a:pt x="608" y="2771"/>
                  </a:cubicBezTo>
                  <a:lnTo>
                    <a:pt x="608" y="2798"/>
                  </a:lnTo>
                  <a:cubicBezTo>
                    <a:pt x="608" y="2958"/>
                    <a:pt x="741" y="3091"/>
                    <a:pt x="901" y="3091"/>
                  </a:cubicBezTo>
                  <a:cubicBezTo>
                    <a:pt x="1066" y="3091"/>
                    <a:pt x="1194" y="2958"/>
                    <a:pt x="1194" y="2798"/>
                  </a:cubicBezTo>
                  <a:lnTo>
                    <a:pt x="1194" y="2771"/>
                  </a:lnTo>
                  <a:cubicBezTo>
                    <a:pt x="1541" y="2702"/>
                    <a:pt x="1802" y="2396"/>
                    <a:pt x="1802" y="2030"/>
                  </a:cubicBezTo>
                  <a:cubicBezTo>
                    <a:pt x="1802" y="1610"/>
                    <a:pt x="1463" y="1271"/>
                    <a:pt x="1043" y="1271"/>
                  </a:cubicBezTo>
                  <a:lnTo>
                    <a:pt x="759" y="1271"/>
                  </a:lnTo>
                  <a:cubicBezTo>
                    <a:pt x="668" y="1271"/>
                    <a:pt x="590" y="1194"/>
                    <a:pt x="590" y="1098"/>
                  </a:cubicBezTo>
                  <a:cubicBezTo>
                    <a:pt x="590" y="1002"/>
                    <a:pt x="668" y="924"/>
                    <a:pt x="759" y="924"/>
                  </a:cubicBezTo>
                  <a:lnTo>
                    <a:pt x="1043" y="924"/>
                  </a:lnTo>
                  <a:cubicBezTo>
                    <a:pt x="1102" y="924"/>
                    <a:pt x="1157" y="951"/>
                    <a:pt x="1189" y="1002"/>
                  </a:cubicBezTo>
                  <a:cubicBezTo>
                    <a:pt x="1243" y="1085"/>
                    <a:pt x="1335" y="1130"/>
                    <a:pt x="1429" y="1130"/>
                  </a:cubicBezTo>
                  <a:cubicBezTo>
                    <a:pt x="1485" y="1130"/>
                    <a:pt x="1542" y="1114"/>
                    <a:pt x="1591" y="1079"/>
                  </a:cubicBezTo>
                  <a:cubicBezTo>
                    <a:pt x="1728" y="988"/>
                    <a:pt x="1760" y="805"/>
                    <a:pt x="1674" y="672"/>
                  </a:cubicBezTo>
                  <a:cubicBezTo>
                    <a:pt x="1559" y="508"/>
                    <a:pt x="1386" y="394"/>
                    <a:pt x="1194" y="352"/>
                  </a:cubicBezTo>
                  <a:lnTo>
                    <a:pt x="1194" y="293"/>
                  </a:lnTo>
                  <a:cubicBezTo>
                    <a:pt x="1194" y="128"/>
                    <a:pt x="1066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8791163" y="2716020"/>
              <a:ext cx="121078" cy="121065"/>
            </a:xfrm>
            <a:custGeom>
              <a:rect b="b" l="l" r="r" t="t"/>
              <a:pathLst>
                <a:path extrusionOk="0" h="4947" w="4948">
                  <a:moveTo>
                    <a:pt x="2474" y="586"/>
                  </a:moveTo>
                  <a:cubicBezTo>
                    <a:pt x="3516" y="586"/>
                    <a:pt x="4367" y="1431"/>
                    <a:pt x="4367" y="2474"/>
                  </a:cubicBezTo>
                  <a:cubicBezTo>
                    <a:pt x="4367" y="3516"/>
                    <a:pt x="3516" y="4362"/>
                    <a:pt x="2474" y="4362"/>
                  </a:cubicBezTo>
                  <a:cubicBezTo>
                    <a:pt x="1432" y="4362"/>
                    <a:pt x="586" y="3516"/>
                    <a:pt x="586" y="2474"/>
                  </a:cubicBezTo>
                  <a:cubicBezTo>
                    <a:pt x="586" y="1431"/>
                    <a:pt x="1432" y="586"/>
                    <a:pt x="2474" y="586"/>
                  </a:cubicBezTo>
                  <a:close/>
                  <a:moveTo>
                    <a:pt x="2474" y="0"/>
                  </a:moveTo>
                  <a:cubicBezTo>
                    <a:pt x="1112" y="0"/>
                    <a:pt x="1" y="1107"/>
                    <a:pt x="1" y="2474"/>
                  </a:cubicBezTo>
                  <a:cubicBezTo>
                    <a:pt x="1" y="3836"/>
                    <a:pt x="1112" y="4947"/>
                    <a:pt x="2474" y="4947"/>
                  </a:cubicBezTo>
                  <a:cubicBezTo>
                    <a:pt x="3841" y="4947"/>
                    <a:pt x="4947" y="3836"/>
                    <a:pt x="4947" y="2474"/>
                  </a:cubicBezTo>
                  <a:cubicBezTo>
                    <a:pt x="4947" y="1107"/>
                    <a:pt x="3841" y="0"/>
                    <a:pt x="2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8923418" y="2754171"/>
              <a:ext cx="29878" cy="14341"/>
            </a:xfrm>
            <a:custGeom>
              <a:rect b="b" l="l" r="r" t="t"/>
              <a:pathLst>
                <a:path extrusionOk="0" h="586" w="1221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3"/>
                    <a:pt x="128" y="585"/>
                    <a:pt x="293" y="585"/>
                  </a:cubicBezTo>
                  <a:lnTo>
                    <a:pt x="928" y="585"/>
                  </a:lnTo>
                  <a:cubicBezTo>
                    <a:pt x="1088" y="585"/>
                    <a:pt x="1221" y="453"/>
                    <a:pt x="1221" y="293"/>
                  </a:cubicBezTo>
                  <a:cubicBezTo>
                    <a:pt x="1221" y="133"/>
                    <a:pt x="1088" y="0"/>
                    <a:pt x="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8923418" y="2778447"/>
              <a:ext cx="49234" cy="14341"/>
            </a:xfrm>
            <a:custGeom>
              <a:rect b="b" l="l" r="r" t="t"/>
              <a:pathLst>
                <a:path extrusionOk="0" h="586" w="2012">
                  <a:moveTo>
                    <a:pt x="293" y="0"/>
                  </a:moveTo>
                  <a:cubicBezTo>
                    <a:pt x="128" y="0"/>
                    <a:pt x="0" y="128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1724" y="586"/>
                  </a:lnTo>
                  <a:cubicBezTo>
                    <a:pt x="1884" y="586"/>
                    <a:pt x="2012" y="453"/>
                    <a:pt x="2012" y="293"/>
                  </a:cubicBezTo>
                  <a:cubicBezTo>
                    <a:pt x="2012" y="128"/>
                    <a:pt x="1884" y="0"/>
                    <a:pt x="1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8" name="Google Shape;718;p29"/>
          <p:cNvGrpSpPr/>
          <p:nvPr/>
        </p:nvGrpSpPr>
        <p:grpSpPr>
          <a:xfrm>
            <a:off x="5117172" y="3876759"/>
            <a:ext cx="488446" cy="444078"/>
            <a:chOff x="8672822" y="3371619"/>
            <a:chExt cx="488446" cy="444078"/>
          </a:xfrm>
        </p:grpSpPr>
        <p:sp>
          <p:nvSpPr>
            <p:cNvPr id="719" name="Google Shape;719;p29"/>
            <p:cNvSpPr/>
            <p:nvPr/>
          </p:nvSpPr>
          <p:spPr>
            <a:xfrm>
              <a:off x="8672822" y="3371619"/>
              <a:ext cx="488446" cy="444078"/>
            </a:xfrm>
            <a:custGeom>
              <a:rect b="b" l="l" r="r" t="t"/>
              <a:pathLst>
                <a:path extrusionOk="0" h="18146" w="19961">
                  <a:moveTo>
                    <a:pt x="14589" y="586"/>
                  </a:moveTo>
                  <a:cubicBezTo>
                    <a:pt x="14932" y="586"/>
                    <a:pt x="15215" y="865"/>
                    <a:pt x="15215" y="1207"/>
                  </a:cubicBezTo>
                  <a:lnTo>
                    <a:pt x="15215" y="2844"/>
                  </a:lnTo>
                  <a:lnTo>
                    <a:pt x="14260" y="2844"/>
                  </a:lnTo>
                  <a:lnTo>
                    <a:pt x="14260" y="1829"/>
                  </a:lnTo>
                  <a:cubicBezTo>
                    <a:pt x="14260" y="1669"/>
                    <a:pt x="14132" y="1537"/>
                    <a:pt x="13967" y="1537"/>
                  </a:cubicBezTo>
                  <a:lnTo>
                    <a:pt x="7782" y="1537"/>
                  </a:lnTo>
                  <a:cubicBezTo>
                    <a:pt x="7622" y="1537"/>
                    <a:pt x="7489" y="1669"/>
                    <a:pt x="7489" y="1829"/>
                  </a:cubicBezTo>
                  <a:lnTo>
                    <a:pt x="7489" y="2844"/>
                  </a:lnTo>
                  <a:lnTo>
                    <a:pt x="6538" y="2844"/>
                  </a:lnTo>
                  <a:lnTo>
                    <a:pt x="6538" y="1207"/>
                  </a:lnTo>
                  <a:cubicBezTo>
                    <a:pt x="6538" y="865"/>
                    <a:pt x="6817" y="586"/>
                    <a:pt x="7160" y="586"/>
                  </a:cubicBezTo>
                  <a:close/>
                  <a:moveTo>
                    <a:pt x="7837" y="3429"/>
                  </a:moveTo>
                  <a:cubicBezTo>
                    <a:pt x="7924" y="3429"/>
                    <a:pt x="7997" y="3498"/>
                    <a:pt x="7997" y="3585"/>
                  </a:cubicBezTo>
                  <a:lnTo>
                    <a:pt x="7997" y="4010"/>
                  </a:lnTo>
                  <a:lnTo>
                    <a:pt x="6031" y="4010"/>
                  </a:lnTo>
                  <a:lnTo>
                    <a:pt x="6031" y="3585"/>
                  </a:lnTo>
                  <a:cubicBezTo>
                    <a:pt x="6031" y="3498"/>
                    <a:pt x="6104" y="3429"/>
                    <a:pt x="6191" y="3429"/>
                  </a:cubicBezTo>
                  <a:close/>
                  <a:moveTo>
                    <a:pt x="13675" y="2122"/>
                  </a:moveTo>
                  <a:lnTo>
                    <a:pt x="13675" y="2885"/>
                  </a:lnTo>
                  <a:cubicBezTo>
                    <a:pt x="13382" y="2981"/>
                    <a:pt x="13172" y="3260"/>
                    <a:pt x="13172" y="3585"/>
                  </a:cubicBezTo>
                  <a:lnTo>
                    <a:pt x="13172" y="4010"/>
                  </a:lnTo>
                  <a:lnTo>
                    <a:pt x="8577" y="4010"/>
                  </a:lnTo>
                  <a:lnTo>
                    <a:pt x="8577" y="3585"/>
                  </a:lnTo>
                  <a:cubicBezTo>
                    <a:pt x="8577" y="3260"/>
                    <a:pt x="8367" y="2981"/>
                    <a:pt x="8074" y="2885"/>
                  </a:cubicBezTo>
                  <a:lnTo>
                    <a:pt x="8074" y="2122"/>
                  </a:lnTo>
                  <a:close/>
                  <a:moveTo>
                    <a:pt x="15563" y="3429"/>
                  </a:moveTo>
                  <a:cubicBezTo>
                    <a:pt x="15650" y="3429"/>
                    <a:pt x="15718" y="3498"/>
                    <a:pt x="15718" y="3585"/>
                  </a:cubicBezTo>
                  <a:lnTo>
                    <a:pt x="15718" y="4010"/>
                  </a:lnTo>
                  <a:lnTo>
                    <a:pt x="13757" y="4010"/>
                  </a:lnTo>
                  <a:lnTo>
                    <a:pt x="13757" y="3585"/>
                  </a:lnTo>
                  <a:cubicBezTo>
                    <a:pt x="13757" y="3498"/>
                    <a:pt x="13825" y="3429"/>
                    <a:pt x="13912" y="3429"/>
                  </a:cubicBezTo>
                  <a:close/>
                  <a:moveTo>
                    <a:pt x="12820" y="9112"/>
                  </a:moveTo>
                  <a:cubicBezTo>
                    <a:pt x="12865" y="9112"/>
                    <a:pt x="12902" y="9148"/>
                    <a:pt x="12902" y="9189"/>
                  </a:cubicBezTo>
                  <a:lnTo>
                    <a:pt x="12902" y="9573"/>
                  </a:lnTo>
                  <a:cubicBezTo>
                    <a:pt x="12902" y="9578"/>
                    <a:pt x="12902" y="9578"/>
                    <a:pt x="12902" y="9578"/>
                  </a:cubicBezTo>
                  <a:lnTo>
                    <a:pt x="12902" y="10424"/>
                  </a:lnTo>
                  <a:cubicBezTo>
                    <a:pt x="12902" y="10881"/>
                    <a:pt x="12532" y="11251"/>
                    <a:pt x="12079" y="11251"/>
                  </a:cubicBezTo>
                  <a:lnTo>
                    <a:pt x="9674" y="11251"/>
                  </a:lnTo>
                  <a:cubicBezTo>
                    <a:pt x="9217" y="11251"/>
                    <a:pt x="8852" y="10881"/>
                    <a:pt x="8852" y="10424"/>
                  </a:cubicBezTo>
                  <a:lnTo>
                    <a:pt x="8852" y="9578"/>
                  </a:lnTo>
                  <a:lnTo>
                    <a:pt x="8852" y="9189"/>
                  </a:lnTo>
                  <a:cubicBezTo>
                    <a:pt x="8852" y="9148"/>
                    <a:pt x="8884" y="9112"/>
                    <a:pt x="8929" y="9112"/>
                  </a:cubicBezTo>
                  <a:close/>
                  <a:moveTo>
                    <a:pt x="3878" y="10977"/>
                  </a:moveTo>
                  <a:cubicBezTo>
                    <a:pt x="5693" y="10977"/>
                    <a:pt x="7169" y="12454"/>
                    <a:pt x="7169" y="14269"/>
                  </a:cubicBezTo>
                  <a:cubicBezTo>
                    <a:pt x="7169" y="16083"/>
                    <a:pt x="5693" y="17560"/>
                    <a:pt x="3878" y="17560"/>
                  </a:cubicBezTo>
                  <a:cubicBezTo>
                    <a:pt x="2063" y="17560"/>
                    <a:pt x="586" y="16083"/>
                    <a:pt x="586" y="14269"/>
                  </a:cubicBezTo>
                  <a:cubicBezTo>
                    <a:pt x="586" y="12454"/>
                    <a:pt x="2063" y="10977"/>
                    <a:pt x="3878" y="10977"/>
                  </a:cubicBezTo>
                  <a:close/>
                  <a:moveTo>
                    <a:pt x="7160" y="0"/>
                  </a:moveTo>
                  <a:cubicBezTo>
                    <a:pt x="6497" y="0"/>
                    <a:pt x="5953" y="540"/>
                    <a:pt x="5953" y="1207"/>
                  </a:cubicBezTo>
                  <a:lnTo>
                    <a:pt x="5953" y="2885"/>
                  </a:lnTo>
                  <a:cubicBezTo>
                    <a:pt x="5661" y="2981"/>
                    <a:pt x="5450" y="3260"/>
                    <a:pt x="5450" y="3585"/>
                  </a:cubicBezTo>
                  <a:lnTo>
                    <a:pt x="5450" y="4010"/>
                  </a:lnTo>
                  <a:lnTo>
                    <a:pt x="2908" y="4010"/>
                  </a:lnTo>
                  <a:cubicBezTo>
                    <a:pt x="2291" y="4010"/>
                    <a:pt x="1788" y="4513"/>
                    <a:pt x="1788" y="5134"/>
                  </a:cubicBezTo>
                  <a:lnTo>
                    <a:pt x="1788" y="6232"/>
                  </a:lnTo>
                  <a:cubicBezTo>
                    <a:pt x="1788" y="6396"/>
                    <a:pt x="1921" y="6524"/>
                    <a:pt x="2081" y="6524"/>
                  </a:cubicBezTo>
                  <a:cubicBezTo>
                    <a:pt x="2241" y="6524"/>
                    <a:pt x="2374" y="6396"/>
                    <a:pt x="2374" y="6232"/>
                  </a:cubicBezTo>
                  <a:lnTo>
                    <a:pt x="2374" y="5134"/>
                  </a:lnTo>
                  <a:cubicBezTo>
                    <a:pt x="2374" y="4837"/>
                    <a:pt x="2616" y="4595"/>
                    <a:pt x="2908" y="4595"/>
                  </a:cubicBezTo>
                  <a:lnTo>
                    <a:pt x="18841" y="4595"/>
                  </a:lnTo>
                  <a:cubicBezTo>
                    <a:pt x="19138" y="4595"/>
                    <a:pt x="19375" y="4837"/>
                    <a:pt x="19375" y="5134"/>
                  </a:cubicBezTo>
                  <a:lnTo>
                    <a:pt x="19375" y="9194"/>
                  </a:lnTo>
                  <a:cubicBezTo>
                    <a:pt x="19375" y="9244"/>
                    <a:pt x="19339" y="9285"/>
                    <a:pt x="19289" y="9285"/>
                  </a:cubicBezTo>
                  <a:lnTo>
                    <a:pt x="17423" y="9285"/>
                  </a:lnTo>
                  <a:cubicBezTo>
                    <a:pt x="17263" y="9285"/>
                    <a:pt x="17131" y="9413"/>
                    <a:pt x="17131" y="9578"/>
                  </a:cubicBezTo>
                  <a:cubicBezTo>
                    <a:pt x="17131" y="9738"/>
                    <a:pt x="17263" y="9871"/>
                    <a:pt x="17423" y="9871"/>
                  </a:cubicBezTo>
                  <a:lnTo>
                    <a:pt x="19289" y="9871"/>
                  </a:lnTo>
                  <a:cubicBezTo>
                    <a:pt x="19316" y="9871"/>
                    <a:pt x="19348" y="9866"/>
                    <a:pt x="19375" y="9861"/>
                  </a:cubicBezTo>
                  <a:lnTo>
                    <a:pt x="19375" y="16179"/>
                  </a:lnTo>
                  <a:cubicBezTo>
                    <a:pt x="19375" y="16477"/>
                    <a:pt x="19138" y="16714"/>
                    <a:pt x="18841" y="16714"/>
                  </a:cubicBezTo>
                  <a:lnTo>
                    <a:pt x="6881" y="16714"/>
                  </a:lnTo>
                  <a:cubicBezTo>
                    <a:pt x="7430" y="16047"/>
                    <a:pt x="7754" y="15197"/>
                    <a:pt x="7754" y="14269"/>
                  </a:cubicBezTo>
                  <a:cubicBezTo>
                    <a:pt x="7754" y="12129"/>
                    <a:pt x="6017" y="10392"/>
                    <a:pt x="3878" y="10392"/>
                  </a:cubicBezTo>
                  <a:cubicBezTo>
                    <a:pt x="3343" y="10392"/>
                    <a:pt x="2835" y="10501"/>
                    <a:pt x="2374" y="10693"/>
                  </a:cubicBezTo>
                  <a:lnTo>
                    <a:pt x="2374" y="9861"/>
                  </a:lnTo>
                  <a:cubicBezTo>
                    <a:pt x="2401" y="9866"/>
                    <a:pt x="2433" y="9871"/>
                    <a:pt x="2465" y="9871"/>
                  </a:cubicBezTo>
                  <a:lnTo>
                    <a:pt x="8266" y="9871"/>
                  </a:lnTo>
                  <a:lnTo>
                    <a:pt x="8266" y="10428"/>
                  </a:lnTo>
                  <a:cubicBezTo>
                    <a:pt x="8266" y="11201"/>
                    <a:pt x="8897" y="11832"/>
                    <a:pt x="9674" y="11832"/>
                  </a:cubicBezTo>
                  <a:lnTo>
                    <a:pt x="12079" y="11832"/>
                  </a:lnTo>
                  <a:cubicBezTo>
                    <a:pt x="12856" y="11832"/>
                    <a:pt x="13487" y="11201"/>
                    <a:pt x="13487" y="10428"/>
                  </a:cubicBezTo>
                  <a:lnTo>
                    <a:pt x="13487" y="9871"/>
                  </a:lnTo>
                  <a:lnTo>
                    <a:pt x="16125" y="9871"/>
                  </a:lnTo>
                  <a:cubicBezTo>
                    <a:pt x="16285" y="9871"/>
                    <a:pt x="16418" y="9738"/>
                    <a:pt x="16418" y="9578"/>
                  </a:cubicBezTo>
                  <a:cubicBezTo>
                    <a:pt x="16418" y="9413"/>
                    <a:pt x="16285" y="9285"/>
                    <a:pt x="16125" y="9285"/>
                  </a:cubicBezTo>
                  <a:lnTo>
                    <a:pt x="13487" y="9285"/>
                  </a:lnTo>
                  <a:lnTo>
                    <a:pt x="13487" y="9189"/>
                  </a:lnTo>
                  <a:cubicBezTo>
                    <a:pt x="13487" y="8824"/>
                    <a:pt x="13190" y="8527"/>
                    <a:pt x="12820" y="8527"/>
                  </a:cubicBezTo>
                  <a:lnTo>
                    <a:pt x="8929" y="8527"/>
                  </a:lnTo>
                  <a:cubicBezTo>
                    <a:pt x="8564" y="8527"/>
                    <a:pt x="8266" y="8824"/>
                    <a:pt x="8266" y="9189"/>
                  </a:cubicBezTo>
                  <a:lnTo>
                    <a:pt x="8266" y="9285"/>
                  </a:lnTo>
                  <a:lnTo>
                    <a:pt x="2465" y="9285"/>
                  </a:lnTo>
                  <a:cubicBezTo>
                    <a:pt x="2415" y="9285"/>
                    <a:pt x="2374" y="9244"/>
                    <a:pt x="2374" y="9194"/>
                  </a:cubicBezTo>
                  <a:lnTo>
                    <a:pt x="2374" y="7530"/>
                  </a:lnTo>
                  <a:cubicBezTo>
                    <a:pt x="2374" y="7370"/>
                    <a:pt x="2241" y="7237"/>
                    <a:pt x="2081" y="7237"/>
                  </a:cubicBezTo>
                  <a:cubicBezTo>
                    <a:pt x="1921" y="7237"/>
                    <a:pt x="1788" y="7370"/>
                    <a:pt x="1788" y="7530"/>
                  </a:cubicBezTo>
                  <a:lnTo>
                    <a:pt x="1788" y="11004"/>
                  </a:lnTo>
                  <a:cubicBezTo>
                    <a:pt x="714" y="11695"/>
                    <a:pt x="1" y="12897"/>
                    <a:pt x="1" y="14269"/>
                  </a:cubicBezTo>
                  <a:cubicBezTo>
                    <a:pt x="1" y="16408"/>
                    <a:pt x="1738" y="18145"/>
                    <a:pt x="3878" y="18145"/>
                  </a:cubicBezTo>
                  <a:cubicBezTo>
                    <a:pt x="4787" y="18145"/>
                    <a:pt x="5629" y="17830"/>
                    <a:pt x="6291" y="17299"/>
                  </a:cubicBezTo>
                  <a:lnTo>
                    <a:pt x="18841" y="17299"/>
                  </a:lnTo>
                  <a:cubicBezTo>
                    <a:pt x="19458" y="17299"/>
                    <a:pt x="19961" y="16797"/>
                    <a:pt x="19961" y="16179"/>
                  </a:cubicBezTo>
                  <a:lnTo>
                    <a:pt x="19961" y="5134"/>
                  </a:lnTo>
                  <a:cubicBezTo>
                    <a:pt x="19961" y="4513"/>
                    <a:pt x="19458" y="4010"/>
                    <a:pt x="18841" y="4010"/>
                  </a:cubicBezTo>
                  <a:lnTo>
                    <a:pt x="16303" y="4010"/>
                  </a:lnTo>
                  <a:lnTo>
                    <a:pt x="16303" y="3585"/>
                  </a:lnTo>
                  <a:cubicBezTo>
                    <a:pt x="16303" y="3260"/>
                    <a:pt x="16093" y="2981"/>
                    <a:pt x="15796" y="2885"/>
                  </a:cubicBezTo>
                  <a:lnTo>
                    <a:pt x="15796" y="1207"/>
                  </a:lnTo>
                  <a:cubicBezTo>
                    <a:pt x="15796" y="540"/>
                    <a:pt x="15256" y="0"/>
                    <a:pt x="145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8904879" y="3605543"/>
              <a:ext cx="68149" cy="14243"/>
            </a:xfrm>
            <a:custGeom>
              <a:rect b="b" l="l" r="r" t="t"/>
              <a:pathLst>
                <a:path extrusionOk="0" h="582" w="2785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2492" y="581"/>
                  </a:lnTo>
                  <a:cubicBezTo>
                    <a:pt x="2657" y="581"/>
                    <a:pt x="2785" y="453"/>
                    <a:pt x="2785" y="289"/>
                  </a:cubicBezTo>
                  <a:cubicBezTo>
                    <a:pt x="2785" y="129"/>
                    <a:pt x="2657" y="1"/>
                    <a:pt x="2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8743551" y="3678370"/>
              <a:ext cx="48353" cy="84724"/>
            </a:xfrm>
            <a:custGeom>
              <a:rect b="b" l="l" r="r" t="t"/>
              <a:pathLst>
                <a:path extrusionOk="0" h="3462" w="1976">
                  <a:moveTo>
                    <a:pt x="988" y="1"/>
                  </a:moveTo>
                  <a:cubicBezTo>
                    <a:pt x="828" y="1"/>
                    <a:pt x="695" y="133"/>
                    <a:pt x="695" y="293"/>
                  </a:cubicBezTo>
                  <a:lnTo>
                    <a:pt x="695" y="403"/>
                  </a:lnTo>
                  <a:cubicBezTo>
                    <a:pt x="302" y="467"/>
                    <a:pt x="0" y="810"/>
                    <a:pt x="0" y="1221"/>
                  </a:cubicBezTo>
                  <a:cubicBezTo>
                    <a:pt x="0" y="1674"/>
                    <a:pt x="370" y="2049"/>
                    <a:pt x="828" y="2049"/>
                  </a:cubicBezTo>
                  <a:lnTo>
                    <a:pt x="1148" y="2049"/>
                  </a:lnTo>
                  <a:cubicBezTo>
                    <a:pt x="1285" y="2049"/>
                    <a:pt x="1390" y="2154"/>
                    <a:pt x="1390" y="2291"/>
                  </a:cubicBezTo>
                  <a:cubicBezTo>
                    <a:pt x="1390" y="2424"/>
                    <a:pt x="1285" y="2534"/>
                    <a:pt x="1148" y="2534"/>
                  </a:cubicBezTo>
                  <a:lnTo>
                    <a:pt x="828" y="2534"/>
                  </a:lnTo>
                  <a:cubicBezTo>
                    <a:pt x="727" y="2534"/>
                    <a:pt x="640" y="2474"/>
                    <a:pt x="604" y="2383"/>
                  </a:cubicBezTo>
                  <a:cubicBezTo>
                    <a:pt x="555" y="2273"/>
                    <a:pt x="448" y="2204"/>
                    <a:pt x="333" y="2204"/>
                  </a:cubicBezTo>
                  <a:cubicBezTo>
                    <a:pt x="295" y="2204"/>
                    <a:pt x="257" y="2211"/>
                    <a:pt x="220" y="2227"/>
                  </a:cubicBezTo>
                  <a:cubicBezTo>
                    <a:pt x="69" y="2291"/>
                    <a:pt x="0" y="2465"/>
                    <a:pt x="64" y="2611"/>
                  </a:cubicBezTo>
                  <a:cubicBezTo>
                    <a:pt x="178" y="2876"/>
                    <a:pt x="416" y="3064"/>
                    <a:pt x="695" y="3105"/>
                  </a:cubicBezTo>
                  <a:lnTo>
                    <a:pt x="695" y="3174"/>
                  </a:lnTo>
                  <a:cubicBezTo>
                    <a:pt x="695" y="3334"/>
                    <a:pt x="828" y="3462"/>
                    <a:pt x="988" y="3462"/>
                  </a:cubicBezTo>
                  <a:cubicBezTo>
                    <a:pt x="1148" y="3462"/>
                    <a:pt x="1280" y="3334"/>
                    <a:pt x="1280" y="3174"/>
                  </a:cubicBezTo>
                  <a:lnTo>
                    <a:pt x="1280" y="3105"/>
                  </a:lnTo>
                  <a:cubicBezTo>
                    <a:pt x="1673" y="3041"/>
                    <a:pt x="1975" y="2703"/>
                    <a:pt x="1975" y="2291"/>
                  </a:cubicBezTo>
                  <a:cubicBezTo>
                    <a:pt x="1975" y="1834"/>
                    <a:pt x="1605" y="1464"/>
                    <a:pt x="1148" y="1464"/>
                  </a:cubicBezTo>
                  <a:lnTo>
                    <a:pt x="828" y="1464"/>
                  </a:lnTo>
                  <a:cubicBezTo>
                    <a:pt x="690" y="1464"/>
                    <a:pt x="585" y="1354"/>
                    <a:pt x="585" y="1221"/>
                  </a:cubicBezTo>
                  <a:cubicBezTo>
                    <a:pt x="585" y="1084"/>
                    <a:pt x="690" y="979"/>
                    <a:pt x="828" y="979"/>
                  </a:cubicBezTo>
                  <a:lnTo>
                    <a:pt x="1148" y="979"/>
                  </a:lnTo>
                  <a:cubicBezTo>
                    <a:pt x="1230" y="979"/>
                    <a:pt x="1308" y="1016"/>
                    <a:pt x="1349" y="1084"/>
                  </a:cubicBezTo>
                  <a:cubicBezTo>
                    <a:pt x="1406" y="1167"/>
                    <a:pt x="1499" y="1213"/>
                    <a:pt x="1593" y="1213"/>
                  </a:cubicBezTo>
                  <a:cubicBezTo>
                    <a:pt x="1649" y="1213"/>
                    <a:pt x="1706" y="1196"/>
                    <a:pt x="1756" y="1162"/>
                  </a:cubicBezTo>
                  <a:cubicBezTo>
                    <a:pt x="1893" y="1071"/>
                    <a:pt x="1925" y="892"/>
                    <a:pt x="1833" y="755"/>
                  </a:cubicBezTo>
                  <a:cubicBezTo>
                    <a:pt x="1705" y="568"/>
                    <a:pt x="1504" y="440"/>
                    <a:pt x="1280" y="403"/>
                  </a:cubicBezTo>
                  <a:lnTo>
                    <a:pt x="1280" y="293"/>
                  </a:lnTo>
                  <a:cubicBezTo>
                    <a:pt x="1280" y="133"/>
                    <a:pt x="1148" y="1"/>
                    <a:pt x="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8699229" y="3652308"/>
              <a:ext cx="135735" cy="136973"/>
            </a:xfrm>
            <a:custGeom>
              <a:rect b="b" l="l" r="r" t="t"/>
              <a:pathLst>
                <a:path extrusionOk="0" h="5597" w="5547">
                  <a:moveTo>
                    <a:pt x="2799" y="1"/>
                  </a:moveTo>
                  <a:cubicBezTo>
                    <a:pt x="1258" y="1"/>
                    <a:pt x="1" y="1258"/>
                    <a:pt x="1" y="2799"/>
                  </a:cubicBezTo>
                  <a:cubicBezTo>
                    <a:pt x="1" y="4339"/>
                    <a:pt x="1258" y="5596"/>
                    <a:pt x="2799" y="5596"/>
                  </a:cubicBezTo>
                  <a:cubicBezTo>
                    <a:pt x="4051" y="5596"/>
                    <a:pt x="5162" y="4751"/>
                    <a:pt x="5496" y="3544"/>
                  </a:cubicBezTo>
                  <a:cubicBezTo>
                    <a:pt x="5537" y="3388"/>
                    <a:pt x="5446" y="3228"/>
                    <a:pt x="5290" y="3183"/>
                  </a:cubicBezTo>
                  <a:cubicBezTo>
                    <a:pt x="5265" y="3176"/>
                    <a:pt x="5240" y="3173"/>
                    <a:pt x="5215" y="3173"/>
                  </a:cubicBezTo>
                  <a:cubicBezTo>
                    <a:pt x="5086" y="3173"/>
                    <a:pt x="4967" y="3258"/>
                    <a:pt x="4929" y="3388"/>
                  </a:cubicBezTo>
                  <a:cubicBezTo>
                    <a:pt x="4668" y="4344"/>
                    <a:pt x="3791" y="5011"/>
                    <a:pt x="2799" y="5011"/>
                  </a:cubicBezTo>
                  <a:cubicBezTo>
                    <a:pt x="1578" y="5011"/>
                    <a:pt x="586" y="4019"/>
                    <a:pt x="586" y="2799"/>
                  </a:cubicBezTo>
                  <a:cubicBezTo>
                    <a:pt x="586" y="1578"/>
                    <a:pt x="1578" y="586"/>
                    <a:pt x="2799" y="586"/>
                  </a:cubicBezTo>
                  <a:cubicBezTo>
                    <a:pt x="3804" y="586"/>
                    <a:pt x="4687" y="1267"/>
                    <a:pt x="4938" y="2241"/>
                  </a:cubicBezTo>
                  <a:cubicBezTo>
                    <a:pt x="4973" y="2372"/>
                    <a:pt x="5092" y="2461"/>
                    <a:pt x="5222" y="2461"/>
                  </a:cubicBezTo>
                  <a:cubicBezTo>
                    <a:pt x="5246" y="2461"/>
                    <a:pt x="5270" y="2458"/>
                    <a:pt x="5295" y="2451"/>
                  </a:cubicBezTo>
                  <a:cubicBezTo>
                    <a:pt x="5450" y="2410"/>
                    <a:pt x="5546" y="2250"/>
                    <a:pt x="5505" y="2094"/>
                  </a:cubicBezTo>
                  <a:cubicBezTo>
                    <a:pt x="5185" y="860"/>
                    <a:pt x="4074" y="1"/>
                    <a:pt x="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728" name="Google Shape;728;p30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29" name="Google Shape;729;p30"/>
          <p:cNvGraphicFramePr/>
          <p:nvPr/>
        </p:nvGraphicFramePr>
        <p:xfrm>
          <a:off x="810963" y="1108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{C6B81219-01C2-4C35-BEFB-34C79CCE8DD3}</a:tableStyleId>
              </a:tblPr>
              <a:tblGrid>
                <a:gridCol w="1148950"/>
                <a:gridCol w="2124375"/>
                <a:gridCol w="2124375"/>
                <a:gridCol w="2124375"/>
              </a:tblGrid>
              <a:tr h="50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Planing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Process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Review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Q1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Venus has a beautiful name and is the second planet from the Sun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Neptune is the farthest from the Sun. It’s also the fourth-largest planet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Venus is the second-brightest natural object in the night sky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Saturn was named after the Roman god of wealth and agriculture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Mars is full of iron oxide dust, which gives the planet its reddish cast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Jupiter is a gas giant and the biggest planet in the Solar System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Q3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Earth is the third planet from the Sun and  humans live on there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Earth is the only one that harbors life in the Solar System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Jupiter was named after the Roman god of the skies and lightning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735" name="Google Shape;735;p31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36" name="Google Shape;736;p31"/>
          <p:cNvGrpSpPr/>
          <p:nvPr/>
        </p:nvGrpSpPr>
        <p:grpSpPr>
          <a:xfrm>
            <a:off x="457195" y="1393258"/>
            <a:ext cx="3817243" cy="1622466"/>
            <a:chOff x="457195" y="1393258"/>
            <a:chExt cx="3817243" cy="1622466"/>
          </a:xfrm>
        </p:grpSpPr>
        <p:sp>
          <p:nvSpPr>
            <p:cNvPr id="737" name="Google Shape;737;p31"/>
            <p:cNvSpPr/>
            <p:nvPr/>
          </p:nvSpPr>
          <p:spPr>
            <a:xfrm>
              <a:off x="2907638" y="1655524"/>
              <a:ext cx="1366800" cy="136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01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738" name="Google Shape;738;p31"/>
            <p:cNvGrpSpPr/>
            <p:nvPr/>
          </p:nvGrpSpPr>
          <p:grpSpPr>
            <a:xfrm>
              <a:off x="457195" y="1393258"/>
              <a:ext cx="1986001" cy="780875"/>
              <a:chOff x="1703079" y="1342875"/>
              <a:chExt cx="1986001" cy="780875"/>
            </a:xfrm>
          </p:grpSpPr>
          <p:sp>
            <p:nvSpPr>
              <p:cNvPr id="739" name="Google Shape;739;p31"/>
              <p:cNvSpPr txBox="1"/>
              <p:nvPr/>
            </p:nvSpPr>
            <p:spPr>
              <a:xfrm>
                <a:off x="1703079" y="1342875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Saturn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740" name="Google Shape;740;p31"/>
              <p:cNvSpPr txBox="1"/>
              <p:nvPr/>
            </p:nvSpPr>
            <p:spPr>
              <a:xfrm>
                <a:off x="1703080" y="1638950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Saturn is a gas giant and has several rings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741" name="Google Shape;741;p31"/>
          <p:cNvGrpSpPr/>
          <p:nvPr/>
        </p:nvGrpSpPr>
        <p:grpSpPr>
          <a:xfrm>
            <a:off x="457195" y="3126716"/>
            <a:ext cx="3817243" cy="1172166"/>
            <a:chOff x="457195" y="3126716"/>
            <a:chExt cx="3817243" cy="1172166"/>
          </a:xfrm>
        </p:grpSpPr>
        <p:sp>
          <p:nvSpPr>
            <p:cNvPr id="742" name="Google Shape;742;p31"/>
            <p:cNvSpPr/>
            <p:nvPr/>
          </p:nvSpPr>
          <p:spPr>
            <a:xfrm>
              <a:off x="3360038" y="3126716"/>
              <a:ext cx="914400" cy="909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02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743" name="Google Shape;743;p31"/>
            <p:cNvGrpSpPr/>
            <p:nvPr/>
          </p:nvGrpSpPr>
          <p:grpSpPr>
            <a:xfrm>
              <a:off x="457195" y="3518007"/>
              <a:ext cx="1986001" cy="780875"/>
              <a:chOff x="3166119" y="3290475"/>
              <a:chExt cx="1986001" cy="780875"/>
            </a:xfrm>
          </p:grpSpPr>
          <p:sp>
            <p:nvSpPr>
              <p:cNvPr id="744" name="Google Shape;744;p31"/>
              <p:cNvSpPr txBox="1"/>
              <p:nvPr/>
            </p:nvSpPr>
            <p:spPr>
              <a:xfrm>
                <a:off x="3166119" y="3290475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Jupiter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745" name="Google Shape;745;p31"/>
              <p:cNvSpPr txBox="1"/>
              <p:nvPr/>
            </p:nvSpPr>
            <p:spPr>
              <a:xfrm>
                <a:off x="3166120" y="3586550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Jupiter is the biggest planet of them all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746" name="Google Shape;746;p31"/>
          <p:cNvGrpSpPr/>
          <p:nvPr/>
        </p:nvGrpSpPr>
        <p:grpSpPr>
          <a:xfrm>
            <a:off x="4387463" y="1867285"/>
            <a:ext cx="4295642" cy="1839900"/>
            <a:chOff x="4387463" y="1867285"/>
            <a:chExt cx="4295642" cy="1839900"/>
          </a:xfrm>
        </p:grpSpPr>
        <p:sp>
          <p:nvSpPr>
            <p:cNvPr id="747" name="Google Shape;747;p31"/>
            <p:cNvSpPr/>
            <p:nvPr/>
          </p:nvSpPr>
          <p:spPr>
            <a:xfrm>
              <a:off x="4387463" y="1867285"/>
              <a:ext cx="1848900" cy="1839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03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748" name="Google Shape;748;p31"/>
            <p:cNvGrpSpPr/>
            <p:nvPr/>
          </p:nvGrpSpPr>
          <p:grpSpPr>
            <a:xfrm>
              <a:off x="6697104" y="2455632"/>
              <a:ext cx="1986001" cy="780875"/>
              <a:chOff x="4924750" y="1349224"/>
              <a:chExt cx="1986001" cy="780875"/>
            </a:xfrm>
          </p:grpSpPr>
          <p:sp>
            <p:nvSpPr>
              <p:cNvPr id="749" name="Google Shape;749;p31"/>
              <p:cNvSpPr txBox="1"/>
              <p:nvPr/>
            </p:nvSpPr>
            <p:spPr>
              <a:xfrm>
                <a:off x="4924750" y="1349224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Venus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750" name="Google Shape;750;p31"/>
              <p:cNvSpPr txBox="1"/>
              <p:nvPr/>
            </p:nvSpPr>
            <p:spPr>
              <a:xfrm>
                <a:off x="4924751" y="1645299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Venus is the second planet from the Sun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cxnSp>
        <p:nvCxnSpPr>
          <p:cNvPr id="751" name="Google Shape;751;p31"/>
          <p:cNvCxnSpPr>
            <a:stCxn id="737" idx="1"/>
            <a:endCxn id="739" idx="3"/>
          </p:cNvCxnSpPr>
          <p:nvPr/>
        </p:nvCxnSpPr>
        <p:spPr>
          <a:xfrm rot="10800000">
            <a:off x="2443238" y="1592524"/>
            <a:ext cx="464400" cy="7431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31"/>
          <p:cNvCxnSpPr>
            <a:stCxn id="742" idx="1"/>
            <a:endCxn id="744" idx="3"/>
          </p:cNvCxnSpPr>
          <p:nvPr/>
        </p:nvCxnSpPr>
        <p:spPr>
          <a:xfrm flipH="1">
            <a:off x="2443238" y="3581666"/>
            <a:ext cx="916800" cy="1356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31"/>
          <p:cNvCxnSpPr>
            <a:stCxn id="747" idx="3"/>
            <a:endCxn id="749" idx="1"/>
          </p:cNvCxnSpPr>
          <p:nvPr/>
        </p:nvCxnSpPr>
        <p:spPr>
          <a:xfrm flipH="1" rot="10800000">
            <a:off x="6236363" y="2654935"/>
            <a:ext cx="460800" cy="1323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759" name="Google Shape;759;p32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0" name="Google Shape;760;p32"/>
          <p:cNvSpPr/>
          <p:nvPr/>
        </p:nvSpPr>
        <p:spPr>
          <a:xfrm>
            <a:off x="3395400" y="1138833"/>
            <a:ext cx="23532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Objectives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761" name="Google Shape;761;p32"/>
          <p:cNvGrpSpPr/>
          <p:nvPr/>
        </p:nvGrpSpPr>
        <p:grpSpPr>
          <a:xfrm>
            <a:off x="531150" y="1981343"/>
            <a:ext cx="1828800" cy="2571964"/>
            <a:chOff x="531150" y="1981343"/>
            <a:chExt cx="1828800" cy="2571964"/>
          </a:xfrm>
        </p:grpSpPr>
        <p:sp>
          <p:nvSpPr>
            <p:cNvPr id="762" name="Google Shape;762;p32"/>
            <p:cNvSpPr txBox="1"/>
            <p:nvPr/>
          </p:nvSpPr>
          <p:spPr>
            <a:xfrm>
              <a:off x="759750" y="1981343"/>
              <a:ext cx="13716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Area  01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63" name="Google Shape;763;p32"/>
            <p:cNvSpPr txBox="1"/>
            <p:nvPr/>
          </p:nvSpPr>
          <p:spPr>
            <a:xfrm>
              <a:off x="531150" y="3673707"/>
              <a:ext cx="1828800" cy="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1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2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3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4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764" name="Google Shape;764;p32"/>
          <p:cNvGrpSpPr/>
          <p:nvPr/>
        </p:nvGrpSpPr>
        <p:grpSpPr>
          <a:xfrm>
            <a:off x="2615450" y="1981343"/>
            <a:ext cx="1828800" cy="2571964"/>
            <a:chOff x="2615450" y="1981343"/>
            <a:chExt cx="1828800" cy="2571964"/>
          </a:xfrm>
        </p:grpSpPr>
        <p:sp>
          <p:nvSpPr>
            <p:cNvPr id="765" name="Google Shape;765;p32"/>
            <p:cNvSpPr txBox="1"/>
            <p:nvPr/>
          </p:nvSpPr>
          <p:spPr>
            <a:xfrm>
              <a:off x="2844050" y="1981343"/>
              <a:ext cx="13716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Area 02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66" name="Google Shape;766;p32"/>
            <p:cNvSpPr txBox="1"/>
            <p:nvPr/>
          </p:nvSpPr>
          <p:spPr>
            <a:xfrm>
              <a:off x="2615450" y="3673707"/>
              <a:ext cx="1828800" cy="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1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2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3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4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767" name="Google Shape;767;p32"/>
          <p:cNvGrpSpPr/>
          <p:nvPr/>
        </p:nvGrpSpPr>
        <p:grpSpPr>
          <a:xfrm>
            <a:off x="4699750" y="1981343"/>
            <a:ext cx="1828800" cy="2571964"/>
            <a:chOff x="4699750" y="1981343"/>
            <a:chExt cx="1828800" cy="2571964"/>
          </a:xfrm>
        </p:grpSpPr>
        <p:sp>
          <p:nvSpPr>
            <p:cNvPr id="768" name="Google Shape;768;p32"/>
            <p:cNvSpPr txBox="1"/>
            <p:nvPr/>
          </p:nvSpPr>
          <p:spPr>
            <a:xfrm>
              <a:off x="4928616" y="1981343"/>
              <a:ext cx="13716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Area 03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69" name="Google Shape;769;p32"/>
            <p:cNvSpPr txBox="1"/>
            <p:nvPr/>
          </p:nvSpPr>
          <p:spPr>
            <a:xfrm>
              <a:off x="4699750" y="3673707"/>
              <a:ext cx="1828800" cy="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1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2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3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4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770" name="Google Shape;770;p32"/>
          <p:cNvGrpSpPr/>
          <p:nvPr/>
        </p:nvGrpSpPr>
        <p:grpSpPr>
          <a:xfrm>
            <a:off x="6784050" y="1981343"/>
            <a:ext cx="1828800" cy="2571964"/>
            <a:chOff x="6784050" y="1981343"/>
            <a:chExt cx="1828800" cy="2571964"/>
          </a:xfrm>
        </p:grpSpPr>
        <p:sp>
          <p:nvSpPr>
            <p:cNvPr id="771" name="Google Shape;771;p32"/>
            <p:cNvSpPr txBox="1"/>
            <p:nvPr/>
          </p:nvSpPr>
          <p:spPr>
            <a:xfrm>
              <a:off x="7013448" y="1981343"/>
              <a:ext cx="13716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Area 04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72" name="Google Shape;772;p32"/>
            <p:cNvSpPr txBox="1"/>
            <p:nvPr/>
          </p:nvSpPr>
          <p:spPr>
            <a:xfrm>
              <a:off x="6784050" y="3673707"/>
              <a:ext cx="1828800" cy="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1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2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3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4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773" name="Google Shape;773;p32"/>
          <p:cNvSpPr/>
          <p:nvPr/>
        </p:nvSpPr>
        <p:spPr>
          <a:xfrm>
            <a:off x="988350" y="2689153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4" name="Google Shape;774;p32"/>
          <p:cNvSpPr/>
          <p:nvPr/>
        </p:nvSpPr>
        <p:spPr>
          <a:xfrm>
            <a:off x="3072650" y="2689153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5156950" y="2689153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6" name="Google Shape;776;p32"/>
          <p:cNvSpPr/>
          <p:nvPr/>
        </p:nvSpPr>
        <p:spPr>
          <a:xfrm>
            <a:off x="7242048" y="2689153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777" name="Google Shape;777;p32"/>
          <p:cNvCxnSpPr>
            <a:stCxn id="760" idx="1"/>
            <a:endCxn id="762" idx="0"/>
          </p:cNvCxnSpPr>
          <p:nvPr/>
        </p:nvCxnSpPr>
        <p:spPr>
          <a:xfrm flipH="1">
            <a:off x="1445700" y="1367433"/>
            <a:ext cx="1949700" cy="61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32"/>
          <p:cNvCxnSpPr>
            <a:stCxn id="760" idx="3"/>
            <a:endCxn id="771" idx="0"/>
          </p:cNvCxnSpPr>
          <p:nvPr/>
        </p:nvCxnSpPr>
        <p:spPr>
          <a:xfrm>
            <a:off x="5748600" y="1367433"/>
            <a:ext cx="1950600" cy="61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32"/>
          <p:cNvCxnSpPr>
            <a:stCxn id="760" idx="2"/>
            <a:endCxn id="765" idx="0"/>
          </p:cNvCxnSpPr>
          <p:nvPr/>
        </p:nvCxnSpPr>
        <p:spPr>
          <a:xfrm rot="5400000">
            <a:off x="3858300" y="1267533"/>
            <a:ext cx="385200" cy="10422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0" name="Google Shape;780;p32"/>
          <p:cNvCxnSpPr>
            <a:stCxn id="760" idx="2"/>
            <a:endCxn id="768" idx="0"/>
          </p:cNvCxnSpPr>
          <p:nvPr/>
        </p:nvCxnSpPr>
        <p:spPr>
          <a:xfrm flipH="1" rot="-5400000">
            <a:off x="4900650" y="1267383"/>
            <a:ext cx="385200" cy="10425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1" name="Google Shape;781;p32"/>
          <p:cNvCxnSpPr>
            <a:stCxn id="762" idx="2"/>
            <a:endCxn id="773" idx="0"/>
          </p:cNvCxnSpPr>
          <p:nvPr/>
        </p:nvCxnSpPr>
        <p:spPr>
          <a:xfrm flipH="1" rot="-5400000">
            <a:off x="1291350" y="2534243"/>
            <a:ext cx="309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32"/>
          <p:cNvCxnSpPr>
            <a:stCxn id="765" idx="2"/>
            <a:endCxn id="774" idx="0"/>
          </p:cNvCxnSpPr>
          <p:nvPr/>
        </p:nvCxnSpPr>
        <p:spPr>
          <a:xfrm flipH="1" rot="-5400000">
            <a:off x="3375650" y="2534243"/>
            <a:ext cx="309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32"/>
          <p:cNvCxnSpPr>
            <a:stCxn id="768" idx="2"/>
            <a:endCxn id="775" idx="0"/>
          </p:cNvCxnSpPr>
          <p:nvPr/>
        </p:nvCxnSpPr>
        <p:spPr>
          <a:xfrm flipH="1" rot="-5400000">
            <a:off x="5460216" y="2534243"/>
            <a:ext cx="309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32"/>
          <p:cNvCxnSpPr>
            <a:stCxn id="771" idx="2"/>
            <a:endCxn id="776" idx="0"/>
          </p:cNvCxnSpPr>
          <p:nvPr/>
        </p:nvCxnSpPr>
        <p:spPr>
          <a:xfrm flipH="1" rot="-5400000">
            <a:off x="7545048" y="2534243"/>
            <a:ext cx="309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85" name="Google Shape;785;p32"/>
          <p:cNvGrpSpPr/>
          <p:nvPr/>
        </p:nvGrpSpPr>
        <p:grpSpPr>
          <a:xfrm>
            <a:off x="1230921" y="2903589"/>
            <a:ext cx="429278" cy="488465"/>
            <a:chOff x="12568" y="2915629"/>
            <a:chExt cx="429278" cy="488465"/>
          </a:xfrm>
        </p:grpSpPr>
        <p:sp>
          <p:nvSpPr>
            <p:cNvPr id="786" name="Google Shape;786;p32"/>
            <p:cNvSpPr/>
            <p:nvPr/>
          </p:nvSpPr>
          <p:spPr>
            <a:xfrm>
              <a:off x="196510" y="3067646"/>
              <a:ext cx="245336" cy="336448"/>
            </a:xfrm>
            <a:custGeom>
              <a:rect b="b" l="l" r="r" t="t"/>
              <a:pathLst>
                <a:path extrusionOk="0" h="13748" w="10026">
                  <a:moveTo>
                    <a:pt x="9025" y="10794"/>
                  </a:moveTo>
                  <a:lnTo>
                    <a:pt x="7073" y="12751"/>
                  </a:lnTo>
                  <a:lnTo>
                    <a:pt x="7073" y="10890"/>
                  </a:lnTo>
                  <a:cubicBezTo>
                    <a:pt x="7073" y="10840"/>
                    <a:pt x="7114" y="10794"/>
                    <a:pt x="7169" y="10794"/>
                  </a:cubicBezTo>
                  <a:close/>
                  <a:moveTo>
                    <a:pt x="6693" y="1"/>
                  </a:moveTo>
                  <a:cubicBezTo>
                    <a:pt x="6533" y="1"/>
                    <a:pt x="6401" y="133"/>
                    <a:pt x="6401" y="293"/>
                  </a:cubicBezTo>
                  <a:cubicBezTo>
                    <a:pt x="6401" y="458"/>
                    <a:pt x="6533" y="586"/>
                    <a:pt x="6693" y="586"/>
                  </a:cubicBezTo>
                  <a:lnTo>
                    <a:pt x="9340" y="586"/>
                  </a:lnTo>
                  <a:cubicBezTo>
                    <a:pt x="9395" y="586"/>
                    <a:pt x="9441" y="632"/>
                    <a:pt x="9441" y="687"/>
                  </a:cubicBezTo>
                  <a:lnTo>
                    <a:pt x="9441" y="10209"/>
                  </a:lnTo>
                  <a:lnTo>
                    <a:pt x="7169" y="10209"/>
                  </a:lnTo>
                  <a:cubicBezTo>
                    <a:pt x="6794" y="10209"/>
                    <a:pt x="6487" y="10516"/>
                    <a:pt x="6487" y="10890"/>
                  </a:cubicBezTo>
                  <a:lnTo>
                    <a:pt x="6487" y="13163"/>
                  </a:lnTo>
                  <a:lnTo>
                    <a:pt x="682" y="13163"/>
                  </a:lnTo>
                  <a:cubicBezTo>
                    <a:pt x="627" y="13163"/>
                    <a:pt x="586" y="13121"/>
                    <a:pt x="586" y="13067"/>
                  </a:cubicBezTo>
                  <a:lnTo>
                    <a:pt x="586" y="10360"/>
                  </a:lnTo>
                  <a:cubicBezTo>
                    <a:pt x="586" y="10200"/>
                    <a:pt x="453" y="10068"/>
                    <a:pt x="293" y="10068"/>
                  </a:cubicBezTo>
                  <a:cubicBezTo>
                    <a:pt x="128" y="10068"/>
                    <a:pt x="0" y="10200"/>
                    <a:pt x="0" y="10360"/>
                  </a:cubicBezTo>
                  <a:lnTo>
                    <a:pt x="0" y="13067"/>
                  </a:lnTo>
                  <a:cubicBezTo>
                    <a:pt x="0" y="13441"/>
                    <a:pt x="307" y="13748"/>
                    <a:pt x="682" y="13748"/>
                  </a:cubicBezTo>
                  <a:lnTo>
                    <a:pt x="6780" y="13748"/>
                  </a:lnTo>
                  <a:cubicBezTo>
                    <a:pt x="6858" y="13748"/>
                    <a:pt x="6931" y="13716"/>
                    <a:pt x="6986" y="13661"/>
                  </a:cubicBezTo>
                  <a:lnTo>
                    <a:pt x="9939" y="10708"/>
                  </a:lnTo>
                  <a:cubicBezTo>
                    <a:pt x="9994" y="10653"/>
                    <a:pt x="10026" y="10580"/>
                    <a:pt x="10026" y="10502"/>
                  </a:cubicBezTo>
                  <a:lnTo>
                    <a:pt x="10026" y="687"/>
                  </a:lnTo>
                  <a:cubicBezTo>
                    <a:pt x="10026" y="307"/>
                    <a:pt x="9720" y="1"/>
                    <a:pt x="9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2"/>
            <p:cNvSpPr/>
            <p:nvPr/>
          </p:nvSpPr>
          <p:spPr>
            <a:xfrm>
              <a:off x="12568" y="2915629"/>
              <a:ext cx="332058" cy="380963"/>
            </a:xfrm>
            <a:custGeom>
              <a:rect b="b" l="l" r="r" t="t"/>
              <a:pathLst>
                <a:path extrusionOk="0" h="15567" w="13570">
                  <a:moveTo>
                    <a:pt x="7073" y="997"/>
                  </a:moveTo>
                  <a:lnTo>
                    <a:pt x="9030" y="2953"/>
                  </a:lnTo>
                  <a:lnTo>
                    <a:pt x="7169" y="2953"/>
                  </a:lnTo>
                  <a:cubicBezTo>
                    <a:pt x="7114" y="2953"/>
                    <a:pt x="7073" y="2908"/>
                    <a:pt x="7073" y="2853"/>
                  </a:cubicBezTo>
                  <a:lnTo>
                    <a:pt x="7073" y="997"/>
                  </a:lnTo>
                  <a:close/>
                  <a:moveTo>
                    <a:pt x="6488" y="585"/>
                  </a:moveTo>
                  <a:lnTo>
                    <a:pt x="6488" y="2853"/>
                  </a:lnTo>
                  <a:cubicBezTo>
                    <a:pt x="6488" y="3232"/>
                    <a:pt x="6794" y="3538"/>
                    <a:pt x="7169" y="3538"/>
                  </a:cubicBezTo>
                  <a:lnTo>
                    <a:pt x="9441" y="3538"/>
                  </a:lnTo>
                  <a:lnTo>
                    <a:pt x="9441" y="13061"/>
                  </a:lnTo>
                  <a:cubicBezTo>
                    <a:pt x="9441" y="13116"/>
                    <a:pt x="9395" y="13157"/>
                    <a:pt x="9345" y="13157"/>
                  </a:cubicBezTo>
                  <a:lnTo>
                    <a:pt x="682" y="13157"/>
                  </a:lnTo>
                  <a:cubicBezTo>
                    <a:pt x="627" y="13157"/>
                    <a:pt x="586" y="13116"/>
                    <a:pt x="586" y="13061"/>
                  </a:cubicBezTo>
                  <a:lnTo>
                    <a:pt x="586" y="681"/>
                  </a:lnTo>
                  <a:cubicBezTo>
                    <a:pt x="586" y="626"/>
                    <a:pt x="627" y="585"/>
                    <a:pt x="682" y="585"/>
                  </a:cubicBezTo>
                  <a:close/>
                  <a:moveTo>
                    <a:pt x="682" y="0"/>
                  </a:moveTo>
                  <a:cubicBezTo>
                    <a:pt x="307" y="0"/>
                    <a:pt x="1" y="306"/>
                    <a:pt x="1" y="681"/>
                  </a:cubicBezTo>
                  <a:lnTo>
                    <a:pt x="1" y="13061"/>
                  </a:lnTo>
                  <a:cubicBezTo>
                    <a:pt x="1" y="13436"/>
                    <a:pt x="307" y="13742"/>
                    <a:pt x="682" y="13742"/>
                  </a:cubicBezTo>
                  <a:lnTo>
                    <a:pt x="7516" y="13742"/>
                  </a:lnTo>
                  <a:lnTo>
                    <a:pt x="7516" y="15274"/>
                  </a:lnTo>
                  <a:cubicBezTo>
                    <a:pt x="7516" y="15434"/>
                    <a:pt x="7644" y="15566"/>
                    <a:pt x="7809" y="15566"/>
                  </a:cubicBezTo>
                  <a:cubicBezTo>
                    <a:pt x="7969" y="15566"/>
                    <a:pt x="8102" y="15434"/>
                    <a:pt x="8102" y="15274"/>
                  </a:cubicBezTo>
                  <a:lnTo>
                    <a:pt x="8102" y="13742"/>
                  </a:lnTo>
                  <a:lnTo>
                    <a:pt x="9345" y="13742"/>
                  </a:lnTo>
                  <a:cubicBezTo>
                    <a:pt x="9720" y="13742"/>
                    <a:pt x="10026" y="13436"/>
                    <a:pt x="10026" y="13061"/>
                  </a:cubicBezTo>
                  <a:lnTo>
                    <a:pt x="10026" y="10021"/>
                  </a:lnTo>
                  <a:lnTo>
                    <a:pt x="11119" y="10021"/>
                  </a:lnTo>
                  <a:cubicBezTo>
                    <a:pt x="11283" y="10021"/>
                    <a:pt x="11411" y="9888"/>
                    <a:pt x="11411" y="9728"/>
                  </a:cubicBezTo>
                  <a:cubicBezTo>
                    <a:pt x="11411" y="9568"/>
                    <a:pt x="11283" y="9436"/>
                    <a:pt x="11119" y="9436"/>
                  </a:cubicBezTo>
                  <a:lnTo>
                    <a:pt x="10026" y="9436"/>
                  </a:lnTo>
                  <a:lnTo>
                    <a:pt x="10026" y="8983"/>
                  </a:lnTo>
                  <a:lnTo>
                    <a:pt x="13277" y="8983"/>
                  </a:lnTo>
                  <a:cubicBezTo>
                    <a:pt x="13437" y="8983"/>
                    <a:pt x="13569" y="8855"/>
                    <a:pt x="13569" y="8691"/>
                  </a:cubicBezTo>
                  <a:cubicBezTo>
                    <a:pt x="13569" y="8531"/>
                    <a:pt x="13437" y="8398"/>
                    <a:pt x="13277" y="8398"/>
                  </a:cubicBezTo>
                  <a:lnTo>
                    <a:pt x="10026" y="8398"/>
                  </a:lnTo>
                  <a:lnTo>
                    <a:pt x="10026" y="6798"/>
                  </a:lnTo>
                  <a:lnTo>
                    <a:pt x="12911" y="6798"/>
                  </a:lnTo>
                  <a:cubicBezTo>
                    <a:pt x="13071" y="6798"/>
                    <a:pt x="13203" y="6670"/>
                    <a:pt x="13203" y="6505"/>
                  </a:cubicBezTo>
                  <a:cubicBezTo>
                    <a:pt x="13203" y="6345"/>
                    <a:pt x="13071" y="6213"/>
                    <a:pt x="12911" y="6213"/>
                  </a:cubicBezTo>
                  <a:lnTo>
                    <a:pt x="10026" y="6213"/>
                  </a:lnTo>
                  <a:lnTo>
                    <a:pt x="10026" y="3246"/>
                  </a:lnTo>
                  <a:cubicBezTo>
                    <a:pt x="10026" y="3168"/>
                    <a:pt x="9994" y="3090"/>
                    <a:pt x="9939" y="3036"/>
                  </a:cubicBezTo>
                  <a:lnTo>
                    <a:pt x="6986" y="82"/>
                  </a:lnTo>
                  <a:cubicBezTo>
                    <a:pt x="6931" y="27"/>
                    <a:pt x="6858" y="0"/>
                    <a:pt x="6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2"/>
            <p:cNvSpPr/>
            <p:nvPr/>
          </p:nvSpPr>
          <p:spPr>
            <a:xfrm>
              <a:off x="232315" y="3310649"/>
              <a:ext cx="104511" cy="14341"/>
            </a:xfrm>
            <a:custGeom>
              <a:rect b="b" l="l" r="r" t="t"/>
              <a:pathLst>
                <a:path extrusionOk="0" h="586" w="4271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3978" y="586"/>
                  </a:lnTo>
                  <a:cubicBezTo>
                    <a:pt x="4138" y="586"/>
                    <a:pt x="4270" y="458"/>
                    <a:pt x="4270" y="293"/>
                  </a:cubicBezTo>
                  <a:cubicBezTo>
                    <a:pt x="4270" y="133"/>
                    <a:pt x="4138" y="0"/>
                    <a:pt x="39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2"/>
            <p:cNvSpPr/>
            <p:nvPr/>
          </p:nvSpPr>
          <p:spPr>
            <a:xfrm>
              <a:off x="298760" y="3337934"/>
              <a:ext cx="38075" cy="14341"/>
            </a:xfrm>
            <a:custGeom>
              <a:rect b="b" l="l" r="r" t="t"/>
              <a:pathLst>
                <a:path extrusionOk="0" h="586" w="155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1263" y="586"/>
                  </a:lnTo>
                  <a:cubicBezTo>
                    <a:pt x="1423" y="586"/>
                    <a:pt x="1555" y="453"/>
                    <a:pt x="1555" y="293"/>
                  </a:cubicBezTo>
                  <a:cubicBezTo>
                    <a:pt x="1555" y="133"/>
                    <a:pt x="1423" y="1"/>
                    <a:pt x="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2"/>
            <p:cNvSpPr/>
            <p:nvPr/>
          </p:nvSpPr>
          <p:spPr>
            <a:xfrm>
              <a:off x="232315" y="3337934"/>
              <a:ext cx="53149" cy="14341"/>
            </a:xfrm>
            <a:custGeom>
              <a:rect b="b" l="l" r="r" t="t"/>
              <a:pathLst>
                <a:path extrusionOk="0" h="586" w="2172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879" y="586"/>
                  </a:lnTo>
                  <a:cubicBezTo>
                    <a:pt x="2044" y="586"/>
                    <a:pt x="2172" y="453"/>
                    <a:pt x="2172" y="293"/>
                  </a:cubicBezTo>
                  <a:cubicBezTo>
                    <a:pt x="2172" y="133"/>
                    <a:pt x="2044" y="1"/>
                    <a:pt x="1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2"/>
            <p:cNvSpPr/>
            <p:nvPr/>
          </p:nvSpPr>
          <p:spPr>
            <a:xfrm>
              <a:off x="91446" y="3020343"/>
              <a:ext cx="47570" cy="82815"/>
            </a:xfrm>
            <a:custGeom>
              <a:rect b="b" l="l" r="r" t="t"/>
              <a:pathLst>
                <a:path extrusionOk="0" h="3384" w="1944">
                  <a:moveTo>
                    <a:pt x="974" y="0"/>
                  </a:moveTo>
                  <a:cubicBezTo>
                    <a:pt x="810" y="0"/>
                    <a:pt x="682" y="128"/>
                    <a:pt x="682" y="293"/>
                  </a:cubicBezTo>
                  <a:lnTo>
                    <a:pt x="682" y="389"/>
                  </a:lnTo>
                  <a:cubicBezTo>
                    <a:pt x="298" y="453"/>
                    <a:pt x="1" y="791"/>
                    <a:pt x="1" y="1193"/>
                  </a:cubicBezTo>
                  <a:cubicBezTo>
                    <a:pt x="1" y="1641"/>
                    <a:pt x="366" y="2002"/>
                    <a:pt x="814" y="2002"/>
                  </a:cubicBezTo>
                  <a:lnTo>
                    <a:pt x="1130" y="2002"/>
                  </a:lnTo>
                  <a:cubicBezTo>
                    <a:pt x="1258" y="2002"/>
                    <a:pt x="1358" y="2108"/>
                    <a:pt x="1358" y="2231"/>
                  </a:cubicBezTo>
                  <a:cubicBezTo>
                    <a:pt x="1358" y="2359"/>
                    <a:pt x="1258" y="2460"/>
                    <a:pt x="1130" y="2460"/>
                  </a:cubicBezTo>
                  <a:lnTo>
                    <a:pt x="814" y="2460"/>
                  </a:lnTo>
                  <a:cubicBezTo>
                    <a:pt x="723" y="2460"/>
                    <a:pt x="641" y="2405"/>
                    <a:pt x="604" y="2322"/>
                  </a:cubicBezTo>
                  <a:cubicBezTo>
                    <a:pt x="556" y="2210"/>
                    <a:pt x="450" y="2143"/>
                    <a:pt x="336" y="2143"/>
                  </a:cubicBezTo>
                  <a:cubicBezTo>
                    <a:pt x="298" y="2143"/>
                    <a:pt x="258" y="2151"/>
                    <a:pt x="220" y="2167"/>
                  </a:cubicBezTo>
                  <a:cubicBezTo>
                    <a:pt x="74" y="2226"/>
                    <a:pt x="5" y="2400"/>
                    <a:pt x="65" y="2551"/>
                  </a:cubicBezTo>
                  <a:cubicBezTo>
                    <a:pt x="174" y="2807"/>
                    <a:pt x="407" y="2990"/>
                    <a:pt x="682" y="3036"/>
                  </a:cubicBezTo>
                  <a:lnTo>
                    <a:pt x="682" y="3090"/>
                  </a:lnTo>
                  <a:cubicBezTo>
                    <a:pt x="682" y="3250"/>
                    <a:pt x="810" y="3383"/>
                    <a:pt x="974" y="3383"/>
                  </a:cubicBezTo>
                  <a:cubicBezTo>
                    <a:pt x="1134" y="3383"/>
                    <a:pt x="1267" y="3250"/>
                    <a:pt x="1267" y="3090"/>
                  </a:cubicBezTo>
                  <a:lnTo>
                    <a:pt x="1267" y="3031"/>
                  </a:lnTo>
                  <a:cubicBezTo>
                    <a:pt x="1651" y="2967"/>
                    <a:pt x="1944" y="2633"/>
                    <a:pt x="1944" y="2231"/>
                  </a:cubicBezTo>
                  <a:cubicBezTo>
                    <a:pt x="1944" y="1783"/>
                    <a:pt x="1578" y="1417"/>
                    <a:pt x="1130" y="1417"/>
                  </a:cubicBezTo>
                  <a:lnTo>
                    <a:pt x="814" y="1417"/>
                  </a:lnTo>
                  <a:cubicBezTo>
                    <a:pt x="691" y="1417"/>
                    <a:pt x="586" y="1317"/>
                    <a:pt x="586" y="1193"/>
                  </a:cubicBezTo>
                  <a:cubicBezTo>
                    <a:pt x="586" y="1065"/>
                    <a:pt x="691" y="965"/>
                    <a:pt x="814" y="965"/>
                  </a:cubicBezTo>
                  <a:lnTo>
                    <a:pt x="1130" y="965"/>
                  </a:lnTo>
                  <a:cubicBezTo>
                    <a:pt x="1207" y="965"/>
                    <a:pt x="1276" y="1001"/>
                    <a:pt x="1317" y="1065"/>
                  </a:cubicBezTo>
                  <a:cubicBezTo>
                    <a:pt x="1374" y="1148"/>
                    <a:pt x="1467" y="1193"/>
                    <a:pt x="1561" y="1193"/>
                  </a:cubicBezTo>
                  <a:cubicBezTo>
                    <a:pt x="1618" y="1193"/>
                    <a:pt x="1674" y="1177"/>
                    <a:pt x="1724" y="1143"/>
                  </a:cubicBezTo>
                  <a:cubicBezTo>
                    <a:pt x="1861" y="1052"/>
                    <a:pt x="1893" y="869"/>
                    <a:pt x="1802" y="736"/>
                  </a:cubicBezTo>
                  <a:cubicBezTo>
                    <a:pt x="1678" y="549"/>
                    <a:pt x="1482" y="425"/>
                    <a:pt x="1267" y="389"/>
                  </a:cubicBezTo>
                  <a:lnTo>
                    <a:pt x="1267" y="293"/>
                  </a:lnTo>
                  <a:cubicBezTo>
                    <a:pt x="1267" y="128"/>
                    <a:pt x="1134" y="0"/>
                    <a:pt x="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2"/>
            <p:cNvSpPr/>
            <p:nvPr/>
          </p:nvSpPr>
          <p:spPr>
            <a:xfrm>
              <a:off x="48372" y="2994941"/>
              <a:ext cx="133704" cy="133595"/>
            </a:xfrm>
            <a:custGeom>
              <a:rect b="b" l="l" r="r" t="t"/>
              <a:pathLst>
                <a:path extrusionOk="0" h="5459" w="5464">
                  <a:moveTo>
                    <a:pt x="2734" y="0"/>
                  </a:moveTo>
                  <a:cubicBezTo>
                    <a:pt x="1226" y="0"/>
                    <a:pt x="0" y="1225"/>
                    <a:pt x="0" y="2730"/>
                  </a:cubicBezTo>
                  <a:cubicBezTo>
                    <a:pt x="0" y="3237"/>
                    <a:pt x="142" y="3731"/>
                    <a:pt x="407" y="4160"/>
                  </a:cubicBezTo>
                  <a:cubicBezTo>
                    <a:pt x="461" y="4250"/>
                    <a:pt x="558" y="4299"/>
                    <a:pt x="657" y="4299"/>
                  </a:cubicBezTo>
                  <a:cubicBezTo>
                    <a:pt x="709" y="4299"/>
                    <a:pt x="762" y="4285"/>
                    <a:pt x="810" y="4256"/>
                  </a:cubicBezTo>
                  <a:cubicBezTo>
                    <a:pt x="947" y="4170"/>
                    <a:pt x="988" y="3991"/>
                    <a:pt x="906" y="3854"/>
                  </a:cubicBezTo>
                  <a:cubicBezTo>
                    <a:pt x="695" y="3516"/>
                    <a:pt x="586" y="3127"/>
                    <a:pt x="586" y="2730"/>
                  </a:cubicBezTo>
                  <a:cubicBezTo>
                    <a:pt x="586" y="1545"/>
                    <a:pt x="1550" y="585"/>
                    <a:pt x="2734" y="585"/>
                  </a:cubicBezTo>
                  <a:cubicBezTo>
                    <a:pt x="3914" y="585"/>
                    <a:pt x="4878" y="1545"/>
                    <a:pt x="4878" y="2730"/>
                  </a:cubicBezTo>
                  <a:cubicBezTo>
                    <a:pt x="4878" y="3914"/>
                    <a:pt x="3914" y="4874"/>
                    <a:pt x="2734" y="4874"/>
                  </a:cubicBezTo>
                  <a:cubicBezTo>
                    <a:pt x="2382" y="4874"/>
                    <a:pt x="2049" y="4791"/>
                    <a:pt x="1742" y="4631"/>
                  </a:cubicBezTo>
                  <a:cubicBezTo>
                    <a:pt x="1700" y="4609"/>
                    <a:pt x="1654" y="4599"/>
                    <a:pt x="1609" y="4599"/>
                  </a:cubicBezTo>
                  <a:cubicBezTo>
                    <a:pt x="1503" y="4599"/>
                    <a:pt x="1400" y="4656"/>
                    <a:pt x="1349" y="4755"/>
                  </a:cubicBezTo>
                  <a:cubicBezTo>
                    <a:pt x="1271" y="4901"/>
                    <a:pt x="1331" y="5075"/>
                    <a:pt x="1473" y="5152"/>
                  </a:cubicBezTo>
                  <a:cubicBezTo>
                    <a:pt x="1861" y="5354"/>
                    <a:pt x="2295" y="5459"/>
                    <a:pt x="2734" y="5459"/>
                  </a:cubicBezTo>
                  <a:cubicBezTo>
                    <a:pt x="4238" y="5459"/>
                    <a:pt x="5464" y="4234"/>
                    <a:pt x="5464" y="2730"/>
                  </a:cubicBezTo>
                  <a:cubicBezTo>
                    <a:pt x="5464" y="1225"/>
                    <a:pt x="4238" y="0"/>
                    <a:pt x="2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2"/>
            <p:cNvSpPr/>
            <p:nvPr/>
          </p:nvSpPr>
          <p:spPr>
            <a:xfrm>
              <a:off x="197293" y="3054554"/>
              <a:ext cx="24862" cy="14365"/>
            </a:xfrm>
            <a:custGeom>
              <a:rect b="b" l="l" r="r" t="t"/>
              <a:pathLst>
                <a:path extrusionOk="0" h="587" w="1016">
                  <a:moveTo>
                    <a:pt x="293" y="1"/>
                  </a:moveTo>
                  <a:cubicBezTo>
                    <a:pt x="133" y="1"/>
                    <a:pt x="0" y="129"/>
                    <a:pt x="0" y="294"/>
                  </a:cubicBezTo>
                  <a:cubicBezTo>
                    <a:pt x="0" y="454"/>
                    <a:pt x="128" y="586"/>
                    <a:pt x="293" y="586"/>
                  </a:cubicBezTo>
                  <a:lnTo>
                    <a:pt x="723" y="586"/>
                  </a:lnTo>
                  <a:cubicBezTo>
                    <a:pt x="883" y="586"/>
                    <a:pt x="1011" y="454"/>
                    <a:pt x="1015" y="294"/>
                  </a:cubicBezTo>
                  <a:cubicBezTo>
                    <a:pt x="1015" y="134"/>
                    <a:pt x="883" y="1"/>
                    <a:pt x="7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2"/>
            <p:cNvSpPr/>
            <p:nvPr/>
          </p:nvSpPr>
          <p:spPr>
            <a:xfrm>
              <a:off x="191811" y="3022888"/>
              <a:ext cx="25424" cy="19725"/>
            </a:xfrm>
            <a:custGeom>
              <a:rect b="b" l="l" r="r" t="t"/>
              <a:pathLst>
                <a:path extrusionOk="0" h="806" w="1039">
                  <a:moveTo>
                    <a:pt x="707" y="0"/>
                  </a:moveTo>
                  <a:cubicBezTo>
                    <a:pt x="655" y="0"/>
                    <a:pt x="602" y="14"/>
                    <a:pt x="553" y="42"/>
                  </a:cubicBezTo>
                  <a:lnTo>
                    <a:pt x="183" y="262"/>
                  </a:lnTo>
                  <a:cubicBezTo>
                    <a:pt x="46" y="349"/>
                    <a:pt x="0" y="527"/>
                    <a:pt x="83" y="664"/>
                  </a:cubicBezTo>
                  <a:cubicBezTo>
                    <a:pt x="137" y="756"/>
                    <a:pt x="233" y="806"/>
                    <a:pt x="334" y="806"/>
                  </a:cubicBezTo>
                  <a:cubicBezTo>
                    <a:pt x="384" y="806"/>
                    <a:pt x="435" y="792"/>
                    <a:pt x="485" y="765"/>
                  </a:cubicBezTo>
                  <a:lnTo>
                    <a:pt x="855" y="541"/>
                  </a:lnTo>
                  <a:cubicBezTo>
                    <a:pt x="992" y="458"/>
                    <a:pt x="1038" y="280"/>
                    <a:pt x="956" y="143"/>
                  </a:cubicBezTo>
                  <a:cubicBezTo>
                    <a:pt x="902" y="50"/>
                    <a:pt x="807" y="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2"/>
            <p:cNvSpPr/>
            <p:nvPr/>
          </p:nvSpPr>
          <p:spPr>
            <a:xfrm>
              <a:off x="191591" y="3080738"/>
              <a:ext cx="25522" cy="19823"/>
            </a:xfrm>
            <a:custGeom>
              <a:rect b="b" l="l" r="r" t="t"/>
              <a:pathLst>
                <a:path extrusionOk="0" h="810" w="1043">
                  <a:moveTo>
                    <a:pt x="338" y="1"/>
                  </a:moveTo>
                  <a:cubicBezTo>
                    <a:pt x="238" y="1"/>
                    <a:pt x="142" y="52"/>
                    <a:pt x="87" y="142"/>
                  </a:cubicBezTo>
                  <a:cubicBezTo>
                    <a:pt x="0" y="280"/>
                    <a:pt x="46" y="458"/>
                    <a:pt x="183" y="545"/>
                  </a:cubicBezTo>
                  <a:lnTo>
                    <a:pt x="553" y="769"/>
                  </a:lnTo>
                  <a:cubicBezTo>
                    <a:pt x="604" y="796"/>
                    <a:pt x="654" y="810"/>
                    <a:pt x="709" y="810"/>
                  </a:cubicBezTo>
                  <a:cubicBezTo>
                    <a:pt x="805" y="810"/>
                    <a:pt x="901" y="760"/>
                    <a:pt x="956" y="668"/>
                  </a:cubicBezTo>
                  <a:cubicBezTo>
                    <a:pt x="1043" y="531"/>
                    <a:pt x="997" y="353"/>
                    <a:pt x="860" y="270"/>
                  </a:cubicBezTo>
                  <a:lnTo>
                    <a:pt x="489" y="42"/>
                  </a:lnTo>
                  <a:cubicBezTo>
                    <a:pt x="441" y="14"/>
                    <a:pt x="389" y="1"/>
                    <a:pt x="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2"/>
            <p:cNvSpPr/>
            <p:nvPr/>
          </p:nvSpPr>
          <p:spPr>
            <a:xfrm>
              <a:off x="48372" y="3158827"/>
              <a:ext cx="59658" cy="14341"/>
            </a:xfrm>
            <a:custGeom>
              <a:rect b="b" l="l" r="r" t="t"/>
              <a:pathLst>
                <a:path extrusionOk="0" h="586" w="2438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145" y="586"/>
                  </a:lnTo>
                  <a:cubicBezTo>
                    <a:pt x="2305" y="586"/>
                    <a:pt x="2437" y="453"/>
                    <a:pt x="2437" y="293"/>
                  </a:cubicBezTo>
                  <a:cubicBezTo>
                    <a:pt x="2437" y="129"/>
                    <a:pt x="2305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2"/>
            <p:cNvSpPr/>
            <p:nvPr/>
          </p:nvSpPr>
          <p:spPr>
            <a:xfrm>
              <a:off x="48372" y="3184106"/>
              <a:ext cx="112342" cy="14365"/>
            </a:xfrm>
            <a:custGeom>
              <a:rect b="b" l="l" r="r" t="t"/>
              <a:pathLst>
                <a:path extrusionOk="0" h="587" w="4591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4298" y="586"/>
                  </a:lnTo>
                  <a:cubicBezTo>
                    <a:pt x="4458" y="586"/>
                    <a:pt x="4590" y="458"/>
                    <a:pt x="4590" y="293"/>
                  </a:cubicBezTo>
                  <a:cubicBezTo>
                    <a:pt x="4590" y="133"/>
                    <a:pt x="4458" y="1"/>
                    <a:pt x="4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2"/>
            <p:cNvSpPr/>
            <p:nvPr/>
          </p:nvSpPr>
          <p:spPr>
            <a:xfrm>
              <a:off x="42890" y="2952459"/>
              <a:ext cx="37390" cy="25158"/>
            </a:xfrm>
            <a:custGeom>
              <a:rect b="b" l="l" r="r" t="t"/>
              <a:pathLst>
                <a:path extrusionOk="0" h="1028" w="1528">
                  <a:moveTo>
                    <a:pt x="320" y="0"/>
                  </a:moveTo>
                  <a:cubicBezTo>
                    <a:pt x="246" y="0"/>
                    <a:pt x="172" y="29"/>
                    <a:pt x="115" y="86"/>
                  </a:cubicBezTo>
                  <a:cubicBezTo>
                    <a:pt x="0" y="200"/>
                    <a:pt x="0" y="388"/>
                    <a:pt x="115" y="502"/>
                  </a:cubicBezTo>
                  <a:lnTo>
                    <a:pt x="558" y="945"/>
                  </a:lnTo>
                  <a:cubicBezTo>
                    <a:pt x="613" y="1000"/>
                    <a:pt x="691" y="1028"/>
                    <a:pt x="764" y="1028"/>
                  </a:cubicBezTo>
                  <a:cubicBezTo>
                    <a:pt x="842" y="1028"/>
                    <a:pt x="915" y="1000"/>
                    <a:pt x="970" y="945"/>
                  </a:cubicBezTo>
                  <a:lnTo>
                    <a:pt x="1413" y="502"/>
                  </a:lnTo>
                  <a:cubicBezTo>
                    <a:pt x="1527" y="388"/>
                    <a:pt x="1527" y="200"/>
                    <a:pt x="1413" y="86"/>
                  </a:cubicBezTo>
                  <a:cubicBezTo>
                    <a:pt x="1356" y="29"/>
                    <a:pt x="1282" y="0"/>
                    <a:pt x="1207" y="0"/>
                  </a:cubicBezTo>
                  <a:cubicBezTo>
                    <a:pt x="1133" y="0"/>
                    <a:pt x="1059" y="29"/>
                    <a:pt x="1002" y="86"/>
                  </a:cubicBezTo>
                  <a:lnTo>
                    <a:pt x="764" y="324"/>
                  </a:lnTo>
                  <a:lnTo>
                    <a:pt x="526" y="86"/>
                  </a:lnTo>
                  <a:cubicBezTo>
                    <a:pt x="469" y="29"/>
                    <a:pt x="395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2"/>
            <p:cNvSpPr/>
            <p:nvPr/>
          </p:nvSpPr>
          <p:spPr>
            <a:xfrm>
              <a:off x="277957" y="3180656"/>
              <a:ext cx="125213" cy="100606"/>
            </a:xfrm>
            <a:custGeom>
              <a:rect b="b" l="l" r="r" t="t"/>
              <a:pathLst>
                <a:path extrusionOk="0" h="4111" w="5117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3817"/>
                  </a:lnTo>
                  <a:cubicBezTo>
                    <a:pt x="0" y="3977"/>
                    <a:pt x="128" y="4110"/>
                    <a:pt x="293" y="4110"/>
                  </a:cubicBezTo>
                  <a:lnTo>
                    <a:pt x="4824" y="4110"/>
                  </a:lnTo>
                  <a:cubicBezTo>
                    <a:pt x="4984" y="4110"/>
                    <a:pt x="5116" y="3977"/>
                    <a:pt x="5116" y="3817"/>
                  </a:cubicBezTo>
                  <a:cubicBezTo>
                    <a:pt x="5116" y="3653"/>
                    <a:pt x="4984" y="3525"/>
                    <a:pt x="4824" y="3525"/>
                  </a:cubicBezTo>
                  <a:lnTo>
                    <a:pt x="4014" y="3525"/>
                  </a:lnTo>
                  <a:lnTo>
                    <a:pt x="4014" y="677"/>
                  </a:lnTo>
                  <a:cubicBezTo>
                    <a:pt x="4014" y="517"/>
                    <a:pt x="3882" y="384"/>
                    <a:pt x="3722" y="384"/>
                  </a:cubicBezTo>
                  <a:cubicBezTo>
                    <a:pt x="3562" y="384"/>
                    <a:pt x="3429" y="517"/>
                    <a:pt x="3429" y="677"/>
                  </a:cubicBezTo>
                  <a:lnTo>
                    <a:pt x="3429" y="3525"/>
                  </a:lnTo>
                  <a:lnTo>
                    <a:pt x="2849" y="3525"/>
                  </a:lnTo>
                  <a:lnTo>
                    <a:pt x="2849" y="2451"/>
                  </a:lnTo>
                  <a:cubicBezTo>
                    <a:pt x="2849" y="2291"/>
                    <a:pt x="2716" y="2163"/>
                    <a:pt x="2556" y="2163"/>
                  </a:cubicBezTo>
                  <a:cubicBezTo>
                    <a:pt x="2396" y="2163"/>
                    <a:pt x="2263" y="2291"/>
                    <a:pt x="2263" y="2451"/>
                  </a:cubicBezTo>
                  <a:lnTo>
                    <a:pt x="2263" y="3525"/>
                  </a:lnTo>
                  <a:lnTo>
                    <a:pt x="1683" y="3525"/>
                  </a:lnTo>
                  <a:lnTo>
                    <a:pt x="1683" y="1632"/>
                  </a:lnTo>
                  <a:cubicBezTo>
                    <a:pt x="1683" y="1472"/>
                    <a:pt x="1555" y="1340"/>
                    <a:pt x="1390" y="1340"/>
                  </a:cubicBezTo>
                  <a:cubicBezTo>
                    <a:pt x="1230" y="1340"/>
                    <a:pt x="1098" y="1472"/>
                    <a:pt x="1098" y="1632"/>
                  </a:cubicBezTo>
                  <a:lnTo>
                    <a:pt x="1098" y="3525"/>
                  </a:lnTo>
                  <a:lnTo>
                    <a:pt x="586" y="3525"/>
                  </a:ln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2"/>
            <p:cNvSpPr/>
            <p:nvPr/>
          </p:nvSpPr>
          <p:spPr>
            <a:xfrm>
              <a:off x="82268" y="3266600"/>
              <a:ext cx="98932" cy="101683"/>
            </a:xfrm>
            <a:custGeom>
              <a:rect b="b" l="l" r="r" t="t"/>
              <a:pathLst>
                <a:path extrusionOk="0" h="4155" w="4043">
                  <a:moveTo>
                    <a:pt x="898" y="1"/>
                  </a:moveTo>
                  <a:cubicBezTo>
                    <a:pt x="849" y="1"/>
                    <a:pt x="799" y="14"/>
                    <a:pt x="755" y="40"/>
                  </a:cubicBezTo>
                  <a:lnTo>
                    <a:pt x="193" y="356"/>
                  </a:lnTo>
                  <a:cubicBezTo>
                    <a:pt x="51" y="438"/>
                    <a:pt x="1" y="616"/>
                    <a:pt x="78" y="753"/>
                  </a:cubicBezTo>
                  <a:cubicBezTo>
                    <a:pt x="135" y="852"/>
                    <a:pt x="235" y="905"/>
                    <a:pt x="336" y="905"/>
                  </a:cubicBezTo>
                  <a:cubicBezTo>
                    <a:pt x="366" y="905"/>
                    <a:pt x="397" y="900"/>
                    <a:pt x="426" y="891"/>
                  </a:cubicBezTo>
                  <a:lnTo>
                    <a:pt x="426" y="891"/>
                  </a:lnTo>
                  <a:cubicBezTo>
                    <a:pt x="389" y="1174"/>
                    <a:pt x="394" y="1458"/>
                    <a:pt x="440" y="1746"/>
                  </a:cubicBezTo>
                  <a:cubicBezTo>
                    <a:pt x="572" y="2504"/>
                    <a:pt x="988" y="3172"/>
                    <a:pt x="1619" y="3620"/>
                  </a:cubicBezTo>
                  <a:cubicBezTo>
                    <a:pt x="2113" y="3972"/>
                    <a:pt x="2693" y="4155"/>
                    <a:pt x="3288" y="4155"/>
                  </a:cubicBezTo>
                  <a:cubicBezTo>
                    <a:pt x="3448" y="4155"/>
                    <a:pt x="3612" y="4141"/>
                    <a:pt x="3772" y="4114"/>
                  </a:cubicBezTo>
                  <a:cubicBezTo>
                    <a:pt x="3932" y="4086"/>
                    <a:pt x="4042" y="3935"/>
                    <a:pt x="4015" y="3775"/>
                  </a:cubicBezTo>
                  <a:cubicBezTo>
                    <a:pt x="3990" y="3632"/>
                    <a:pt x="3867" y="3533"/>
                    <a:pt x="3727" y="3533"/>
                  </a:cubicBezTo>
                  <a:cubicBezTo>
                    <a:pt x="3710" y="3533"/>
                    <a:pt x="3693" y="3535"/>
                    <a:pt x="3676" y="3538"/>
                  </a:cubicBezTo>
                  <a:cubicBezTo>
                    <a:pt x="3547" y="3559"/>
                    <a:pt x="3417" y="3570"/>
                    <a:pt x="3288" y="3570"/>
                  </a:cubicBezTo>
                  <a:cubicBezTo>
                    <a:pt x="2814" y="3570"/>
                    <a:pt x="2353" y="3425"/>
                    <a:pt x="1957" y="3144"/>
                  </a:cubicBezTo>
                  <a:cubicBezTo>
                    <a:pt x="1454" y="2783"/>
                    <a:pt x="1121" y="2253"/>
                    <a:pt x="1020" y="1645"/>
                  </a:cubicBezTo>
                  <a:cubicBezTo>
                    <a:pt x="984" y="1444"/>
                    <a:pt x="979" y="1243"/>
                    <a:pt x="997" y="1046"/>
                  </a:cubicBezTo>
                  <a:lnTo>
                    <a:pt x="997" y="1046"/>
                  </a:lnTo>
                  <a:cubicBezTo>
                    <a:pt x="1052" y="1115"/>
                    <a:pt x="1134" y="1151"/>
                    <a:pt x="1221" y="1151"/>
                  </a:cubicBezTo>
                  <a:cubicBezTo>
                    <a:pt x="1267" y="1151"/>
                    <a:pt x="1317" y="1137"/>
                    <a:pt x="1363" y="1115"/>
                  </a:cubicBezTo>
                  <a:cubicBezTo>
                    <a:pt x="1505" y="1032"/>
                    <a:pt x="1555" y="854"/>
                    <a:pt x="1473" y="717"/>
                  </a:cubicBezTo>
                  <a:lnTo>
                    <a:pt x="1157" y="150"/>
                  </a:lnTo>
                  <a:cubicBezTo>
                    <a:pt x="1116" y="81"/>
                    <a:pt x="1052" y="31"/>
                    <a:pt x="979" y="13"/>
                  </a:cubicBezTo>
                  <a:cubicBezTo>
                    <a:pt x="953" y="5"/>
                    <a:pt x="926" y="1"/>
                    <a:pt x="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2"/>
            <p:cNvSpPr/>
            <p:nvPr/>
          </p:nvSpPr>
          <p:spPr>
            <a:xfrm>
              <a:off x="273259" y="2951431"/>
              <a:ext cx="98908" cy="101585"/>
            </a:xfrm>
            <a:custGeom>
              <a:rect b="b" l="l" r="r" t="t"/>
              <a:pathLst>
                <a:path extrusionOk="0" h="4151" w="4042">
                  <a:moveTo>
                    <a:pt x="755" y="0"/>
                  </a:moveTo>
                  <a:cubicBezTo>
                    <a:pt x="593" y="0"/>
                    <a:pt x="429" y="14"/>
                    <a:pt x="266" y="41"/>
                  </a:cubicBezTo>
                  <a:cubicBezTo>
                    <a:pt x="106" y="68"/>
                    <a:pt x="0" y="219"/>
                    <a:pt x="28" y="375"/>
                  </a:cubicBezTo>
                  <a:cubicBezTo>
                    <a:pt x="52" y="518"/>
                    <a:pt x="176" y="621"/>
                    <a:pt x="314" y="621"/>
                  </a:cubicBezTo>
                  <a:cubicBezTo>
                    <a:pt x="330" y="621"/>
                    <a:pt x="346" y="620"/>
                    <a:pt x="362" y="617"/>
                  </a:cubicBezTo>
                  <a:cubicBezTo>
                    <a:pt x="493" y="594"/>
                    <a:pt x="625" y="583"/>
                    <a:pt x="755" y="583"/>
                  </a:cubicBezTo>
                  <a:cubicBezTo>
                    <a:pt x="1229" y="583"/>
                    <a:pt x="1691" y="731"/>
                    <a:pt x="2085" y="1010"/>
                  </a:cubicBezTo>
                  <a:cubicBezTo>
                    <a:pt x="2588" y="1367"/>
                    <a:pt x="2922" y="1902"/>
                    <a:pt x="3022" y="2505"/>
                  </a:cubicBezTo>
                  <a:cubicBezTo>
                    <a:pt x="3054" y="2706"/>
                    <a:pt x="3063" y="2907"/>
                    <a:pt x="3045" y="3109"/>
                  </a:cubicBezTo>
                  <a:cubicBezTo>
                    <a:pt x="2987" y="3039"/>
                    <a:pt x="2906" y="3003"/>
                    <a:pt x="2822" y="3003"/>
                  </a:cubicBezTo>
                  <a:cubicBezTo>
                    <a:pt x="2774" y="3003"/>
                    <a:pt x="2725" y="3015"/>
                    <a:pt x="2679" y="3040"/>
                  </a:cubicBezTo>
                  <a:cubicBezTo>
                    <a:pt x="2538" y="3118"/>
                    <a:pt x="2487" y="3296"/>
                    <a:pt x="2565" y="3438"/>
                  </a:cubicBezTo>
                  <a:lnTo>
                    <a:pt x="2885" y="4005"/>
                  </a:lnTo>
                  <a:cubicBezTo>
                    <a:pt x="2922" y="4073"/>
                    <a:pt x="2986" y="4124"/>
                    <a:pt x="3063" y="4142"/>
                  </a:cubicBezTo>
                  <a:cubicBezTo>
                    <a:pt x="3086" y="4151"/>
                    <a:pt x="3114" y="4151"/>
                    <a:pt x="3141" y="4151"/>
                  </a:cubicBezTo>
                  <a:cubicBezTo>
                    <a:pt x="3191" y="4151"/>
                    <a:pt x="3242" y="4142"/>
                    <a:pt x="3283" y="4114"/>
                  </a:cubicBezTo>
                  <a:lnTo>
                    <a:pt x="3850" y="3794"/>
                  </a:lnTo>
                  <a:cubicBezTo>
                    <a:pt x="3992" y="3717"/>
                    <a:pt x="4042" y="3538"/>
                    <a:pt x="3960" y="3397"/>
                  </a:cubicBezTo>
                  <a:cubicBezTo>
                    <a:pt x="3907" y="3302"/>
                    <a:pt x="3808" y="3250"/>
                    <a:pt x="3707" y="3250"/>
                  </a:cubicBezTo>
                  <a:cubicBezTo>
                    <a:pt x="3677" y="3250"/>
                    <a:pt x="3646" y="3255"/>
                    <a:pt x="3617" y="3264"/>
                  </a:cubicBezTo>
                  <a:cubicBezTo>
                    <a:pt x="3653" y="2981"/>
                    <a:pt x="3649" y="2697"/>
                    <a:pt x="3598" y="2409"/>
                  </a:cubicBezTo>
                  <a:cubicBezTo>
                    <a:pt x="3470" y="1650"/>
                    <a:pt x="3054" y="983"/>
                    <a:pt x="2423" y="535"/>
                  </a:cubicBezTo>
                  <a:cubicBezTo>
                    <a:pt x="1928" y="183"/>
                    <a:pt x="1350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32"/>
          <p:cNvGrpSpPr/>
          <p:nvPr/>
        </p:nvGrpSpPr>
        <p:grpSpPr>
          <a:xfrm>
            <a:off x="7561996" y="2903525"/>
            <a:ext cx="272902" cy="488593"/>
            <a:chOff x="89434" y="3637170"/>
            <a:chExt cx="272902" cy="488593"/>
          </a:xfrm>
        </p:grpSpPr>
        <p:sp>
          <p:nvSpPr>
            <p:cNvPr id="803" name="Google Shape;803;p32"/>
            <p:cNvSpPr/>
            <p:nvPr/>
          </p:nvSpPr>
          <p:spPr>
            <a:xfrm>
              <a:off x="178835" y="3748810"/>
              <a:ext cx="183501" cy="376950"/>
            </a:xfrm>
            <a:custGeom>
              <a:rect b="b" l="l" r="r" t="t"/>
              <a:pathLst>
                <a:path extrusionOk="0" h="15403" w="7499">
                  <a:moveTo>
                    <a:pt x="7206" y="1"/>
                  </a:moveTo>
                  <a:cubicBezTo>
                    <a:pt x="7046" y="1"/>
                    <a:pt x="6913" y="129"/>
                    <a:pt x="6913" y="294"/>
                  </a:cubicBezTo>
                  <a:lnTo>
                    <a:pt x="6913" y="14136"/>
                  </a:lnTo>
                  <a:cubicBezTo>
                    <a:pt x="6913" y="14511"/>
                    <a:pt x="6607" y="14818"/>
                    <a:pt x="6232" y="14818"/>
                  </a:cubicBezTo>
                  <a:lnTo>
                    <a:pt x="293" y="14818"/>
                  </a:lnTo>
                  <a:cubicBezTo>
                    <a:pt x="133" y="14818"/>
                    <a:pt x="1" y="14946"/>
                    <a:pt x="1" y="15110"/>
                  </a:cubicBezTo>
                  <a:cubicBezTo>
                    <a:pt x="1" y="15270"/>
                    <a:pt x="133" y="15403"/>
                    <a:pt x="293" y="15403"/>
                  </a:cubicBezTo>
                  <a:lnTo>
                    <a:pt x="6232" y="15403"/>
                  </a:lnTo>
                  <a:cubicBezTo>
                    <a:pt x="6931" y="15403"/>
                    <a:pt x="7498" y="14831"/>
                    <a:pt x="7498" y="14136"/>
                  </a:cubicBezTo>
                  <a:lnTo>
                    <a:pt x="7498" y="294"/>
                  </a:lnTo>
                  <a:cubicBezTo>
                    <a:pt x="7498" y="129"/>
                    <a:pt x="7366" y="1"/>
                    <a:pt x="7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89434" y="3637170"/>
              <a:ext cx="272889" cy="488593"/>
            </a:xfrm>
            <a:custGeom>
              <a:rect b="b" l="l" r="r" t="t"/>
              <a:pathLst>
                <a:path extrusionOk="0" h="19965" w="11152">
                  <a:moveTo>
                    <a:pt x="8202" y="586"/>
                  </a:moveTo>
                  <a:lnTo>
                    <a:pt x="8033" y="1066"/>
                  </a:lnTo>
                  <a:cubicBezTo>
                    <a:pt x="7965" y="1262"/>
                    <a:pt x="7777" y="1395"/>
                    <a:pt x="7572" y="1395"/>
                  </a:cubicBezTo>
                  <a:lnTo>
                    <a:pt x="3581" y="1395"/>
                  </a:lnTo>
                  <a:cubicBezTo>
                    <a:pt x="3375" y="1395"/>
                    <a:pt x="3187" y="1262"/>
                    <a:pt x="3119" y="1066"/>
                  </a:cubicBezTo>
                  <a:lnTo>
                    <a:pt x="2950" y="586"/>
                  </a:lnTo>
                  <a:close/>
                  <a:moveTo>
                    <a:pt x="1267" y="0"/>
                  </a:moveTo>
                  <a:cubicBezTo>
                    <a:pt x="568" y="0"/>
                    <a:pt x="1" y="572"/>
                    <a:pt x="1" y="1267"/>
                  </a:cubicBezTo>
                  <a:lnTo>
                    <a:pt x="1" y="18698"/>
                  </a:lnTo>
                  <a:cubicBezTo>
                    <a:pt x="1" y="19393"/>
                    <a:pt x="568" y="19965"/>
                    <a:pt x="1267" y="19965"/>
                  </a:cubicBezTo>
                  <a:lnTo>
                    <a:pt x="2648" y="19965"/>
                  </a:lnTo>
                  <a:cubicBezTo>
                    <a:pt x="2808" y="19965"/>
                    <a:pt x="2941" y="19832"/>
                    <a:pt x="2941" y="19672"/>
                  </a:cubicBezTo>
                  <a:cubicBezTo>
                    <a:pt x="2941" y="19508"/>
                    <a:pt x="2808" y="19380"/>
                    <a:pt x="2648" y="19380"/>
                  </a:cubicBezTo>
                  <a:lnTo>
                    <a:pt x="1267" y="19380"/>
                  </a:lnTo>
                  <a:cubicBezTo>
                    <a:pt x="892" y="19380"/>
                    <a:pt x="586" y="19073"/>
                    <a:pt x="586" y="18698"/>
                  </a:cubicBezTo>
                  <a:lnTo>
                    <a:pt x="586" y="1267"/>
                  </a:lnTo>
                  <a:cubicBezTo>
                    <a:pt x="586" y="892"/>
                    <a:pt x="892" y="586"/>
                    <a:pt x="1267" y="586"/>
                  </a:cubicBezTo>
                  <a:lnTo>
                    <a:pt x="2328" y="586"/>
                  </a:lnTo>
                  <a:lnTo>
                    <a:pt x="2570" y="1262"/>
                  </a:lnTo>
                  <a:cubicBezTo>
                    <a:pt x="2721" y="1692"/>
                    <a:pt x="3128" y="1975"/>
                    <a:pt x="3581" y="1975"/>
                  </a:cubicBezTo>
                  <a:lnTo>
                    <a:pt x="7572" y="1975"/>
                  </a:lnTo>
                  <a:cubicBezTo>
                    <a:pt x="8024" y="1975"/>
                    <a:pt x="8431" y="1692"/>
                    <a:pt x="8582" y="1262"/>
                  </a:cubicBezTo>
                  <a:lnTo>
                    <a:pt x="8824" y="586"/>
                  </a:lnTo>
                  <a:lnTo>
                    <a:pt x="9885" y="586"/>
                  </a:lnTo>
                  <a:cubicBezTo>
                    <a:pt x="10260" y="586"/>
                    <a:pt x="10566" y="892"/>
                    <a:pt x="10566" y="1267"/>
                  </a:cubicBezTo>
                  <a:lnTo>
                    <a:pt x="10566" y="3553"/>
                  </a:lnTo>
                  <a:cubicBezTo>
                    <a:pt x="10566" y="3717"/>
                    <a:pt x="10699" y="3845"/>
                    <a:pt x="10859" y="3845"/>
                  </a:cubicBezTo>
                  <a:cubicBezTo>
                    <a:pt x="11019" y="3845"/>
                    <a:pt x="11151" y="3717"/>
                    <a:pt x="11151" y="3553"/>
                  </a:cubicBezTo>
                  <a:lnTo>
                    <a:pt x="11151" y="1267"/>
                  </a:lnTo>
                  <a:cubicBezTo>
                    <a:pt x="11151" y="572"/>
                    <a:pt x="10584" y="0"/>
                    <a:pt x="9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2"/>
            <p:cNvSpPr/>
            <p:nvPr/>
          </p:nvSpPr>
          <p:spPr>
            <a:xfrm>
              <a:off x="207151" y="4071271"/>
              <a:ext cx="37488" cy="25158"/>
            </a:xfrm>
            <a:custGeom>
              <a:rect b="b" l="l" r="r" t="t"/>
              <a:pathLst>
                <a:path extrusionOk="0" h="1028" w="1532">
                  <a:moveTo>
                    <a:pt x="323" y="0"/>
                  </a:moveTo>
                  <a:cubicBezTo>
                    <a:pt x="247" y="0"/>
                    <a:pt x="172" y="29"/>
                    <a:pt x="115" y="86"/>
                  </a:cubicBezTo>
                  <a:cubicBezTo>
                    <a:pt x="0" y="200"/>
                    <a:pt x="0" y="388"/>
                    <a:pt x="115" y="502"/>
                  </a:cubicBezTo>
                  <a:lnTo>
                    <a:pt x="558" y="946"/>
                  </a:lnTo>
                  <a:cubicBezTo>
                    <a:pt x="613" y="1000"/>
                    <a:pt x="691" y="1028"/>
                    <a:pt x="768" y="1028"/>
                  </a:cubicBezTo>
                  <a:cubicBezTo>
                    <a:pt x="841" y="1028"/>
                    <a:pt x="919" y="1000"/>
                    <a:pt x="974" y="946"/>
                  </a:cubicBezTo>
                  <a:lnTo>
                    <a:pt x="1418" y="502"/>
                  </a:lnTo>
                  <a:cubicBezTo>
                    <a:pt x="1532" y="388"/>
                    <a:pt x="1532" y="200"/>
                    <a:pt x="1418" y="86"/>
                  </a:cubicBezTo>
                  <a:cubicBezTo>
                    <a:pt x="1360" y="29"/>
                    <a:pt x="1285" y="0"/>
                    <a:pt x="1210" y="0"/>
                  </a:cubicBezTo>
                  <a:cubicBezTo>
                    <a:pt x="1134" y="0"/>
                    <a:pt x="1059" y="29"/>
                    <a:pt x="1001" y="86"/>
                  </a:cubicBezTo>
                  <a:lnTo>
                    <a:pt x="768" y="324"/>
                  </a:lnTo>
                  <a:lnTo>
                    <a:pt x="531" y="86"/>
                  </a:lnTo>
                  <a:cubicBezTo>
                    <a:pt x="473" y="29"/>
                    <a:pt x="39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2"/>
            <p:cNvSpPr/>
            <p:nvPr/>
          </p:nvSpPr>
          <p:spPr>
            <a:xfrm>
              <a:off x="155120" y="3713546"/>
              <a:ext cx="141534" cy="278864"/>
            </a:xfrm>
            <a:custGeom>
              <a:rect b="b" l="l" r="r" t="t"/>
              <a:pathLst>
                <a:path extrusionOk="0" h="11395" w="5784">
                  <a:moveTo>
                    <a:pt x="5198" y="3458"/>
                  </a:moveTo>
                  <a:lnTo>
                    <a:pt x="5198" y="3965"/>
                  </a:lnTo>
                  <a:lnTo>
                    <a:pt x="2135" y="3965"/>
                  </a:lnTo>
                  <a:lnTo>
                    <a:pt x="2135" y="3458"/>
                  </a:lnTo>
                  <a:close/>
                  <a:moveTo>
                    <a:pt x="5198" y="5584"/>
                  </a:moveTo>
                  <a:lnTo>
                    <a:pt x="5198" y="6087"/>
                  </a:lnTo>
                  <a:lnTo>
                    <a:pt x="2135" y="6087"/>
                  </a:lnTo>
                  <a:lnTo>
                    <a:pt x="2135" y="5584"/>
                  </a:lnTo>
                  <a:close/>
                  <a:moveTo>
                    <a:pt x="2602" y="9022"/>
                  </a:moveTo>
                  <a:lnTo>
                    <a:pt x="2602" y="10809"/>
                  </a:lnTo>
                  <a:lnTo>
                    <a:pt x="1779" y="10809"/>
                  </a:lnTo>
                  <a:lnTo>
                    <a:pt x="1779" y="9022"/>
                  </a:lnTo>
                  <a:close/>
                  <a:moveTo>
                    <a:pt x="4010" y="9022"/>
                  </a:moveTo>
                  <a:lnTo>
                    <a:pt x="4010" y="10809"/>
                  </a:lnTo>
                  <a:lnTo>
                    <a:pt x="3182" y="10809"/>
                  </a:lnTo>
                  <a:lnTo>
                    <a:pt x="3182" y="9022"/>
                  </a:lnTo>
                  <a:close/>
                  <a:moveTo>
                    <a:pt x="5206" y="1"/>
                  </a:moveTo>
                  <a:cubicBezTo>
                    <a:pt x="5137" y="1"/>
                    <a:pt x="5068" y="13"/>
                    <a:pt x="5002" y="38"/>
                  </a:cubicBezTo>
                  <a:lnTo>
                    <a:pt x="375" y="1780"/>
                  </a:lnTo>
                  <a:cubicBezTo>
                    <a:pt x="151" y="1867"/>
                    <a:pt x="0" y="2082"/>
                    <a:pt x="0" y="2324"/>
                  </a:cubicBezTo>
                  <a:lnTo>
                    <a:pt x="0" y="5547"/>
                  </a:lnTo>
                  <a:cubicBezTo>
                    <a:pt x="0" y="5712"/>
                    <a:pt x="128" y="5840"/>
                    <a:pt x="293" y="5840"/>
                  </a:cubicBezTo>
                  <a:cubicBezTo>
                    <a:pt x="453" y="5840"/>
                    <a:pt x="586" y="5712"/>
                    <a:pt x="586" y="5547"/>
                  </a:cubicBezTo>
                  <a:lnTo>
                    <a:pt x="586" y="2329"/>
                  </a:lnTo>
                  <a:lnTo>
                    <a:pt x="5198" y="587"/>
                  </a:lnTo>
                  <a:lnTo>
                    <a:pt x="5198" y="2873"/>
                  </a:lnTo>
                  <a:lnTo>
                    <a:pt x="1985" y="2873"/>
                  </a:lnTo>
                  <a:cubicBezTo>
                    <a:pt x="1747" y="2873"/>
                    <a:pt x="1550" y="3069"/>
                    <a:pt x="1550" y="3312"/>
                  </a:cubicBezTo>
                  <a:lnTo>
                    <a:pt x="1550" y="4112"/>
                  </a:lnTo>
                  <a:cubicBezTo>
                    <a:pt x="1550" y="4354"/>
                    <a:pt x="1747" y="4546"/>
                    <a:pt x="1985" y="4546"/>
                  </a:cubicBezTo>
                  <a:lnTo>
                    <a:pt x="5198" y="4546"/>
                  </a:lnTo>
                  <a:lnTo>
                    <a:pt x="5198" y="4999"/>
                  </a:lnTo>
                  <a:lnTo>
                    <a:pt x="1985" y="4999"/>
                  </a:lnTo>
                  <a:cubicBezTo>
                    <a:pt x="1747" y="4999"/>
                    <a:pt x="1550" y="5195"/>
                    <a:pt x="1550" y="5433"/>
                  </a:cubicBezTo>
                  <a:lnTo>
                    <a:pt x="1550" y="6238"/>
                  </a:lnTo>
                  <a:cubicBezTo>
                    <a:pt x="1550" y="6475"/>
                    <a:pt x="1747" y="6672"/>
                    <a:pt x="1985" y="6672"/>
                  </a:cubicBezTo>
                  <a:lnTo>
                    <a:pt x="5198" y="6672"/>
                  </a:lnTo>
                  <a:lnTo>
                    <a:pt x="5198" y="10809"/>
                  </a:lnTo>
                  <a:lnTo>
                    <a:pt x="4590" y="10809"/>
                  </a:lnTo>
                  <a:lnTo>
                    <a:pt x="4590" y="8871"/>
                  </a:lnTo>
                  <a:cubicBezTo>
                    <a:pt x="4590" y="8633"/>
                    <a:pt x="4398" y="8436"/>
                    <a:pt x="4156" y="8436"/>
                  </a:cubicBezTo>
                  <a:lnTo>
                    <a:pt x="1628" y="8436"/>
                  </a:lnTo>
                  <a:cubicBezTo>
                    <a:pt x="1386" y="8436"/>
                    <a:pt x="1194" y="8633"/>
                    <a:pt x="1194" y="8871"/>
                  </a:cubicBezTo>
                  <a:lnTo>
                    <a:pt x="1194" y="10809"/>
                  </a:lnTo>
                  <a:lnTo>
                    <a:pt x="586" y="10809"/>
                  </a:lnTo>
                  <a:lnTo>
                    <a:pt x="586" y="6846"/>
                  </a:lnTo>
                  <a:cubicBezTo>
                    <a:pt x="586" y="6686"/>
                    <a:pt x="453" y="6558"/>
                    <a:pt x="293" y="6558"/>
                  </a:cubicBezTo>
                  <a:cubicBezTo>
                    <a:pt x="128" y="6558"/>
                    <a:pt x="0" y="6686"/>
                    <a:pt x="0" y="6846"/>
                  </a:cubicBezTo>
                  <a:lnTo>
                    <a:pt x="0" y="10818"/>
                  </a:lnTo>
                  <a:cubicBezTo>
                    <a:pt x="0" y="11134"/>
                    <a:pt x="257" y="11394"/>
                    <a:pt x="577" y="11394"/>
                  </a:cubicBezTo>
                  <a:lnTo>
                    <a:pt x="5208" y="11394"/>
                  </a:lnTo>
                  <a:cubicBezTo>
                    <a:pt x="5528" y="11394"/>
                    <a:pt x="5784" y="11134"/>
                    <a:pt x="5784" y="10818"/>
                  </a:cubicBezTo>
                  <a:lnTo>
                    <a:pt x="5784" y="578"/>
                  </a:lnTo>
                  <a:cubicBezTo>
                    <a:pt x="5784" y="390"/>
                    <a:pt x="5692" y="212"/>
                    <a:pt x="5537" y="102"/>
                  </a:cubicBezTo>
                  <a:cubicBezTo>
                    <a:pt x="5439" y="36"/>
                    <a:pt x="5323" y="1"/>
                    <a:pt x="5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170661" y="4034882"/>
              <a:ext cx="110458" cy="14341"/>
            </a:xfrm>
            <a:custGeom>
              <a:rect b="b" l="l" r="r" t="t"/>
              <a:pathLst>
                <a:path extrusionOk="0" h="586" w="4514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cubicBezTo>
                    <a:pt x="1" y="453"/>
                    <a:pt x="134" y="586"/>
                    <a:pt x="294" y="586"/>
                  </a:cubicBezTo>
                  <a:lnTo>
                    <a:pt x="4221" y="586"/>
                  </a:lnTo>
                  <a:cubicBezTo>
                    <a:pt x="4381" y="586"/>
                    <a:pt x="4513" y="453"/>
                    <a:pt x="4513" y="293"/>
                  </a:cubicBezTo>
                  <a:cubicBezTo>
                    <a:pt x="4513" y="133"/>
                    <a:pt x="4381" y="1"/>
                    <a:pt x="4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2"/>
            <p:cNvSpPr/>
            <p:nvPr/>
          </p:nvSpPr>
          <p:spPr>
            <a:xfrm>
              <a:off x="255584" y="4006691"/>
              <a:ext cx="36729" cy="14341"/>
            </a:xfrm>
            <a:custGeom>
              <a:rect b="b" l="l" r="r" t="t"/>
              <a:pathLst>
                <a:path extrusionOk="0" h="586" w="1501">
                  <a:moveTo>
                    <a:pt x="293" y="0"/>
                  </a:moveTo>
                  <a:cubicBezTo>
                    <a:pt x="129" y="0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1208" y="586"/>
                  </a:lnTo>
                  <a:cubicBezTo>
                    <a:pt x="1368" y="586"/>
                    <a:pt x="1500" y="458"/>
                    <a:pt x="1500" y="293"/>
                  </a:cubicBezTo>
                  <a:cubicBezTo>
                    <a:pt x="1500" y="133"/>
                    <a:pt x="1368" y="0"/>
                    <a:pt x="1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2"/>
            <p:cNvSpPr/>
            <p:nvPr/>
          </p:nvSpPr>
          <p:spPr>
            <a:xfrm>
              <a:off x="159477" y="4006691"/>
              <a:ext cx="42211" cy="14341"/>
            </a:xfrm>
            <a:custGeom>
              <a:rect b="b" l="l" r="r" t="t"/>
              <a:pathLst>
                <a:path extrusionOk="0" h="586" w="1725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1432" y="586"/>
                  </a:lnTo>
                  <a:cubicBezTo>
                    <a:pt x="1596" y="586"/>
                    <a:pt x="1724" y="458"/>
                    <a:pt x="1724" y="293"/>
                  </a:cubicBezTo>
                  <a:cubicBezTo>
                    <a:pt x="1724" y="133"/>
                    <a:pt x="1596" y="0"/>
                    <a:pt x="1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2"/>
            <p:cNvSpPr/>
            <p:nvPr/>
          </p:nvSpPr>
          <p:spPr>
            <a:xfrm>
              <a:off x="215325" y="4006691"/>
              <a:ext cx="27871" cy="14341"/>
            </a:xfrm>
            <a:custGeom>
              <a:rect b="b" l="l" r="r" t="t"/>
              <a:pathLst>
                <a:path extrusionOk="0" h="586" w="113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846" y="586"/>
                  </a:lnTo>
                  <a:cubicBezTo>
                    <a:pt x="1006" y="586"/>
                    <a:pt x="1138" y="458"/>
                    <a:pt x="1138" y="293"/>
                  </a:cubicBezTo>
                  <a:cubicBezTo>
                    <a:pt x="1138" y="133"/>
                    <a:pt x="1006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2"/>
            <p:cNvSpPr/>
            <p:nvPr/>
          </p:nvSpPr>
          <p:spPr>
            <a:xfrm>
              <a:off x="125018" y="3688732"/>
              <a:ext cx="27651" cy="14365"/>
            </a:xfrm>
            <a:custGeom>
              <a:rect b="b" l="l" r="r" t="t"/>
              <a:pathLst>
                <a:path extrusionOk="0" h="587" w="1130">
                  <a:moveTo>
                    <a:pt x="293" y="1"/>
                  </a:moveTo>
                  <a:cubicBezTo>
                    <a:pt x="133" y="1"/>
                    <a:pt x="1" y="129"/>
                    <a:pt x="1" y="294"/>
                  </a:cubicBezTo>
                  <a:cubicBezTo>
                    <a:pt x="1" y="454"/>
                    <a:pt x="133" y="586"/>
                    <a:pt x="293" y="586"/>
                  </a:cubicBezTo>
                  <a:lnTo>
                    <a:pt x="837" y="586"/>
                  </a:lnTo>
                  <a:cubicBezTo>
                    <a:pt x="997" y="586"/>
                    <a:pt x="1130" y="454"/>
                    <a:pt x="1130" y="294"/>
                  </a:cubicBezTo>
                  <a:cubicBezTo>
                    <a:pt x="1130" y="129"/>
                    <a:pt x="997" y="1"/>
                    <a:pt x="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32"/>
          <p:cNvGrpSpPr/>
          <p:nvPr/>
        </p:nvGrpSpPr>
        <p:grpSpPr>
          <a:xfrm>
            <a:off x="5386698" y="2903574"/>
            <a:ext cx="455436" cy="488496"/>
            <a:chOff x="-41502" y="4301848"/>
            <a:chExt cx="455436" cy="488496"/>
          </a:xfrm>
        </p:grpSpPr>
        <p:sp>
          <p:nvSpPr>
            <p:cNvPr id="813" name="Google Shape;813;p32"/>
            <p:cNvSpPr/>
            <p:nvPr/>
          </p:nvSpPr>
          <p:spPr>
            <a:xfrm>
              <a:off x="-41502" y="4301848"/>
              <a:ext cx="455436" cy="488496"/>
            </a:xfrm>
            <a:custGeom>
              <a:rect b="b" l="l" r="r" t="t"/>
              <a:pathLst>
                <a:path extrusionOk="0" h="19961" w="18612">
                  <a:moveTo>
                    <a:pt x="15782" y="581"/>
                  </a:moveTo>
                  <a:cubicBezTo>
                    <a:pt x="15782" y="581"/>
                    <a:pt x="15786" y="586"/>
                    <a:pt x="15786" y="586"/>
                  </a:cubicBezTo>
                  <a:cubicBezTo>
                    <a:pt x="16399" y="586"/>
                    <a:pt x="16897" y="1079"/>
                    <a:pt x="16897" y="1692"/>
                  </a:cubicBezTo>
                  <a:lnTo>
                    <a:pt x="16897" y="2876"/>
                  </a:lnTo>
                  <a:lnTo>
                    <a:pt x="14662" y="2876"/>
                  </a:lnTo>
                  <a:lnTo>
                    <a:pt x="14662" y="1692"/>
                  </a:lnTo>
                  <a:cubicBezTo>
                    <a:pt x="14662" y="1079"/>
                    <a:pt x="15160" y="586"/>
                    <a:pt x="15773" y="586"/>
                  </a:cubicBezTo>
                  <a:cubicBezTo>
                    <a:pt x="15777" y="586"/>
                    <a:pt x="15777" y="581"/>
                    <a:pt x="15782" y="581"/>
                  </a:cubicBezTo>
                  <a:close/>
                  <a:moveTo>
                    <a:pt x="11352" y="2090"/>
                  </a:moveTo>
                  <a:cubicBezTo>
                    <a:pt x="13519" y="2236"/>
                    <a:pt x="15256" y="3973"/>
                    <a:pt x="15398" y="6140"/>
                  </a:cubicBezTo>
                  <a:lnTo>
                    <a:pt x="14195" y="6140"/>
                  </a:lnTo>
                  <a:cubicBezTo>
                    <a:pt x="14054" y="4636"/>
                    <a:pt x="12856" y="3438"/>
                    <a:pt x="11352" y="3297"/>
                  </a:cubicBezTo>
                  <a:lnTo>
                    <a:pt x="11352" y="2090"/>
                  </a:lnTo>
                  <a:close/>
                  <a:moveTo>
                    <a:pt x="10767" y="2090"/>
                  </a:moveTo>
                  <a:lnTo>
                    <a:pt x="10767" y="3297"/>
                  </a:lnTo>
                  <a:cubicBezTo>
                    <a:pt x="10337" y="3338"/>
                    <a:pt x="9912" y="3466"/>
                    <a:pt x="9532" y="3681"/>
                  </a:cubicBezTo>
                  <a:cubicBezTo>
                    <a:pt x="9391" y="3758"/>
                    <a:pt x="9340" y="3937"/>
                    <a:pt x="9423" y="4078"/>
                  </a:cubicBezTo>
                  <a:cubicBezTo>
                    <a:pt x="9475" y="4174"/>
                    <a:pt x="9573" y="4228"/>
                    <a:pt x="9674" y="4228"/>
                  </a:cubicBezTo>
                  <a:cubicBezTo>
                    <a:pt x="9724" y="4228"/>
                    <a:pt x="9774" y="4215"/>
                    <a:pt x="9820" y="4188"/>
                  </a:cubicBezTo>
                  <a:cubicBezTo>
                    <a:pt x="10195" y="3978"/>
                    <a:pt x="10625" y="3868"/>
                    <a:pt x="11059" y="3868"/>
                  </a:cubicBezTo>
                  <a:cubicBezTo>
                    <a:pt x="12472" y="3868"/>
                    <a:pt x="13624" y="5016"/>
                    <a:pt x="13624" y="6433"/>
                  </a:cubicBezTo>
                  <a:cubicBezTo>
                    <a:pt x="13624" y="7845"/>
                    <a:pt x="12472" y="8993"/>
                    <a:pt x="11059" y="8993"/>
                  </a:cubicBezTo>
                  <a:cubicBezTo>
                    <a:pt x="10675" y="8993"/>
                    <a:pt x="10296" y="8906"/>
                    <a:pt x="9953" y="8741"/>
                  </a:cubicBezTo>
                  <a:cubicBezTo>
                    <a:pt x="9715" y="8092"/>
                    <a:pt x="9240" y="7562"/>
                    <a:pt x="8632" y="7246"/>
                  </a:cubicBezTo>
                  <a:cubicBezTo>
                    <a:pt x="8545" y="6986"/>
                    <a:pt x="8499" y="6712"/>
                    <a:pt x="8499" y="6433"/>
                  </a:cubicBezTo>
                  <a:cubicBezTo>
                    <a:pt x="8499" y="5907"/>
                    <a:pt x="8655" y="5404"/>
                    <a:pt x="8952" y="4974"/>
                  </a:cubicBezTo>
                  <a:cubicBezTo>
                    <a:pt x="9043" y="4842"/>
                    <a:pt x="9011" y="4659"/>
                    <a:pt x="8879" y="4568"/>
                  </a:cubicBezTo>
                  <a:cubicBezTo>
                    <a:pt x="8828" y="4532"/>
                    <a:pt x="8769" y="4515"/>
                    <a:pt x="8712" y="4515"/>
                  </a:cubicBezTo>
                  <a:cubicBezTo>
                    <a:pt x="8619" y="4515"/>
                    <a:pt x="8528" y="4559"/>
                    <a:pt x="8472" y="4641"/>
                  </a:cubicBezTo>
                  <a:cubicBezTo>
                    <a:pt x="8106" y="5171"/>
                    <a:pt x="7914" y="5788"/>
                    <a:pt x="7914" y="6433"/>
                  </a:cubicBezTo>
                  <a:cubicBezTo>
                    <a:pt x="7914" y="6625"/>
                    <a:pt x="7932" y="6817"/>
                    <a:pt x="7964" y="7009"/>
                  </a:cubicBezTo>
                  <a:cubicBezTo>
                    <a:pt x="7777" y="6968"/>
                    <a:pt x="7580" y="6945"/>
                    <a:pt x="7379" y="6945"/>
                  </a:cubicBezTo>
                  <a:cubicBezTo>
                    <a:pt x="7164" y="6945"/>
                    <a:pt x="6954" y="6968"/>
                    <a:pt x="6753" y="7018"/>
                  </a:cubicBezTo>
                  <a:cubicBezTo>
                    <a:pt x="6725" y="6821"/>
                    <a:pt x="6712" y="6625"/>
                    <a:pt x="6712" y="6433"/>
                  </a:cubicBezTo>
                  <a:cubicBezTo>
                    <a:pt x="6712" y="4133"/>
                    <a:pt x="8508" y="2245"/>
                    <a:pt x="10767" y="2090"/>
                  </a:cubicBezTo>
                  <a:close/>
                  <a:moveTo>
                    <a:pt x="15398" y="6721"/>
                  </a:moveTo>
                  <a:cubicBezTo>
                    <a:pt x="15338" y="7635"/>
                    <a:pt x="14995" y="8467"/>
                    <a:pt x="14461" y="9139"/>
                  </a:cubicBezTo>
                  <a:cubicBezTo>
                    <a:pt x="14173" y="8856"/>
                    <a:pt x="13889" y="8568"/>
                    <a:pt x="13601" y="8284"/>
                  </a:cubicBezTo>
                  <a:cubicBezTo>
                    <a:pt x="13930" y="7836"/>
                    <a:pt x="14141" y="7301"/>
                    <a:pt x="14195" y="6721"/>
                  </a:cubicBezTo>
                  <a:close/>
                  <a:moveTo>
                    <a:pt x="13213" y="8723"/>
                  </a:moveTo>
                  <a:cubicBezTo>
                    <a:pt x="13496" y="9007"/>
                    <a:pt x="13779" y="9290"/>
                    <a:pt x="14063" y="9573"/>
                  </a:cubicBezTo>
                  <a:cubicBezTo>
                    <a:pt x="13281" y="10319"/>
                    <a:pt x="12225" y="10780"/>
                    <a:pt x="11059" y="10780"/>
                  </a:cubicBezTo>
                  <a:cubicBezTo>
                    <a:pt x="10684" y="10780"/>
                    <a:pt x="10310" y="10730"/>
                    <a:pt x="9953" y="10634"/>
                  </a:cubicBezTo>
                  <a:cubicBezTo>
                    <a:pt x="10063" y="10337"/>
                    <a:pt x="10122" y="10017"/>
                    <a:pt x="10122" y="9683"/>
                  </a:cubicBezTo>
                  <a:cubicBezTo>
                    <a:pt x="10122" y="9596"/>
                    <a:pt x="10118" y="9514"/>
                    <a:pt x="10108" y="9432"/>
                  </a:cubicBezTo>
                  <a:lnTo>
                    <a:pt x="10108" y="9432"/>
                  </a:lnTo>
                  <a:cubicBezTo>
                    <a:pt x="10415" y="9528"/>
                    <a:pt x="10739" y="9578"/>
                    <a:pt x="11059" y="9578"/>
                  </a:cubicBezTo>
                  <a:cubicBezTo>
                    <a:pt x="11891" y="9578"/>
                    <a:pt x="12650" y="9253"/>
                    <a:pt x="13213" y="8723"/>
                  </a:cubicBezTo>
                  <a:close/>
                  <a:moveTo>
                    <a:pt x="7379" y="7530"/>
                  </a:moveTo>
                  <a:cubicBezTo>
                    <a:pt x="8568" y="7530"/>
                    <a:pt x="9537" y="8495"/>
                    <a:pt x="9537" y="9683"/>
                  </a:cubicBezTo>
                  <a:cubicBezTo>
                    <a:pt x="9537" y="10872"/>
                    <a:pt x="8568" y="11841"/>
                    <a:pt x="7379" y="11841"/>
                  </a:cubicBezTo>
                  <a:cubicBezTo>
                    <a:pt x="6190" y="11841"/>
                    <a:pt x="5226" y="10872"/>
                    <a:pt x="5226" y="9683"/>
                  </a:cubicBezTo>
                  <a:cubicBezTo>
                    <a:pt x="5226" y="8495"/>
                    <a:pt x="6190" y="7530"/>
                    <a:pt x="7379" y="7530"/>
                  </a:cubicBezTo>
                  <a:close/>
                  <a:moveTo>
                    <a:pt x="14493" y="586"/>
                  </a:moveTo>
                  <a:cubicBezTo>
                    <a:pt x="14237" y="883"/>
                    <a:pt x="14081" y="1271"/>
                    <a:pt x="14081" y="1692"/>
                  </a:cubicBezTo>
                  <a:lnTo>
                    <a:pt x="14081" y="2533"/>
                  </a:lnTo>
                  <a:cubicBezTo>
                    <a:pt x="13245" y="1884"/>
                    <a:pt x="12198" y="1495"/>
                    <a:pt x="11064" y="1495"/>
                  </a:cubicBezTo>
                  <a:lnTo>
                    <a:pt x="11059" y="1495"/>
                  </a:lnTo>
                  <a:cubicBezTo>
                    <a:pt x="8339" y="1500"/>
                    <a:pt x="6126" y="3713"/>
                    <a:pt x="6126" y="6433"/>
                  </a:cubicBezTo>
                  <a:cubicBezTo>
                    <a:pt x="6126" y="6693"/>
                    <a:pt x="6149" y="6958"/>
                    <a:pt x="6190" y="7214"/>
                  </a:cubicBezTo>
                  <a:cubicBezTo>
                    <a:pt x="5272" y="7658"/>
                    <a:pt x="4641" y="8600"/>
                    <a:pt x="4641" y="9683"/>
                  </a:cubicBezTo>
                  <a:cubicBezTo>
                    <a:pt x="4641" y="11196"/>
                    <a:pt x="5870" y="12426"/>
                    <a:pt x="7379" y="12426"/>
                  </a:cubicBezTo>
                  <a:cubicBezTo>
                    <a:pt x="8344" y="12426"/>
                    <a:pt x="9194" y="11923"/>
                    <a:pt x="9683" y="11169"/>
                  </a:cubicBezTo>
                  <a:cubicBezTo>
                    <a:pt x="10131" y="11297"/>
                    <a:pt x="10593" y="11366"/>
                    <a:pt x="11059" y="11366"/>
                  </a:cubicBezTo>
                  <a:cubicBezTo>
                    <a:pt x="12198" y="11366"/>
                    <a:pt x="13245" y="10977"/>
                    <a:pt x="14081" y="10328"/>
                  </a:cubicBezTo>
                  <a:lnTo>
                    <a:pt x="14081" y="13286"/>
                  </a:lnTo>
                  <a:lnTo>
                    <a:pt x="3809" y="13286"/>
                  </a:lnTo>
                  <a:lnTo>
                    <a:pt x="3809" y="1692"/>
                  </a:lnTo>
                  <a:cubicBezTo>
                    <a:pt x="3809" y="1079"/>
                    <a:pt x="4307" y="586"/>
                    <a:pt x="4920" y="586"/>
                  </a:cubicBezTo>
                  <a:close/>
                  <a:moveTo>
                    <a:pt x="17583" y="3461"/>
                  </a:moveTo>
                  <a:cubicBezTo>
                    <a:pt x="17830" y="3461"/>
                    <a:pt x="18026" y="3662"/>
                    <a:pt x="18026" y="3905"/>
                  </a:cubicBezTo>
                  <a:lnTo>
                    <a:pt x="18026" y="13286"/>
                  </a:lnTo>
                  <a:lnTo>
                    <a:pt x="16641" y="13286"/>
                  </a:lnTo>
                  <a:cubicBezTo>
                    <a:pt x="16477" y="13286"/>
                    <a:pt x="16349" y="13418"/>
                    <a:pt x="16349" y="13578"/>
                  </a:cubicBezTo>
                  <a:cubicBezTo>
                    <a:pt x="16349" y="13738"/>
                    <a:pt x="16477" y="13871"/>
                    <a:pt x="16641" y="13871"/>
                  </a:cubicBezTo>
                  <a:lnTo>
                    <a:pt x="18026" y="13871"/>
                  </a:lnTo>
                  <a:lnTo>
                    <a:pt x="18026" y="14748"/>
                  </a:lnTo>
                  <a:cubicBezTo>
                    <a:pt x="18026" y="14995"/>
                    <a:pt x="17830" y="15192"/>
                    <a:pt x="17583" y="15192"/>
                  </a:cubicBezTo>
                  <a:lnTo>
                    <a:pt x="1029" y="15192"/>
                  </a:lnTo>
                  <a:cubicBezTo>
                    <a:pt x="782" y="15192"/>
                    <a:pt x="586" y="14995"/>
                    <a:pt x="586" y="14748"/>
                  </a:cubicBezTo>
                  <a:lnTo>
                    <a:pt x="586" y="13871"/>
                  </a:lnTo>
                  <a:lnTo>
                    <a:pt x="15338" y="13871"/>
                  </a:lnTo>
                  <a:cubicBezTo>
                    <a:pt x="15503" y="13871"/>
                    <a:pt x="15631" y="13738"/>
                    <a:pt x="15631" y="13578"/>
                  </a:cubicBezTo>
                  <a:cubicBezTo>
                    <a:pt x="15631" y="13418"/>
                    <a:pt x="15503" y="13286"/>
                    <a:pt x="15338" y="13286"/>
                  </a:cubicBezTo>
                  <a:lnTo>
                    <a:pt x="14662" y="13286"/>
                  </a:lnTo>
                  <a:lnTo>
                    <a:pt x="14662" y="9797"/>
                  </a:lnTo>
                  <a:cubicBezTo>
                    <a:pt x="15489" y="8915"/>
                    <a:pt x="15992" y="7731"/>
                    <a:pt x="15992" y="6437"/>
                  </a:cubicBezTo>
                  <a:cubicBezTo>
                    <a:pt x="15992" y="6433"/>
                    <a:pt x="15992" y="6433"/>
                    <a:pt x="15992" y="6428"/>
                  </a:cubicBezTo>
                  <a:cubicBezTo>
                    <a:pt x="15992" y="6428"/>
                    <a:pt x="15992" y="6428"/>
                    <a:pt x="15992" y="6424"/>
                  </a:cubicBezTo>
                  <a:cubicBezTo>
                    <a:pt x="15992" y="5313"/>
                    <a:pt x="15622" y="4289"/>
                    <a:pt x="15000" y="3461"/>
                  </a:cubicBezTo>
                  <a:close/>
                  <a:moveTo>
                    <a:pt x="9807" y="15777"/>
                  </a:moveTo>
                  <a:lnTo>
                    <a:pt x="9807" y="16106"/>
                  </a:lnTo>
                  <a:cubicBezTo>
                    <a:pt x="9807" y="16381"/>
                    <a:pt x="9583" y="16605"/>
                    <a:pt x="9308" y="16605"/>
                  </a:cubicBezTo>
                  <a:cubicBezTo>
                    <a:pt x="9029" y="16605"/>
                    <a:pt x="8805" y="16381"/>
                    <a:pt x="8805" y="16106"/>
                  </a:cubicBezTo>
                  <a:lnTo>
                    <a:pt x="8805" y="15777"/>
                  </a:lnTo>
                  <a:close/>
                  <a:moveTo>
                    <a:pt x="11137" y="15777"/>
                  </a:moveTo>
                  <a:lnTo>
                    <a:pt x="11334" y="17981"/>
                  </a:lnTo>
                  <a:lnTo>
                    <a:pt x="7279" y="17981"/>
                  </a:lnTo>
                  <a:lnTo>
                    <a:pt x="7475" y="15777"/>
                  </a:lnTo>
                  <a:lnTo>
                    <a:pt x="8220" y="15777"/>
                  </a:lnTo>
                  <a:lnTo>
                    <a:pt x="8220" y="16106"/>
                  </a:lnTo>
                  <a:cubicBezTo>
                    <a:pt x="8220" y="16705"/>
                    <a:pt x="8709" y="17190"/>
                    <a:pt x="9308" y="17190"/>
                  </a:cubicBezTo>
                  <a:cubicBezTo>
                    <a:pt x="9907" y="17190"/>
                    <a:pt x="10392" y="16705"/>
                    <a:pt x="10392" y="16106"/>
                  </a:cubicBezTo>
                  <a:lnTo>
                    <a:pt x="10392" y="15777"/>
                  </a:lnTo>
                  <a:close/>
                  <a:moveTo>
                    <a:pt x="12595" y="18561"/>
                  </a:moveTo>
                  <a:cubicBezTo>
                    <a:pt x="12632" y="18561"/>
                    <a:pt x="12664" y="18593"/>
                    <a:pt x="12664" y="18634"/>
                  </a:cubicBezTo>
                  <a:lnTo>
                    <a:pt x="12664" y="19306"/>
                  </a:lnTo>
                  <a:cubicBezTo>
                    <a:pt x="12664" y="19343"/>
                    <a:pt x="12632" y="19375"/>
                    <a:pt x="12595" y="19375"/>
                  </a:cubicBezTo>
                  <a:lnTo>
                    <a:pt x="6017" y="19375"/>
                  </a:lnTo>
                  <a:cubicBezTo>
                    <a:pt x="5980" y="19375"/>
                    <a:pt x="5948" y="19343"/>
                    <a:pt x="5948" y="19306"/>
                  </a:cubicBezTo>
                  <a:lnTo>
                    <a:pt x="5948" y="18634"/>
                  </a:lnTo>
                  <a:cubicBezTo>
                    <a:pt x="5948" y="18593"/>
                    <a:pt x="5980" y="18561"/>
                    <a:pt x="6017" y="18561"/>
                  </a:cubicBezTo>
                  <a:lnTo>
                    <a:pt x="6959" y="18561"/>
                  </a:lnTo>
                  <a:cubicBezTo>
                    <a:pt x="6959" y="18561"/>
                    <a:pt x="6959" y="18566"/>
                    <a:pt x="6959" y="18566"/>
                  </a:cubicBezTo>
                  <a:cubicBezTo>
                    <a:pt x="6959" y="18566"/>
                    <a:pt x="6959" y="18561"/>
                    <a:pt x="6963" y="18561"/>
                  </a:cubicBezTo>
                  <a:lnTo>
                    <a:pt x="11649" y="18561"/>
                  </a:lnTo>
                  <a:cubicBezTo>
                    <a:pt x="11654" y="18561"/>
                    <a:pt x="11654" y="18566"/>
                    <a:pt x="11654" y="18566"/>
                  </a:cubicBezTo>
                  <a:cubicBezTo>
                    <a:pt x="11654" y="18566"/>
                    <a:pt x="11654" y="18561"/>
                    <a:pt x="11654" y="18561"/>
                  </a:cubicBezTo>
                  <a:close/>
                  <a:moveTo>
                    <a:pt x="4920" y="0"/>
                  </a:moveTo>
                  <a:cubicBezTo>
                    <a:pt x="3982" y="0"/>
                    <a:pt x="3223" y="759"/>
                    <a:pt x="3223" y="1692"/>
                  </a:cubicBezTo>
                  <a:lnTo>
                    <a:pt x="3223" y="2876"/>
                  </a:lnTo>
                  <a:lnTo>
                    <a:pt x="1029" y="2876"/>
                  </a:lnTo>
                  <a:cubicBezTo>
                    <a:pt x="462" y="2876"/>
                    <a:pt x="0" y="3338"/>
                    <a:pt x="0" y="3905"/>
                  </a:cubicBezTo>
                  <a:lnTo>
                    <a:pt x="0" y="6629"/>
                  </a:lnTo>
                  <a:cubicBezTo>
                    <a:pt x="0" y="6789"/>
                    <a:pt x="133" y="6922"/>
                    <a:pt x="293" y="6922"/>
                  </a:cubicBezTo>
                  <a:cubicBezTo>
                    <a:pt x="453" y="6922"/>
                    <a:pt x="586" y="6789"/>
                    <a:pt x="586" y="6629"/>
                  </a:cubicBezTo>
                  <a:lnTo>
                    <a:pt x="586" y="3905"/>
                  </a:lnTo>
                  <a:cubicBezTo>
                    <a:pt x="586" y="3662"/>
                    <a:pt x="782" y="3461"/>
                    <a:pt x="1029" y="3461"/>
                  </a:cubicBezTo>
                  <a:lnTo>
                    <a:pt x="3223" y="3461"/>
                  </a:lnTo>
                  <a:lnTo>
                    <a:pt x="3223" y="13286"/>
                  </a:lnTo>
                  <a:lnTo>
                    <a:pt x="586" y="13286"/>
                  </a:lnTo>
                  <a:lnTo>
                    <a:pt x="586" y="7928"/>
                  </a:lnTo>
                  <a:cubicBezTo>
                    <a:pt x="586" y="7768"/>
                    <a:pt x="453" y="7635"/>
                    <a:pt x="293" y="7635"/>
                  </a:cubicBezTo>
                  <a:cubicBezTo>
                    <a:pt x="133" y="7635"/>
                    <a:pt x="0" y="7768"/>
                    <a:pt x="0" y="7928"/>
                  </a:cubicBezTo>
                  <a:lnTo>
                    <a:pt x="0" y="14748"/>
                  </a:lnTo>
                  <a:cubicBezTo>
                    <a:pt x="0" y="15315"/>
                    <a:pt x="462" y="15777"/>
                    <a:pt x="1029" y="15777"/>
                  </a:cubicBezTo>
                  <a:lnTo>
                    <a:pt x="6890" y="15777"/>
                  </a:lnTo>
                  <a:lnTo>
                    <a:pt x="6693" y="17981"/>
                  </a:lnTo>
                  <a:lnTo>
                    <a:pt x="6017" y="17981"/>
                  </a:lnTo>
                  <a:cubicBezTo>
                    <a:pt x="5656" y="17981"/>
                    <a:pt x="5363" y="18273"/>
                    <a:pt x="5363" y="18634"/>
                  </a:cubicBezTo>
                  <a:lnTo>
                    <a:pt x="5363" y="19306"/>
                  </a:lnTo>
                  <a:cubicBezTo>
                    <a:pt x="5363" y="19668"/>
                    <a:pt x="5656" y="19960"/>
                    <a:pt x="6017" y="19960"/>
                  </a:cubicBezTo>
                  <a:lnTo>
                    <a:pt x="12595" y="19960"/>
                  </a:lnTo>
                  <a:cubicBezTo>
                    <a:pt x="12957" y="19960"/>
                    <a:pt x="13249" y="19668"/>
                    <a:pt x="13249" y="19306"/>
                  </a:cubicBezTo>
                  <a:lnTo>
                    <a:pt x="13249" y="18634"/>
                  </a:lnTo>
                  <a:cubicBezTo>
                    <a:pt x="13249" y="18273"/>
                    <a:pt x="12957" y="17981"/>
                    <a:pt x="12595" y="17981"/>
                  </a:cubicBezTo>
                  <a:lnTo>
                    <a:pt x="11919" y="17981"/>
                  </a:lnTo>
                  <a:lnTo>
                    <a:pt x="11722" y="15777"/>
                  </a:lnTo>
                  <a:lnTo>
                    <a:pt x="17583" y="15777"/>
                  </a:lnTo>
                  <a:cubicBezTo>
                    <a:pt x="18150" y="15777"/>
                    <a:pt x="18612" y="15315"/>
                    <a:pt x="18612" y="14748"/>
                  </a:cubicBezTo>
                  <a:lnTo>
                    <a:pt x="18612" y="3905"/>
                  </a:lnTo>
                  <a:cubicBezTo>
                    <a:pt x="18612" y="3338"/>
                    <a:pt x="18150" y="2876"/>
                    <a:pt x="17583" y="2876"/>
                  </a:cubicBezTo>
                  <a:lnTo>
                    <a:pt x="17482" y="2876"/>
                  </a:lnTo>
                  <a:lnTo>
                    <a:pt x="17482" y="1692"/>
                  </a:lnTo>
                  <a:cubicBezTo>
                    <a:pt x="17482" y="759"/>
                    <a:pt x="16724" y="0"/>
                    <a:pt x="157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2"/>
            <p:cNvSpPr/>
            <p:nvPr/>
          </p:nvSpPr>
          <p:spPr>
            <a:xfrm>
              <a:off x="115250" y="4497303"/>
              <a:ext cx="47668" cy="83133"/>
            </a:xfrm>
            <a:custGeom>
              <a:rect b="b" l="l" r="r" t="t"/>
              <a:pathLst>
                <a:path extrusionOk="0" h="3397" w="1948">
                  <a:moveTo>
                    <a:pt x="974" y="0"/>
                  </a:moveTo>
                  <a:cubicBezTo>
                    <a:pt x="814" y="0"/>
                    <a:pt x="682" y="128"/>
                    <a:pt x="682" y="293"/>
                  </a:cubicBezTo>
                  <a:lnTo>
                    <a:pt x="682" y="393"/>
                  </a:lnTo>
                  <a:cubicBezTo>
                    <a:pt x="298" y="457"/>
                    <a:pt x="0" y="791"/>
                    <a:pt x="0" y="1193"/>
                  </a:cubicBezTo>
                  <a:cubicBezTo>
                    <a:pt x="0" y="1646"/>
                    <a:pt x="366" y="2012"/>
                    <a:pt x="819" y="2012"/>
                  </a:cubicBezTo>
                  <a:lnTo>
                    <a:pt x="1134" y="2012"/>
                  </a:lnTo>
                  <a:cubicBezTo>
                    <a:pt x="1262" y="2012"/>
                    <a:pt x="1363" y="2112"/>
                    <a:pt x="1363" y="2240"/>
                  </a:cubicBezTo>
                  <a:cubicBezTo>
                    <a:pt x="1363" y="2368"/>
                    <a:pt x="1262" y="2469"/>
                    <a:pt x="1134" y="2469"/>
                  </a:cubicBezTo>
                  <a:lnTo>
                    <a:pt x="819" y="2469"/>
                  </a:lnTo>
                  <a:cubicBezTo>
                    <a:pt x="723" y="2469"/>
                    <a:pt x="640" y="2414"/>
                    <a:pt x="604" y="2332"/>
                  </a:cubicBezTo>
                  <a:cubicBezTo>
                    <a:pt x="559" y="2219"/>
                    <a:pt x="451" y="2152"/>
                    <a:pt x="337" y="2152"/>
                  </a:cubicBezTo>
                  <a:cubicBezTo>
                    <a:pt x="298" y="2152"/>
                    <a:pt x="258" y="2160"/>
                    <a:pt x="220" y="2176"/>
                  </a:cubicBezTo>
                  <a:cubicBezTo>
                    <a:pt x="73" y="2236"/>
                    <a:pt x="5" y="2409"/>
                    <a:pt x="64" y="2560"/>
                  </a:cubicBezTo>
                  <a:cubicBezTo>
                    <a:pt x="179" y="2816"/>
                    <a:pt x="412" y="2999"/>
                    <a:pt x="682" y="3045"/>
                  </a:cubicBezTo>
                  <a:lnTo>
                    <a:pt x="682" y="3104"/>
                  </a:lnTo>
                  <a:cubicBezTo>
                    <a:pt x="682" y="3264"/>
                    <a:pt x="814" y="3397"/>
                    <a:pt x="974" y="3397"/>
                  </a:cubicBezTo>
                  <a:cubicBezTo>
                    <a:pt x="1139" y="3397"/>
                    <a:pt x="1267" y="3264"/>
                    <a:pt x="1267" y="3104"/>
                  </a:cubicBezTo>
                  <a:lnTo>
                    <a:pt x="1267" y="3045"/>
                  </a:lnTo>
                  <a:cubicBezTo>
                    <a:pt x="1655" y="2981"/>
                    <a:pt x="1948" y="2642"/>
                    <a:pt x="1948" y="2240"/>
                  </a:cubicBezTo>
                  <a:cubicBezTo>
                    <a:pt x="1948" y="1792"/>
                    <a:pt x="1582" y="1426"/>
                    <a:pt x="1134" y="1426"/>
                  </a:cubicBezTo>
                  <a:lnTo>
                    <a:pt x="819" y="1426"/>
                  </a:lnTo>
                  <a:cubicBezTo>
                    <a:pt x="691" y="1426"/>
                    <a:pt x="586" y="1321"/>
                    <a:pt x="586" y="1193"/>
                  </a:cubicBezTo>
                  <a:cubicBezTo>
                    <a:pt x="586" y="1070"/>
                    <a:pt x="691" y="965"/>
                    <a:pt x="819" y="965"/>
                  </a:cubicBezTo>
                  <a:lnTo>
                    <a:pt x="1134" y="965"/>
                  </a:lnTo>
                  <a:cubicBezTo>
                    <a:pt x="1212" y="965"/>
                    <a:pt x="1280" y="1001"/>
                    <a:pt x="1326" y="1065"/>
                  </a:cubicBezTo>
                  <a:cubicBezTo>
                    <a:pt x="1383" y="1148"/>
                    <a:pt x="1474" y="1194"/>
                    <a:pt x="1568" y="1194"/>
                  </a:cubicBezTo>
                  <a:cubicBezTo>
                    <a:pt x="1624" y="1194"/>
                    <a:pt x="1682" y="1177"/>
                    <a:pt x="1733" y="1143"/>
                  </a:cubicBezTo>
                  <a:cubicBezTo>
                    <a:pt x="1866" y="1056"/>
                    <a:pt x="1902" y="873"/>
                    <a:pt x="1811" y="741"/>
                  </a:cubicBezTo>
                  <a:cubicBezTo>
                    <a:pt x="1683" y="553"/>
                    <a:pt x="1486" y="425"/>
                    <a:pt x="1267" y="393"/>
                  </a:cubicBezTo>
                  <a:lnTo>
                    <a:pt x="1267" y="293"/>
                  </a:lnTo>
                  <a:cubicBezTo>
                    <a:pt x="1267" y="128"/>
                    <a:pt x="1139" y="0"/>
                    <a:pt x="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2"/>
            <p:cNvSpPr/>
            <p:nvPr/>
          </p:nvSpPr>
          <p:spPr>
            <a:xfrm>
              <a:off x="71957" y="4338531"/>
              <a:ext cx="33475" cy="23298"/>
            </a:xfrm>
            <a:custGeom>
              <a:rect b="b" l="l" r="r" t="t"/>
              <a:pathLst>
                <a:path extrusionOk="0" h="952" w="1368">
                  <a:moveTo>
                    <a:pt x="681" y="1"/>
                  </a:moveTo>
                  <a:cubicBezTo>
                    <a:pt x="604" y="1"/>
                    <a:pt x="530" y="33"/>
                    <a:pt x="476" y="88"/>
                  </a:cubicBezTo>
                  <a:lnTo>
                    <a:pt x="114" y="454"/>
                  </a:lnTo>
                  <a:cubicBezTo>
                    <a:pt x="0" y="568"/>
                    <a:pt x="0" y="751"/>
                    <a:pt x="114" y="865"/>
                  </a:cubicBezTo>
                  <a:cubicBezTo>
                    <a:pt x="172" y="922"/>
                    <a:pt x="246" y="951"/>
                    <a:pt x="320" y="951"/>
                  </a:cubicBezTo>
                  <a:cubicBezTo>
                    <a:pt x="394" y="951"/>
                    <a:pt x="469" y="922"/>
                    <a:pt x="526" y="865"/>
                  </a:cubicBezTo>
                  <a:lnTo>
                    <a:pt x="681" y="710"/>
                  </a:lnTo>
                  <a:lnTo>
                    <a:pt x="841" y="865"/>
                  </a:lnTo>
                  <a:cubicBezTo>
                    <a:pt x="896" y="924"/>
                    <a:pt x="974" y="952"/>
                    <a:pt x="1047" y="952"/>
                  </a:cubicBezTo>
                  <a:cubicBezTo>
                    <a:pt x="1120" y="952"/>
                    <a:pt x="1198" y="924"/>
                    <a:pt x="1253" y="865"/>
                  </a:cubicBezTo>
                  <a:cubicBezTo>
                    <a:pt x="1367" y="751"/>
                    <a:pt x="1367" y="568"/>
                    <a:pt x="1253" y="454"/>
                  </a:cubicBezTo>
                  <a:lnTo>
                    <a:pt x="892" y="88"/>
                  </a:lnTo>
                  <a:cubicBezTo>
                    <a:pt x="837" y="33"/>
                    <a:pt x="759" y="1"/>
                    <a:pt x="6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2"/>
            <p:cNvSpPr/>
            <p:nvPr/>
          </p:nvSpPr>
          <p:spPr>
            <a:xfrm>
              <a:off x="71957" y="4370344"/>
              <a:ext cx="33475" cy="23249"/>
            </a:xfrm>
            <a:custGeom>
              <a:rect b="b" l="l" r="r" t="t"/>
              <a:pathLst>
                <a:path extrusionOk="0" h="950" w="1368">
                  <a:moveTo>
                    <a:pt x="684" y="0"/>
                  </a:moveTo>
                  <a:cubicBezTo>
                    <a:pt x="608" y="0"/>
                    <a:pt x="533" y="29"/>
                    <a:pt x="476" y="86"/>
                  </a:cubicBezTo>
                  <a:lnTo>
                    <a:pt x="114" y="447"/>
                  </a:lnTo>
                  <a:cubicBezTo>
                    <a:pt x="0" y="562"/>
                    <a:pt x="0" y="749"/>
                    <a:pt x="114" y="863"/>
                  </a:cubicBezTo>
                  <a:cubicBezTo>
                    <a:pt x="172" y="920"/>
                    <a:pt x="246" y="949"/>
                    <a:pt x="320" y="949"/>
                  </a:cubicBezTo>
                  <a:cubicBezTo>
                    <a:pt x="394" y="949"/>
                    <a:pt x="469" y="920"/>
                    <a:pt x="526" y="863"/>
                  </a:cubicBezTo>
                  <a:lnTo>
                    <a:pt x="681" y="703"/>
                  </a:lnTo>
                  <a:lnTo>
                    <a:pt x="841" y="863"/>
                  </a:lnTo>
                  <a:cubicBezTo>
                    <a:pt x="896" y="918"/>
                    <a:pt x="974" y="946"/>
                    <a:pt x="1047" y="946"/>
                  </a:cubicBezTo>
                  <a:cubicBezTo>
                    <a:pt x="1120" y="946"/>
                    <a:pt x="1198" y="918"/>
                    <a:pt x="1253" y="863"/>
                  </a:cubicBezTo>
                  <a:cubicBezTo>
                    <a:pt x="1367" y="749"/>
                    <a:pt x="1367" y="562"/>
                    <a:pt x="1253" y="447"/>
                  </a:cubicBezTo>
                  <a:lnTo>
                    <a:pt x="892" y="86"/>
                  </a:lnTo>
                  <a:cubicBezTo>
                    <a:pt x="834" y="29"/>
                    <a:pt x="759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71957" y="4402010"/>
              <a:ext cx="33475" cy="23249"/>
            </a:xfrm>
            <a:custGeom>
              <a:rect b="b" l="l" r="r" t="t"/>
              <a:pathLst>
                <a:path extrusionOk="0" h="950" w="1368">
                  <a:moveTo>
                    <a:pt x="684" y="0"/>
                  </a:moveTo>
                  <a:cubicBezTo>
                    <a:pt x="608" y="0"/>
                    <a:pt x="533" y="29"/>
                    <a:pt x="476" y="86"/>
                  </a:cubicBezTo>
                  <a:lnTo>
                    <a:pt x="114" y="452"/>
                  </a:lnTo>
                  <a:cubicBezTo>
                    <a:pt x="0" y="566"/>
                    <a:pt x="0" y="749"/>
                    <a:pt x="114" y="863"/>
                  </a:cubicBezTo>
                  <a:cubicBezTo>
                    <a:pt x="172" y="920"/>
                    <a:pt x="246" y="949"/>
                    <a:pt x="320" y="949"/>
                  </a:cubicBezTo>
                  <a:cubicBezTo>
                    <a:pt x="394" y="949"/>
                    <a:pt x="469" y="920"/>
                    <a:pt x="526" y="863"/>
                  </a:cubicBezTo>
                  <a:lnTo>
                    <a:pt x="681" y="708"/>
                  </a:lnTo>
                  <a:lnTo>
                    <a:pt x="841" y="863"/>
                  </a:lnTo>
                  <a:cubicBezTo>
                    <a:pt x="896" y="923"/>
                    <a:pt x="974" y="950"/>
                    <a:pt x="1047" y="950"/>
                  </a:cubicBezTo>
                  <a:cubicBezTo>
                    <a:pt x="1120" y="950"/>
                    <a:pt x="1198" y="923"/>
                    <a:pt x="1253" y="863"/>
                  </a:cubicBezTo>
                  <a:cubicBezTo>
                    <a:pt x="1367" y="749"/>
                    <a:pt x="1367" y="566"/>
                    <a:pt x="1253" y="452"/>
                  </a:cubicBezTo>
                  <a:lnTo>
                    <a:pt x="892" y="86"/>
                  </a:lnTo>
                  <a:cubicBezTo>
                    <a:pt x="834" y="29"/>
                    <a:pt x="759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8" name="Google Shape;818;p32"/>
          <p:cNvGrpSpPr/>
          <p:nvPr/>
        </p:nvGrpSpPr>
        <p:grpSpPr>
          <a:xfrm>
            <a:off x="3297149" y="2903530"/>
            <a:ext cx="465396" cy="488583"/>
            <a:chOff x="-23549" y="2205220"/>
            <a:chExt cx="465396" cy="488583"/>
          </a:xfrm>
        </p:grpSpPr>
        <p:sp>
          <p:nvSpPr>
            <p:cNvPr id="819" name="Google Shape;819;p32"/>
            <p:cNvSpPr/>
            <p:nvPr/>
          </p:nvSpPr>
          <p:spPr>
            <a:xfrm>
              <a:off x="71334" y="2514443"/>
              <a:ext cx="62447" cy="41970"/>
            </a:xfrm>
            <a:custGeom>
              <a:rect b="b" l="l" r="r" t="t"/>
              <a:pathLst>
                <a:path extrusionOk="0" h="1715" w="2552">
                  <a:moveTo>
                    <a:pt x="1971" y="581"/>
                  </a:moveTo>
                  <a:lnTo>
                    <a:pt x="1971" y="1130"/>
                  </a:lnTo>
                  <a:lnTo>
                    <a:pt x="586" y="1130"/>
                  </a:lnTo>
                  <a:lnTo>
                    <a:pt x="586" y="581"/>
                  </a:lnTo>
                  <a:close/>
                  <a:moveTo>
                    <a:pt x="508" y="0"/>
                  </a:moveTo>
                  <a:cubicBezTo>
                    <a:pt x="229" y="0"/>
                    <a:pt x="1" y="224"/>
                    <a:pt x="1" y="508"/>
                  </a:cubicBezTo>
                  <a:lnTo>
                    <a:pt x="1" y="1207"/>
                  </a:lnTo>
                  <a:cubicBezTo>
                    <a:pt x="1" y="1491"/>
                    <a:pt x="229" y="1715"/>
                    <a:pt x="508" y="1715"/>
                  </a:cubicBezTo>
                  <a:lnTo>
                    <a:pt x="2044" y="1715"/>
                  </a:lnTo>
                  <a:cubicBezTo>
                    <a:pt x="2328" y="1715"/>
                    <a:pt x="2552" y="1491"/>
                    <a:pt x="2552" y="1207"/>
                  </a:cubicBezTo>
                  <a:lnTo>
                    <a:pt x="2552" y="508"/>
                  </a:lnTo>
                  <a:cubicBezTo>
                    <a:pt x="2552" y="224"/>
                    <a:pt x="2328" y="0"/>
                    <a:pt x="20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183447" y="2487035"/>
              <a:ext cx="111999" cy="112133"/>
            </a:xfrm>
            <a:custGeom>
              <a:rect b="b" l="l" r="r" t="t"/>
              <a:pathLst>
                <a:path extrusionOk="0" h="4582" w="4577">
                  <a:moveTo>
                    <a:pt x="1998" y="608"/>
                  </a:moveTo>
                  <a:lnTo>
                    <a:pt x="1998" y="1998"/>
                  </a:lnTo>
                  <a:lnTo>
                    <a:pt x="608" y="1998"/>
                  </a:lnTo>
                  <a:cubicBezTo>
                    <a:pt x="732" y="1290"/>
                    <a:pt x="1290" y="732"/>
                    <a:pt x="1998" y="608"/>
                  </a:cubicBezTo>
                  <a:close/>
                  <a:moveTo>
                    <a:pt x="2579" y="608"/>
                  </a:moveTo>
                  <a:cubicBezTo>
                    <a:pt x="3287" y="732"/>
                    <a:pt x="3845" y="1290"/>
                    <a:pt x="3969" y="1998"/>
                  </a:cubicBezTo>
                  <a:lnTo>
                    <a:pt x="2579" y="1998"/>
                  </a:lnTo>
                  <a:lnTo>
                    <a:pt x="2579" y="608"/>
                  </a:lnTo>
                  <a:close/>
                  <a:moveTo>
                    <a:pt x="1998" y="2583"/>
                  </a:moveTo>
                  <a:lnTo>
                    <a:pt x="1998" y="3969"/>
                  </a:lnTo>
                  <a:cubicBezTo>
                    <a:pt x="1290" y="3845"/>
                    <a:pt x="732" y="3287"/>
                    <a:pt x="608" y="2583"/>
                  </a:cubicBezTo>
                  <a:close/>
                  <a:moveTo>
                    <a:pt x="3969" y="2583"/>
                  </a:moveTo>
                  <a:cubicBezTo>
                    <a:pt x="3845" y="3287"/>
                    <a:pt x="3287" y="3845"/>
                    <a:pt x="2579" y="3969"/>
                  </a:cubicBezTo>
                  <a:lnTo>
                    <a:pt x="2579" y="2583"/>
                  </a:lnTo>
                  <a:close/>
                  <a:moveTo>
                    <a:pt x="2286" y="0"/>
                  </a:moveTo>
                  <a:cubicBezTo>
                    <a:pt x="1025" y="0"/>
                    <a:pt x="0" y="1029"/>
                    <a:pt x="0" y="2291"/>
                  </a:cubicBezTo>
                  <a:cubicBezTo>
                    <a:pt x="0" y="3552"/>
                    <a:pt x="1025" y="4581"/>
                    <a:pt x="2286" y="4581"/>
                  </a:cubicBezTo>
                  <a:cubicBezTo>
                    <a:pt x="3553" y="4581"/>
                    <a:pt x="4577" y="3552"/>
                    <a:pt x="4577" y="2291"/>
                  </a:cubicBezTo>
                  <a:cubicBezTo>
                    <a:pt x="4577" y="1029"/>
                    <a:pt x="3553" y="0"/>
                    <a:pt x="2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2"/>
            <p:cNvSpPr/>
            <p:nvPr/>
          </p:nvSpPr>
          <p:spPr>
            <a:xfrm>
              <a:off x="119572" y="2575402"/>
              <a:ext cx="14217" cy="17718"/>
            </a:xfrm>
            <a:custGeom>
              <a:rect b="b" l="l" r="r" t="t"/>
              <a:pathLst>
                <a:path extrusionOk="0" h="724" w="581">
                  <a:moveTo>
                    <a:pt x="288" y="1"/>
                  </a:moveTo>
                  <a:cubicBezTo>
                    <a:pt x="128" y="1"/>
                    <a:pt x="0" y="133"/>
                    <a:pt x="0" y="294"/>
                  </a:cubicBezTo>
                  <a:lnTo>
                    <a:pt x="0" y="435"/>
                  </a:lnTo>
                  <a:cubicBezTo>
                    <a:pt x="0" y="595"/>
                    <a:pt x="128" y="723"/>
                    <a:pt x="288" y="723"/>
                  </a:cubicBezTo>
                  <a:cubicBezTo>
                    <a:pt x="453" y="723"/>
                    <a:pt x="581" y="595"/>
                    <a:pt x="581" y="435"/>
                  </a:cubicBezTo>
                  <a:lnTo>
                    <a:pt x="581" y="294"/>
                  </a:lnTo>
                  <a:cubicBezTo>
                    <a:pt x="581" y="133"/>
                    <a:pt x="45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2"/>
            <p:cNvSpPr/>
            <p:nvPr/>
          </p:nvSpPr>
          <p:spPr>
            <a:xfrm>
              <a:off x="53763" y="2236887"/>
              <a:ext cx="221209" cy="42533"/>
            </a:xfrm>
            <a:custGeom>
              <a:rect b="b" l="l" r="r" t="t"/>
              <a:pathLst>
                <a:path extrusionOk="0" h="1738" w="9040">
                  <a:moveTo>
                    <a:pt x="8454" y="585"/>
                  </a:moveTo>
                  <a:lnTo>
                    <a:pt x="8454" y="1152"/>
                  </a:lnTo>
                  <a:lnTo>
                    <a:pt x="586" y="1152"/>
                  </a:lnTo>
                  <a:lnTo>
                    <a:pt x="586" y="585"/>
                  </a:lnTo>
                  <a:close/>
                  <a:moveTo>
                    <a:pt x="294" y="0"/>
                  </a:moveTo>
                  <a:cubicBezTo>
                    <a:pt x="134" y="0"/>
                    <a:pt x="1" y="128"/>
                    <a:pt x="1" y="293"/>
                  </a:cubicBezTo>
                  <a:lnTo>
                    <a:pt x="1" y="1445"/>
                  </a:lnTo>
                  <a:cubicBezTo>
                    <a:pt x="1" y="1605"/>
                    <a:pt x="134" y="1737"/>
                    <a:pt x="294" y="1737"/>
                  </a:cubicBezTo>
                  <a:lnTo>
                    <a:pt x="8746" y="1737"/>
                  </a:lnTo>
                  <a:cubicBezTo>
                    <a:pt x="8906" y="1737"/>
                    <a:pt x="9039" y="1605"/>
                    <a:pt x="9039" y="1445"/>
                  </a:cubicBezTo>
                  <a:lnTo>
                    <a:pt x="9039" y="293"/>
                  </a:lnTo>
                  <a:cubicBezTo>
                    <a:pt x="9039" y="128"/>
                    <a:pt x="8906" y="0"/>
                    <a:pt x="8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2"/>
            <p:cNvSpPr/>
            <p:nvPr/>
          </p:nvSpPr>
          <p:spPr>
            <a:xfrm>
              <a:off x="-23549" y="2472254"/>
              <a:ext cx="377034" cy="221550"/>
            </a:xfrm>
            <a:custGeom>
              <a:rect b="b" l="l" r="r" t="t"/>
              <a:pathLst>
                <a:path extrusionOk="0" h="9053" w="15408">
                  <a:moveTo>
                    <a:pt x="5153" y="586"/>
                  </a:moveTo>
                  <a:cubicBezTo>
                    <a:pt x="6141" y="586"/>
                    <a:pt x="6945" y="1386"/>
                    <a:pt x="6945" y="2374"/>
                  </a:cubicBezTo>
                  <a:lnTo>
                    <a:pt x="6945" y="7165"/>
                  </a:lnTo>
                  <a:lnTo>
                    <a:pt x="3366" y="7165"/>
                  </a:lnTo>
                  <a:lnTo>
                    <a:pt x="3366" y="2374"/>
                  </a:lnTo>
                  <a:cubicBezTo>
                    <a:pt x="3366" y="1386"/>
                    <a:pt x="4166" y="586"/>
                    <a:pt x="5153" y="586"/>
                  </a:cubicBezTo>
                  <a:close/>
                  <a:moveTo>
                    <a:pt x="14685" y="7750"/>
                  </a:moveTo>
                  <a:cubicBezTo>
                    <a:pt x="14763" y="7750"/>
                    <a:pt x="14822" y="7814"/>
                    <a:pt x="14822" y="7887"/>
                  </a:cubicBezTo>
                  <a:lnTo>
                    <a:pt x="14822" y="8330"/>
                  </a:lnTo>
                  <a:cubicBezTo>
                    <a:pt x="14822" y="8404"/>
                    <a:pt x="14763" y="8468"/>
                    <a:pt x="14685" y="8468"/>
                  </a:cubicBezTo>
                  <a:lnTo>
                    <a:pt x="723" y="8468"/>
                  </a:lnTo>
                  <a:cubicBezTo>
                    <a:pt x="646" y="8468"/>
                    <a:pt x="586" y="8404"/>
                    <a:pt x="586" y="8330"/>
                  </a:cubicBezTo>
                  <a:lnTo>
                    <a:pt x="586" y="7887"/>
                  </a:lnTo>
                  <a:cubicBezTo>
                    <a:pt x="586" y="7814"/>
                    <a:pt x="646" y="7750"/>
                    <a:pt x="723" y="7750"/>
                  </a:cubicBezTo>
                  <a:close/>
                  <a:moveTo>
                    <a:pt x="5153" y="1"/>
                  </a:moveTo>
                  <a:cubicBezTo>
                    <a:pt x="3846" y="1"/>
                    <a:pt x="2780" y="1066"/>
                    <a:pt x="2780" y="2374"/>
                  </a:cubicBezTo>
                  <a:lnTo>
                    <a:pt x="2780" y="7165"/>
                  </a:lnTo>
                  <a:lnTo>
                    <a:pt x="1235" y="7165"/>
                  </a:lnTo>
                  <a:lnTo>
                    <a:pt x="1235" y="2506"/>
                  </a:lnTo>
                  <a:cubicBezTo>
                    <a:pt x="1235" y="2346"/>
                    <a:pt x="1103" y="2214"/>
                    <a:pt x="943" y="2214"/>
                  </a:cubicBezTo>
                  <a:cubicBezTo>
                    <a:pt x="783" y="2214"/>
                    <a:pt x="650" y="2346"/>
                    <a:pt x="650" y="2506"/>
                  </a:cubicBezTo>
                  <a:lnTo>
                    <a:pt x="650" y="7169"/>
                  </a:lnTo>
                  <a:cubicBezTo>
                    <a:pt x="284" y="7206"/>
                    <a:pt x="1" y="7517"/>
                    <a:pt x="1" y="7887"/>
                  </a:cubicBezTo>
                  <a:lnTo>
                    <a:pt x="1" y="8330"/>
                  </a:lnTo>
                  <a:cubicBezTo>
                    <a:pt x="1" y="8728"/>
                    <a:pt x="326" y="9053"/>
                    <a:pt x="723" y="9053"/>
                  </a:cubicBezTo>
                  <a:lnTo>
                    <a:pt x="14685" y="9053"/>
                  </a:lnTo>
                  <a:cubicBezTo>
                    <a:pt x="15083" y="9053"/>
                    <a:pt x="15407" y="8728"/>
                    <a:pt x="15407" y="8330"/>
                  </a:cubicBezTo>
                  <a:lnTo>
                    <a:pt x="15407" y="7887"/>
                  </a:lnTo>
                  <a:cubicBezTo>
                    <a:pt x="15407" y="7489"/>
                    <a:pt x="15083" y="7165"/>
                    <a:pt x="14685" y="7165"/>
                  </a:cubicBezTo>
                  <a:lnTo>
                    <a:pt x="14566" y="7165"/>
                  </a:lnTo>
                  <a:lnTo>
                    <a:pt x="14566" y="5427"/>
                  </a:lnTo>
                  <a:cubicBezTo>
                    <a:pt x="14566" y="5263"/>
                    <a:pt x="14434" y="5135"/>
                    <a:pt x="14274" y="5135"/>
                  </a:cubicBezTo>
                  <a:cubicBezTo>
                    <a:pt x="14114" y="5135"/>
                    <a:pt x="13981" y="5263"/>
                    <a:pt x="13981" y="5427"/>
                  </a:cubicBezTo>
                  <a:lnTo>
                    <a:pt x="13981" y="7165"/>
                  </a:lnTo>
                  <a:lnTo>
                    <a:pt x="7530" y="7165"/>
                  </a:lnTo>
                  <a:lnTo>
                    <a:pt x="7530" y="2374"/>
                  </a:lnTo>
                  <a:cubicBezTo>
                    <a:pt x="7530" y="1066"/>
                    <a:pt x="6465" y="1"/>
                    <a:pt x="5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-16819" y="2205220"/>
              <a:ext cx="458666" cy="375163"/>
            </a:xfrm>
            <a:custGeom>
              <a:rect b="b" l="l" r="r" t="t"/>
              <a:pathLst>
                <a:path extrusionOk="0" h="15330" w="18744">
                  <a:moveTo>
                    <a:pt x="12275" y="586"/>
                  </a:moveTo>
                  <a:cubicBezTo>
                    <a:pt x="12467" y="586"/>
                    <a:pt x="12627" y="746"/>
                    <a:pt x="12627" y="942"/>
                  </a:cubicBezTo>
                  <a:lnTo>
                    <a:pt x="12627" y="3383"/>
                  </a:lnTo>
                  <a:cubicBezTo>
                    <a:pt x="12627" y="3580"/>
                    <a:pt x="12467" y="3740"/>
                    <a:pt x="12275" y="3740"/>
                  </a:cubicBezTo>
                  <a:lnTo>
                    <a:pt x="11054" y="3740"/>
                  </a:lnTo>
                  <a:cubicBezTo>
                    <a:pt x="10894" y="3740"/>
                    <a:pt x="10762" y="3873"/>
                    <a:pt x="10762" y="4033"/>
                  </a:cubicBezTo>
                  <a:cubicBezTo>
                    <a:pt x="10762" y="4197"/>
                    <a:pt x="10894" y="4325"/>
                    <a:pt x="11054" y="4325"/>
                  </a:cubicBezTo>
                  <a:lnTo>
                    <a:pt x="13583" y="4325"/>
                  </a:lnTo>
                  <a:cubicBezTo>
                    <a:pt x="13656" y="4325"/>
                    <a:pt x="13720" y="4389"/>
                    <a:pt x="13720" y="4467"/>
                  </a:cubicBezTo>
                  <a:lnTo>
                    <a:pt x="13720" y="4714"/>
                  </a:lnTo>
                  <a:cubicBezTo>
                    <a:pt x="13720" y="4791"/>
                    <a:pt x="13656" y="4856"/>
                    <a:pt x="13583" y="4856"/>
                  </a:cubicBezTo>
                  <a:lnTo>
                    <a:pt x="1276" y="4856"/>
                  </a:lnTo>
                  <a:cubicBezTo>
                    <a:pt x="1203" y="4856"/>
                    <a:pt x="1139" y="4791"/>
                    <a:pt x="1139" y="4714"/>
                  </a:cubicBezTo>
                  <a:lnTo>
                    <a:pt x="1139" y="4467"/>
                  </a:lnTo>
                  <a:cubicBezTo>
                    <a:pt x="1139" y="4389"/>
                    <a:pt x="1203" y="4325"/>
                    <a:pt x="1276" y="4325"/>
                  </a:cubicBezTo>
                  <a:lnTo>
                    <a:pt x="9756" y="4325"/>
                  </a:lnTo>
                  <a:cubicBezTo>
                    <a:pt x="9921" y="4325"/>
                    <a:pt x="10049" y="4197"/>
                    <a:pt x="10049" y="4033"/>
                  </a:cubicBezTo>
                  <a:cubicBezTo>
                    <a:pt x="10049" y="3873"/>
                    <a:pt x="9921" y="3740"/>
                    <a:pt x="9756" y="3740"/>
                  </a:cubicBezTo>
                  <a:lnTo>
                    <a:pt x="2533" y="3740"/>
                  </a:lnTo>
                  <a:cubicBezTo>
                    <a:pt x="2341" y="3740"/>
                    <a:pt x="2181" y="3580"/>
                    <a:pt x="2181" y="3383"/>
                  </a:cubicBezTo>
                  <a:lnTo>
                    <a:pt x="2181" y="942"/>
                  </a:lnTo>
                  <a:cubicBezTo>
                    <a:pt x="2181" y="746"/>
                    <a:pt x="2341" y="586"/>
                    <a:pt x="2533" y="586"/>
                  </a:cubicBezTo>
                  <a:close/>
                  <a:moveTo>
                    <a:pt x="2871" y="5441"/>
                  </a:moveTo>
                  <a:lnTo>
                    <a:pt x="2441" y="6510"/>
                  </a:lnTo>
                  <a:lnTo>
                    <a:pt x="809" y="6510"/>
                  </a:lnTo>
                  <a:lnTo>
                    <a:pt x="1454" y="5441"/>
                  </a:lnTo>
                  <a:close/>
                  <a:moveTo>
                    <a:pt x="4960" y="5441"/>
                  </a:moveTo>
                  <a:lnTo>
                    <a:pt x="4746" y="6510"/>
                  </a:lnTo>
                  <a:lnTo>
                    <a:pt x="3072" y="6510"/>
                  </a:lnTo>
                  <a:lnTo>
                    <a:pt x="3502" y="5441"/>
                  </a:lnTo>
                  <a:close/>
                  <a:moveTo>
                    <a:pt x="7041" y="5441"/>
                  </a:moveTo>
                  <a:lnTo>
                    <a:pt x="7041" y="6510"/>
                  </a:lnTo>
                  <a:lnTo>
                    <a:pt x="5344" y="6510"/>
                  </a:lnTo>
                  <a:lnTo>
                    <a:pt x="5559" y="5441"/>
                  </a:lnTo>
                  <a:close/>
                  <a:moveTo>
                    <a:pt x="9107" y="5441"/>
                  </a:moveTo>
                  <a:lnTo>
                    <a:pt x="9322" y="6510"/>
                  </a:lnTo>
                  <a:lnTo>
                    <a:pt x="7626" y="6510"/>
                  </a:lnTo>
                  <a:lnTo>
                    <a:pt x="7626" y="5441"/>
                  </a:lnTo>
                  <a:close/>
                  <a:moveTo>
                    <a:pt x="11164" y="5441"/>
                  </a:moveTo>
                  <a:lnTo>
                    <a:pt x="11594" y="6510"/>
                  </a:lnTo>
                  <a:lnTo>
                    <a:pt x="9921" y="6510"/>
                  </a:lnTo>
                  <a:lnTo>
                    <a:pt x="9706" y="5441"/>
                  </a:lnTo>
                  <a:close/>
                  <a:moveTo>
                    <a:pt x="13208" y="5441"/>
                  </a:moveTo>
                  <a:lnTo>
                    <a:pt x="13857" y="6510"/>
                  </a:lnTo>
                  <a:lnTo>
                    <a:pt x="12225" y="6510"/>
                  </a:lnTo>
                  <a:lnTo>
                    <a:pt x="11795" y="5441"/>
                  </a:lnTo>
                  <a:close/>
                  <a:moveTo>
                    <a:pt x="2345" y="7096"/>
                  </a:moveTo>
                  <a:lnTo>
                    <a:pt x="2345" y="8801"/>
                  </a:lnTo>
                  <a:cubicBezTo>
                    <a:pt x="2345" y="9285"/>
                    <a:pt x="1952" y="9683"/>
                    <a:pt x="1468" y="9683"/>
                  </a:cubicBezTo>
                  <a:cubicBezTo>
                    <a:pt x="979" y="9683"/>
                    <a:pt x="585" y="9285"/>
                    <a:pt x="585" y="8801"/>
                  </a:cubicBezTo>
                  <a:lnTo>
                    <a:pt x="585" y="7096"/>
                  </a:lnTo>
                  <a:close/>
                  <a:moveTo>
                    <a:pt x="4695" y="7096"/>
                  </a:moveTo>
                  <a:lnTo>
                    <a:pt x="4695" y="8801"/>
                  </a:lnTo>
                  <a:cubicBezTo>
                    <a:pt x="4695" y="9285"/>
                    <a:pt x="4298" y="9683"/>
                    <a:pt x="3813" y="9683"/>
                  </a:cubicBezTo>
                  <a:cubicBezTo>
                    <a:pt x="3328" y="9683"/>
                    <a:pt x="2931" y="9285"/>
                    <a:pt x="2931" y="8801"/>
                  </a:cubicBezTo>
                  <a:lnTo>
                    <a:pt x="2931" y="7096"/>
                  </a:lnTo>
                  <a:close/>
                  <a:moveTo>
                    <a:pt x="7041" y="7096"/>
                  </a:moveTo>
                  <a:lnTo>
                    <a:pt x="7041" y="8801"/>
                  </a:lnTo>
                  <a:cubicBezTo>
                    <a:pt x="7041" y="9285"/>
                    <a:pt x="6643" y="9683"/>
                    <a:pt x="6158" y="9683"/>
                  </a:cubicBezTo>
                  <a:cubicBezTo>
                    <a:pt x="5674" y="9683"/>
                    <a:pt x="5280" y="9285"/>
                    <a:pt x="5280" y="8801"/>
                  </a:cubicBezTo>
                  <a:lnTo>
                    <a:pt x="5280" y="7096"/>
                  </a:lnTo>
                  <a:close/>
                  <a:moveTo>
                    <a:pt x="9386" y="7096"/>
                  </a:moveTo>
                  <a:lnTo>
                    <a:pt x="9386" y="8801"/>
                  </a:lnTo>
                  <a:cubicBezTo>
                    <a:pt x="9386" y="9285"/>
                    <a:pt x="8993" y="9683"/>
                    <a:pt x="8508" y="9683"/>
                  </a:cubicBezTo>
                  <a:cubicBezTo>
                    <a:pt x="8019" y="9683"/>
                    <a:pt x="7626" y="9285"/>
                    <a:pt x="7626" y="8801"/>
                  </a:cubicBezTo>
                  <a:lnTo>
                    <a:pt x="7626" y="7096"/>
                  </a:lnTo>
                  <a:close/>
                  <a:moveTo>
                    <a:pt x="11736" y="7096"/>
                  </a:moveTo>
                  <a:lnTo>
                    <a:pt x="11736" y="8801"/>
                  </a:lnTo>
                  <a:cubicBezTo>
                    <a:pt x="11736" y="9285"/>
                    <a:pt x="11338" y="9683"/>
                    <a:pt x="10853" y="9683"/>
                  </a:cubicBezTo>
                  <a:cubicBezTo>
                    <a:pt x="10369" y="9683"/>
                    <a:pt x="9971" y="9285"/>
                    <a:pt x="9971" y="8801"/>
                  </a:cubicBezTo>
                  <a:lnTo>
                    <a:pt x="9971" y="7096"/>
                  </a:lnTo>
                  <a:close/>
                  <a:moveTo>
                    <a:pt x="14081" y="7096"/>
                  </a:moveTo>
                  <a:lnTo>
                    <a:pt x="14081" y="8801"/>
                  </a:lnTo>
                  <a:cubicBezTo>
                    <a:pt x="14081" y="9285"/>
                    <a:pt x="13683" y="9683"/>
                    <a:pt x="13199" y="9683"/>
                  </a:cubicBezTo>
                  <a:cubicBezTo>
                    <a:pt x="12714" y="9683"/>
                    <a:pt x="12316" y="9285"/>
                    <a:pt x="12316" y="8801"/>
                  </a:cubicBezTo>
                  <a:lnTo>
                    <a:pt x="12316" y="7096"/>
                  </a:lnTo>
                  <a:close/>
                  <a:moveTo>
                    <a:pt x="15032" y="9331"/>
                  </a:moveTo>
                  <a:cubicBezTo>
                    <a:pt x="14849" y="9633"/>
                    <a:pt x="14744" y="9989"/>
                    <a:pt x="14744" y="10364"/>
                  </a:cubicBezTo>
                  <a:cubicBezTo>
                    <a:pt x="14744" y="10739"/>
                    <a:pt x="14849" y="11096"/>
                    <a:pt x="15032" y="11397"/>
                  </a:cubicBezTo>
                  <a:lnTo>
                    <a:pt x="14291" y="11397"/>
                  </a:lnTo>
                  <a:lnTo>
                    <a:pt x="14291" y="9779"/>
                  </a:lnTo>
                  <a:cubicBezTo>
                    <a:pt x="14405" y="9647"/>
                    <a:pt x="14501" y="9496"/>
                    <a:pt x="14565" y="9331"/>
                  </a:cubicBezTo>
                  <a:close/>
                  <a:moveTo>
                    <a:pt x="16746" y="8947"/>
                  </a:moveTo>
                  <a:cubicBezTo>
                    <a:pt x="17523" y="8947"/>
                    <a:pt x="18159" y="9583"/>
                    <a:pt x="18159" y="10364"/>
                  </a:cubicBezTo>
                  <a:cubicBezTo>
                    <a:pt x="18159" y="11146"/>
                    <a:pt x="17523" y="11781"/>
                    <a:pt x="16746" y="11781"/>
                  </a:cubicBezTo>
                  <a:cubicBezTo>
                    <a:pt x="15964" y="11781"/>
                    <a:pt x="15329" y="11146"/>
                    <a:pt x="15329" y="10364"/>
                  </a:cubicBezTo>
                  <a:cubicBezTo>
                    <a:pt x="15329" y="9583"/>
                    <a:pt x="15964" y="8947"/>
                    <a:pt x="16746" y="8947"/>
                  </a:cubicBezTo>
                  <a:close/>
                  <a:moveTo>
                    <a:pt x="2533" y="0"/>
                  </a:moveTo>
                  <a:cubicBezTo>
                    <a:pt x="2016" y="0"/>
                    <a:pt x="1596" y="421"/>
                    <a:pt x="1596" y="942"/>
                  </a:cubicBezTo>
                  <a:lnTo>
                    <a:pt x="1596" y="3383"/>
                  </a:lnTo>
                  <a:cubicBezTo>
                    <a:pt x="1596" y="3511"/>
                    <a:pt x="1619" y="3630"/>
                    <a:pt x="1664" y="3740"/>
                  </a:cubicBezTo>
                  <a:lnTo>
                    <a:pt x="1276" y="3740"/>
                  </a:lnTo>
                  <a:cubicBezTo>
                    <a:pt x="878" y="3740"/>
                    <a:pt x="553" y="4065"/>
                    <a:pt x="553" y="4467"/>
                  </a:cubicBezTo>
                  <a:lnTo>
                    <a:pt x="553" y="4714"/>
                  </a:lnTo>
                  <a:cubicBezTo>
                    <a:pt x="553" y="4956"/>
                    <a:pt x="672" y="5171"/>
                    <a:pt x="855" y="5304"/>
                  </a:cubicBezTo>
                  <a:lnTo>
                    <a:pt x="41" y="6652"/>
                  </a:lnTo>
                  <a:cubicBezTo>
                    <a:pt x="14" y="6702"/>
                    <a:pt x="0" y="6753"/>
                    <a:pt x="0" y="6803"/>
                  </a:cubicBezTo>
                  <a:lnTo>
                    <a:pt x="0" y="8801"/>
                  </a:lnTo>
                  <a:cubicBezTo>
                    <a:pt x="0" y="9176"/>
                    <a:pt x="142" y="9519"/>
                    <a:pt x="375" y="9779"/>
                  </a:cubicBezTo>
                  <a:lnTo>
                    <a:pt x="375" y="12120"/>
                  </a:lnTo>
                  <a:cubicBezTo>
                    <a:pt x="375" y="12280"/>
                    <a:pt x="508" y="12412"/>
                    <a:pt x="668" y="12412"/>
                  </a:cubicBezTo>
                  <a:cubicBezTo>
                    <a:pt x="828" y="12412"/>
                    <a:pt x="960" y="12280"/>
                    <a:pt x="960" y="12120"/>
                  </a:cubicBezTo>
                  <a:lnTo>
                    <a:pt x="960" y="10177"/>
                  </a:lnTo>
                  <a:cubicBezTo>
                    <a:pt x="1116" y="10236"/>
                    <a:pt x="1289" y="10268"/>
                    <a:pt x="1468" y="10268"/>
                  </a:cubicBezTo>
                  <a:cubicBezTo>
                    <a:pt x="1943" y="10268"/>
                    <a:pt x="2373" y="10035"/>
                    <a:pt x="2638" y="9679"/>
                  </a:cubicBezTo>
                  <a:cubicBezTo>
                    <a:pt x="2908" y="10035"/>
                    <a:pt x="3333" y="10268"/>
                    <a:pt x="3813" y="10268"/>
                  </a:cubicBezTo>
                  <a:cubicBezTo>
                    <a:pt x="4293" y="10268"/>
                    <a:pt x="4718" y="10035"/>
                    <a:pt x="4988" y="9679"/>
                  </a:cubicBezTo>
                  <a:cubicBezTo>
                    <a:pt x="5253" y="10035"/>
                    <a:pt x="5678" y="10268"/>
                    <a:pt x="6158" y="10268"/>
                  </a:cubicBezTo>
                  <a:cubicBezTo>
                    <a:pt x="6638" y="10268"/>
                    <a:pt x="7063" y="10035"/>
                    <a:pt x="7333" y="9679"/>
                  </a:cubicBezTo>
                  <a:cubicBezTo>
                    <a:pt x="7598" y="10035"/>
                    <a:pt x="8028" y="10268"/>
                    <a:pt x="8508" y="10268"/>
                  </a:cubicBezTo>
                  <a:cubicBezTo>
                    <a:pt x="8983" y="10268"/>
                    <a:pt x="9413" y="10035"/>
                    <a:pt x="9678" y="9679"/>
                  </a:cubicBezTo>
                  <a:cubicBezTo>
                    <a:pt x="9948" y="10035"/>
                    <a:pt x="10373" y="10268"/>
                    <a:pt x="10853" y="10268"/>
                  </a:cubicBezTo>
                  <a:cubicBezTo>
                    <a:pt x="11333" y="10268"/>
                    <a:pt x="11758" y="10035"/>
                    <a:pt x="12028" y="9679"/>
                  </a:cubicBezTo>
                  <a:cubicBezTo>
                    <a:pt x="12293" y="10035"/>
                    <a:pt x="12719" y="10268"/>
                    <a:pt x="13199" y="10268"/>
                  </a:cubicBezTo>
                  <a:cubicBezTo>
                    <a:pt x="13377" y="10268"/>
                    <a:pt x="13546" y="10236"/>
                    <a:pt x="13706" y="10177"/>
                  </a:cubicBezTo>
                  <a:lnTo>
                    <a:pt x="13706" y="15036"/>
                  </a:lnTo>
                  <a:cubicBezTo>
                    <a:pt x="13706" y="15201"/>
                    <a:pt x="13839" y="15329"/>
                    <a:pt x="13999" y="15329"/>
                  </a:cubicBezTo>
                  <a:cubicBezTo>
                    <a:pt x="14159" y="15329"/>
                    <a:pt x="14291" y="15201"/>
                    <a:pt x="14291" y="15036"/>
                  </a:cubicBezTo>
                  <a:lnTo>
                    <a:pt x="14291" y="11983"/>
                  </a:lnTo>
                  <a:lnTo>
                    <a:pt x="15567" y="11983"/>
                  </a:lnTo>
                  <a:cubicBezTo>
                    <a:pt x="15900" y="12220"/>
                    <a:pt x="16307" y="12367"/>
                    <a:pt x="16746" y="12367"/>
                  </a:cubicBezTo>
                  <a:cubicBezTo>
                    <a:pt x="17848" y="12367"/>
                    <a:pt x="18744" y="11466"/>
                    <a:pt x="18744" y="10364"/>
                  </a:cubicBezTo>
                  <a:cubicBezTo>
                    <a:pt x="18744" y="9263"/>
                    <a:pt x="17848" y="8367"/>
                    <a:pt x="16746" y="8367"/>
                  </a:cubicBezTo>
                  <a:cubicBezTo>
                    <a:pt x="16307" y="8367"/>
                    <a:pt x="15900" y="8508"/>
                    <a:pt x="15567" y="8746"/>
                  </a:cubicBezTo>
                  <a:lnTo>
                    <a:pt x="14666" y="8746"/>
                  </a:lnTo>
                  <a:lnTo>
                    <a:pt x="14666" y="6803"/>
                  </a:lnTo>
                  <a:cubicBezTo>
                    <a:pt x="14666" y="6753"/>
                    <a:pt x="14648" y="6702"/>
                    <a:pt x="14625" y="6657"/>
                  </a:cubicBezTo>
                  <a:cubicBezTo>
                    <a:pt x="14625" y="6657"/>
                    <a:pt x="14625" y="6657"/>
                    <a:pt x="14625" y="6652"/>
                  </a:cubicBezTo>
                  <a:lnTo>
                    <a:pt x="13857" y="5381"/>
                  </a:lnTo>
                  <a:cubicBezTo>
                    <a:pt x="14122" y="5276"/>
                    <a:pt x="14305" y="5016"/>
                    <a:pt x="14305" y="4714"/>
                  </a:cubicBezTo>
                  <a:lnTo>
                    <a:pt x="14305" y="4467"/>
                  </a:lnTo>
                  <a:cubicBezTo>
                    <a:pt x="14305" y="4065"/>
                    <a:pt x="13980" y="3740"/>
                    <a:pt x="13583" y="3740"/>
                  </a:cubicBezTo>
                  <a:lnTo>
                    <a:pt x="13144" y="3740"/>
                  </a:lnTo>
                  <a:cubicBezTo>
                    <a:pt x="13189" y="3630"/>
                    <a:pt x="13212" y="3511"/>
                    <a:pt x="13212" y="3383"/>
                  </a:cubicBezTo>
                  <a:lnTo>
                    <a:pt x="13212" y="942"/>
                  </a:lnTo>
                  <a:cubicBezTo>
                    <a:pt x="13212" y="421"/>
                    <a:pt x="12792" y="0"/>
                    <a:pt x="12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2"/>
            <p:cNvSpPr/>
            <p:nvPr/>
          </p:nvSpPr>
          <p:spPr>
            <a:xfrm>
              <a:off x="372871" y="2438704"/>
              <a:ext cx="40302" cy="40306"/>
            </a:xfrm>
            <a:custGeom>
              <a:rect b="b" l="l" r="r" t="t"/>
              <a:pathLst>
                <a:path extrusionOk="0" h="1647" w="1647">
                  <a:moveTo>
                    <a:pt x="823" y="0"/>
                  </a:moveTo>
                  <a:cubicBezTo>
                    <a:pt x="659" y="0"/>
                    <a:pt x="531" y="133"/>
                    <a:pt x="531" y="293"/>
                  </a:cubicBezTo>
                  <a:lnTo>
                    <a:pt x="531" y="531"/>
                  </a:lnTo>
                  <a:lnTo>
                    <a:pt x="293" y="531"/>
                  </a:lnTo>
                  <a:cubicBezTo>
                    <a:pt x="128" y="531"/>
                    <a:pt x="0" y="663"/>
                    <a:pt x="0" y="823"/>
                  </a:cubicBezTo>
                  <a:cubicBezTo>
                    <a:pt x="0" y="983"/>
                    <a:pt x="128" y="1116"/>
                    <a:pt x="293" y="1116"/>
                  </a:cubicBezTo>
                  <a:lnTo>
                    <a:pt x="531" y="1116"/>
                  </a:lnTo>
                  <a:lnTo>
                    <a:pt x="531" y="1354"/>
                  </a:lnTo>
                  <a:cubicBezTo>
                    <a:pt x="531" y="1514"/>
                    <a:pt x="659" y="1646"/>
                    <a:pt x="823" y="1646"/>
                  </a:cubicBezTo>
                  <a:cubicBezTo>
                    <a:pt x="983" y="1646"/>
                    <a:pt x="1116" y="1514"/>
                    <a:pt x="1116" y="1354"/>
                  </a:cubicBezTo>
                  <a:lnTo>
                    <a:pt x="1116" y="1116"/>
                  </a:lnTo>
                  <a:lnTo>
                    <a:pt x="1353" y="1116"/>
                  </a:lnTo>
                  <a:cubicBezTo>
                    <a:pt x="1513" y="1116"/>
                    <a:pt x="1646" y="983"/>
                    <a:pt x="1646" y="823"/>
                  </a:cubicBezTo>
                  <a:cubicBezTo>
                    <a:pt x="1646" y="663"/>
                    <a:pt x="1513" y="531"/>
                    <a:pt x="1353" y="531"/>
                  </a:cubicBezTo>
                  <a:lnTo>
                    <a:pt x="1116" y="531"/>
                  </a:lnTo>
                  <a:lnTo>
                    <a:pt x="1116" y="293"/>
                  </a:lnTo>
                  <a:cubicBezTo>
                    <a:pt x="1116" y="133"/>
                    <a:pt x="983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831" name="Google Shape;831;p33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2" name="Google Shape;832;p33"/>
          <p:cNvSpPr/>
          <p:nvPr/>
        </p:nvSpPr>
        <p:spPr>
          <a:xfrm>
            <a:off x="5586742" y="1461596"/>
            <a:ext cx="1993800" cy="1993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3" name="Google Shape;833;p33"/>
          <p:cNvSpPr/>
          <p:nvPr/>
        </p:nvSpPr>
        <p:spPr>
          <a:xfrm flipH="1">
            <a:off x="5586818" y="1461596"/>
            <a:ext cx="1993800" cy="19938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1563420" y="1461596"/>
            <a:ext cx="1993800" cy="1993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5" name="Google Shape;835;p33"/>
          <p:cNvSpPr/>
          <p:nvPr/>
        </p:nvSpPr>
        <p:spPr>
          <a:xfrm flipH="1">
            <a:off x="1563420" y="1461596"/>
            <a:ext cx="1993800" cy="1993800"/>
          </a:xfrm>
          <a:prstGeom prst="pie">
            <a:avLst>
              <a:gd fmla="val 5440442" name="adj1"/>
              <a:gd fmla="val 16200000" name="adj2"/>
            </a:avLst>
          </a:prstGeom>
          <a:solidFill>
            <a:schemeClr val="dk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6" name="Google Shape;836;p33"/>
          <p:cNvSpPr txBox="1"/>
          <p:nvPr/>
        </p:nvSpPr>
        <p:spPr>
          <a:xfrm>
            <a:off x="4122100" y="2525273"/>
            <a:ext cx="895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Vs.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837" name="Google Shape;837;p33"/>
          <p:cNvGrpSpPr/>
          <p:nvPr/>
        </p:nvGrpSpPr>
        <p:grpSpPr>
          <a:xfrm>
            <a:off x="1565394" y="3607803"/>
            <a:ext cx="1986001" cy="780875"/>
            <a:chOff x="1015400" y="3791807"/>
            <a:chExt cx="1986001" cy="780875"/>
          </a:xfrm>
        </p:grpSpPr>
        <p:sp>
          <p:nvSpPr>
            <p:cNvPr id="838" name="Google Shape;838;p33"/>
            <p:cNvSpPr txBox="1"/>
            <p:nvPr/>
          </p:nvSpPr>
          <p:spPr>
            <a:xfrm>
              <a:off x="1015400" y="3791807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Jupiter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839" name="Google Shape;839;p33"/>
            <p:cNvSpPr txBox="1"/>
            <p:nvPr/>
          </p:nvSpPr>
          <p:spPr>
            <a:xfrm>
              <a:off x="1015400" y="4087882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Jupiter is the biggest planet of them all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40" name="Google Shape;840;p33"/>
          <p:cNvGrpSpPr/>
          <p:nvPr/>
        </p:nvGrpSpPr>
        <p:grpSpPr>
          <a:xfrm>
            <a:off x="5590680" y="3607803"/>
            <a:ext cx="1986001" cy="780875"/>
            <a:chOff x="5407800" y="3791807"/>
            <a:chExt cx="1986001" cy="780875"/>
          </a:xfrm>
        </p:grpSpPr>
        <p:sp>
          <p:nvSpPr>
            <p:cNvPr id="841" name="Google Shape;841;p33"/>
            <p:cNvSpPr txBox="1"/>
            <p:nvPr/>
          </p:nvSpPr>
          <p:spPr>
            <a:xfrm>
              <a:off x="5407800" y="3791807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Venus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842" name="Google Shape;842;p33"/>
            <p:cNvSpPr txBox="1"/>
            <p:nvPr/>
          </p:nvSpPr>
          <p:spPr>
            <a:xfrm>
              <a:off x="5407800" y="4087882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Venus is the second planet from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843" name="Google Shape;843;p33"/>
          <p:cNvCxnSpPr>
            <a:stCxn id="836" idx="0"/>
          </p:cNvCxnSpPr>
          <p:nvPr/>
        </p:nvCxnSpPr>
        <p:spPr>
          <a:xfrm rot="10800000">
            <a:off x="4570000" y="1380173"/>
            <a:ext cx="0" cy="114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33"/>
          <p:cNvCxnSpPr>
            <a:stCxn id="836" idx="2"/>
          </p:cNvCxnSpPr>
          <p:nvPr/>
        </p:nvCxnSpPr>
        <p:spPr>
          <a:xfrm>
            <a:off x="4570000" y="3086873"/>
            <a:ext cx="0" cy="138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33"/>
          <p:cNvSpPr txBox="1"/>
          <p:nvPr/>
        </p:nvSpPr>
        <p:spPr>
          <a:xfrm>
            <a:off x="457195" y="2249457"/>
            <a:ext cx="9144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46" name="Google Shape;846;p33"/>
          <p:cNvSpPr txBox="1"/>
          <p:nvPr/>
        </p:nvSpPr>
        <p:spPr>
          <a:xfrm>
            <a:off x="7768405" y="2249457"/>
            <a:ext cx="9144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75%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847" name="Google Shape;847;p33"/>
          <p:cNvCxnSpPr>
            <a:stCxn id="838" idx="1"/>
            <a:endCxn id="845" idx="2"/>
          </p:cNvCxnSpPr>
          <p:nvPr/>
        </p:nvCxnSpPr>
        <p:spPr>
          <a:xfrm rot="10800000">
            <a:off x="914394" y="2648253"/>
            <a:ext cx="651000" cy="1158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33"/>
          <p:cNvCxnSpPr>
            <a:stCxn id="841" idx="3"/>
            <a:endCxn id="846" idx="2"/>
          </p:cNvCxnSpPr>
          <p:nvPr/>
        </p:nvCxnSpPr>
        <p:spPr>
          <a:xfrm flipH="1" rot="10800000">
            <a:off x="7576680" y="2648253"/>
            <a:ext cx="648900" cy="1158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3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 pack</a:t>
            </a:r>
            <a:endParaRPr/>
          </a:p>
        </p:txBody>
      </p:sp>
      <p:sp>
        <p:nvSpPr>
          <p:cNvPr id="854" name="Google Shape;854;p34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55" name="Google Shape;855;p34"/>
          <p:cNvGrpSpPr/>
          <p:nvPr/>
        </p:nvGrpSpPr>
        <p:grpSpPr>
          <a:xfrm>
            <a:off x="3355118" y="4140679"/>
            <a:ext cx="429278" cy="488465"/>
            <a:chOff x="3355118" y="4140679"/>
            <a:chExt cx="429278" cy="488465"/>
          </a:xfrm>
        </p:grpSpPr>
        <p:sp>
          <p:nvSpPr>
            <p:cNvPr id="856" name="Google Shape;856;p34"/>
            <p:cNvSpPr/>
            <p:nvPr/>
          </p:nvSpPr>
          <p:spPr>
            <a:xfrm>
              <a:off x="3539060" y="4292696"/>
              <a:ext cx="245336" cy="336448"/>
            </a:xfrm>
            <a:custGeom>
              <a:rect b="b" l="l" r="r" t="t"/>
              <a:pathLst>
                <a:path extrusionOk="0" h="13748" w="10026">
                  <a:moveTo>
                    <a:pt x="9025" y="10794"/>
                  </a:moveTo>
                  <a:lnTo>
                    <a:pt x="7073" y="12751"/>
                  </a:lnTo>
                  <a:lnTo>
                    <a:pt x="7073" y="10890"/>
                  </a:lnTo>
                  <a:cubicBezTo>
                    <a:pt x="7073" y="10840"/>
                    <a:pt x="7114" y="10794"/>
                    <a:pt x="7169" y="10794"/>
                  </a:cubicBezTo>
                  <a:close/>
                  <a:moveTo>
                    <a:pt x="6693" y="1"/>
                  </a:moveTo>
                  <a:cubicBezTo>
                    <a:pt x="6533" y="1"/>
                    <a:pt x="6401" y="133"/>
                    <a:pt x="6401" y="293"/>
                  </a:cubicBezTo>
                  <a:cubicBezTo>
                    <a:pt x="6401" y="458"/>
                    <a:pt x="6533" y="586"/>
                    <a:pt x="6693" y="586"/>
                  </a:cubicBezTo>
                  <a:lnTo>
                    <a:pt x="9340" y="586"/>
                  </a:lnTo>
                  <a:cubicBezTo>
                    <a:pt x="9395" y="586"/>
                    <a:pt x="9441" y="632"/>
                    <a:pt x="9441" y="687"/>
                  </a:cubicBezTo>
                  <a:lnTo>
                    <a:pt x="9441" y="10209"/>
                  </a:lnTo>
                  <a:lnTo>
                    <a:pt x="7169" y="10209"/>
                  </a:lnTo>
                  <a:cubicBezTo>
                    <a:pt x="6794" y="10209"/>
                    <a:pt x="6487" y="10516"/>
                    <a:pt x="6487" y="10890"/>
                  </a:cubicBezTo>
                  <a:lnTo>
                    <a:pt x="6487" y="13163"/>
                  </a:lnTo>
                  <a:lnTo>
                    <a:pt x="682" y="13163"/>
                  </a:lnTo>
                  <a:cubicBezTo>
                    <a:pt x="627" y="13163"/>
                    <a:pt x="586" y="13121"/>
                    <a:pt x="586" y="13067"/>
                  </a:cubicBezTo>
                  <a:lnTo>
                    <a:pt x="586" y="10360"/>
                  </a:lnTo>
                  <a:cubicBezTo>
                    <a:pt x="586" y="10200"/>
                    <a:pt x="453" y="10068"/>
                    <a:pt x="293" y="10068"/>
                  </a:cubicBezTo>
                  <a:cubicBezTo>
                    <a:pt x="128" y="10068"/>
                    <a:pt x="0" y="10200"/>
                    <a:pt x="0" y="10360"/>
                  </a:cubicBezTo>
                  <a:lnTo>
                    <a:pt x="0" y="13067"/>
                  </a:lnTo>
                  <a:cubicBezTo>
                    <a:pt x="0" y="13441"/>
                    <a:pt x="307" y="13748"/>
                    <a:pt x="682" y="13748"/>
                  </a:cubicBezTo>
                  <a:lnTo>
                    <a:pt x="6780" y="13748"/>
                  </a:lnTo>
                  <a:cubicBezTo>
                    <a:pt x="6858" y="13748"/>
                    <a:pt x="6931" y="13716"/>
                    <a:pt x="6986" y="13661"/>
                  </a:cubicBezTo>
                  <a:lnTo>
                    <a:pt x="9939" y="10708"/>
                  </a:lnTo>
                  <a:cubicBezTo>
                    <a:pt x="9994" y="10653"/>
                    <a:pt x="10026" y="10580"/>
                    <a:pt x="10026" y="10502"/>
                  </a:cubicBezTo>
                  <a:lnTo>
                    <a:pt x="10026" y="687"/>
                  </a:lnTo>
                  <a:cubicBezTo>
                    <a:pt x="10026" y="307"/>
                    <a:pt x="9720" y="1"/>
                    <a:pt x="9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3355118" y="4140679"/>
              <a:ext cx="332058" cy="380963"/>
            </a:xfrm>
            <a:custGeom>
              <a:rect b="b" l="l" r="r" t="t"/>
              <a:pathLst>
                <a:path extrusionOk="0" h="15567" w="13570">
                  <a:moveTo>
                    <a:pt x="7073" y="997"/>
                  </a:moveTo>
                  <a:lnTo>
                    <a:pt x="9030" y="2953"/>
                  </a:lnTo>
                  <a:lnTo>
                    <a:pt x="7169" y="2953"/>
                  </a:lnTo>
                  <a:cubicBezTo>
                    <a:pt x="7114" y="2953"/>
                    <a:pt x="7073" y="2908"/>
                    <a:pt x="7073" y="2853"/>
                  </a:cubicBezTo>
                  <a:lnTo>
                    <a:pt x="7073" y="997"/>
                  </a:lnTo>
                  <a:close/>
                  <a:moveTo>
                    <a:pt x="6488" y="585"/>
                  </a:moveTo>
                  <a:lnTo>
                    <a:pt x="6488" y="2853"/>
                  </a:lnTo>
                  <a:cubicBezTo>
                    <a:pt x="6488" y="3232"/>
                    <a:pt x="6794" y="3538"/>
                    <a:pt x="7169" y="3538"/>
                  </a:cubicBezTo>
                  <a:lnTo>
                    <a:pt x="9441" y="3538"/>
                  </a:lnTo>
                  <a:lnTo>
                    <a:pt x="9441" y="13061"/>
                  </a:lnTo>
                  <a:cubicBezTo>
                    <a:pt x="9441" y="13116"/>
                    <a:pt x="9395" y="13157"/>
                    <a:pt x="9345" y="13157"/>
                  </a:cubicBezTo>
                  <a:lnTo>
                    <a:pt x="682" y="13157"/>
                  </a:lnTo>
                  <a:cubicBezTo>
                    <a:pt x="627" y="13157"/>
                    <a:pt x="586" y="13116"/>
                    <a:pt x="586" y="13061"/>
                  </a:cubicBezTo>
                  <a:lnTo>
                    <a:pt x="586" y="681"/>
                  </a:lnTo>
                  <a:cubicBezTo>
                    <a:pt x="586" y="626"/>
                    <a:pt x="627" y="585"/>
                    <a:pt x="682" y="585"/>
                  </a:cubicBezTo>
                  <a:close/>
                  <a:moveTo>
                    <a:pt x="682" y="0"/>
                  </a:moveTo>
                  <a:cubicBezTo>
                    <a:pt x="307" y="0"/>
                    <a:pt x="1" y="306"/>
                    <a:pt x="1" y="681"/>
                  </a:cubicBezTo>
                  <a:lnTo>
                    <a:pt x="1" y="13061"/>
                  </a:lnTo>
                  <a:cubicBezTo>
                    <a:pt x="1" y="13436"/>
                    <a:pt x="307" y="13742"/>
                    <a:pt x="682" y="13742"/>
                  </a:cubicBezTo>
                  <a:lnTo>
                    <a:pt x="7516" y="13742"/>
                  </a:lnTo>
                  <a:lnTo>
                    <a:pt x="7516" y="15274"/>
                  </a:lnTo>
                  <a:cubicBezTo>
                    <a:pt x="7516" y="15434"/>
                    <a:pt x="7644" y="15566"/>
                    <a:pt x="7809" y="15566"/>
                  </a:cubicBezTo>
                  <a:cubicBezTo>
                    <a:pt x="7969" y="15566"/>
                    <a:pt x="8102" y="15434"/>
                    <a:pt x="8102" y="15274"/>
                  </a:cubicBezTo>
                  <a:lnTo>
                    <a:pt x="8102" y="13742"/>
                  </a:lnTo>
                  <a:lnTo>
                    <a:pt x="9345" y="13742"/>
                  </a:lnTo>
                  <a:cubicBezTo>
                    <a:pt x="9720" y="13742"/>
                    <a:pt x="10026" y="13436"/>
                    <a:pt x="10026" y="13061"/>
                  </a:cubicBezTo>
                  <a:lnTo>
                    <a:pt x="10026" y="10021"/>
                  </a:lnTo>
                  <a:lnTo>
                    <a:pt x="11119" y="10021"/>
                  </a:lnTo>
                  <a:cubicBezTo>
                    <a:pt x="11283" y="10021"/>
                    <a:pt x="11411" y="9888"/>
                    <a:pt x="11411" y="9728"/>
                  </a:cubicBezTo>
                  <a:cubicBezTo>
                    <a:pt x="11411" y="9568"/>
                    <a:pt x="11283" y="9436"/>
                    <a:pt x="11119" y="9436"/>
                  </a:cubicBezTo>
                  <a:lnTo>
                    <a:pt x="10026" y="9436"/>
                  </a:lnTo>
                  <a:lnTo>
                    <a:pt x="10026" y="8983"/>
                  </a:lnTo>
                  <a:lnTo>
                    <a:pt x="13277" y="8983"/>
                  </a:lnTo>
                  <a:cubicBezTo>
                    <a:pt x="13437" y="8983"/>
                    <a:pt x="13569" y="8855"/>
                    <a:pt x="13569" y="8691"/>
                  </a:cubicBezTo>
                  <a:cubicBezTo>
                    <a:pt x="13569" y="8531"/>
                    <a:pt x="13437" y="8398"/>
                    <a:pt x="13277" y="8398"/>
                  </a:cubicBezTo>
                  <a:lnTo>
                    <a:pt x="10026" y="8398"/>
                  </a:lnTo>
                  <a:lnTo>
                    <a:pt x="10026" y="6798"/>
                  </a:lnTo>
                  <a:lnTo>
                    <a:pt x="12911" y="6798"/>
                  </a:lnTo>
                  <a:cubicBezTo>
                    <a:pt x="13071" y="6798"/>
                    <a:pt x="13203" y="6670"/>
                    <a:pt x="13203" y="6505"/>
                  </a:cubicBezTo>
                  <a:cubicBezTo>
                    <a:pt x="13203" y="6345"/>
                    <a:pt x="13071" y="6213"/>
                    <a:pt x="12911" y="6213"/>
                  </a:cubicBezTo>
                  <a:lnTo>
                    <a:pt x="10026" y="6213"/>
                  </a:lnTo>
                  <a:lnTo>
                    <a:pt x="10026" y="3246"/>
                  </a:lnTo>
                  <a:cubicBezTo>
                    <a:pt x="10026" y="3168"/>
                    <a:pt x="9994" y="3090"/>
                    <a:pt x="9939" y="3036"/>
                  </a:cubicBezTo>
                  <a:lnTo>
                    <a:pt x="6986" y="82"/>
                  </a:lnTo>
                  <a:cubicBezTo>
                    <a:pt x="6931" y="27"/>
                    <a:pt x="6858" y="0"/>
                    <a:pt x="6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4"/>
            <p:cNvSpPr/>
            <p:nvPr/>
          </p:nvSpPr>
          <p:spPr>
            <a:xfrm>
              <a:off x="3574865" y="4535699"/>
              <a:ext cx="104511" cy="14341"/>
            </a:xfrm>
            <a:custGeom>
              <a:rect b="b" l="l" r="r" t="t"/>
              <a:pathLst>
                <a:path extrusionOk="0" h="586" w="4271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3978" y="586"/>
                  </a:lnTo>
                  <a:cubicBezTo>
                    <a:pt x="4138" y="586"/>
                    <a:pt x="4270" y="458"/>
                    <a:pt x="4270" y="293"/>
                  </a:cubicBezTo>
                  <a:cubicBezTo>
                    <a:pt x="4270" y="133"/>
                    <a:pt x="4138" y="0"/>
                    <a:pt x="39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4"/>
            <p:cNvSpPr/>
            <p:nvPr/>
          </p:nvSpPr>
          <p:spPr>
            <a:xfrm>
              <a:off x="3641310" y="4562984"/>
              <a:ext cx="38075" cy="14341"/>
            </a:xfrm>
            <a:custGeom>
              <a:rect b="b" l="l" r="r" t="t"/>
              <a:pathLst>
                <a:path extrusionOk="0" h="586" w="155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1263" y="586"/>
                  </a:lnTo>
                  <a:cubicBezTo>
                    <a:pt x="1423" y="586"/>
                    <a:pt x="1555" y="453"/>
                    <a:pt x="1555" y="293"/>
                  </a:cubicBezTo>
                  <a:cubicBezTo>
                    <a:pt x="1555" y="133"/>
                    <a:pt x="1423" y="1"/>
                    <a:pt x="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4"/>
            <p:cNvSpPr/>
            <p:nvPr/>
          </p:nvSpPr>
          <p:spPr>
            <a:xfrm>
              <a:off x="3574865" y="4562984"/>
              <a:ext cx="53149" cy="14341"/>
            </a:xfrm>
            <a:custGeom>
              <a:rect b="b" l="l" r="r" t="t"/>
              <a:pathLst>
                <a:path extrusionOk="0" h="586" w="2172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879" y="586"/>
                  </a:lnTo>
                  <a:cubicBezTo>
                    <a:pt x="2044" y="586"/>
                    <a:pt x="2172" y="453"/>
                    <a:pt x="2172" y="293"/>
                  </a:cubicBezTo>
                  <a:cubicBezTo>
                    <a:pt x="2172" y="133"/>
                    <a:pt x="2044" y="1"/>
                    <a:pt x="1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4"/>
            <p:cNvSpPr/>
            <p:nvPr/>
          </p:nvSpPr>
          <p:spPr>
            <a:xfrm>
              <a:off x="3433996" y="4245393"/>
              <a:ext cx="47570" cy="82815"/>
            </a:xfrm>
            <a:custGeom>
              <a:rect b="b" l="l" r="r" t="t"/>
              <a:pathLst>
                <a:path extrusionOk="0" h="3384" w="1944">
                  <a:moveTo>
                    <a:pt x="974" y="0"/>
                  </a:moveTo>
                  <a:cubicBezTo>
                    <a:pt x="810" y="0"/>
                    <a:pt x="682" y="128"/>
                    <a:pt x="682" y="293"/>
                  </a:cubicBezTo>
                  <a:lnTo>
                    <a:pt x="682" y="389"/>
                  </a:lnTo>
                  <a:cubicBezTo>
                    <a:pt x="298" y="453"/>
                    <a:pt x="1" y="791"/>
                    <a:pt x="1" y="1193"/>
                  </a:cubicBezTo>
                  <a:cubicBezTo>
                    <a:pt x="1" y="1641"/>
                    <a:pt x="366" y="2002"/>
                    <a:pt x="814" y="2002"/>
                  </a:cubicBezTo>
                  <a:lnTo>
                    <a:pt x="1130" y="2002"/>
                  </a:lnTo>
                  <a:cubicBezTo>
                    <a:pt x="1258" y="2002"/>
                    <a:pt x="1358" y="2108"/>
                    <a:pt x="1358" y="2231"/>
                  </a:cubicBezTo>
                  <a:cubicBezTo>
                    <a:pt x="1358" y="2359"/>
                    <a:pt x="1258" y="2460"/>
                    <a:pt x="1130" y="2460"/>
                  </a:cubicBezTo>
                  <a:lnTo>
                    <a:pt x="814" y="2460"/>
                  </a:lnTo>
                  <a:cubicBezTo>
                    <a:pt x="723" y="2460"/>
                    <a:pt x="641" y="2405"/>
                    <a:pt x="604" y="2322"/>
                  </a:cubicBezTo>
                  <a:cubicBezTo>
                    <a:pt x="556" y="2210"/>
                    <a:pt x="450" y="2143"/>
                    <a:pt x="336" y="2143"/>
                  </a:cubicBezTo>
                  <a:cubicBezTo>
                    <a:pt x="298" y="2143"/>
                    <a:pt x="258" y="2151"/>
                    <a:pt x="220" y="2167"/>
                  </a:cubicBezTo>
                  <a:cubicBezTo>
                    <a:pt x="74" y="2226"/>
                    <a:pt x="5" y="2400"/>
                    <a:pt x="65" y="2551"/>
                  </a:cubicBezTo>
                  <a:cubicBezTo>
                    <a:pt x="174" y="2807"/>
                    <a:pt x="407" y="2990"/>
                    <a:pt x="682" y="3036"/>
                  </a:cubicBezTo>
                  <a:lnTo>
                    <a:pt x="682" y="3090"/>
                  </a:lnTo>
                  <a:cubicBezTo>
                    <a:pt x="682" y="3250"/>
                    <a:pt x="810" y="3383"/>
                    <a:pt x="974" y="3383"/>
                  </a:cubicBezTo>
                  <a:cubicBezTo>
                    <a:pt x="1134" y="3383"/>
                    <a:pt x="1267" y="3250"/>
                    <a:pt x="1267" y="3090"/>
                  </a:cubicBezTo>
                  <a:lnTo>
                    <a:pt x="1267" y="3031"/>
                  </a:lnTo>
                  <a:cubicBezTo>
                    <a:pt x="1651" y="2967"/>
                    <a:pt x="1944" y="2633"/>
                    <a:pt x="1944" y="2231"/>
                  </a:cubicBezTo>
                  <a:cubicBezTo>
                    <a:pt x="1944" y="1783"/>
                    <a:pt x="1578" y="1417"/>
                    <a:pt x="1130" y="1417"/>
                  </a:cubicBezTo>
                  <a:lnTo>
                    <a:pt x="814" y="1417"/>
                  </a:lnTo>
                  <a:cubicBezTo>
                    <a:pt x="691" y="1417"/>
                    <a:pt x="586" y="1317"/>
                    <a:pt x="586" y="1193"/>
                  </a:cubicBezTo>
                  <a:cubicBezTo>
                    <a:pt x="586" y="1065"/>
                    <a:pt x="691" y="965"/>
                    <a:pt x="814" y="965"/>
                  </a:cubicBezTo>
                  <a:lnTo>
                    <a:pt x="1130" y="965"/>
                  </a:lnTo>
                  <a:cubicBezTo>
                    <a:pt x="1207" y="965"/>
                    <a:pt x="1276" y="1001"/>
                    <a:pt x="1317" y="1065"/>
                  </a:cubicBezTo>
                  <a:cubicBezTo>
                    <a:pt x="1374" y="1148"/>
                    <a:pt x="1467" y="1193"/>
                    <a:pt x="1561" y="1193"/>
                  </a:cubicBezTo>
                  <a:cubicBezTo>
                    <a:pt x="1618" y="1193"/>
                    <a:pt x="1674" y="1177"/>
                    <a:pt x="1724" y="1143"/>
                  </a:cubicBezTo>
                  <a:cubicBezTo>
                    <a:pt x="1861" y="1052"/>
                    <a:pt x="1893" y="869"/>
                    <a:pt x="1802" y="736"/>
                  </a:cubicBezTo>
                  <a:cubicBezTo>
                    <a:pt x="1678" y="549"/>
                    <a:pt x="1482" y="425"/>
                    <a:pt x="1267" y="389"/>
                  </a:cubicBezTo>
                  <a:lnTo>
                    <a:pt x="1267" y="293"/>
                  </a:lnTo>
                  <a:cubicBezTo>
                    <a:pt x="1267" y="128"/>
                    <a:pt x="1134" y="0"/>
                    <a:pt x="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4"/>
            <p:cNvSpPr/>
            <p:nvPr/>
          </p:nvSpPr>
          <p:spPr>
            <a:xfrm>
              <a:off x="3390922" y="4219991"/>
              <a:ext cx="133704" cy="133595"/>
            </a:xfrm>
            <a:custGeom>
              <a:rect b="b" l="l" r="r" t="t"/>
              <a:pathLst>
                <a:path extrusionOk="0" h="5459" w="5464">
                  <a:moveTo>
                    <a:pt x="2734" y="0"/>
                  </a:moveTo>
                  <a:cubicBezTo>
                    <a:pt x="1226" y="0"/>
                    <a:pt x="0" y="1225"/>
                    <a:pt x="0" y="2730"/>
                  </a:cubicBezTo>
                  <a:cubicBezTo>
                    <a:pt x="0" y="3237"/>
                    <a:pt x="142" y="3731"/>
                    <a:pt x="407" y="4160"/>
                  </a:cubicBezTo>
                  <a:cubicBezTo>
                    <a:pt x="461" y="4250"/>
                    <a:pt x="558" y="4299"/>
                    <a:pt x="657" y="4299"/>
                  </a:cubicBezTo>
                  <a:cubicBezTo>
                    <a:pt x="709" y="4299"/>
                    <a:pt x="762" y="4285"/>
                    <a:pt x="810" y="4256"/>
                  </a:cubicBezTo>
                  <a:cubicBezTo>
                    <a:pt x="947" y="4170"/>
                    <a:pt x="988" y="3991"/>
                    <a:pt x="906" y="3854"/>
                  </a:cubicBezTo>
                  <a:cubicBezTo>
                    <a:pt x="695" y="3516"/>
                    <a:pt x="586" y="3127"/>
                    <a:pt x="586" y="2730"/>
                  </a:cubicBezTo>
                  <a:cubicBezTo>
                    <a:pt x="586" y="1545"/>
                    <a:pt x="1550" y="585"/>
                    <a:pt x="2734" y="585"/>
                  </a:cubicBezTo>
                  <a:cubicBezTo>
                    <a:pt x="3914" y="585"/>
                    <a:pt x="4878" y="1545"/>
                    <a:pt x="4878" y="2730"/>
                  </a:cubicBezTo>
                  <a:cubicBezTo>
                    <a:pt x="4878" y="3914"/>
                    <a:pt x="3914" y="4874"/>
                    <a:pt x="2734" y="4874"/>
                  </a:cubicBezTo>
                  <a:cubicBezTo>
                    <a:pt x="2382" y="4874"/>
                    <a:pt x="2049" y="4791"/>
                    <a:pt x="1742" y="4631"/>
                  </a:cubicBezTo>
                  <a:cubicBezTo>
                    <a:pt x="1700" y="4609"/>
                    <a:pt x="1654" y="4599"/>
                    <a:pt x="1609" y="4599"/>
                  </a:cubicBezTo>
                  <a:cubicBezTo>
                    <a:pt x="1503" y="4599"/>
                    <a:pt x="1400" y="4656"/>
                    <a:pt x="1349" y="4755"/>
                  </a:cubicBezTo>
                  <a:cubicBezTo>
                    <a:pt x="1271" y="4901"/>
                    <a:pt x="1331" y="5075"/>
                    <a:pt x="1473" y="5152"/>
                  </a:cubicBezTo>
                  <a:cubicBezTo>
                    <a:pt x="1861" y="5354"/>
                    <a:pt x="2295" y="5459"/>
                    <a:pt x="2734" y="5459"/>
                  </a:cubicBezTo>
                  <a:cubicBezTo>
                    <a:pt x="4238" y="5459"/>
                    <a:pt x="5464" y="4234"/>
                    <a:pt x="5464" y="2730"/>
                  </a:cubicBezTo>
                  <a:cubicBezTo>
                    <a:pt x="5464" y="1225"/>
                    <a:pt x="4238" y="0"/>
                    <a:pt x="2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3539843" y="4279604"/>
              <a:ext cx="24862" cy="14365"/>
            </a:xfrm>
            <a:custGeom>
              <a:rect b="b" l="l" r="r" t="t"/>
              <a:pathLst>
                <a:path extrusionOk="0" h="587" w="1016">
                  <a:moveTo>
                    <a:pt x="293" y="1"/>
                  </a:moveTo>
                  <a:cubicBezTo>
                    <a:pt x="133" y="1"/>
                    <a:pt x="0" y="129"/>
                    <a:pt x="0" y="294"/>
                  </a:cubicBezTo>
                  <a:cubicBezTo>
                    <a:pt x="0" y="454"/>
                    <a:pt x="128" y="586"/>
                    <a:pt x="293" y="586"/>
                  </a:cubicBezTo>
                  <a:lnTo>
                    <a:pt x="723" y="586"/>
                  </a:lnTo>
                  <a:cubicBezTo>
                    <a:pt x="883" y="586"/>
                    <a:pt x="1011" y="454"/>
                    <a:pt x="1015" y="294"/>
                  </a:cubicBezTo>
                  <a:cubicBezTo>
                    <a:pt x="1015" y="134"/>
                    <a:pt x="883" y="1"/>
                    <a:pt x="7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3534361" y="4247938"/>
              <a:ext cx="25424" cy="19725"/>
            </a:xfrm>
            <a:custGeom>
              <a:rect b="b" l="l" r="r" t="t"/>
              <a:pathLst>
                <a:path extrusionOk="0" h="806" w="1039">
                  <a:moveTo>
                    <a:pt x="707" y="0"/>
                  </a:moveTo>
                  <a:cubicBezTo>
                    <a:pt x="655" y="0"/>
                    <a:pt x="602" y="14"/>
                    <a:pt x="553" y="42"/>
                  </a:cubicBezTo>
                  <a:lnTo>
                    <a:pt x="183" y="262"/>
                  </a:lnTo>
                  <a:cubicBezTo>
                    <a:pt x="46" y="349"/>
                    <a:pt x="0" y="527"/>
                    <a:pt x="83" y="664"/>
                  </a:cubicBezTo>
                  <a:cubicBezTo>
                    <a:pt x="137" y="756"/>
                    <a:pt x="233" y="806"/>
                    <a:pt x="334" y="806"/>
                  </a:cubicBezTo>
                  <a:cubicBezTo>
                    <a:pt x="384" y="806"/>
                    <a:pt x="435" y="792"/>
                    <a:pt x="485" y="765"/>
                  </a:cubicBezTo>
                  <a:lnTo>
                    <a:pt x="855" y="541"/>
                  </a:lnTo>
                  <a:cubicBezTo>
                    <a:pt x="992" y="458"/>
                    <a:pt x="1038" y="280"/>
                    <a:pt x="956" y="143"/>
                  </a:cubicBezTo>
                  <a:cubicBezTo>
                    <a:pt x="902" y="50"/>
                    <a:pt x="807" y="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4"/>
            <p:cNvSpPr/>
            <p:nvPr/>
          </p:nvSpPr>
          <p:spPr>
            <a:xfrm>
              <a:off x="3534141" y="4305788"/>
              <a:ext cx="25522" cy="19823"/>
            </a:xfrm>
            <a:custGeom>
              <a:rect b="b" l="l" r="r" t="t"/>
              <a:pathLst>
                <a:path extrusionOk="0" h="810" w="1043">
                  <a:moveTo>
                    <a:pt x="338" y="1"/>
                  </a:moveTo>
                  <a:cubicBezTo>
                    <a:pt x="238" y="1"/>
                    <a:pt x="142" y="52"/>
                    <a:pt x="87" y="142"/>
                  </a:cubicBezTo>
                  <a:cubicBezTo>
                    <a:pt x="0" y="280"/>
                    <a:pt x="46" y="458"/>
                    <a:pt x="183" y="545"/>
                  </a:cubicBezTo>
                  <a:lnTo>
                    <a:pt x="553" y="769"/>
                  </a:lnTo>
                  <a:cubicBezTo>
                    <a:pt x="604" y="796"/>
                    <a:pt x="654" y="810"/>
                    <a:pt x="709" y="810"/>
                  </a:cubicBezTo>
                  <a:cubicBezTo>
                    <a:pt x="805" y="810"/>
                    <a:pt x="901" y="760"/>
                    <a:pt x="956" y="668"/>
                  </a:cubicBezTo>
                  <a:cubicBezTo>
                    <a:pt x="1043" y="531"/>
                    <a:pt x="997" y="353"/>
                    <a:pt x="860" y="270"/>
                  </a:cubicBezTo>
                  <a:lnTo>
                    <a:pt x="489" y="42"/>
                  </a:lnTo>
                  <a:cubicBezTo>
                    <a:pt x="441" y="14"/>
                    <a:pt x="389" y="1"/>
                    <a:pt x="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4"/>
            <p:cNvSpPr/>
            <p:nvPr/>
          </p:nvSpPr>
          <p:spPr>
            <a:xfrm>
              <a:off x="3390922" y="4383877"/>
              <a:ext cx="59658" cy="14341"/>
            </a:xfrm>
            <a:custGeom>
              <a:rect b="b" l="l" r="r" t="t"/>
              <a:pathLst>
                <a:path extrusionOk="0" h="586" w="2438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145" y="586"/>
                  </a:lnTo>
                  <a:cubicBezTo>
                    <a:pt x="2305" y="586"/>
                    <a:pt x="2437" y="453"/>
                    <a:pt x="2437" y="293"/>
                  </a:cubicBezTo>
                  <a:cubicBezTo>
                    <a:pt x="2437" y="129"/>
                    <a:pt x="2305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4"/>
            <p:cNvSpPr/>
            <p:nvPr/>
          </p:nvSpPr>
          <p:spPr>
            <a:xfrm>
              <a:off x="3390922" y="4409156"/>
              <a:ext cx="112342" cy="14365"/>
            </a:xfrm>
            <a:custGeom>
              <a:rect b="b" l="l" r="r" t="t"/>
              <a:pathLst>
                <a:path extrusionOk="0" h="587" w="4591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4298" y="586"/>
                  </a:lnTo>
                  <a:cubicBezTo>
                    <a:pt x="4458" y="586"/>
                    <a:pt x="4590" y="458"/>
                    <a:pt x="4590" y="293"/>
                  </a:cubicBezTo>
                  <a:cubicBezTo>
                    <a:pt x="4590" y="133"/>
                    <a:pt x="4458" y="1"/>
                    <a:pt x="4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4"/>
            <p:cNvSpPr/>
            <p:nvPr/>
          </p:nvSpPr>
          <p:spPr>
            <a:xfrm>
              <a:off x="3385440" y="4177509"/>
              <a:ext cx="37390" cy="25158"/>
            </a:xfrm>
            <a:custGeom>
              <a:rect b="b" l="l" r="r" t="t"/>
              <a:pathLst>
                <a:path extrusionOk="0" h="1028" w="1528">
                  <a:moveTo>
                    <a:pt x="320" y="0"/>
                  </a:moveTo>
                  <a:cubicBezTo>
                    <a:pt x="246" y="0"/>
                    <a:pt x="172" y="29"/>
                    <a:pt x="115" y="86"/>
                  </a:cubicBezTo>
                  <a:cubicBezTo>
                    <a:pt x="0" y="200"/>
                    <a:pt x="0" y="388"/>
                    <a:pt x="115" y="502"/>
                  </a:cubicBezTo>
                  <a:lnTo>
                    <a:pt x="558" y="945"/>
                  </a:lnTo>
                  <a:cubicBezTo>
                    <a:pt x="613" y="1000"/>
                    <a:pt x="691" y="1028"/>
                    <a:pt x="764" y="1028"/>
                  </a:cubicBezTo>
                  <a:cubicBezTo>
                    <a:pt x="842" y="1028"/>
                    <a:pt x="915" y="1000"/>
                    <a:pt x="970" y="945"/>
                  </a:cubicBezTo>
                  <a:lnTo>
                    <a:pt x="1413" y="502"/>
                  </a:lnTo>
                  <a:cubicBezTo>
                    <a:pt x="1527" y="388"/>
                    <a:pt x="1527" y="200"/>
                    <a:pt x="1413" y="86"/>
                  </a:cubicBezTo>
                  <a:cubicBezTo>
                    <a:pt x="1356" y="29"/>
                    <a:pt x="1282" y="0"/>
                    <a:pt x="1207" y="0"/>
                  </a:cubicBezTo>
                  <a:cubicBezTo>
                    <a:pt x="1133" y="0"/>
                    <a:pt x="1059" y="29"/>
                    <a:pt x="1002" y="86"/>
                  </a:cubicBezTo>
                  <a:lnTo>
                    <a:pt x="764" y="324"/>
                  </a:lnTo>
                  <a:lnTo>
                    <a:pt x="526" y="86"/>
                  </a:lnTo>
                  <a:cubicBezTo>
                    <a:pt x="469" y="29"/>
                    <a:pt x="395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4"/>
            <p:cNvSpPr/>
            <p:nvPr/>
          </p:nvSpPr>
          <p:spPr>
            <a:xfrm>
              <a:off x="3620507" y="4405706"/>
              <a:ext cx="125213" cy="100606"/>
            </a:xfrm>
            <a:custGeom>
              <a:rect b="b" l="l" r="r" t="t"/>
              <a:pathLst>
                <a:path extrusionOk="0" h="4111" w="5117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3817"/>
                  </a:lnTo>
                  <a:cubicBezTo>
                    <a:pt x="0" y="3977"/>
                    <a:pt x="128" y="4110"/>
                    <a:pt x="293" y="4110"/>
                  </a:cubicBezTo>
                  <a:lnTo>
                    <a:pt x="4824" y="4110"/>
                  </a:lnTo>
                  <a:cubicBezTo>
                    <a:pt x="4984" y="4110"/>
                    <a:pt x="5116" y="3977"/>
                    <a:pt x="5116" y="3817"/>
                  </a:cubicBezTo>
                  <a:cubicBezTo>
                    <a:pt x="5116" y="3653"/>
                    <a:pt x="4984" y="3525"/>
                    <a:pt x="4824" y="3525"/>
                  </a:cubicBezTo>
                  <a:lnTo>
                    <a:pt x="4014" y="3525"/>
                  </a:lnTo>
                  <a:lnTo>
                    <a:pt x="4014" y="677"/>
                  </a:lnTo>
                  <a:cubicBezTo>
                    <a:pt x="4014" y="517"/>
                    <a:pt x="3882" y="384"/>
                    <a:pt x="3722" y="384"/>
                  </a:cubicBezTo>
                  <a:cubicBezTo>
                    <a:pt x="3562" y="384"/>
                    <a:pt x="3429" y="517"/>
                    <a:pt x="3429" y="677"/>
                  </a:cubicBezTo>
                  <a:lnTo>
                    <a:pt x="3429" y="3525"/>
                  </a:lnTo>
                  <a:lnTo>
                    <a:pt x="2849" y="3525"/>
                  </a:lnTo>
                  <a:lnTo>
                    <a:pt x="2849" y="2451"/>
                  </a:lnTo>
                  <a:cubicBezTo>
                    <a:pt x="2849" y="2291"/>
                    <a:pt x="2716" y="2163"/>
                    <a:pt x="2556" y="2163"/>
                  </a:cubicBezTo>
                  <a:cubicBezTo>
                    <a:pt x="2396" y="2163"/>
                    <a:pt x="2263" y="2291"/>
                    <a:pt x="2263" y="2451"/>
                  </a:cubicBezTo>
                  <a:lnTo>
                    <a:pt x="2263" y="3525"/>
                  </a:lnTo>
                  <a:lnTo>
                    <a:pt x="1683" y="3525"/>
                  </a:lnTo>
                  <a:lnTo>
                    <a:pt x="1683" y="1632"/>
                  </a:lnTo>
                  <a:cubicBezTo>
                    <a:pt x="1683" y="1472"/>
                    <a:pt x="1555" y="1340"/>
                    <a:pt x="1390" y="1340"/>
                  </a:cubicBezTo>
                  <a:cubicBezTo>
                    <a:pt x="1230" y="1340"/>
                    <a:pt x="1098" y="1472"/>
                    <a:pt x="1098" y="1632"/>
                  </a:cubicBezTo>
                  <a:lnTo>
                    <a:pt x="1098" y="3525"/>
                  </a:lnTo>
                  <a:lnTo>
                    <a:pt x="586" y="3525"/>
                  </a:ln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4"/>
            <p:cNvSpPr/>
            <p:nvPr/>
          </p:nvSpPr>
          <p:spPr>
            <a:xfrm>
              <a:off x="3424818" y="4491650"/>
              <a:ext cx="98932" cy="101683"/>
            </a:xfrm>
            <a:custGeom>
              <a:rect b="b" l="l" r="r" t="t"/>
              <a:pathLst>
                <a:path extrusionOk="0" h="4155" w="4043">
                  <a:moveTo>
                    <a:pt x="898" y="1"/>
                  </a:moveTo>
                  <a:cubicBezTo>
                    <a:pt x="849" y="1"/>
                    <a:pt x="799" y="14"/>
                    <a:pt x="755" y="40"/>
                  </a:cubicBezTo>
                  <a:lnTo>
                    <a:pt x="193" y="356"/>
                  </a:lnTo>
                  <a:cubicBezTo>
                    <a:pt x="51" y="438"/>
                    <a:pt x="1" y="616"/>
                    <a:pt x="78" y="753"/>
                  </a:cubicBezTo>
                  <a:cubicBezTo>
                    <a:pt x="135" y="852"/>
                    <a:pt x="235" y="905"/>
                    <a:pt x="336" y="905"/>
                  </a:cubicBezTo>
                  <a:cubicBezTo>
                    <a:pt x="366" y="905"/>
                    <a:pt x="397" y="900"/>
                    <a:pt x="426" y="891"/>
                  </a:cubicBezTo>
                  <a:lnTo>
                    <a:pt x="426" y="891"/>
                  </a:lnTo>
                  <a:cubicBezTo>
                    <a:pt x="389" y="1174"/>
                    <a:pt x="394" y="1458"/>
                    <a:pt x="440" y="1746"/>
                  </a:cubicBezTo>
                  <a:cubicBezTo>
                    <a:pt x="572" y="2504"/>
                    <a:pt x="988" y="3172"/>
                    <a:pt x="1619" y="3620"/>
                  </a:cubicBezTo>
                  <a:cubicBezTo>
                    <a:pt x="2113" y="3972"/>
                    <a:pt x="2693" y="4155"/>
                    <a:pt x="3288" y="4155"/>
                  </a:cubicBezTo>
                  <a:cubicBezTo>
                    <a:pt x="3448" y="4155"/>
                    <a:pt x="3612" y="4141"/>
                    <a:pt x="3772" y="4114"/>
                  </a:cubicBezTo>
                  <a:cubicBezTo>
                    <a:pt x="3932" y="4086"/>
                    <a:pt x="4042" y="3935"/>
                    <a:pt x="4015" y="3775"/>
                  </a:cubicBezTo>
                  <a:cubicBezTo>
                    <a:pt x="3990" y="3632"/>
                    <a:pt x="3867" y="3533"/>
                    <a:pt x="3727" y="3533"/>
                  </a:cubicBezTo>
                  <a:cubicBezTo>
                    <a:pt x="3710" y="3533"/>
                    <a:pt x="3693" y="3535"/>
                    <a:pt x="3676" y="3538"/>
                  </a:cubicBezTo>
                  <a:cubicBezTo>
                    <a:pt x="3547" y="3559"/>
                    <a:pt x="3417" y="3570"/>
                    <a:pt x="3288" y="3570"/>
                  </a:cubicBezTo>
                  <a:cubicBezTo>
                    <a:pt x="2814" y="3570"/>
                    <a:pt x="2353" y="3425"/>
                    <a:pt x="1957" y="3144"/>
                  </a:cubicBezTo>
                  <a:cubicBezTo>
                    <a:pt x="1454" y="2783"/>
                    <a:pt x="1121" y="2253"/>
                    <a:pt x="1020" y="1645"/>
                  </a:cubicBezTo>
                  <a:cubicBezTo>
                    <a:pt x="984" y="1444"/>
                    <a:pt x="979" y="1243"/>
                    <a:pt x="997" y="1046"/>
                  </a:cubicBezTo>
                  <a:lnTo>
                    <a:pt x="997" y="1046"/>
                  </a:lnTo>
                  <a:cubicBezTo>
                    <a:pt x="1052" y="1115"/>
                    <a:pt x="1134" y="1151"/>
                    <a:pt x="1221" y="1151"/>
                  </a:cubicBezTo>
                  <a:cubicBezTo>
                    <a:pt x="1267" y="1151"/>
                    <a:pt x="1317" y="1137"/>
                    <a:pt x="1363" y="1115"/>
                  </a:cubicBezTo>
                  <a:cubicBezTo>
                    <a:pt x="1505" y="1032"/>
                    <a:pt x="1555" y="854"/>
                    <a:pt x="1473" y="717"/>
                  </a:cubicBezTo>
                  <a:lnTo>
                    <a:pt x="1157" y="150"/>
                  </a:lnTo>
                  <a:cubicBezTo>
                    <a:pt x="1116" y="81"/>
                    <a:pt x="1052" y="31"/>
                    <a:pt x="979" y="13"/>
                  </a:cubicBezTo>
                  <a:cubicBezTo>
                    <a:pt x="953" y="5"/>
                    <a:pt x="926" y="1"/>
                    <a:pt x="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3615809" y="4176481"/>
              <a:ext cx="98908" cy="101585"/>
            </a:xfrm>
            <a:custGeom>
              <a:rect b="b" l="l" r="r" t="t"/>
              <a:pathLst>
                <a:path extrusionOk="0" h="4151" w="4042">
                  <a:moveTo>
                    <a:pt x="755" y="0"/>
                  </a:moveTo>
                  <a:cubicBezTo>
                    <a:pt x="593" y="0"/>
                    <a:pt x="429" y="14"/>
                    <a:pt x="266" y="41"/>
                  </a:cubicBezTo>
                  <a:cubicBezTo>
                    <a:pt x="106" y="68"/>
                    <a:pt x="0" y="219"/>
                    <a:pt x="28" y="375"/>
                  </a:cubicBezTo>
                  <a:cubicBezTo>
                    <a:pt x="52" y="518"/>
                    <a:pt x="176" y="621"/>
                    <a:pt x="314" y="621"/>
                  </a:cubicBezTo>
                  <a:cubicBezTo>
                    <a:pt x="330" y="621"/>
                    <a:pt x="346" y="620"/>
                    <a:pt x="362" y="617"/>
                  </a:cubicBezTo>
                  <a:cubicBezTo>
                    <a:pt x="493" y="594"/>
                    <a:pt x="625" y="583"/>
                    <a:pt x="755" y="583"/>
                  </a:cubicBezTo>
                  <a:cubicBezTo>
                    <a:pt x="1229" y="583"/>
                    <a:pt x="1691" y="731"/>
                    <a:pt x="2085" y="1010"/>
                  </a:cubicBezTo>
                  <a:cubicBezTo>
                    <a:pt x="2588" y="1367"/>
                    <a:pt x="2922" y="1902"/>
                    <a:pt x="3022" y="2505"/>
                  </a:cubicBezTo>
                  <a:cubicBezTo>
                    <a:pt x="3054" y="2706"/>
                    <a:pt x="3063" y="2907"/>
                    <a:pt x="3045" y="3109"/>
                  </a:cubicBezTo>
                  <a:cubicBezTo>
                    <a:pt x="2987" y="3039"/>
                    <a:pt x="2906" y="3003"/>
                    <a:pt x="2822" y="3003"/>
                  </a:cubicBezTo>
                  <a:cubicBezTo>
                    <a:pt x="2774" y="3003"/>
                    <a:pt x="2725" y="3015"/>
                    <a:pt x="2679" y="3040"/>
                  </a:cubicBezTo>
                  <a:cubicBezTo>
                    <a:pt x="2538" y="3118"/>
                    <a:pt x="2487" y="3296"/>
                    <a:pt x="2565" y="3438"/>
                  </a:cubicBezTo>
                  <a:lnTo>
                    <a:pt x="2885" y="4005"/>
                  </a:lnTo>
                  <a:cubicBezTo>
                    <a:pt x="2922" y="4073"/>
                    <a:pt x="2986" y="4124"/>
                    <a:pt x="3063" y="4142"/>
                  </a:cubicBezTo>
                  <a:cubicBezTo>
                    <a:pt x="3086" y="4151"/>
                    <a:pt x="3114" y="4151"/>
                    <a:pt x="3141" y="4151"/>
                  </a:cubicBezTo>
                  <a:cubicBezTo>
                    <a:pt x="3191" y="4151"/>
                    <a:pt x="3242" y="4142"/>
                    <a:pt x="3283" y="4114"/>
                  </a:cubicBezTo>
                  <a:lnTo>
                    <a:pt x="3850" y="3794"/>
                  </a:lnTo>
                  <a:cubicBezTo>
                    <a:pt x="3992" y="3717"/>
                    <a:pt x="4042" y="3538"/>
                    <a:pt x="3960" y="3397"/>
                  </a:cubicBezTo>
                  <a:cubicBezTo>
                    <a:pt x="3907" y="3302"/>
                    <a:pt x="3808" y="3250"/>
                    <a:pt x="3707" y="3250"/>
                  </a:cubicBezTo>
                  <a:cubicBezTo>
                    <a:pt x="3677" y="3250"/>
                    <a:pt x="3646" y="3255"/>
                    <a:pt x="3617" y="3264"/>
                  </a:cubicBezTo>
                  <a:cubicBezTo>
                    <a:pt x="3653" y="2981"/>
                    <a:pt x="3649" y="2697"/>
                    <a:pt x="3598" y="2409"/>
                  </a:cubicBezTo>
                  <a:cubicBezTo>
                    <a:pt x="3470" y="1650"/>
                    <a:pt x="3054" y="983"/>
                    <a:pt x="2423" y="535"/>
                  </a:cubicBezTo>
                  <a:cubicBezTo>
                    <a:pt x="1928" y="183"/>
                    <a:pt x="1350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2" name="Google Shape;872;p34"/>
          <p:cNvGrpSpPr/>
          <p:nvPr/>
        </p:nvGrpSpPr>
        <p:grpSpPr>
          <a:xfrm>
            <a:off x="2657307" y="4180494"/>
            <a:ext cx="488446" cy="408838"/>
            <a:chOff x="2657307" y="4180494"/>
            <a:chExt cx="488446" cy="408838"/>
          </a:xfrm>
        </p:grpSpPr>
        <p:sp>
          <p:nvSpPr>
            <p:cNvPr id="873" name="Google Shape;873;p34"/>
            <p:cNvSpPr/>
            <p:nvPr/>
          </p:nvSpPr>
          <p:spPr>
            <a:xfrm>
              <a:off x="2657307" y="4180494"/>
              <a:ext cx="488446" cy="408838"/>
            </a:xfrm>
            <a:custGeom>
              <a:rect b="b" l="l" r="r" t="t"/>
              <a:pathLst>
                <a:path extrusionOk="0" h="16706" w="19961">
                  <a:moveTo>
                    <a:pt x="878" y="1"/>
                  </a:moveTo>
                  <a:cubicBezTo>
                    <a:pt x="393" y="1"/>
                    <a:pt x="0" y="394"/>
                    <a:pt x="0" y="878"/>
                  </a:cubicBezTo>
                  <a:lnTo>
                    <a:pt x="0" y="5148"/>
                  </a:lnTo>
                  <a:cubicBezTo>
                    <a:pt x="0" y="5313"/>
                    <a:pt x="128" y="5441"/>
                    <a:pt x="293" y="5441"/>
                  </a:cubicBezTo>
                  <a:cubicBezTo>
                    <a:pt x="453" y="5441"/>
                    <a:pt x="585" y="5313"/>
                    <a:pt x="585" y="5148"/>
                  </a:cubicBezTo>
                  <a:lnTo>
                    <a:pt x="585" y="3306"/>
                  </a:lnTo>
                  <a:lnTo>
                    <a:pt x="14250" y="3306"/>
                  </a:lnTo>
                  <a:cubicBezTo>
                    <a:pt x="14415" y="3306"/>
                    <a:pt x="14543" y="3178"/>
                    <a:pt x="14543" y="3013"/>
                  </a:cubicBezTo>
                  <a:cubicBezTo>
                    <a:pt x="14543" y="2853"/>
                    <a:pt x="14415" y="2725"/>
                    <a:pt x="14250" y="2725"/>
                  </a:cubicBezTo>
                  <a:lnTo>
                    <a:pt x="585" y="2725"/>
                  </a:lnTo>
                  <a:lnTo>
                    <a:pt x="585" y="878"/>
                  </a:lnTo>
                  <a:cubicBezTo>
                    <a:pt x="585" y="714"/>
                    <a:pt x="713" y="586"/>
                    <a:pt x="878" y="586"/>
                  </a:cubicBezTo>
                  <a:lnTo>
                    <a:pt x="19082" y="586"/>
                  </a:lnTo>
                  <a:cubicBezTo>
                    <a:pt x="19247" y="586"/>
                    <a:pt x="19375" y="714"/>
                    <a:pt x="19375" y="878"/>
                  </a:cubicBezTo>
                  <a:lnTo>
                    <a:pt x="19375" y="2725"/>
                  </a:lnTo>
                  <a:lnTo>
                    <a:pt x="15548" y="2725"/>
                  </a:lnTo>
                  <a:cubicBezTo>
                    <a:pt x="15388" y="2725"/>
                    <a:pt x="15256" y="2853"/>
                    <a:pt x="15256" y="3013"/>
                  </a:cubicBezTo>
                  <a:cubicBezTo>
                    <a:pt x="15256" y="3178"/>
                    <a:pt x="15388" y="3306"/>
                    <a:pt x="15548" y="3306"/>
                  </a:cubicBezTo>
                  <a:lnTo>
                    <a:pt x="19375" y="3306"/>
                  </a:lnTo>
                  <a:lnTo>
                    <a:pt x="19375" y="15827"/>
                  </a:lnTo>
                  <a:cubicBezTo>
                    <a:pt x="19375" y="15987"/>
                    <a:pt x="19247" y="16120"/>
                    <a:pt x="19082" y="16120"/>
                  </a:cubicBezTo>
                  <a:lnTo>
                    <a:pt x="14346" y="16120"/>
                  </a:lnTo>
                  <a:cubicBezTo>
                    <a:pt x="14181" y="16120"/>
                    <a:pt x="14053" y="16253"/>
                    <a:pt x="14053" y="16413"/>
                  </a:cubicBezTo>
                  <a:cubicBezTo>
                    <a:pt x="14053" y="16573"/>
                    <a:pt x="14181" y="16705"/>
                    <a:pt x="14346" y="16705"/>
                  </a:cubicBezTo>
                  <a:lnTo>
                    <a:pt x="19082" y="16705"/>
                  </a:lnTo>
                  <a:cubicBezTo>
                    <a:pt x="19567" y="16705"/>
                    <a:pt x="19960" y="16312"/>
                    <a:pt x="19960" y="15827"/>
                  </a:cubicBezTo>
                  <a:lnTo>
                    <a:pt x="19960" y="878"/>
                  </a:lnTo>
                  <a:cubicBezTo>
                    <a:pt x="19960" y="394"/>
                    <a:pt x="19567" y="1"/>
                    <a:pt x="190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4"/>
            <p:cNvSpPr/>
            <p:nvPr/>
          </p:nvSpPr>
          <p:spPr>
            <a:xfrm>
              <a:off x="2657307" y="4331068"/>
              <a:ext cx="326332" cy="258258"/>
            </a:xfrm>
            <a:custGeom>
              <a:rect b="b" l="l" r="r" t="t"/>
              <a:pathLst>
                <a:path extrusionOk="0" h="10553" w="13336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9674"/>
                  </a:lnTo>
                  <a:cubicBezTo>
                    <a:pt x="0" y="10159"/>
                    <a:pt x="393" y="10552"/>
                    <a:pt x="878" y="10552"/>
                  </a:cubicBezTo>
                  <a:lnTo>
                    <a:pt x="13043" y="10552"/>
                  </a:lnTo>
                  <a:cubicBezTo>
                    <a:pt x="13208" y="10552"/>
                    <a:pt x="13336" y="10420"/>
                    <a:pt x="13336" y="10260"/>
                  </a:cubicBezTo>
                  <a:cubicBezTo>
                    <a:pt x="13336" y="10100"/>
                    <a:pt x="13208" y="9967"/>
                    <a:pt x="13043" y="9967"/>
                  </a:cubicBezTo>
                  <a:lnTo>
                    <a:pt x="878" y="9967"/>
                  </a:lnTo>
                  <a:cubicBezTo>
                    <a:pt x="713" y="9967"/>
                    <a:pt x="585" y="9834"/>
                    <a:pt x="585" y="9674"/>
                  </a:cubicBezTo>
                  <a:lnTo>
                    <a:pt x="585" y="293"/>
                  </a:lnTo>
                  <a:cubicBezTo>
                    <a:pt x="585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2693895" y="4213262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lnTo>
                    <a:pt x="0" y="298"/>
                  </a:lnTo>
                  <a:cubicBezTo>
                    <a:pt x="0" y="458"/>
                    <a:pt x="133" y="591"/>
                    <a:pt x="293" y="591"/>
                  </a:cubicBezTo>
                  <a:cubicBezTo>
                    <a:pt x="457" y="591"/>
                    <a:pt x="585" y="458"/>
                    <a:pt x="585" y="298"/>
                  </a:cubicBezTo>
                  <a:lnTo>
                    <a:pt x="585" y="294"/>
                  </a:lnTo>
                  <a:cubicBezTo>
                    <a:pt x="585" y="134"/>
                    <a:pt x="457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2719396" y="4213262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1" y="134"/>
                    <a:pt x="1" y="294"/>
                  </a:cubicBezTo>
                  <a:lnTo>
                    <a:pt x="1" y="298"/>
                  </a:lnTo>
                  <a:cubicBezTo>
                    <a:pt x="1" y="458"/>
                    <a:pt x="129" y="591"/>
                    <a:pt x="289" y="591"/>
                  </a:cubicBezTo>
                  <a:lnTo>
                    <a:pt x="293" y="591"/>
                  </a:lnTo>
                  <a:cubicBezTo>
                    <a:pt x="453" y="591"/>
                    <a:pt x="586" y="463"/>
                    <a:pt x="586" y="298"/>
                  </a:cubicBezTo>
                  <a:cubicBezTo>
                    <a:pt x="586" y="134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2744799" y="4213262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lnTo>
                    <a:pt x="0" y="298"/>
                  </a:lnTo>
                  <a:cubicBezTo>
                    <a:pt x="0" y="458"/>
                    <a:pt x="133" y="591"/>
                    <a:pt x="293" y="591"/>
                  </a:cubicBezTo>
                  <a:cubicBezTo>
                    <a:pt x="453" y="591"/>
                    <a:pt x="585" y="458"/>
                    <a:pt x="585" y="298"/>
                  </a:cubicBezTo>
                  <a:lnTo>
                    <a:pt x="585" y="294"/>
                  </a:lnTo>
                  <a:cubicBezTo>
                    <a:pt x="585" y="134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2907474" y="4213384"/>
              <a:ext cx="201731" cy="14341"/>
            </a:xfrm>
            <a:custGeom>
              <a:rect b="b" l="l" r="r" t="t"/>
              <a:pathLst>
                <a:path extrusionOk="0" h="586" w="8244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7951" y="586"/>
                  </a:lnTo>
                  <a:cubicBezTo>
                    <a:pt x="8111" y="586"/>
                    <a:pt x="8243" y="453"/>
                    <a:pt x="8243" y="293"/>
                  </a:cubicBezTo>
                  <a:cubicBezTo>
                    <a:pt x="8243" y="129"/>
                    <a:pt x="8111" y="1"/>
                    <a:pt x="79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2716386" y="4443294"/>
              <a:ext cx="125189" cy="100484"/>
            </a:xfrm>
            <a:custGeom>
              <a:rect b="b" l="l" r="r" t="t"/>
              <a:pathLst>
                <a:path extrusionOk="0" h="4106" w="5116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3813"/>
                  </a:lnTo>
                  <a:cubicBezTo>
                    <a:pt x="0" y="3978"/>
                    <a:pt x="133" y="4106"/>
                    <a:pt x="293" y="4106"/>
                  </a:cubicBezTo>
                  <a:lnTo>
                    <a:pt x="4823" y="4106"/>
                  </a:lnTo>
                  <a:cubicBezTo>
                    <a:pt x="4983" y="4106"/>
                    <a:pt x="5116" y="3978"/>
                    <a:pt x="5116" y="3813"/>
                  </a:cubicBezTo>
                  <a:cubicBezTo>
                    <a:pt x="5116" y="3653"/>
                    <a:pt x="4983" y="3520"/>
                    <a:pt x="4823" y="3520"/>
                  </a:cubicBezTo>
                  <a:lnTo>
                    <a:pt x="4014" y="3520"/>
                  </a:lnTo>
                  <a:lnTo>
                    <a:pt x="4014" y="677"/>
                  </a:lnTo>
                  <a:cubicBezTo>
                    <a:pt x="4014" y="517"/>
                    <a:pt x="3886" y="384"/>
                    <a:pt x="3721" y="384"/>
                  </a:cubicBezTo>
                  <a:cubicBezTo>
                    <a:pt x="3561" y="384"/>
                    <a:pt x="3429" y="517"/>
                    <a:pt x="3429" y="677"/>
                  </a:cubicBezTo>
                  <a:lnTo>
                    <a:pt x="3429" y="3520"/>
                  </a:lnTo>
                  <a:lnTo>
                    <a:pt x="2853" y="3520"/>
                  </a:lnTo>
                  <a:lnTo>
                    <a:pt x="2853" y="2451"/>
                  </a:lnTo>
                  <a:cubicBezTo>
                    <a:pt x="2853" y="2291"/>
                    <a:pt x="2720" y="2158"/>
                    <a:pt x="2560" y="2158"/>
                  </a:cubicBezTo>
                  <a:cubicBezTo>
                    <a:pt x="2396" y="2158"/>
                    <a:pt x="2268" y="2291"/>
                    <a:pt x="2268" y="2451"/>
                  </a:cubicBezTo>
                  <a:lnTo>
                    <a:pt x="2268" y="3520"/>
                  </a:lnTo>
                  <a:lnTo>
                    <a:pt x="1687" y="3520"/>
                  </a:lnTo>
                  <a:lnTo>
                    <a:pt x="1687" y="1632"/>
                  </a:lnTo>
                  <a:cubicBezTo>
                    <a:pt x="1687" y="1472"/>
                    <a:pt x="1554" y="1340"/>
                    <a:pt x="1394" y="1340"/>
                  </a:cubicBezTo>
                  <a:cubicBezTo>
                    <a:pt x="1230" y="1340"/>
                    <a:pt x="1102" y="1472"/>
                    <a:pt x="1102" y="1632"/>
                  </a:cubicBezTo>
                  <a:lnTo>
                    <a:pt x="1102" y="3520"/>
                  </a:lnTo>
                  <a:lnTo>
                    <a:pt x="585" y="3520"/>
                  </a:lnTo>
                  <a:lnTo>
                    <a:pt x="585" y="293"/>
                  </a:lnTo>
                  <a:cubicBezTo>
                    <a:pt x="585" y="128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2872012" y="4502809"/>
              <a:ext cx="55180" cy="14341"/>
            </a:xfrm>
            <a:custGeom>
              <a:rect b="b" l="l" r="r" t="t"/>
              <a:pathLst>
                <a:path extrusionOk="0" h="586" w="2255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961" y="585"/>
                  </a:lnTo>
                  <a:cubicBezTo>
                    <a:pt x="2121" y="585"/>
                    <a:pt x="2254" y="453"/>
                    <a:pt x="2254" y="293"/>
                  </a:cubicBezTo>
                  <a:cubicBezTo>
                    <a:pt x="2254" y="128"/>
                    <a:pt x="2121" y="0"/>
                    <a:pt x="1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4"/>
            <p:cNvSpPr/>
            <p:nvPr/>
          </p:nvSpPr>
          <p:spPr>
            <a:xfrm>
              <a:off x="2872012" y="4529434"/>
              <a:ext cx="197571" cy="14341"/>
            </a:xfrm>
            <a:custGeom>
              <a:rect b="b" l="l" r="r" t="t"/>
              <a:pathLst>
                <a:path extrusionOk="0" h="586" w="8074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7786" y="586"/>
                  </a:lnTo>
                  <a:cubicBezTo>
                    <a:pt x="7946" y="586"/>
                    <a:pt x="8074" y="458"/>
                    <a:pt x="8074" y="293"/>
                  </a:cubicBezTo>
                  <a:cubicBezTo>
                    <a:pt x="8074" y="133"/>
                    <a:pt x="7946" y="0"/>
                    <a:pt x="77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4"/>
            <p:cNvSpPr/>
            <p:nvPr/>
          </p:nvSpPr>
          <p:spPr>
            <a:xfrm>
              <a:off x="2864842" y="4433432"/>
              <a:ext cx="221869" cy="50707"/>
            </a:xfrm>
            <a:custGeom>
              <a:rect b="b" l="l" r="r" t="t"/>
              <a:pathLst>
                <a:path extrusionOk="0" h="2072" w="9067">
                  <a:moveTo>
                    <a:pt x="8385" y="586"/>
                  </a:moveTo>
                  <a:cubicBezTo>
                    <a:pt x="8440" y="586"/>
                    <a:pt x="8481" y="632"/>
                    <a:pt x="8481" y="682"/>
                  </a:cubicBezTo>
                  <a:lnTo>
                    <a:pt x="8481" y="1391"/>
                  </a:lnTo>
                  <a:cubicBezTo>
                    <a:pt x="8481" y="1446"/>
                    <a:pt x="8440" y="1487"/>
                    <a:pt x="8385" y="1487"/>
                  </a:cubicBezTo>
                  <a:lnTo>
                    <a:pt x="682" y="1487"/>
                  </a:lnTo>
                  <a:cubicBezTo>
                    <a:pt x="632" y="1487"/>
                    <a:pt x="586" y="1446"/>
                    <a:pt x="586" y="1391"/>
                  </a:cubicBezTo>
                  <a:lnTo>
                    <a:pt x="586" y="682"/>
                  </a:lnTo>
                  <a:cubicBezTo>
                    <a:pt x="586" y="632"/>
                    <a:pt x="632" y="586"/>
                    <a:pt x="682" y="586"/>
                  </a:cubicBezTo>
                  <a:close/>
                  <a:moveTo>
                    <a:pt x="682" y="1"/>
                  </a:moveTo>
                  <a:cubicBezTo>
                    <a:pt x="307" y="1"/>
                    <a:pt x="1" y="307"/>
                    <a:pt x="1" y="682"/>
                  </a:cubicBezTo>
                  <a:lnTo>
                    <a:pt x="1" y="1391"/>
                  </a:lnTo>
                  <a:cubicBezTo>
                    <a:pt x="1" y="1766"/>
                    <a:pt x="307" y="2072"/>
                    <a:pt x="682" y="2072"/>
                  </a:cubicBezTo>
                  <a:lnTo>
                    <a:pt x="8385" y="2072"/>
                  </a:lnTo>
                  <a:cubicBezTo>
                    <a:pt x="8760" y="2072"/>
                    <a:pt x="9066" y="1766"/>
                    <a:pt x="9066" y="1391"/>
                  </a:cubicBezTo>
                  <a:lnTo>
                    <a:pt x="9066" y="682"/>
                  </a:lnTo>
                  <a:cubicBezTo>
                    <a:pt x="9066" y="307"/>
                    <a:pt x="8760" y="1"/>
                    <a:pt x="8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4"/>
            <p:cNvSpPr/>
            <p:nvPr/>
          </p:nvSpPr>
          <p:spPr>
            <a:xfrm>
              <a:off x="2872012" y="4396969"/>
              <a:ext cx="203957" cy="14341"/>
            </a:xfrm>
            <a:custGeom>
              <a:rect b="b" l="l" r="r" t="t"/>
              <a:pathLst>
                <a:path extrusionOk="0" h="586" w="8335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8042" y="586"/>
                  </a:lnTo>
                  <a:cubicBezTo>
                    <a:pt x="8206" y="586"/>
                    <a:pt x="8334" y="453"/>
                    <a:pt x="8334" y="293"/>
                  </a:cubicBezTo>
                  <a:cubicBezTo>
                    <a:pt x="8334" y="133"/>
                    <a:pt x="8206" y="1"/>
                    <a:pt x="80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3038481" y="4369904"/>
              <a:ext cx="37513" cy="14341"/>
            </a:xfrm>
            <a:custGeom>
              <a:rect b="b" l="l" r="r" t="t"/>
              <a:pathLst>
                <a:path extrusionOk="0" h="586" w="1533">
                  <a:moveTo>
                    <a:pt x="293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5"/>
                    <a:pt x="293" y="585"/>
                  </a:cubicBezTo>
                  <a:lnTo>
                    <a:pt x="1240" y="585"/>
                  </a:lnTo>
                  <a:cubicBezTo>
                    <a:pt x="1404" y="585"/>
                    <a:pt x="1532" y="453"/>
                    <a:pt x="1532" y="293"/>
                  </a:cubicBezTo>
                  <a:cubicBezTo>
                    <a:pt x="1532" y="128"/>
                    <a:pt x="1404" y="0"/>
                    <a:pt x="1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3010752" y="4369904"/>
              <a:ext cx="17912" cy="14341"/>
            </a:xfrm>
            <a:custGeom>
              <a:rect b="b" l="l" r="r" t="t"/>
              <a:pathLst>
                <a:path extrusionOk="0" h="586" w="732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439" y="585"/>
                  </a:lnTo>
                  <a:cubicBezTo>
                    <a:pt x="599" y="585"/>
                    <a:pt x="732" y="453"/>
                    <a:pt x="732" y="293"/>
                  </a:cubicBezTo>
                  <a:cubicBezTo>
                    <a:pt x="732" y="128"/>
                    <a:pt x="599" y="0"/>
                    <a:pt x="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2907915" y="4369904"/>
              <a:ext cx="92668" cy="14341"/>
            </a:xfrm>
            <a:custGeom>
              <a:rect b="b" l="l" r="r" t="t"/>
              <a:pathLst>
                <a:path extrusionOk="0" h="586" w="3787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3493" y="585"/>
                  </a:lnTo>
                  <a:cubicBezTo>
                    <a:pt x="3653" y="585"/>
                    <a:pt x="3786" y="453"/>
                    <a:pt x="3786" y="293"/>
                  </a:cubicBezTo>
                  <a:cubicBezTo>
                    <a:pt x="3786" y="128"/>
                    <a:pt x="365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2872012" y="4369904"/>
              <a:ext cx="23858" cy="14341"/>
            </a:xfrm>
            <a:custGeom>
              <a:rect b="b" l="l" r="r" t="t"/>
              <a:pathLst>
                <a:path extrusionOk="0" h="586" w="975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681" y="585"/>
                  </a:lnTo>
                  <a:cubicBezTo>
                    <a:pt x="846" y="585"/>
                    <a:pt x="974" y="453"/>
                    <a:pt x="974" y="293"/>
                  </a:cubicBezTo>
                  <a:cubicBezTo>
                    <a:pt x="974" y="128"/>
                    <a:pt x="846" y="0"/>
                    <a:pt x="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2947072" y="4342716"/>
              <a:ext cx="128908" cy="14341"/>
            </a:xfrm>
            <a:custGeom>
              <a:rect b="b" l="l" r="r" t="t"/>
              <a:pathLst>
                <a:path extrusionOk="0" h="586" w="5268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4975" y="586"/>
                  </a:lnTo>
                  <a:cubicBezTo>
                    <a:pt x="5139" y="586"/>
                    <a:pt x="5267" y="453"/>
                    <a:pt x="5267" y="293"/>
                  </a:cubicBezTo>
                  <a:cubicBezTo>
                    <a:pt x="5267" y="133"/>
                    <a:pt x="5139" y="0"/>
                    <a:pt x="4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4"/>
            <p:cNvSpPr/>
            <p:nvPr/>
          </p:nvSpPr>
          <p:spPr>
            <a:xfrm>
              <a:off x="2872012" y="4342716"/>
              <a:ext cx="63108" cy="14341"/>
            </a:xfrm>
            <a:custGeom>
              <a:rect b="b" l="l" r="r" t="t"/>
              <a:pathLst>
                <a:path extrusionOk="0" h="586" w="257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286" y="586"/>
                  </a:lnTo>
                  <a:cubicBezTo>
                    <a:pt x="2446" y="586"/>
                    <a:pt x="2579" y="453"/>
                    <a:pt x="2579" y="293"/>
                  </a:cubicBezTo>
                  <a:cubicBezTo>
                    <a:pt x="2579" y="133"/>
                    <a:pt x="2446" y="0"/>
                    <a:pt x="2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2721525" y="4320227"/>
              <a:ext cx="51142" cy="14341"/>
            </a:xfrm>
            <a:custGeom>
              <a:rect b="b" l="l" r="r" t="t"/>
              <a:pathLst>
                <a:path extrusionOk="0" h="586" w="209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797" y="586"/>
                  </a:lnTo>
                  <a:cubicBezTo>
                    <a:pt x="1957" y="586"/>
                    <a:pt x="2090" y="453"/>
                    <a:pt x="2090" y="293"/>
                  </a:cubicBezTo>
                  <a:cubicBezTo>
                    <a:pt x="2090" y="133"/>
                    <a:pt x="1957" y="0"/>
                    <a:pt x="1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2721525" y="4294605"/>
              <a:ext cx="93084" cy="14341"/>
            </a:xfrm>
            <a:custGeom>
              <a:rect b="b" l="l" r="r" t="t"/>
              <a:pathLst>
                <a:path extrusionOk="0" h="586" w="3804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3511" y="586"/>
                  </a:lnTo>
                  <a:cubicBezTo>
                    <a:pt x="3676" y="586"/>
                    <a:pt x="3804" y="458"/>
                    <a:pt x="3804" y="293"/>
                  </a:cubicBezTo>
                  <a:cubicBezTo>
                    <a:pt x="3804" y="133"/>
                    <a:pt x="3676" y="1"/>
                    <a:pt x="3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3039264" y="4294629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321" y="1"/>
                  </a:moveTo>
                  <a:cubicBezTo>
                    <a:pt x="247" y="1"/>
                    <a:pt x="172" y="29"/>
                    <a:pt x="115" y="86"/>
                  </a:cubicBezTo>
                  <a:cubicBezTo>
                    <a:pt x="1" y="201"/>
                    <a:pt x="1" y="388"/>
                    <a:pt x="115" y="498"/>
                  </a:cubicBezTo>
                  <a:lnTo>
                    <a:pt x="559" y="941"/>
                  </a:lnTo>
                  <a:cubicBezTo>
                    <a:pt x="618" y="1001"/>
                    <a:pt x="691" y="1028"/>
                    <a:pt x="764" y="1028"/>
                  </a:cubicBezTo>
                  <a:cubicBezTo>
                    <a:pt x="842" y="1028"/>
                    <a:pt x="915" y="1001"/>
                    <a:pt x="970" y="941"/>
                  </a:cubicBezTo>
                  <a:lnTo>
                    <a:pt x="1418" y="498"/>
                  </a:lnTo>
                  <a:cubicBezTo>
                    <a:pt x="1528" y="384"/>
                    <a:pt x="1528" y="201"/>
                    <a:pt x="1418" y="86"/>
                  </a:cubicBezTo>
                  <a:cubicBezTo>
                    <a:pt x="1361" y="29"/>
                    <a:pt x="1285" y="1"/>
                    <a:pt x="1210" y="1"/>
                  </a:cubicBezTo>
                  <a:cubicBezTo>
                    <a:pt x="1135" y="1"/>
                    <a:pt x="1059" y="29"/>
                    <a:pt x="1002" y="86"/>
                  </a:cubicBezTo>
                  <a:lnTo>
                    <a:pt x="764" y="324"/>
                  </a:lnTo>
                  <a:lnTo>
                    <a:pt x="527" y="86"/>
                  </a:lnTo>
                  <a:cubicBezTo>
                    <a:pt x="469" y="29"/>
                    <a:pt x="395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2721525" y="4360287"/>
              <a:ext cx="65359" cy="65342"/>
            </a:xfrm>
            <a:custGeom>
              <a:rect b="b" l="l" r="r" t="t"/>
              <a:pathLst>
                <a:path extrusionOk="0" h="2670" w="2671">
                  <a:moveTo>
                    <a:pt x="1335" y="585"/>
                  </a:moveTo>
                  <a:cubicBezTo>
                    <a:pt x="1751" y="585"/>
                    <a:pt x="2085" y="919"/>
                    <a:pt x="2085" y="1335"/>
                  </a:cubicBezTo>
                  <a:cubicBezTo>
                    <a:pt x="2085" y="1746"/>
                    <a:pt x="1751" y="2085"/>
                    <a:pt x="1335" y="2085"/>
                  </a:cubicBezTo>
                  <a:cubicBezTo>
                    <a:pt x="924" y="2085"/>
                    <a:pt x="586" y="1746"/>
                    <a:pt x="586" y="1335"/>
                  </a:cubicBezTo>
                  <a:cubicBezTo>
                    <a:pt x="586" y="919"/>
                    <a:pt x="924" y="585"/>
                    <a:pt x="1335" y="585"/>
                  </a:cubicBezTo>
                  <a:close/>
                  <a:moveTo>
                    <a:pt x="1335" y="0"/>
                  </a:moveTo>
                  <a:cubicBezTo>
                    <a:pt x="599" y="0"/>
                    <a:pt x="0" y="599"/>
                    <a:pt x="0" y="1335"/>
                  </a:cubicBezTo>
                  <a:cubicBezTo>
                    <a:pt x="0" y="2071"/>
                    <a:pt x="599" y="2670"/>
                    <a:pt x="1335" y="2670"/>
                  </a:cubicBezTo>
                  <a:cubicBezTo>
                    <a:pt x="2071" y="2670"/>
                    <a:pt x="2670" y="2071"/>
                    <a:pt x="2670" y="1335"/>
                  </a:cubicBezTo>
                  <a:cubicBezTo>
                    <a:pt x="2670" y="599"/>
                    <a:pt x="2071" y="0"/>
                    <a:pt x="1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4" name="Google Shape;894;p34"/>
          <p:cNvGrpSpPr/>
          <p:nvPr/>
        </p:nvGrpSpPr>
        <p:grpSpPr>
          <a:xfrm>
            <a:off x="4020158" y="4140679"/>
            <a:ext cx="435517" cy="488471"/>
            <a:chOff x="4020158" y="4140679"/>
            <a:chExt cx="435517" cy="488471"/>
          </a:xfrm>
        </p:grpSpPr>
        <p:sp>
          <p:nvSpPr>
            <p:cNvPr id="895" name="Google Shape;895;p34"/>
            <p:cNvSpPr/>
            <p:nvPr/>
          </p:nvSpPr>
          <p:spPr>
            <a:xfrm>
              <a:off x="4020158" y="4140679"/>
              <a:ext cx="435517" cy="488471"/>
            </a:xfrm>
            <a:custGeom>
              <a:rect b="b" l="l" r="r" t="t"/>
              <a:pathLst>
                <a:path extrusionOk="0" h="19960" w="17798">
                  <a:moveTo>
                    <a:pt x="2547" y="8069"/>
                  </a:moveTo>
                  <a:lnTo>
                    <a:pt x="2547" y="11237"/>
                  </a:lnTo>
                  <a:lnTo>
                    <a:pt x="1267" y="9861"/>
                  </a:lnTo>
                  <a:cubicBezTo>
                    <a:pt x="1162" y="9747"/>
                    <a:pt x="1034" y="9674"/>
                    <a:pt x="892" y="9642"/>
                  </a:cubicBezTo>
                  <a:lnTo>
                    <a:pt x="2547" y="8069"/>
                  </a:lnTo>
                  <a:close/>
                  <a:moveTo>
                    <a:pt x="15251" y="8069"/>
                  </a:moveTo>
                  <a:lnTo>
                    <a:pt x="16906" y="9642"/>
                  </a:lnTo>
                  <a:cubicBezTo>
                    <a:pt x="16765" y="9674"/>
                    <a:pt x="16637" y="9747"/>
                    <a:pt x="16531" y="9861"/>
                  </a:cubicBezTo>
                  <a:lnTo>
                    <a:pt x="15251" y="11237"/>
                  </a:lnTo>
                  <a:lnTo>
                    <a:pt x="15251" y="8069"/>
                  </a:lnTo>
                  <a:close/>
                  <a:moveTo>
                    <a:pt x="6337" y="8842"/>
                  </a:moveTo>
                  <a:cubicBezTo>
                    <a:pt x="6392" y="8842"/>
                    <a:pt x="6433" y="8887"/>
                    <a:pt x="6433" y="8938"/>
                  </a:cubicBezTo>
                  <a:lnTo>
                    <a:pt x="6433" y="13975"/>
                  </a:lnTo>
                  <a:lnTo>
                    <a:pt x="5715" y="14647"/>
                  </a:lnTo>
                  <a:lnTo>
                    <a:pt x="4970" y="13847"/>
                  </a:lnTo>
                  <a:lnTo>
                    <a:pt x="4970" y="8938"/>
                  </a:lnTo>
                  <a:cubicBezTo>
                    <a:pt x="4970" y="8887"/>
                    <a:pt x="5015" y="8842"/>
                    <a:pt x="5066" y="8842"/>
                  </a:cubicBezTo>
                  <a:close/>
                  <a:moveTo>
                    <a:pt x="17063" y="10209"/>
                  </a:moveTo>
                  <a:cubicBezTo>
                    <a:pt x="17088" y="10209"/>
                    <a:pt x="17109" y="10216"/>
                    <a:pt x="17121" y="10222"/>
                  </a:cubicBezTo>
                  <a:cubicBezTo>
                    <a:pt x="17149" y="10231"/>
                    <a:pt x="17213" y="10268"/>
                    <a:pt x="17213" y="10355"/>
                  </a:cubicBezTo>
                  <a:lnTo>
                    <a:pt x="17213" y="19228"/>
                  </a:lnTo>
                  <a:cubicBezTo>
                    <a:pt x="17213" y="19279"/>
                    <a:pt x="17190" y="19320"/>
                    <a:pt x="17153" y="19347"/>
                  </a:cubicBezTo>
                  <a:lnTo>
                    <a:pt x="12536" y="15022"/>
                  </a:lnTo>
                  <a:lnTo>
                    <a:pt x="16961" y="10259"/>
                  </a:lnTo>
                  <a:cubicBezTo>
                    <a:pt x="16994" y="10220"/>
                    <a:pt x="17032" y="10209"/>
                    <a:pt x="17063" y="10209"/>
                  </a:cubicBezTo>
                  <a:close/>
                  <a:moveTo>
                    <a:pt x="735" y="10209"/>
                  </a:moveTo>
                  <a:cubicBezTo>
                    <a:pt x="766" y="10209"/>
                    <a:pt x="804" y="10220"/>
                    <a:pt x="837" y="10259"/>
                  </a:cubicBezTo>
                  <a:lnTo>
                    <a:pt x="5285" y="15045"/>
                  </a:lnTo>
                  <a:lnTo>
                    <a:pt x="4357" y="15905"/>
                  </a:lnTo>
                  <a:cubicBezTo>
                    <a:pt x="4238" y="16014"/>
                    <a:pt x="4234" y="16197"/>
                    <a:pt x="4343" y="16316"/>
                  </a:cubicBezTo>
                  <a:cubicBezTo>
                    <a:pt x="4402" y="16379"/>
                    <a:pt x="4480" y="16411"/>
                    <a:pt x="4559" y="16411"/>
                  </a:cubicBezTo>
                  <a:cubicBezTo>
                    <a:pt x="4629" y="16411"/>
                    <a:pt x="4699" y="16386"/>
                    <a:pt x="4755" y="16334"/>
                  </a:cubicBezTo>
                  <a:lnTo>
                    <a:pt x="7763" y="13541"/>
                  </a:lnTo>
                  <a:cubicBezTo>
                    <a:pt x="7873" y="13441"/>
                    <a:pt x="8014" y="13386"/>
                    <a:pt x="8161" y="13386"/>
                  </a:cubicBezTo>
                  <a:lnTo>
                    <a:pt x="9701" y="13386"/>
                  </a:lnTo>
                  <a:cubicBezTo>
                    <a:pt x="9848" y="13386"/>
                    <a:pt x="9989" y="13441"/>
                    <a:pt x="10099" y="13541"/>
                  </a:cubicBezTo>
                  <a:lnTo>
                    <a:pt x="16326" y="19375"/>
                  </a:lnTo>
                  <a:lnTo>
                    <a:pt x="1477" y="19375"/>
                  </a:lnTo>
                  <a:lnTo>
                    <a:pt x="3804" y="17212"/>
                  </a:lnTo>
                  <a:cubicBezTo>
                    <a:pt x="3923" y="17102"/>
                    <a:pt x="3932" y="16920"/>
                    <a:pt x="3822" y="16801"/>
                  </a:cubicBezTo>
                  <a:cubicBezTo>
                    <a:pt x="3765" y="16739"/>
                    <a:pt x="3687" y="16708"/>
                    <a:pt x="3609" y="16708"/>
                  </a:cubicBezTo>
                  <a:cubicBezTo>
                    <a:pt x="3536" y="16708"/>
                    <a:pt x="3463" y="16734"/>
                    <a:pt x="3406" y="16787"/>
                  </a:cubicBezTo>
                  <a:lnTo>
                    <a:pt x="645" y="19347"/>
                  </a:lnTo>
                  <a:cubicBezTo>
                    <a:pt x="608" y="19320"/>
                    <a:pt x="586" y="19279"/>
                    <a:pt x="586" y="19228"/>
                  </a:cubicBezTo>
                  <a:lnTo>
                    <a:pt x="586" y="10355"/>
                  </a:lnTo>
                  <a:cubicBezTo>
                    <a:pt x="586" y="10268"/>
                    <a:pt x="650" y="10231"/>
                    <a:pt x="677" y="10222"/>
                  </a:cubicBezTo>
                  <a:cubicBezTo>
                    <a:pt x="689" y="10216"/>
                    <a:pt x="710" y="10209"/>
                    <a:pt x="735" y="10209"/>
                  </a:cubicBezTo>
                  <a:close/>
                  <a:moveTo>
                    <a:pt x="3278" y="0"/>
                  </a:moveTo>
                  <a:cubicBezTo>
                    <a:pt x="2876" y="0"/>
                    <a:pt x="2547" y="329"/>
                    <a:pt x="2547" y="731"/>
                  </a:cubicBezTo>
                  <a:lnTo>
                    <a:pt x="2547" y="7260"/>
                  </a:lnTo>
                  <a:lnTo>
                    <a:pt x="220" y="9472"/>
                  </a:lnTo>
                  <a:cubicBezTo>
                    <a:pt x="83" y="9610"/>
                    <a:pt x="0" y="9802"/>
                    <a:pt x="0" y="9998"/>
                  </a:cubicBezTo>
                  <a:lnTo>
                    <a:pt x="0" y="19228"/>
                  </a:lnTo>
                  <a:cubicBezTo>
                    <a:pt x="0" y="19631"/>
                    <a:pt x="330" y="19960"/>
                    <a:pt x="732" y="19960"/>
                  </a:cubicBezTo>
                  <a:lnTo>
                    <a:pt x="17066" y="19960"/>
                  </a:lnTo>
                  <a:cubicBezTo>
                    <a:pt x="17469" y="19960"/>
                    <a:pt x="17798" y="19631"/>
                    <a:pt x="17798" y="19228"/>
                  </a:cubicBezTo>
                  <a:lnTo>
                    <a:pt x="17798" y="9998"/>
                  </a:lnTo>
                  <a:cubicBezTo>
                    <a:pt x="17798" y="9802"/>
                    <a:pt x="17715" y="9610"/>
                    <a:pt x="17574" y="9472"/>
                  </a:cubicBezTo>
                  <a:lnTo>
                    <a:pt x="15251" y="7260"/>
                  </a:lnTo>
                  <a:lnTo>
                    <a:pt x="15251" y="5701"/>
                  </a:lnTo>
                  <a:cubicBezTo>
                    <a:pt x="15251" y="5541"/>
                    <a:pt x="15123" y="5408"/>
                    <a:pt x="14959" y="5408"/>
                  </a:cubicBezTo>
                  <a:cubicBezTo>
                    <a:pt x="14799" y="5408"/>
                    <a:pt x="14666" y="5541"/>
                    <a:pt x="14666" y="5701"/>
                  </a:cubicBezTo>
                  <a:lnTo>
                    <a:pt x="14666" y="11868"/>
                  </a:lnTo>
                  <a:lnTo>
                    <a:pt x="12106" y="14620"/>
                  </a:lnTo>
                  <a:lnTo>
                    <a:pt x="10501" y="13116"/>
                  </a:lnTo>
                  <a:cubicBezTo>
                    <a:pt x="10282" y="12910"/>
                    <a:pt x="9999" y="12801"/>
                    <a:pt x="9701" y="12801"/>
                  </a:cubicBezTo>
                  <a:lnTo>
                    <a:pt x="8161" y="12801"/>
                  </a:lnTo>
                  <a:cubicBezTo>
                    <a:pt x="7864" y="12801"/>
                    <a:pt x="7585" y="12910"/>
                    <a:pt x="7365" y="13111"/>
                  </a:cubicBezTo>
                  <a:lnTo>
                    <a:pt x="7018" y="13436"/>
                  </a:lnTo>
                  <a:lnTo>
                    <a:pt x="7018" y="8938"/>
                  </a:lnTo>
                  <a:cubicBezTo>
                    <a:pt x="7018" y="8563"/>
                    <a:pt x="6712" y="8256"/>
                    <a:pt x="6337" y="8256"/>
                  </a:cubicBezTo>
                  <a:lnTo>
                    <a:pt x="5066" y="8256"/>
                  </a:lnTo>
                  <a:cubicBezTo>
                    <a:pt x="4691" y="8256"/>
                    <a:pt x="4385" y="8563"/>
                    <a:pt x="4385" y="8938"/>
                  </a:cubicBezTo>
                  <a:lnTo>
                    <a:pt x="4385" y="13217"/>
                  </a:lnTo>
                  <a:lnTo>
                    <a:pt x="3132" y="11868"/>
                  </a:lnTo>
                  <a:lnTo>
                    <a:pt x="3132" y="731"/>
                  </a:lnTo>
                  <a:cubicBezTo>
                    <a:pt x="3132" y="649"/>
                    <a:pt x="3196" y="585"/>
                    <a:pt x="3278" y="585"/>
                  </a:cubicBezTo>
                  <a:lnTo>
                    <a:pt x="14520" y="585"/>
                  </a:lnTo>
                  <a:cubicBezTo>
                    <a:pt x="14602" y="585"/>
                    <a:pt x="14666" y="649"/>
                    <a:pt x="14666" y="731"/>
                  </a:cubicBezTo>
                  <a:lnTo>
                    <a:pt x="14666" y="4402"/>
                  </a:lnTo>
                  <a:cubicBezTo>
                    <a:pt x="14666" y="4562"/>
                    <a:pt x="14799" y="4695"/>
                    <a:pt x="14959" y="4695"/>
                  </a:cubicBezTo>
                  <a:cubicBezTo>
                    <a:pt x="15123" y="4695"/>
                    <a:pt x="15251" y="4562"/>
                    <a:pt x="15251" y="4402"/>
                  </a:cubicBezTo>
                  <a:lnTo>
                    <a:pt x="15251" y="731"/>
                  </a:lnTo>
                  <a:cubicBezTo>
                    <a:pt x="15251" y="329"/>
                    <a:pt x="14922" y="0"/>
                    <a:pt x="14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4213499" y="4346729"/>
              <a:ext cx="56061" cy="14365"/>
            </a:xfrm>
            <a:custGeom>
              <a:rect b="b" l="l" r="r" t="t"/>
              <a:pathLst>
                <a:path extrusionOk="0" h="587" w="2291">
                  <a:moveTo>
                    <a:pt x="293" y="1"/>
                  </a:moveTo>
                  <a:cubicBezTo>
                    <a:pt x="128" y="1"/>
                    <a:pt x="0" y="133"/>
                    <a:pt x="0" y="294"/>
                  </a:cubicBezTo>
                  <a:cubicBezTo>
                    <a:pt x="0" y="454"/>
                    <a:pt x="128" y="586"/>
                    <a:pt x="293" y="586"/>
                  </a:cubicBezTo>
                  <a:lnTo>
                    <a:pt x="1998" y="586"/>
                  </a:lnTo>
                  <a:cubicBezTo>
                    <a:pt x="2163" y="586"/>
                    <a:pt x="2291" y="454"/>
                    <a:pt x="2291" y="294"/>
                  </a:cubicBezTo>
                  <a:cubicBezTo>
                    <a:pt x="2291" y="133"/>
                    <a:pt x="2163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4332097" y="4378053"/>
              <a:ext cx="16346" cy="14365"/>
            </a:xfrm>
            <a:custGeom>
              <a:rect b="b" l="l" r="r" t="t"/>
              <a:pathLst>
                <a:path extrusionOk="0" h="587" w="668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375" y="586"/>
                  </a:lnTo>
                  <a:cubicBezTo>
                    <a:pt x="535" y="586"/>
                    <a:pt x="668" y="458"/>
                    <a:pt x="668" y="294"/>
                  </a:cubicBezTo>
                  <a:cubicBezTo>
                    <a:pt x="668" y="134"/>
                    <a:pt x="535" y="1"/>
                    <a:pt x="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4287555" y="4378053"/>
              <a:ext cx="32129" cy="14365"/>
            </a:xfrm>
            <a:custGeom>
              <a:rect b="b" l="l" r="r" t="t"/>
              <a:pathLst>
                <a:path extrusionOk="0" h="587" w="1313">
                  <a:moveTo>
                    <a:pt x="293" y="1"/>
                  </a:moveTo>
                  <a:cubicBezTo>
                    <a:pt x="129" y="1"/>
                    <a:pt x="1" y="134"/>
                    <a:pt x="1" y="294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1020" y="586"/>
                  </a:lnTo>
                  <a:cubicBezTo>
                    <a:pt x="1180" y="586"/>
                    <a:pt x="1313" y="458"/>
                    <a:pt x="1313" y="294"/>
                  </a:cubicBezTo>
                  <a:cubicBezTo>
                    <a:pt x="1313" y="134"/>
                    <a:pt x="1180" y="1"/>
                    <a:pt x="10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4213499" y="4378053"/>
              <a:ext cx="61664" cy="14365"/>
            </a:xfrm>
            <a:custGeom>
              <a:rect b="b" l="l" r="r" t="t"/>
              <a:pathLst>
                <a:path extrusionOk="0" h="587" w="2520">
                  <a:moveTo>
                    <a:pt x="293" y="1"/>
                  </a:moveTo>
                  <a:cubicBezTo>
                    <a:pt x="128" y="1"/>
                    <a:pt x="0" y="134"/>
                    <a:pt x="0" y="294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2227" y="586"/>
                  </a:lnTo>
                  <a:cubicBezTo>
                    <a:pt x="2387" y="586"/>
                    <a:pt x="2519" y="458"/>
                    <a:pt x="2519" y="294"/>
                  </a:cubicBezTo>
                  <a:cubicBezTo>
                    <a:pt x="2519" y="134"/>
                    <a:pt x="2387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4257135" y="4404017"/>
              <a:ext cx="91298" cy="14341"/>
            </a:xfrm>
            <a:custGeom>
              <a:rect b="b" l="l" r="r" t="t"/>
              <a:pathLst>
                <a:path extrusionOk="0" h="586" w="3731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3438" y="586"/>
                  </a:lnTo>
                  <a:cubicBezTo>
                    <a:pt x="3598" y="586"/>
                    <a:pt x="3731" y="458"/>
                    <a:pt x="3731" y="293"/>
                  </a:cubicBezTo>
                  <a:cubicBezTo>
                    <a:pt x="3731" y="133"/>
                    <a:pt x="3598" y="1"/>
                    <a:pt x="3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4213499" y="4404017"/>
              <a:ext cx="31346" cy="14341"/>
            </a:xfrm>
            <a:custGeom>
              <a:rect b="b" l="l" r="r" t="t"/>
              <a:pathLst>
                <a:path extrusionOk="0" h="586" w="1281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992" y="586"/>
                  </a:lnTo>
                  <a:cubicBezTo>
                    <a:pt x="1152" y="586"/>
                    <a:pt x="1280" y="458"/>
                    <a:pt x="1280" y="293"/>
                  </a:cubicBezTo>
                  <a:cubicBezTo>
                    <a:pt x="1280" y="133"/>
                    <a:pt x="1152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4273581" y="4429982"/>
              <a:ext cx="74854" cy="14341"/>
            </a:xfrm>
            <a:custGeom>
              <a:rect b="b" l="l" r="r" t="t"/>
              <a:pathLst>
                <a:path extrusionOk="0" h="586" w="305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2766" y="585"/>
                  </a:lnTo>
                  <a:cubicBezTo>
                    <a:pt x="2926" y="585"/>
                    <a:pt x="3059" y="457"/>
                    <a:pt x="3059" y="293"/>
                  </a:cubicBezTo>
                  <a:cubicBezTo>
                    <a:pt x="3059" y="133"/>
                    <a:pt x="2926" y="0"/>
                    <a:pt x="2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4191228" y="4209591"/>
              <a:ext cx="50261" cy="88297"/>
            </a:xfrm>
            <a:custGeom>
              <a:rect b="b" l="l" r="r" t="t"/>
              <a:pathLst>
                <a:path extrusionOk="0" h="3608" w="2054">
                  <a:moveTo>
                    <a:pt x="1024" y="0"/>
                  </a:moveTo>
                  <a:cubicBezTo>
                    <a:pt x="864" y="0"/>
                    <a:pt x="736" y="128"/>
                    <a:pt x="736" y="293"/>
                  </a:cubicBezTo>
                  <a:lnTo>
                    <a:pt x="736" y="416"/>
                  </a:lnTo>
                  <a:cubicBezTo>
                    <a:pt x="320" y="476"/>
                    <a:pt x="0" y="832"/>
                    <a:pt x="0" y="1262"/>
                  </a:cubicBezTo>
                  <a:cubicBezTo>
                    <a:pt x="0" y="1733"/>
                    <a:pt x="384" y="2117"/>
                    <a:pt x="855" y="2117"/>
                  </a:cubicBezTo>
                  <a:lnTo>
                    <a:pt x="1198" y="2117"/>
                  </a:lnTo>
                  <a:cubicBezTo>
                    <a:pt x="1344" y="2117"/>
                    <a:pt x="1468" y="2236"/>
                    <a:pt x="1468" y="2387"/>
                  </a:cubicBezTo>
                  <a:cubicBezTo>
                    <a:pt x="1468" y="2533"/>
                    <a:pt x="1344" y="2656"/>
                    <a:pt x="1198" y="2656"/>
                  </a:cubicBezTo>
                  <a:lnTo>
                    <a:pt x="855" y="2656"/>
                  </a:lnTo>
                  <a:cubicBezTo>
                    <a:pt x="750" y="2656"/>
                    <a:pt x="650" y="2592"/>
                    <a:pt x="608" y="2492"/>
                  </a:cubicBezTo>
                  <a:cubicBezTo>
                    <a:pt x="561" y="2379"/>
                    <a:pt x="454" y="2312"/>
                    <a:pt x="341" y="2312"/>
                  </a:cubicBezTo>
                  <a:cubicBezTo>
                    <a:pt x="302" y="2312"/>
                    <a:pt x="263" y="2320"/>
                    <a:pt x="224" y="2336"/>
                  </a:cubicBezTo>
                  <a:cubicBezTo>
                    <a:pt x="78" y="2400"/>
                    <a:pt x="5" y="2569"/>
                    <a:pt x="69" y="2720"/>
                  </a:cubicBezTo>
                  <a:cubicBezTo>
                    <a:pt x="188" y="2999"/>
                    <a:pt x="439" y="3191"/>
                    <a:pt x="736" y="3232"/>
                  </a:cubicBezTo>
                  <a:lnTo>
                    <a:pt x="736" y="3315"/>
                  </a:lnTo>
                  <a:cubicBezTo>
                    <a:pt x="736" y="3475"/>
                    <a:pt x="864" y="3607"/>
                    <a:pt x="1024" y="3607"/>
                  </a:cubicBezTo>
                  <a:cubicBezTo>
                    <a:pt x="1189" y="3607"/>
                    <a:pt x="1317" y="3475"/>
                    <a:pt x="1317" y="3315"/>
                  </a:cubicBezTo>
                  <a:lnTo>
                    <a:pt x="1317" y="3232"/>
                  </a:lnTo>
                  <a:cubicBezTo>
                    <a:pt x="1733" y="3173"/>
                    <a:pt x="2053" y="2816"/>
                    <a:pt x="2053" y="2387"/>
                  </a:cubicBezTo>
                  <a:cubicBezTo>
                    <a:pt x="2053" y="1916"/>
                    <a:pt x="1669" y="1532"/>
                    <a:pt x="1198" y="1532"/>
                  </a:cubicBezTo>
                  <a:lnTo>
                    <a:pt x="855" y="1532"/>
                  </a:lnTo>
                  <a:cubicBezTo>
                    <a:pt x="709" y="1532"/>
                    <a:pt x="586" y="1413"/>
                    <a:pt x="586" y="1262"/>
                  </a:cubicBezTo>
                  <a:cubicBezTo>
                    <a:pt x="586" y="1116"/>
                    <a:pt x="709" y="992"/>
                    <a:pt x="855" y="992"/>
                  </a:cubicBezTo>
                  <a:lnTo>
                    <a:pt x="1198" y="992"/>
                  </a:lnTo>
                  <a:cubicBezTo>
                    <a:pt x="1285" y="992"/>
                    <a:pt x="1372" y="1038"/>
                    <a:pt x="1422" y="1111"/>
                  </a:cubicBezTo>
                  <a:cubicBezTo>
                    <a:pt x="1476" y="1194"/>
                    <a:pt x="1568" y="1239"/>
                    <a:pt x="1662" y="1239"/>
                  </a:cubicBezTo>
                  <a:cubicBezTo>
                    <a:pt x="1718" y="1239"/>
                    <a:pt x="1775" y="1223"/>
                    <a:pt x="1824" y="1189"/>
                  </a:cubicBezTo>
                  <a:cubicBezTo>
                    <a:pt x="1962" y="1102"/>
                    <a:pt x="1994" y="919"/>
                    <a:pt x="1907" y="786"/>
                  </a:cubicBezTo>
                  <a:cubicBezTo>
                    <a:pt x="1770" y="581"/>
                    <a:pt x="1555" y="453"/>
                    <a:pt x="1317" y="416"/>
                  </a:cubicBezTo>
                  <a:lnTo>
                    <a:pt x="1317" y="293"/>
                  </a:lnTo>
                  <a:cubicBezTo>
                    <a:pt x="1317" y="128"/>
                    <a:pt x="1189" y="0"/>
                    <a:pt x="1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4144802" y="4182183"/>
              <a:ext cx="143101" cy="141206"/>
            </a:xfrm>
            <a:custGeom>
              <a:rect b="b" l="l" r="r" t="t"/>
              <a:pathLst>
                <a:path extrusionOk="0" h="5770" w="5848">
                  <a:moveTo>
                    <a:pt x="2921" y="0"/>
                  </a:moveTo>
                  <a:cubicBezTo>
                    <a:pt x="1312" y="0"/>
                    <a:pt x="0" y="1308"/>
                    <a:pt x="0" y="2921"/>
                  </a:cubicBezTo>
                  <a:cubicBezTo>
                    <a:pt x="0" y="4270"/>
                    <a:pt x="914" y="5436"/>
                    <a:pt x="2222" y="5760"/>
                  </a:cubicBezTo>
                  <a:cubicBezTo>
                    <a:pt x="2245" y="5765"/>
                    <a:pt x="2268" y="5769"/>
                    <a:pt x="2291" y="5769"/>
                  </a:cubicBezTo>
                  <a:cubicBezTo>
                    <a:pt x="2423" y="5769"/>
                    <a:pt x="2542" y="5678"/>
                    <a:pt x="2574" y="5545"/>
                  </a:cubicBezTo>
                  <a:cubicBezTo>
                    <a:pt x="2615" y="5390"/>
                    <a:pt x="2519" y="5230"/>
                    <a:pt x="2364" y="5193"/>
                  </a:cubicBezTo>
                  <a:cubicBezTo>
                    <a:pt x="1317" y="4933"/>
                    <a:pt x="585" y="4000"/>
                    <a:pt x="585" y="2921"/>
                  </a:cubicBezTo>
                  <a:cubicBezTo>
                    <a:pt x="585" y="1632"/>
                    <a:pt x="1632" y="581"/>
                    <a:pt x="2921" y="581"/>
                  </a:cubicBezTo>
                  <a:cubicBezTo>
                    <a:pt x="4215" y="581"/>
                    <a:pt x="5262" y="1632"/>
                    <a:pt x="5262" y="2921"/>
                  </a:cubicBezTo>
                  <a:cubicBezTo>
                    <a:pt x="5262" y="3987"/>
                    <a:pt x="4544" y="4915"/>
                    <a:pt x="3516" y="5184"/>
                  </a:cubicBezTo>
                  <a:cubicBezTo>
                    <a:pt x="3360" y="5225"/>
                    <a:pt x="3269" y="5385"/>
                    <a:pt x="3310" y="5541"/>
                  </a:cubicBezTo>
                  <a:cubicBezTo>
                    <a:pt x="3341" y="5672"/>
                    <a:pt x="3459" y="5761"/>
                    <a:pt x="3592" y="5761"/>
                  </a:cubicBezTo>
                  <a:cubicBezTo>
                    <a:pt x="3616" y="5761"/>
                    <a:pt x="3641" y="5758"/>
                    <a:pt x="3667" y="5751"/>
                  </a:cubicBezTo>
                  <a:cubicBezTo>
                    <a:pt x="4951" y="5413"/>
                    <a:pt x="5847" y="4252"/>
                    <a:pt x="5847" y="2921"/>
                  </a:cubicBezTo>
                  <a:cubicBezTo>
                    <a:pt x="5847" y="1308"/>
                    <a:pt x="4535" y="0"/>
                    <a:pt x="2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4305470" y="4246494"/>
              <a:ext cx="25620" cy="14341"/>
            </a:xfrm>
            <a:custGeom>
              <a:rect b="b" l="l" r="r" t="t"/>
              <a:pathLst>
                <a:path extrusionOk="0" h="586" w="1047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754" y="586"/>
                  </a:lnTo>
                  <a:cubicBezTo>
                    <a:pt x="914" y="586"/>
                    <a:pt x="1047" y="458"/>
                    <a:pt x="1047" y="293"/>
                  </a:cubicBezTo>
                  <a:cubicBezTo>
                    <a:pt x="1047" y="133"/>
                    <a:pt x="919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4299645" y="4212283"/>
              <a:ext cx="26207" cy="20263"/>
            </a:xfrm>
            <a:custGeom>
              <a:rect b="b" l="l" r="r" t="t"/>
              <a:pathLst>
                <a:path extrusionOk="0" h="828" w="1071">
                  <a:moveTo>
                    <a:pt x="733" y="0"/>
                  </a:moveTo>
                  <a:cubicBezTo>
                    <a:pt x="683" y="0"/>
                    <a:pt x="632" y="13"/>
                    <a:pt x="585" y="41"/>
                  </a:cubicBezTo>
                  <a:lnTo>
                    <a:pt x="183" y="283"/>
                  </a:lnTo>
                  <a:cubicBezTo>
                    <a:pt x="46" y="366"/>
                    <a:pt x="0" y="544"/>
                    <a:pt x="83" y="686"/>
                  </a:cubicBezTo>
                  <a:cubicBezTo>
                    <a:pt x="137" y="777"/>
                    <a:pt x="233" y="827"/>
                    <a:pt x="334" y="827"/>
                  </a:cubicBezTo>
                  <a:cubicBezTo>
                    <a:pt x="384" y="827"/>
                    <a:pt x="435" y="814"/>
                    <a:pt x="485" y="786"/>
                  </a:cubicBezTo>
                  <a:lnTo>
                    <a:pt x="883" y="544"/>
                  </a:lnTo>
                  <a:cubicBezTo>
                    <a:pt x="1024" y="462"/>
                    <a:pt x="1070" y="283"/>
                    <a:pt x="983" y="142"/>
                  </a:cubicBezTo>
                  <a:cubicBezTo>
                    <a:pt x="929" y="51"/>
                    <a:pt x="8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4299425" y="4274783"/>
              <a:ext cx="26183" cy="20288"/>
            </a:xfrm>
            <a:custGeom>
              <a:rect b="b" l="l" r="r" t="t"/>
              <a:pathLst>
                <a:path extrusionOk="0" h="829" w="1070">
                  <a:moveTo>
                    <a:pt x="334" y="0"/>
                  </a:moveTo>
                  <a:cubicBezTo>
                    <a:pt x="236" y="0"/>
                    <a:pt x="141" y="50"/>
                    <a:pt x="87" y="143"/>
                  </a:cubicBezTo>
                  <a:cubicBezTo>
                    <a:pt x="0" y="280"/>
                    <a:pt x="46" y="459"/>
                    <a:pt x="183" y="541"/>
                  </a:cubicBezTo>
                  <a:lnTo>
                    <a:pt x="585" y="788"/>
                  </a:lnTo>
                  <a:cubicBezTo>
                    <a:pt x="631" y="815"/>
                    <a:pt x="681" y="829"/>
                    <a:pt x="736" y="829"/>
                  </a:cubicBezTo>
                  <a:cubicBezTo>
                    <a:pt x="832" y="829"/>
                    <a:pt x="928" y="779"/>
                    <a:pt x="988" y="687"/>
                  </a:cubicBezTo>
                  <a:cubicBezTo>
                    <a:pt x="1070" y="550"/>
                    <a:pt x="1024" y="372"/>
                    <a:pt x="887" y="285"/>
                  </a:cubicBezTo>
                  <a:lnTo>
                    <a:pt x="485" y="43"/>
                  </a:lnTo>
                  <a:cubicBezTo>
                    <a:pt x="438" y="14"/>
                    <a:pt x="385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4155301" y="4587725"/>
              <a:ext cx="14364" cy="14439"/>
            </a:xfrm>
            <a:custGeom>
              <a:rect b="b" l="l" r="r" t="t"/>
              <a:pathLst>
                <a:path extrusionOk="0" h="590" w="587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297"/>
                  </a:lnTo>
                  <a:cubicBezTo>
                    <a:pt x="1" y="457"/>
                    <a:pt x="133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4132712" y="4587725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4110000" y="4587725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33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4118052" y="4173104"/>
              <a:ext cx="27553" cy="14243"/>
            </a:xfrm>
            <a:custGeom>
              <a:rect b="b" l="l" r="r" t="t"/>
              <a:pathLst>
                <a:path extrusionOk="0" h="582" w="1126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1"/>
                    <a:pt x="293" y="581"/>
                  </a:cubicBezTo>
                  <a:lnTo>
                    <a:pt x="833" y="581"/>
                  </a:lnTo>
                  <a:cubicBezTo>
                    <a:pt x="997" y="581"/>
                    <a:pt x="1125" y="453"/>
                    <a:pt x="1125" y="293"/>
                  </a:cubicBezTo>
                  <a:cubicBezTo>
                    <a:pt x="1125" y="129"/>
                    <a:pt x="997" y="1"/>
                    <a:pt x="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2" name="Google Shape;912;p34"/>
          <p:cNvGrpSpPr/>
          <p:nvPr/>
        </p:nvGrpSpPr>
        <p:grpSpPr>
          <a:xfrm>
            <a:off x="4678371" y="4140679"/>
            <a:ext cx="455436" cy="488471"/>
            <a:chOff x="4678371" y="4140679"/>
            <a:chExt cx="455436" cy="488471"/>
          </a:xfrm>
        </p:grpSpPr>
        <p:sp>
          <p:nvSpPr>
            <p:cNvPr id="913" name="Google Shape;913;p34"/>
            <p:cNvSpPr/>
            <p:nvPr/>
          </p:nvSpPr>
          <p:spPr>
            <a:xfrm>
              <a:off x="4678371" y="4140679"/>
              <a:ext cx="455436" cy="488471"/>
            </a:xfrm>
            <a:custGeom>
              <a:rect b="b" l="l" r="r" t="t"/>
              <a:pathLst>
                <a:path extrusionOk="0" h="19960" w="18612">
                  <a:moveTo>
                    <a:pt x="15782" y="581"/>
                  </a:moveTo>
                  <a:cubicBezTo>
                    <a:pt x="15786" y="581"/>
                    <a:pt x="15786" y="585"/>
                    <a:pt x="15791" y="585"/>
                  </a:cubicBezTo>
                  <a:cubicBezTo>
                    <a:pt x="16399" y="585"/>
                    <a:pt x="16897" y="1079"/>
                    <a:pt x="16897" y="1692"/>
                  </a:cubicBezTo>
                  <a:lnTo>
                    <a:pt x="16897" y="2876"/>
                  </a:lnTo>
                  <a:lnTo>
                    <a:pt x="14666" y="2876"/>
                  </a:lnTo>
                  <a:lnTo>
                    <a:pt x="14666" y="1692"/>
                  </a:lnTo>
                  <a:cubicBezTo>
                    <a:pt x="14666" y="1079"/>
                    <a:pt x="15164" y="585"/>
                    <a:pt x="15777" y="585"/>
                  </a:cubicBezTo>
                  <a:cubicBezTo>
                    <a:pt x="15777" y="585"/>
                    <a:pt x="15782" y="581"/>
                    <a:pt x="15782" y="581"/>
                  </a:cubicBezTo>
                  <a:close/>
                  <a:moveTo>
                    <a:pt x="6154" y="7886"/>
                  </a:moveTo>
                  <a:lnTo>
                    <a:pt x="6154" y="8727"/>
                  </a:lnTo>
                  <a:lnTo>
                    <a:pt x="5495" y="8727"/>
                  </a:lnTo>
                  <a:cubicBezTo>
                    <a:pt x="5454" y="8727"/>
                    <a:pt x="5418" y="8691"/>
                    <a:pt x="5418" y="8649"/>
                  </a:cubicBezTo>
                  <a:lnTo>
                    <a:pt x="5418" y="7968"/>
                  </a:lnTo>
                  <a:cubicBezTo>
                    <a:pt x="5418" y="7923"/>
                    <a:pt x="5454" y="7886"/>
                    <a:pt x="5495" y="7886"/>
                  </a:cubicBezTo>
                  <a:close/>
                  <a:moveTo>
                    <a:pt x="9930" y="7886"/>
                  </a:moveTo>
                  <a:cubicBezTo>
                    <a:pt x="9971" y="7886"/>
                    <a:pt x="10008" y="7923"/>
                    <a:pt x="10008" y="7968"/>
                  </a:cubicBezTo>
                  <a:lnTo>
                    <a:pt x="10008" y="8064"/>
                  </a:lnTo>
                  <a:cubicBezTo>
                    <a:pt x="9848" y="8270"/>
                    <a:pt x="9706" y="8494"/>
                    <a:pt x="9587" y="8727"/>
                  </a:cubicBezTo>
                  <a:lnTo>
                    <a:pt x="6739" y="8727"/>
                  </a:lnTo>
                  <a:lnTo>
                    <a:pt x="6739" y="7886"/>
                  </a:lnTo>
                  <a:close/>
                  <a:moveTo>
                    <a:pt x="6154" y="9312"/>
                  </a:moveTo>
                  <a:lnTo>
                    <a:pt x="6154" y="10154"/>
                  </a:lnTo>
                  <a:lnTo>
                    <a:pt x="5495" y="10154"/>
                  </a:lnTo>
                  <a:cubicBezTo>
                    <a:pt x="5454" y="10154"/>
                    <a:pt x="5418" y="10122"/>
                    <a:pt x="5418" y="10076"/>
                  </a:cubicBezTo>
                  <a:lnTo>
                    <a:pt x="5418" y="9395"/>
                  </a:lnTo>
                  <a:cubicBezTo>
                    <a:pt x="5418" y="9349"/>
                    <a:pt x="5454" y="9312"/>
                    <a:pt x="5495" y="9312"/>
                  </a:cubicBezTo>
                  <a:close/>
                  <a:moveTo>
                    <a:pt x="9349" y="9312"/>
                  </a:moveTo>
                  <a:cubicBezTo>
                    <a:pt x="9267" y="9582"/>
                    <a:pt x="9212" y="9866"/>
                    <a:pt x="9189" y="10154"/>
                  </a:cubicBezTo>
                  <a:lnTo>
                    <a:pt x="6739" y="10154"/>
                  </a:lnTo>
                  <a:lnTo>
                    <a:pt x="6739" y="9312"/>
                  </a:lnTo>
                  <a:close/>
                  <a:moveTo>
                    <a:pt x="6154" y="10739"/>
                  </a:moveTo>
                  <a:lnTo>
                    <a:pt x="6154" y="11580"/>
                  </a:lnTo>
                  <a:lnTo>
                    <a:pt x="5495" y="11580"/>
                  </a:lnTo>
                  <a:cubicBezTo>
                    <a:pt x="5454" y="11580"/>
                    <a:pt x="5418" y="11548"/>
                    <a:pt x="5418" y="11502"/>
                  </a:cubicBezTo>
                  <a:lnTo>
                    <a:pt x="5418" y="10821"/>
                  </a:lnTo>
                  <a:cubicBezTo>
                    <a:pt x="5418" y="10775"/>
                    <a:pt x="5454" y="10739"/>
                    <a:pt x="5495" y="10739"/>
                  </a:cubicBezTo>
                  <a:close/>
                  <a:moveTo>
                    <a:pt x="9185" y="10739"/>
                  </a:moveTo>
                  <a:cubicBezTo>
                    <a:pt x="9208" y="11031"/>
                    <a:pt x="9258" y="11310"/>
                    <a:pt x="9336" y="11580"/>
                  </a:cubicBezTo>
                  <a:lnTo>
                    <a:pt x="6739" y="11580"/>
                  </a:lnTo>
                  <a:lnTo>
                    <a:pt x="6739" y="10739"/>
                  </a:lnTo>
                  <a:close/>
                  <a:moveTo>
                    <a:pt x="3223" y="3461"/>
                  </a:moveTo>
                  <a:lnTo>
                    <a:pt x="3223" y="13285"/>
                  </a:lnTo>
                  <a:lnTo>
                    <a:pt x="585" y="13285"/>
                  </a:lnTo>
                  <a:lnTo>
                    <a:pt x="585" y="3904"/>
                  </a:lnTo>
                  <a:cubicBezTo>
                    <a:pt x="585" y="3662"/>
                    <a:pt x="787" y="3461"/>
                    <a:pt x="1029" y="3461"/>
                  </a:cubicBezTo>
                  <a:close/>
                  <a:moveTo>
                    <a:pt x="14497" y="585"/>
                  </a:moveTo>
                  <a:cubicBezTo>
                    <a:pt x="14236" y="882"/>
                    <a:pt x="14081" y="1271"/>
                    <a:pt x="14081" y="1692"/>
                  </a:cubicBezTo>
                  <a:lnTo>
                    <a:pt x="14081" y="6697"/>
                  </a:lnTo>
                  <a:cubicBezTo>
                    <a:pt x="13761" y="6615"/>
                    <a:pt x="13427" y="6569"/>
                    <a:pt x="13080" y="6569"/>
                  </a:cubicBezTo>
                  <a:cubicBezTo>
                    <a:pt x="12074" y="6569"/>
                    <a:pt x="11160" y="6949"/>
                    <a:pt x="10465" y="7575"/>
                  </a:cubicBezTo>
                  <a:cubicBezTo>
                    <a:pt x="10346" y="7411"/>
                    <a:pt x="10149" y="7301"/>
                    <a:pt x="9930" y="7301"/>
                  </a:cubicBezTo>
                  <a:lnTo>
                    <a:pt x="5495" y="7301"/>
                  </a:lnTo>
                  <a:cubicBezTo>
                    <a:pt x="5130" y="7301"/>
                    <a:pt x="4833" y="7603"/>
                    <a:pt x="4833" y="7968"/>
                  </a:cubicBezTo>
                  <a:lnTo>
                    <a:pt x="4833" y="8649"/>
                  </a:lnTo>
                  <a:cubicBezTo>
                    <a:pt x="4833" y="8787"/>
                    <a:pt x="4874" y="8915"/>
                    <a:pt x="4947" y="9020"/>
                  </a:cubicBezTo>
                  <a:cubicBezTo>
                    <a:pt x="4874" y="9130"/>
                    <a:pt x="4833" y="9258"/>
                    <a:pt x="4833" y="9395"/>
                  </a:cubicBezTo>
                  <a:lnTo>
                    <a:pt x="4833" y="10076"/>
                  </a:lnTo>
                  <a:cubicBezTo>
                    <a:pt x="4833" y="10213"/>
                    <a:pt x="4874" y="10341"/>
                    <a:pt x="4947" y="10446"/>
                  </a:cubicBezTo>
                  <a:cubicBezTo>
                    <a:pt x="4874" y="10556"/>
                    <a:pt x="4833" y="10684"/>
                    <a:pt x="4833" y="10821"/>
                  </a:cubicBezTo>
                  <a:lnTo>
                    <a:pt x="4833" y="11502"/>
                  </a:lnTo>
                  <a:cubicBezTo>
                    <a:pt x="4833" y="11868"/>
                    <a:pt x="5130" y="12165"/>
                    <a:pt x="5495" y="12165"/>
                  </a:cubicBezTo>
                  <a:lnTo>
                    <a:pt x="9564" y="12165"/>
                  </a:lnTo>
                  <a:cubicBezTo>
                    <a:pt x="9770" y="12586"/>
                    <a:pt x="10044" y="12965"/>
                    <a:pt x="10378" y="13285"/>
                  </a:cubicBezTo>
                  <a:lnTo>
                    <a:pt x="3808" y="13285"/>
                  </a:lnTo>
                  <a:lnTo>
                    <a:pt x="3808" y="1692"/>
                  </a:lnTo>
                  <a:cubicBezTo>
                    <a:pt x="3808" y="1079"/>
                    <a:pt x="4307" y="585"/>
                    <a:pt x="4919" y="585"/>
                  </a:cubicBezTo>
                  <a:close/>
                  <a:moveTo>
                    <a:pt x="13080" y="7155"/>
                  </a:moveTo>
                  <a:cubicBezTo>
                    <a:pt x="14908" y="7155"/>
                    <a:pt x="16399" y="8640"/>
                    <a:pt x="16399" y="10469"/>
                  </a:cubicBezTo>
                  <a:cubicBezTo>
                    <a:pt x="16399" y="12302"/>
                    <a:pt x="14908" y="13788"/>
                    <a:pt x="13080" y="13788"/>
                  </a:cubicBezTo>
                  <a:cubicBezTo>
                    <a:pt x="11251" y="13788"/>
                    <a:pt x="9761" y="12302"/>
                    <a:pt x="9761" y="10469"/>
                  </a:cubicBezTo>
                  <a:cubicBezTo>
                    <a:pt x="9761" y="8640"/>
                    <a:pt x="11251" y="7155"/>
                    <a:pt x="13080" y="7155"/>
                  </a:cubicBezTo>
                  <a:close/>
                  <a:moveTo>
                    <a:pt x="18026" y="13870"/>
                  </a:moveTo>
                  <a:lnTo>
                    <a:pt x="18026" y="14748"/>
                  </a:lnTo>
                  <a:cubicBezTo>
                    <a:pt x="18026" y="14995"/>
                    <a:pt x="17830" y="15191"/>
                    <a:pt x="17583" y="15191"/>
                  </a:cubicBezTo>
                  <a:lnTo>
                    <a:pt x="1029" y="15191"/>
                  </a:lnTo>
                  <a:cubicBezTo>
                    <a:pt x="787" y="15191"/>
                    <a:pt x="585" y="14995"/>
                    <a:pt x="585" y="14748"/>
                  </a:cubicBezTo>
                  <a:lnTo>
                    <a:pt x="585" y="13870"/>
                  </a:lnTo>
                  <a:lnTo>
                    <a:pt x="11164" y="13870"/>
                  </a:lnTo>
                  <a:cubicBezTo>
                    <a:pt x="11731" y="14190"/>
                    <a:pt x="12385" y="14373"/>
                    <a:pt x="13080" y="14373"/>
                  </a:cubicBezTo>
                  <a:cubicBezTo>
                    <a:pt x="13775" y="14373"/>
                    <a:pt x="14428" y="14190"/>
                    <a:pt x="14995" y="13870"/>
                  </a:cubicBezTo>
                  <a:close/>
                  <a:moveTo>
                    <a:pt x="9806" y="15777"/>
                  </a:moveTo>
                  <a:lnTo>
                    <a:pt x="9806" y="16106"/>
                  </a:lnTo>
                  <a:cubicBezTo>
                    <a:pt x="9806" y="16380"/>
                    <a:pt x="9582" y="16604"/>
                    <a:pt x="9308" y="16604"/>
                  </a:cubicBezTo>
                  <a:cubicBezTo>
                    <a:pt x="9029" y="16604"/>
                    <a:pt x="8805" y="16380"/>
                    <a:pt x="8805" y="16106"/>
                  </a:cubicBezTo>
                  <a:lnTo>
                    <a:pt x="8805" y="15777"/>
                  </a:lnTo>
                  <a:close/>
                  <a:moveTo>
                    <a:pt x="11137" y="15777"/>
                  </a:moveTo>
                  <a:lnTo>
                    <a:pt x="11333" y="17980"/>
                  </a:lnTo>
                  <a:lnTo>
                    <a:pt x="9262" y="17980"/>
                  </a:lnTo>
                  <a:cubicBezTo>
                    <a:pt x="9098" y="17980"/>
                    <a:pt x="8970" y="18108"/>
                    <a:pt x="8970" y="18273"/>
                  </a:cubicBezTo>
                  <a:cubicBezTo>
                    <a:pt x="8970" y="18433"/>
                    <a:pt x="9098" y="18565"/>
                    <a:pt x="9262" y="18565"/>
                  </a:cubicBezTo>
                  <a:lnTo>
                    <a:pt x="12595" y="18565"/>
                  </a:lnTo>
                  <a:cubicBezTo>
                    <a:pt x="12632" y="18565"/>
                    <a:pt x="12664" y="18593"/>
                    <a:pt x="12664" y="18634"/>
                  </a:cubicBezTo>
                  <a:lnTo>
                    <a:pt x="12664" y="19306"/>
                  </a:lnTo>
                  <a:cubicBezTo>
                    <a:pt x="12664" y="19343"/>
                    <a:pt x="12632" y="19375"/>
                    <a:pt x="12595" y="19375"/>
                  </a:cubicBezTo>
                  <a:lnTo>
                    <a:pt x="6021" y="19375"/>
                  </a:lnTo>
                  <a:cubicBezTo>
                    <a:pt x="5980" y="19375"/>
                    <a:pt x="5948" y="19343"/>
                    <a:pt x="5948" y="19306"/>
                  </a:cubicBezTo>
                  <a:lnTo>
                    <a:pt x="5948" y="18634"/>
                  </a:lnTo>
                  <a:cubicBezTo>
                    <a:pt x="5948" y="18593"/>
                    <a:pt x="5980" y="18565"/>
                    <a:pt x="6021" y="18565"/>
                  </a:cubicBezTo>
                  <a:lnTo>
                    <a:pt x="7960" y="18565"/>
                  </a:lnTo>
                  <a:cubicBezTo>
                    <a:pt x="8124" y="18565"/>
                    <a:pt x="8252" y="18433"/>
                    <a:pt x="8252" y="18273"/>
                  </a:cubicBezTo>
                  <a:cubicBezTo>
                    <a:pt x="8252" y="18108"/>
                    <a:pt x="8124" y="17980"/>
                    <a:pt x="7960" y="17980"/>
                  </a:cubicBezTo>
                  <a:lnTo>
                    <a:pt x="7278" y="17980"/>
                  </a:lnTo>
                  <a:lnTo>
                    <a:pt x="7479" y="15777"/>
                  </a:lnTo>
                  <a:lnTo>
                    <a:pt x="8220" y="15777"/>
                  </a:lnTo>
                  <a:lnTo>
                    <a:pt x="8220" y="16106"/>
                  </a:lnTo>
                  <a:cubicBezTo>
                    <a:pt x="8220" y="16705"/>
                    <a:pt x="8709" y="17189"/>
                    <a:pt x="9308" y="17189"/>
                  </a:cubicBezTo>
                  <a:cubicBezTo>
                    <a:pt x="9907" y="17189"/>
                    <a:pt x="10392" y="16705"/>
                    <a:pt x="10392" y="16106"/>
                  </a:cubicBezTo>
                  <a:lnTo>
                    <a:pt x="10392" y="15777"/>
                  </a:lnTo>
                  <a:close/>
                  <a:moveTo>
                    <a:pt x="4919" y="0"/>
                  </a:moveTo>
                  <a:cubicBezTo>
                    <a:pt x="3987" y="0"/>
                    <a:pt x="3223" y="759"/>
                    <a:pt x="3223" y="1692"/>
                  </a:cubicBezTo>
                  <a:lnTo>
                    <a:pt x="3223" y="2876"/>
                  </a:lnTo>
                  <a:lnTo>
                    <a:pt x="1029" y="2876"/>
                  </a:lnTo>
                  <a:cubicBezTo>
                    <a:pt x="462" y="2876"/>
                    <a:pt x="0" y="3337"/>
                    <a:pt x="0" y="3904"/>
                  </a:cubicBezTo>
                  <a:lnTo>
                    <a:pt x="0" y="14748"/>
                  </a:lnTo>
                  <a:cubicBezTo>
                    <a:pt x="0" y="15315"/>
                    <a:pt x="462" y="15777"/>
                    <a:pt x="1029" y="15777"/>
                  </a:cubicBezTo>
                  <a:lnTo>
                    <a:pt x="6890" y="15777"/>
                  </a:lnTo>
                  <a:lnTo>
                    <a:pt x="6693" y="17980"/>
                  </a:lnTo>
                  <a:lnTo>
                    <a:pt x="6021" y="17980"/>
                  </a:lnTo>
                  <a:cubicBezTo>
                    <a:pt x="5660" y="17980"/>
                    <a:pt x="5363" y="18273"/>
                    <a:pt x="5363" y="18634"/>
                  </a:cubicBezTo>
                  <a:lnTo>
                    <a:pt x="5363" y="19306"/>
                  </a:lnTo>
                  <a:cubicBezTo>
                    <a:pt x="5363" y="19667"/>
                    <a:pt x="5660" y="19960"/>
                    <a:pt x="6021" y="19960"/>
                  </a:cubicBezTo>
                  <a:lnTo>
                    <a:pt x="12595" y="19960"/>
                  </a:lnTo>
                  <a:cubicBezTo>
                    <a:pt x="12956" y="19960"/>
                    <a:pt x="13249" y="19667"/>
                    <a:pt x="13249" y="19306"/>
                  </a:cubicBezTo>
                  <a:lnTo>
                    <a:pt x="13249" y="18634"/>
                  </a:lnTo>
                  <a:cubicBezTo>
                    <a:pt x="13249" y="18273"/>
                    <a:pt x="12956" y="17980"/>
                    <a:pt x="12595" y="17980"/>
                  </a:cubicBezTo>
                  <a:lnTo>
                    <a:pt x="11923" y="17980"/>
                  </a:lnTo>
                  <a:lnTo>
                    <a:pt x="11722" y="15777"/>
                  </a:lnTo>
                  <a:lnTo>
                    <a:pt x="17583" y="15777"/>
                  </a:lnTo>
                  <a:cubicBezTo>
                    <a:pt x="18150" y="15777"/>
                    <a:pt x="18611" y="15315"/>
                    <a:pt x="18611" y="14748"/>
                  </a:cubicBezTo>
                  <a:lnTo>
                    <a:pt x="18611" y="8179"/>
                  </a:lnTo>
                  <a:cubicBezTo>
                    <a:pt x="18611" y="8019"/>
                    <a:pt x="18483" y="7886"/>
                    <a:pt x="18319" y="7886"/>
                  </a:cubicBezTo>
                  <a:cubicBezTo>
                    <a:pt x="18159" y="7886"/>
                    <a:pt x="18026" y="8019"/>
                    <a:pt x="18026" y="8179"/>
                  </a:cubicBezTo>
                  <a:lnTo>
                    <a:pt x="18026" y="13285"/>
                  </a:lnTo>
                  <a:lnTo>
                    <a:pt x="15782" y="13285"/>
                  </a:lnTo>
                  <a:cubicBezTo>
                    <a:pt x="16522" y="12577"/>
                    <a:pt x="16984" y="11575"/>
                    <a:pt x="16984" y="10469"/>
                  </a:cubicBezTo>
                  <a:cubicBezTo>
                    <a:pt x="16984" y="8883"/>
                    <a:pt x="16028" y="7511"/>
                    <a:pt x="14666" y="6903"/>
                  </a:cubicBezTo>
                  <a:lnTo>
                    <a:pt x="14666" y="3461"/>
                  </a:lnTo>
                  <a:lnTo>
                    <a:pt x="17583" y="3461"/>
                  </a:lnTo>
                  <a:cubicBezTo>
                    <a:pt x="17830" y="3461"/>
                    <a:pt x="18026" y="3662"/>
                    <a:pt x="18026" y="3904"/>
                  </a:cubicBezTo>
                  <a:lnTo>
                    <a:pt x="18026" y="6880"/>
                  </a:lnTo>
                  <a:cubicBezTo>
                    <a:pt x="18026" y="7040"/>
                    <a:pt x="18159" y="7173"/>
                    <a:pt x="18319" y="7173"/>
                  </a:cubicBezTo>
                  <a:cubicBezTo>
                    <a:pt x="18483" y="7173"/>
                    <a:pt x="18611" y="7040"/>
                    <a:pt x="18611" y="6880"/>
                  </a:cubicBezTo>
                  <a:lnTo>
                    <a:pt x="18611" y="3904"/>
                  </a:lnTo>
                  <a:cubicBezTo>
                    <a:pt x="18611" y="3337"/>
                    <a:pt x="18150" y="2876"/>
                    <a:pt x="17583" y="2876"/>
                  </a:cubicBezTo>
                  <a:lnTo>
                    <a:pt x="17482" y="2876"/>
                  </a:lnTo>
                  <a:lnTo>
                    <a:pt x="17482" y="1692"/>
                  </a:lnTo>
                  <a:cubicBezTo>
                    <a:pt x="17482" y="759"/>
                    <a:pt x="16723" y="0"/>
                    <a:pt x="157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4796186" y="4261740"/>
              <a:ext cx="36607" cy="27409"/>
            </a:xfrm>
            <a:custGeom>
              <a:rect b="b" l="l" r="r" t="t"/>
              <a:pathLst>
                <a:path extrusionOk="0" h="1120" w="1496">
                  <a:moveTo>
                    <a:pt x="1173" y="1"/>
                  </a:moveTo>
                  <a:cubicBezTo>
                    <a:pt x="1097" y="1"/>
                    <a:pt x="1022" y="29"/>
                    <a:pt x="965" y="86"/>
                  </a:cubicBezTo>
                  <a:lnTo>
                    <a:pt x="640" y="411"/>
                  </a:lnTo>
                  <a:lnTo>
                    <a:pt x="526" y="301"/>
                  </a:lnTo>
                  <a:cubicBezTo>
                    <a:pt x="469" y="244"/>
                    <a:pt x="395" y="216"/>
                    <a:pt x="320" y="216"/>
                  </a:cubicBezTo>
                  <a:cubicBezTo>
                    <a:pt x="246" y="216"/>
                    <a:pt x="172" y="244"/>
                    <a:pt x="115" y="301"/>
                  </a:cubicBezTo>
                  <a:cubicBezTo>
                    <a:pt x="0" y="416"/>
                    <a:pt x="0" y="598"/>
                    <a:pt x="115" y="713"/>
                  </a:cubicBezTo>
                  <a:lnTo>
                    <a:pt x="435" y="1033"/>
                  </a:lnTo>
                  <a:cubicBezTo>
                    <a:pt x="489" y="1092"/>
                    <a:pt x="567" y="1120"/>
                    <a:pt x="640" y="1120"/>
                  </a:cubicBezTo>
                  <a:cubicBezTo>
                    <a:pt x="713" y="1120"/>
                    <a:pt x="791" y="1092"/>
                    <a:pt x="846" y="1033"/>
                  </a:cubicBezTo>
                  <a:lnTo>
                    <a:pt x="1381" y="502"/>
                  </a:lnTo>
                  <a:cubicBezTo>
                    <a:pt x="1495" y="388"/>
                    <a:pt x="1495" y="201"/>
                    <a:pt x="1381" y="86"/>
                  </a:cubicBezTo>
                  <a:cubicBezTo>
                    <a:pt x="1324" y="29"/>
                    <a:pt x="1248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4898094" y="4268322"/>
              <a:ext cx="107546" cy="14341"/>
            </a:xfrm>
            <a:custGeom>
              <a:rect b="b" l="l" r="r" t="t"/>
              <a:pathLst>
                <a:path extrusionOk="0" h="586" w="4395">
                  <a:moveTo>
                    <a:pt x="294" y="0"/>
                  </a:moveTo>
                  <a:cubicBezTo>
                    <a:pt x="134" y="0"/>
                    <a:pt x="1" y="128"/>
                    <a:pt x="1" y="293"/>
                  </a:cubicBezTo>
                  <a:cubicBezTo>
                    <a:pt x="1" y="453"/>
                    <a:pt x="134" y="585"/>
                    <a:pt x="294" y="585"/>
                  </a:cubicBezTo>
                  <a:lnTo>
                    <a:pt x="4102" y="585"/>
                  </a:lnTo>
                  <a:cubicBezTo>
                    <a:pt x="4262" y="585"/>
                    <a:pt x="4394" y="453"/>
                    <a:pt x="4394" y="293"/>
                  </a:cubicBezTo>
                  <a:cubicBezTo>
                    <a:pt x="4394" y="128"/>
                    <a:pt x="4262" y="0"/>
                    <a:pt x="4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4850444" y="4268322"/>
              <a:ext cx="38173" cy="14341"/>
            </a:xfrm>
            <a:custGeom>
              <a:rect b="b" l="l" r="r" t="t"/>
              <a:pathLst>
                <a:path extrusionOk="0" h="586" w="1560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267" y="585"/>
                  </a:lnTo>
                  <a:cubicBezTo>
                    <a:pt x="1427" y="585"/>
                    <a:pt x="1559" y="453"/>
                    <a:pt x="1559" y="293"/>
                  </a:cubicBezTo>
                  <a:cubicBezTo>
                    <a:pt x="1559" y="128"/>
                    <a:pt x="1427" y="0"/>
                    <a:pt x="1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4796186" y="4226941"/>
              <a:ext cx="36607" cy="27409"/>
            </a:xfrm>
            <a:custGeom>
              <a:rect b="b" l="l" r="r" t="t"/>
              <a:pathLst>
                <a:path extrusionOk="0" h="1120" w="1496">
                  <a:moveTo>
                    <a:pt x="1173" y="1"/>
                  </a:moveTo>
                  <a:cubicBezTo>
                    <a:pt x="1097" y="1"/>
                    <a:pt x="1022" y="29"/>
                    <a:pt x="965" y="87"/>
                  </a:cubicBezTo>
                  <a:lnTo>
                    <a:pt x="640" y="416"/>
                  </a:lnTo>
                  <a:lnTo>
                    <a:pt x="526" y="301"/>
                  </a:lnTo>
                  <a:cubicBezTo>
                    <a:pt x="469" y="244"/>
                    <a:pt x="395" y="216"/>
                    <a:pt x="320" y="216"/>
                  </a:cubicBezTo>
                  <a:cubicBezTo>
                    <a:pt x="246" y="216"/>
                    <a:pt x="172" y="244"/>
                    <a:pt x="115" y="301"/>
                  </a:cubicBezTo>
                  <a:cubicBezTo>
                    <a:pt x="0" y="416"/>
                    <a:pt x="0" y="603"/>
                    <a:pt x="115" y="717"/>
                  </a:cubicBezTo>
                  <a:lnTo>
                    <a:pt x="435" y="1033"/>
                  </a:lnTo>
                  <a:cubicBezTo>
                    <a:pt x="489" y="1092"/>
                    <a:pt x="567" y="1120"/>
                    <a:pt x="640" y="1120"/>
                  </a:cubicBezTo>
                  <a:cubicBezTo>
                    <a:pt x="713" y="1120"/>
                    <a:pt x="791" y="1092"/>
                    <a:pt x="846" y="1033"/>
                  </a:cubicBezTo>
                  <a:lnTo>
                    <a:pt x="1381" y="503"/>
                  </a:lnTo>
                  <a:cubicBezTo>
                    <a:pt x="1495" y="388"/>
                    <a:pt x="1495" y="201"/>
                    <a:pt x="1381" y="87"/>
                  </a:cubicBezTo>
                  <a:cubicBezTo>
                    <a:pt x="1324" y="29"/>
                    <a:pt x="1248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4986492" y="4233524"/>
              <a:ext cx="19160" cy="14341"/>
            </a:xfrm>
            <a:custGeom>
              <a:rect b="b" l="l" r="r" t="t"/>
              <a:pathLst>
                <a:path extrusionOk="0" h="586" w="783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490" y="586"/>
                  </a:lnTo>
                  <a:cubicBezTo>
                    <a:pt x="650" y="586"/>
                    <a:pt x="782" y="453"/>
                    <a:pt x="782" y="293"/>
                  </a:cubicBezTo>
                  <a:cubicBezTo>
                    <a:pt x="782" y="128"/>
                    <a:pt x="650" y="0"/>
                    <a:pt x="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4937276" y="4233524"/>
              <a:ext cx="37610" cy="14341"/>
            </a:xfrm>
            <a:custGeom>
              <a:rect b="b" l="l" r="r" t="t"/>
              <a:pathLst>
                <a:path extrusionOk="0" h="586" w="1537">
                  <a:moveTo>
                    <a:pt x="293" y="0"/>
                  </a:moveTo>
                  <a:cubicBezTo>
                    <a:pt x="128" y="0"/>
                    <a:pt x="0" y="128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1244" y="586"/>
                  </a:lnTo>
                  <a:cubicBezTo>
                    <a:pt x="1408" y="586"/>
                    <a:pt x="1536" y="453"/>
                    <a:pt x="1536" y="293"/>
                  </a:cubicBezTo>
                  <a:cubicBezTo>
                    <a:pt x="1536" y="128"/>
                    <a:pt x="1408" y="0"/>
                    <a:pt x="1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4850444" y="4233524"/>
              <a:ext cx="77203" cy="14341"/>
            </a:xfrm>
            <a:custGeom>
              <a:rect b="b" l="l" r="r" t="t"/>
              <a:pathLst>
                <a:path extrusionOk="0" h="586" w="3155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862" y="586"/>
                  </a:lnTo>
                  <a:cubicBezTo>
                    <a:pt x="3027" y="586"/>
                    <a:pt x="3155" y="453"/>
                    <a:pt x="3155" y="293"/>
                  </a:cubicBezTo>
                  <a:cubicBezTo>
                    <a:pt x="3155" y="128"/>
                    <a:pt x="3027" y="0"/>
                    <a:pt x="2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4796186" y="4192265"/>
              <a:ext cx="36607" cy="27287"/>
            </a:xfrm>
            <a:custGeom>
              <a:rect b="b" l="l" r="r" t="t"/>
              <a:pathLst>
                <a:path extrusionOk="0" h="1115" w="1496">
                  <a:moveTo>
                    <a:pt x="1173" y="1"/>
                  </a:moveTo>
                  <a:cubicBezTo>
                    <a:pt x="1097" y="1"/>
                    <a:pt x="1022" y="29"/>
                    <a:pt x="965" y="86"/>
                  </a:cubicBezTo>
                  <a:lnTo>
                    <a:pt x="640" y="411"/>
                  </a:lnTo>
                  <a:lnTo>
                    <a:pt x="526" y="297"/>
                  </a:lnTo>
                  <a:cubicBezTo>
                    <a:pt x="469" y="240"/>
                    <a:pt x="395" y="211"/>
                    <a:pt x="320" y="211"/>
                  </a:cubicBezTo>
                  <a:cubicBezTo>
                    <a:pt x="246" y="211"/>
                    <a:pt x="172" y="240"/>
                    <a:pt x="115" y="297"/>
                  </a:cubicBezTo>
                  <a:cubicBezTo>
                    <a:pt x="0" y="411"/>
                    <a:pt x="0" y="598"/>
                    <a:pt x="115" y="713"/>
                  </a:cubicBezTo>
                  <a:lnTo>
                    <a:pt x="435" y="1033"/>
                  </a:lnTo>
                  <a:cubicBezTo>
                    <a:pt x="489" y="1088"/>
                    <a:pt x="563" y="1115"/>
                    <a:pt x="640" y="1115"/>
                  </a:cubicBezTo>
                  <a:cubicBezTo>
                    <a:pt x="718" y="1115"/>
                    <a:pt x="791" y="1088"/>
                    <a:pt x="846" y="1033"/>
                  </a:cubicBezTo>
                  <a:lnTo>
                    <a:pt x="1381" y="498"/>
                  </a:lnTo>
                  <a:cubicBezTo>
                    <a:pt x="1495" y="384"/>
                    <a:pt x="1495" y="201"/>
                    <a:pt x="1381" y="86"/>
                  </a:cubicBezTo>
                  <a:cubicBezTo>
                    <a:pt x="1324" y="29"/>
                    <a:pt x="1248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4898094" y="4198725"/>
              <a:ext cx="107546" cy="14341"/>
            </a:xfrm>
            <a:custGeom>
              <a:rect b="b" l="l" r="r" t="t"/>
              <a:pathLst>
                <a:path extrusionOk="0" h="586" w="4395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cubicBezTo>
                    <a:pt x="1" y="453"/>
                    <a:pt x="134" y="586"/>
                    <a:pt x="294" y="586"/>
                  </a:cubicBezTo>
                  <a:lnTo>
                    <a:pt x="4102" y="586"/>
                  </a:lnTo>
                  <a:cubicBezTo>
                    <a:pt x="4262" y="586"/>
                    <a:pt x="4394" y="453"/>
                    <a:pt x="4394" y="293"/>
                  </a:cubicBezTo>
                  <a:cubicBezTo>
                    <a:pt x="4394" y="133"/>
                    <a:pt x="4262" y="1"/>
                    <a:pt x="4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4850444" y="4198725"/>
              <a:ext cx="38173" cy="14341"/>
            </a:xfrm>
            <a:custGeom>
              <a:rect b="b" l="l" r="r" t="t"/>
              <a:pathLst>
                <a:path extrusionOk="0" h="586" w="1560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267" y="586"/>
                  </a:lnTo>
                  <a:cubicBezTo>
                    <a:pt x="1427" y="586"/>
                    <a:pt x="1559" y="453"/>
                    <a:pt x="1559" y="293"/>
                  </a:cubicBezTo>
                  <a:cubicBezTo>
                    <a:pt x="1559" y="133"/>
                    <a:pt x="1427" y="1"/>
                    <a:pt x="1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4974181" y="4354340"/>
              <a:ext cx="48573" cy="85164"/>
            </a:xfrm>
            <a:custGeom>
              <a:rect b="b" l="l" r="r" t="t"/>
              <a:pathLst>
                <a:path extrusionOk="0" h="3480" w="1985">
                  <a:moveTo>
                    <a:pt x="993" y="1"/>
                  </a:moveTo>
                  <a:cubicBezTo>
                    <a:pt x="833" y="1"/>
                    <a:pt x="700" y="129"/>
                    <a:pt x="700" y="293"/>
                  </a:cubicBezTo>
                  <a:lnTo>
                    <a:pt x="700" y="403"/>
                  </a:lnTo>
                  <a:cubicBezTo>
                    <a:pt x="302" y="467"/>
                    <a:pt x="1" y="810"/>
                    <a:pt x="1" y="1221"/>
                  </a:cubicBezTo>
                  <a:cubicBezTo>
                    <a:pt x="1" y="1679"/>
                    <a:pt x="371" y="2053"/>
                    <a:pt x="828" y="2053"/>
                  </a:cubicBezTo>
                  <a:lnTo>
                    <a:pt x="1157" y="2053"/>
                  </a:lnTo>
                  <a:cubicBezTo>
                    <a:pt x="1290" y="2053"/>
                    <a:pt x="1400" y="2163"/>
                    <a:pt x="1400" y="2300"/>
                  </a:cubicBezTo>
                  <a:cubicBezTo>
                    <a:pt x="1400" y="2437"/>
                    <a:pt x="1290" y="2547"/>
                    <a:pt x="1157" y="2547"/>
                  </a:cubicBezTo>
                  <a:lnTo>
                    <a:pt x="828" y="2547"/>
                  </a:lnTo>
                  <a:cubicBezTo>
                    <a:pt x="732" y="2547"/>
                    <a:pt x="641" y="2488"/>
                    <a:pt x="604" y="2396"/>
                  </a:cubicBezTo>
                  <a:cubicBezTo>
                    <a:pt x="556" y="2284"/>
                    <a:pt x="447" y="2217"/>
                    <a:pt x="334" y="2217"/>
                  </a:cubicBezTo>
                  <a:cubicBezTo>
                    <a:pt x="296" y="2217"/>
                    <a:pt x="257" y="2225"/>
                    <a:pt x="220" y="2241"/>
                  </a:cubicBezTo>
                  <a:cubicBezTo>
                    <a:pt x="69" y="2305"/>
                    <a:pt x="1" y="2474"/>
                    <a:pt x="65" y="2625"/>
                  </a:cubicBezTo>
                  <a:cubicBezTo>
                    <a:pt x="179" y="2890"/>
                    <a:pt x="421" y="3077"/>
                    <a:pt x="700" y="3119"/>
                  </a:cubicBezTo>
                  <a:lnTo>
                    <a:pt x="700" y="3187"/>
                  </a:lnTo>
                  <a:cubicBezTo>
                    <a:pt x="700" y="3352"/>
                    <a:pt x="833" y="3480"/>
                    <a:pt x="993" y="3480"/>
                  </a:cubicBezTo>
                  <a:cubicBezTo>
                    <a:pt x="1153" y="3480"/>
                    <a:pt x="1285" y="3352"/>
                    <a:pt x="1285" y="3187"/>
                  </a:cubicBezTo>
                  <a:lnTo>
                    <a:pt x="1285" y="3119"/>
                  </a:lnTo>
                  <a:cubicBezTo>
                    <a:pt x="1683" y="3059"/>
                    <a:pt x="1985" y="2712"/>
                    <a:pt x="1985" y="2300"/>
                  </a:cubicBezTo>
                  <a:cubicBezTo>
                    <a:pt x="1985" y="1843"/>
                    <a:pt x="1614" y="1468"/>
                    <a:pt x="1157" y="1468"/>
                  </a:cubicBezTo>
                  <a:lnTo>
                    <a:pt x="828" y="1468"/>
                  </a:lnTo>
                  <a:cubicBezTo>
                    <a:pt x="696" y="1468"/>
                    <a:pt x="581" y="1359"/>
                    <a:pt x="581" y="1221"/>
                  </a:cubicBezTo>
                  <a:cubicBezTo>
                    <a:pt x="581" y="1089"/>
                    <a:pt x="696" y="975"/>
                    <a:pt x="828" y="975"/>
                  </a:cubicBezTo>
                  <a:lnTo>
                    <a:pt x="1157" y="975"/>
                  </a:lnTo>
                  <a:cubicBezTo>
                    <a:pt x="1235" y="975"/>
                    <a:pt x="1313" y="1016"/>
                    <a:pt x="1358" y="1084"/>
                  </a:cubicBezTo>
                  <a:cubicBezTo>
                    <a:pt x="1416" y="1167"/>
                    <a:pt x="1509" y="1213"/>
                    <a:pt x="1603" y="1213"/>
                  </a:cubicBezTo>
                  <a:cubicBezTo>
                    <a:pt x="1659" y="1213"/>
                    <a:pt x="1716" y="1196"/>
                    <a:pt x="1765" y="1162"/>
                  </a:cubicBezTo>
                  <a:cubicBezTo>
                    <a:pt x="1898" y="1075"/>
                    <a:pt x="1934" y="892"/>
                    <a:pt x="1843" y="760"/>
                  </a:cubicBezTo>
                  <a:cubicBezTo>
                    <a:pt x="1715" y="563"/>
                    <a:pt x="1509" y="440"/>
                    <a:pt x="1285" y="403"/>
                  </a:cubicBezTo>
                  <a:lnTo>
                    <a:pt x="1285" y="293"/>
                  </a:lnTo>
                  <a:cubicBezTo>
                    <a:pt x="1285" y="129"/>
                    <a:pt x="1153" y="1"/>
                    <a:pt x="9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4930766" y="4328058"/>
              <a:ext cx="136616" cy="137756"/>
            </a:xfrm>
            <a:custGeom>
              <a:rect b="b" l="l" r="r" t="t"/>
              <a:pathLst>
                <a:path extrusionOk="0" h="5629" w="5583">
                  <a:moveTo>
                    <a:pt x="2767" y="0"/>
                  </a:moveTo>
                  <a:cubicBezTo>
                    <a:pt x="1487" y="0"/>
                    <a:pt x="367" y="864"/>
                    <a:pt x="42" y="2103"/>
                  </a:cubicBezTo>
                  <a:cubicBezTo>
                    <a:pt x="1" y="2259"/>
                    <a:pt x="97" y="2419"/>
                    <a:pt x="252" y="2460"/>
                  </a:cubicBezTo>
                  <a:cubicBezTo>
                    <a:pt x="277" y="2466"/>
                    <a:pt x="301" y="2470"/>
                    <a:pt x="325" y="2470"/>
                  </a:cubicBezTo>
                  <a:cubicBezTo>
                    <a:pt x="455" y="2470"/>
                    <a:pt x="574" y="2381"/>
                    <a:pt x="609" y="2250"/>
                  </a:cubicBezTo>
                  <a:cubicBezTo>
                    <a:pt x="865" y="1271"/>
                    <a:pt x="1752" y="586"/>
                    <a:pt x="2767" y="586"/>
                  </a:cubicBezTo>
                  <a:cubicBezTo>
                    <a:pt x="3997" y="586"/>
                    <a:pt x="4998" y="1582"/>
                    <a:pt x="4998" y="2812"/>
                  </a:cubicBezTo>
                  <a:cubicBezTo>
                    <a:pt x="4998" y="4042"/>
                    <a:pt x="3997" y="5043"/>
                    <a:pt x="2767" y="5043"/>
                  </a:cubicBezTo>
                  <a:cubicBezTo>
                    <a:pt x="1761" y="5043"/>
                    <a:pt x="879" y="4366"/>
                    <a:pt x="613" y="3397"/>
                  </a:cubicBezTo>
                  <a:cubicBezTo>
                    <a:pt x="579" y="3267"/>
                    <a:pt x="461" y="3182"/>
                    <a:pt x="332" y="3182"/>
                  </a:cubicBezTo>
                  <a:cubicBezTo>
                    <a:pt x="307" y="3182"/>
                    <a:pt x="282" y="3185"/>
                    <a:pt x="257" y="3191"/>
                  </a:cubicBezTo>
                  <a:cubicBezTo>
                    <a:pt x="101" y="3237"/>
                    <a:pt x="10" y="3397"/>
                    <a:pt x="51" y="3553"/>
                  </a:cubicBezTo>
                  <a:cubicBezTo>
                    <a:pt x="380" y="4773"/>
                    <a:pt x="1500" y="5628"/>
                    <a:pt x="2767" y="5628"/>
                  </a:cubicBezTo>
                  <a:cubicBezTo>
                    <a:pt x="4317" y="5628"/>
                    <a:pt x="5583" y="4366"/>
                    <a:pt x="5583" y="2812"/>
                  </a:cubicBezTo>
                  <a:cubicBezTo>
                    <a:pt x="5583" y="1262"/>
                    <a:pt x="4317" y="0"/>
                    <a:pt x="27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34"/>
          <p:cNvGrpSpPr/>
          <p:nvPr/>
        </p:nvGrpSpPr>
        <p:grpSpPr>
          <a:xfrm>
            <a:off x="5368693" y="4140679"/>
            <a:ext cx="411243" cy="488471"/>
            <a:chOff x="5368693" y="4140679"/>
            <a:chExt cx="411243" cy="488471"/>
          </a:xfrm>
        </p:grpSpPr>
        <p:sp>
          <p:nvSpPr>
            <p:cNvPr id="927" name="Google Shape;927;p34"/>
            <p:cNvSpPr/>
            <p:nvPr/>
          </p:nvSpPr>
          <p:spPr>
            <a:xfrm>
              <a:off x="5368693" y="4140679"/>
              <a:ext cx="411243" cy="488471"/>
            </a:xfrm>
            <a:custGeom>
              <a:rect b="b" l="l" r="r" t="t"/>
              <a:pathLst>
                <a:path extrusionOk="0" h="19960" w="16806">
                  <a:moveTo>
                    <a:pt x="9733" y="2802"/>
                  </a:moveTo>
                  <a:cubicBezTo>
                    <a:pt x="10145" y="2802"/>
                    <a:pt x="10483" y="3141"/>
                    <a:pt x="10483" y="3557"/>
                  </a:cubicBezTo>
                  <a:cubicBezTo>
                    <a:pt x="10483" y="3968"/>
                    <a:pt x="10145" y="4306"/>
                    <a:pt x="9733" y="4306"/>
                  </a:cubicBezTo>
                  <a:cubicBezTo>
                    <a:pt x="9317" y="4306"/>
                    <a:pt x="8979" y="3968"/>
                    <a:pt x="8979" y="3557"/>
                  </a:cubicBezTo>
                  <a:cubicBezTo>
                    <a:pt x="8979" y="3141"/>
                    <a:pt x="9317" y="2802"/>
                    <a:pt x="9733" y="2802"/>
                  </a:cubicBezTo>
                  <a:close/>
                  <a:moveTo>
                    <a:pt x="10483" y="4658"/>
                  </a:moveTo>
                  <a:lnTo>
                    <a:pt x="10483" y="5843"/>
                  </a:lnTo>
                  <a:cubicBezTo>
                    <a:pt x="10268" y="5696"/>
                    <a:pt x="10012" y="5609"/>
                    <a:pt x="9733" y="5609"/>
                  </a:cubicBezTo>
                  <a:cubicBezTo>
                    <a:pt x="9454" y="5609"/>
                    <a:pt x="9194" y="5696"/>
                    <a:pt x="8979" y="5843"/>
                  </a:cubicBezTo>
                  <a:lnTo>
                    <a:pt x="8979" y="4658"/>
                  </a:lnTo>
                  <a:cubicBezTo>
                    <a:pt x="9194" y="4805"/>
                    <a:pt x="9454" y="4892"/>
                    <a:pt x="9733" y="4892"/>
                  </a:cubicBezTo>
                  <a:cubicBezTo>
                    <a:pt x="10012" y="4892"/>
                    <a:pt x="10268" y="4805"/>
                    <a:pt x="10483" y="4658"/>
                  </a:cubicBezTo>
                  <a:close/>
                  <a:moveTo>
                    <a:pt x="9733" y="6195"/>
                  </a:moveTo>
                  <a:cubicBezTo>
                    <a:pt x="10145" y="6195"/>
                    <a:pt x="10483" y="6533"/>
                    <a:pt x="10483" y="6949"/>
                  </a:cubicBezTo>
                  <a:cubicBezTo>
                    <a:pt x="10483" y="7360"/>
                    <a:pt x="10145" y="7699"/>
                    <a:pt x="9733" y="7699"/>
                  </a:cubicBezTo>
                  <a:cubicBezTo>
                    <a:pt x="9317" y="7699"/>
                    <a:pt x="8979" y="7360"/>
                    <a:pt x="8979" y="6949"/>
                  </a:cubicBezTo>
                  <a:cubicBezTo>
                    <a:pt x="8979" y="6533"/>
                    <a:pt x="9317" y="6195"/>
                    <a:pt x="9733" y="6195"/>
                  </a:cubicBezTo>
                  <a:close/>
                  <a:moveTo>
                    <a:pt x="14401" y="16106"/>
                  </a:moveTo>
                  <a:cubicBezTo>
                    <a:pt x="14794" y="16106"/>
                    <a:pt x="15155" y="16339"/>
                    <a:pt x="15320" y="16696"/>
                  </a:cubicBezTo>
                  <a:lnTo>
                    <a:pt x="16207" y="18670"/>
                  </a:lnTo>
                  <a:cubicBezTo>
                    <a:pt x="16234" y="18730"/>
                    <a:pt x="16216" y="18780"/>
                    <a:pt x="16198" y="18803"/>
                  </a:cubicBezTo>
                  <a:cubicBezTo>
                    <a:pt x="16184" y="18830"/>
                    <a:pt x="16147" y="18867"/>
                    <a:pt x="16079" y="18867"/>
                  </a:cubicBezTo>
                  <a:lnTo>
                    <a:pt x="6437" y="18867"/>
                  </a:lnTo>
                  <a:cubicBezTo>
                    <a:pt x="7137" y="18181"/>
                    <a:pt x="7566" y="17230"/>
                    <a:pt x="7566" y="16179"/>
                  </a:cubicBezTo>
                  <a:cubicBezTo>
                    <a:pt x="7566" y="16152"/>
                    <a:pt x="7566" y="16129"/>
                    <a:pt x="7566" y="16106"/>
                  </a:cubicBezTo>
                  <a:close/>
                  <a:moveTo>
                    <a:pt x="16079" y="585"/>
                  </a:moveTo>
                  <a:cubicBezTo>
                    <a:pt x="16147" y="585"/>
                    <a:pt x="16184" y="622"/>
                    <a:pt x="16198" y="649"/>
                  </a:cubicBezTo>
                  <a:cubicBezTo>
                    <a:pt x="16216" y="672"/>
                    <a:pt x="16234" y="722"/>
                    <a:pt x="16207" y="782"/>
                  </a:cubicBezTo>
                  <a:lnTo>
                    <a:pt x="15320" y="2752"/>
                  </a:lnTo>
                  <a:cubicBezTo>
                    <a:pt x="15155" y="3113"/>
                    <a:pt x="14794" y="3346"/>
                    <a:pt x="14401" y="3346"/>
                  </a:cubicBezTo>
                  <a:lnTo>
                    <a:pt x="11050" y="3346"/>
                  </a:lnTo>
                  <a:cubicBezTo>
                    <a:pt x="10949" y="2706"/>
                    <a:pt x="10396" y="2217"/>
                    <a:pt x="9733" y="2217"/>
                  </a:cubicBezTo>
                  <a:cubicBezTo>
                    <a:pt x="9066" y="2217"/>
                    <a:pt x="8513" y="2706"/>
                    <a:pt x="8412" y="3346"/>
                  </a:cubicBezTo>
                  <a:lnTo>
                    <a:pt x="7173" y="3346"/>
                  </a:lnTo>
                  <a:cubicBezTo>
                    <a:pt x="7013" y="3346"/>
                    <a:pt x="6881" y="3479"/>
                    <a:pt x="6881" y="3639"/>
                  </a:cubicBezTo>
                  <a:cubicBezTo>
                    <a:pt x="6881" y="3799"/>
                    <a:pt x="7013" y="3932"/>
                    <a:pt x="7173" y="3932"/>
                  </a:cubicBezTo>
                  <a:lnTo>
                    <a:pt x="8394" y="3932"/>
                  </a:lnTo>
                  <a:lnTo>
                    <a:pt x="8394" y="6949"/>
                  </a:lnTo>
                  <a:cubicBezTo>
                    <a:pt x="8394" y="7584"/>
                    <a:pt x="8842" y="8119"/>
                    <a:pt x="9441" y="8252"/>
                  </a:cubicBezTo>
                  <a:lnTo>
                    <a:pt x="9441" y="15521"/>
                  </a:lnTo>
                  <a:lnTo>
                    <a:pt x="7507" y="15521"/>
                  </a:lnTo>
                  <a:cubicBezTo>
                    <a:pt x="7415" y="14995"/>
                    <a:pt x="7214" y="14497"/>
                    <a:pt x="6913" y="14049"/>
                  </a:cubicBezTo>
                  <a:cubicBezTo>
                    <a:pt x="6855" y="13966"/>
                    <a:pt x="6762" y="13920"/>
                    <a:pt x="6668" y="13920"/>
                  </a:cubicBezTo>
                  <a:cubicBezTo>
                    <a:pt x="6612" y="13920"/>
                    <a:pt x="6555" y="13937"/>
                    <a:pt x="6506" y="13971"/>
                  </a:cubicBezTo>
                  <a:cubicBezTo>
                    <a:pt x="6373" y="14062"/>
                    <a:pt x="6337" y="14245"/>
                    <a:pt x="6428" y="14378"/>
                  </a:cubicBezTo>
                  <a:cubicBezTo>
                    <a:pt x="6789" y="14908"/>
                    <a:pt x="6981" y="15530"/>
                    <a:pt x="6981" y="16179"/>
                  </a:cubicBezTo>
                  <a:cubicBezTo>
                    <a:pt x="6981" y="17939"/>
                    <a:pt x="5546" y="19375"/>
                    <a:pt x="3781" y="19375"/>
                  </a:cubicBezTo>
                  <a:cubicBezTo>
                    <a:pt x="2021" y="19375"/>
                    <a:pt x="585" y="17939"/>
                    <a:pt x="585" y="16179"/>
                  </a:cubicBezTo>
                  <a:cubicBezTo>
                    <a:pt x="585" y="14414"/>
                    <a:pt x="2021" y="12979"/>
                    <a:pt x="3781" y="12979"/>
                  </a:cubicBezTo>
                  <a:cubicBezTo>
                    <a:pt x="4430" y="12979"/>
                    <a:pt x="5057" y="13171"/>
                    <a:pt x="5587" y="13537"/>
                  </a:cubicBezTo>
                  <a:cubicBezTo>
                    <a:pt x="5636" y="13571"/>
                    <a:pt x="5693" y="13587"/>
                    <a:pt x="5750" y="13587"/>
                  </a:cubicBezTo>
                  <a:cubicBezTo>
                    <a:pt x="5844" y="13587"/>
                    <a:pt x="5937" y="13542"/>
                    <a:pt x="5994" y="13459"/>
                  </a:cubicBezTo>
                  <a:cubicBezTo>
                    <a:pt x="6085" y="13326"/>
                    <a:pt x="6053" y="13143"/>
                    <a:pt x="5916" y="13052"/>
                  </a:cubicBezTo>
                  <a:cubicBezTo>
                    <a:pt x="5290" y="12622"/>
                    <a:pt x="4549" y="12394"/>
                    <a:pt x="3781" y="12394"/>
                  </a:cubicBezTo>
                  <a:cubicBezTo>
                    <a:pt x="3598" y="12394"/>
                    <a:pt x="3420" y="12407"/>
                    <a:pt x="3242" y="12430"/>
                  </a:cubicBezTo>
                  <a:lnTo>
                    <a:pt x="3242" y="2176"/>
                  </a:lnTo>
                  <a:lnTo>
                    <a:pt x="3612" y="2994"/>
                  </a:lnTo>
                  <a:cubicBezTo>
                    <a:pt x="3868" y="3566"/>
                    <a:pt x="4439" y="3932"/>
                    <a:pt x="5061" y="3932"/>
                  </a:cubicBezTo>
                  <a:lnTo>
                    <a:pt x="5875" y="3932"/>
                  </a:lnTo>
                  <a:cubicBezTo>
                    <a:pt x="6035" y="3932"/>
                    <a:pt x="6167" y="3799"/>
                    <a:pt x="6167" y="3639"/>
                  </a:cubicBezTo>
                  <a:cubicBezTo>
                    <a:pt x="6167" y="3479"/>
                    <a:pt x="6035" y="3346"/>
                    <a:pt x="5875" y="3346"/>
                  </a:cubicBezTo>
                  <a:lnTo>
                    <a:pt x="5061" y="3346"/>
                  </a:lnTo>
                  <a:cubicBezTo>
                    <a:pt x="4668" y="3346"/>
                    <a:pt x="4307" y="3113"/>
                    <a:pt x="4147" y="2752"/>
                  </a:cubicBezTo>
                  <a:lnTo>
                    <a:pt x="3255" y="782"/>
                  </a:lnTo>
                  <a:cubicBezTo>
                    <a:pt x="3228" y="722"/>
                    <a:pt x="3251" y="672"/>
                    <a:pt x="3264" y="649"/>
                  </a:cubicBezTo>
                  <a:cubicBezTo>
                    <a:pt x="3278" y="622"/>
                    <a:pt x="3315" y="585"/>
                    <a:pt x="3383" y="585"/>
                  </a:cubicBezTo>
                  <a:close/>
                  <a:moveTo>
                    <a:pt x="3383" y="0"/>
                  </a:moveTo>
                  <a:cubicBezTo>
                    <a:pt x="3136" y="0"/>
                    <a:pt x="2908" y="123"/>
                    <a:pt x="2775" y="329"/>
                  </a:cubicBezTo>
                  <a:cubicBezTo>
                    <a:pt x="2702" y="443"/>
                    <a:pt x="2661" y="567"/>
                    <a:pt x="2656" y="695"/>
                  </a:cubicBezTo>
                  <a:cubicBezTo>
                    <a:pt x="2656" y="699"/>
                    <a:pt x="2656" y="709"/>
                    <a:pt x="2656" y="713"/>
                  </a:cubicBezTo>
                  <a:lnTo>
                    <a:pt x="2656" y="12563"/>
                  </a:lnTo>
                  <a:cubicBezTo>
                    <a:pt x="1120" y="13043"/>
                    <a:pt x="0" y="14483"/>
                    <a:pt x="0" y="16179"/>
                  </a:cubicBezTo>
                  <a:cubicBezTo>
                    <a:pt x="0" y="18264"/>
                    <a:pt x="1696" y="19960"/>
                    <a:pt x="3781" y="19960"/>
                  </a:cubicBezTo>
                  <a:cubicBezTo>
                    <a:pt x="4471" y="19960"/>
                    <a:pt x="5116" y="19777"/>
                    <a:pt x="5674" y="19452"/>
                  </a:cubicBezTo>
                  <a:lnTo>
                    <a:pt x="16079" y="19452"/>
                  </a:lnTo>
                  <a:cubicBezTo>
                    <a:pt x="16326" y="19452"/>
                    <a:pt x="16554" y="19329"/>
                    <a:pt x="16691" y="19123"/>
                  </a:cubicBezTo>
                  <a:cubicBezTo>
                    <a:pt x="16760" y="19009"/>
                    <a:pt x="16801" y="18881"/>
                    <a:pt x="16806" y="18753"/>
                  </a:cubicBezTo>
                  <a:cubicBezTo>
                    <a:pt x="16806" y="18748"/>
                    <a:pt x="16806" y="18744"/>
                    <a:pt x="16806" y="18734"/>
                  </a:cubicBezTo>
                  <a:lnTo>
                    <a:pt x="16806" y="8604"/>
                  </a:lnTo>
                  <a:cubicBezTo>
                    <a:pt x="16806" y="8439"/>
                    <a:pt x="16673" y="8311"/>
                    <a:pt x="16513" y="8311"/>
                  </a:cubicBezTo>
                  <a:cubicBezTo>
                    <a:pt x="16353" y="8311"/>
                    <a:pt x="16220" y="8439"/>
                    <a:pt x="16220" y="8604"/>
                  </a:cubicBezTo>
                  <a:lnTo>
                    <a:pt x="16220" y="17276"/>
                  </a:lnTo>
                  <a:lnTo>
                    <a:pt x="15850" y="16458"/>
                  </a:lnTo>
                  <a:cubicBezTo>
                    <a:pt x="15594" y="15886"/>
                    <a:pt x="15027" y="15521"/>
                    <a:pt x="14401" y="15521"/>
                  </a:cubicBezTo>
                  <a:lnTo>
                    <a:pt x="10026" y="15521"/>
                  </a:lnTo>
                  <a:lnTo>
                    <a:pt x="10026" y="8252"/>
                  </a:lnTo>
                  <a:cubicBezTo>
                    <a:pt x="10620" y="8119"/>
                    <a:pt x="11068" y="7584"/>
                    <a:pt x="11068" y="6949"/>
                  </a:cubicBezTo>
                  <a:lnTo>
                    <a:pt x="11068" y="3932"/>
                  </a:lnTo>
                  <a:lnTo>
                    <a:pt x="14401" y="3932"/>
                  </a:lnTo>
                  <a:cubicBezTo>
                    <a:pt x="15027" y="3932"/>
                    <a:pt x="15594" y="3566"/>
                    <a:pt x="15850" y="2994"/>
                  </a:cubicBezTo>
                  <a:lnTo>
                    <a:pt x="16220" y="2176"/>
                  </a:lnTo>
                  <a:lnTo>
                    <a:pt x="16220" y="7301"/>
                  </a:lnTo>
                  <a:cubicBezTo>
                    <a:pt x="16220" y="7465"/>
                    <a:pt x="16353" y="7593"/>
                    <a:pt x="16513" y="7593"/>
                  </a:cubicBezTo>
                  <a:cubicBezTo>
                    <a:pt x="16678" y="7593"/>
                    <a:pt x="16806" y="7465"/>
                    <a:pt x="16806" y="7301"/>
                  </a:cubicBezTo>
                  <a:lnTo>
                    <a:pt x="16806" y="713"/>
                  </a:lnTo>
                  <a:cubicBezTo>
                    <a:pt x="16806" y="709"/>
                    <a:pt x="16806" y="699"/>
                    <a:pt x="16806" y="695"/>
                  </a:cubicBezTo>
                  <a:cubicBezTo>
                    <a:pt x="16801" y="567"/>
                    <a:pt x="16760" y="439"/>
                    <a:pt x="16691" y="329"/>
                  </a:cubicBezTo>
                  <a:cubicBezTo>
                    <a:pt x="16554" y="123"/>
                    <a:pt x="16326" y="0"/>
                    <a:pt x="160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5731193" y="4488493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28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28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5709045" y="4488493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33" y="590"/>
                    <a:pt x="293" y="590"/>
                  </a:cubicBezTo>
                  <a:cubicBezTo>
                    <a:pt x="457" y="590"/>
                    <a:pt x="585" y="457"/>
                    <a:pt x="585" y="297"/>
                  </a:cubicBezTo>
                  <a:lnTo>
                    <a:pt x="585" y="293"/>
                  </a:lnTo>
                  <a:cubicBezTo>
                    <a:pt x="585" y="128"/>
                    <a:pt x="457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5686994" y="4488493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lnTo>
                    <a:pt x="1" y="297"/>
                  </a:lnTo>
                  <a:cubicBezTo>
                    <a:pt x="1" y="457"/>
                    <a:pt x="133" y="590"/>
                    <a:pt x="293" y="590"/>
                  </a:cubicBezTo>
                  <a:cubicBezTo>
                    <a:pt x="458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28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5643358" y="4460840"/>
              <a:ext cx="102162" cy="14365"/>
            </a:xfrm>
            <a:custGeom>
              <a:rect b="b" l="l" r="r" t="t"/>
              <a:pathLst>
                <a:path extrusionOk="0" h="587" w="4175">
                  <a:moveTo>
                    <a:pt x="293" y="1"/>
                  </a:moveTo>
                  <a:cubicBezTo>
                    <a:pt x="133" y="1"/>
                    <a:pt x="1" y="134"/>
                    <a:pt x="1" y="294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3882" y="586"/>
                  </a:lnTo>
                  <a:cubicBezTo>
                    <a:pt x="4042" y="586"/>
                    <a:pt x="4175" y="458"/>
                    <a:pt x="4175" y="294"/>
                  </a:cubicBezTo>
                  <a:cubicBezTo>
                    <a:pt x="4175" y="134"/>
                    <a:pt x="4042" y="1"/>
                    <a:pt x="3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5643358" y="4434337"/>
              <a:ext cx="37390" cy="14341"/>
            </a:xfrm>
            <a:custGeom>
              <a:rect b="b" l="l" r="r" t="t"/>
              <a:pathLst>
                <a:path extrusionOk="0" h="586" w="1528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1235" y="586"/>
                  </a:lnTo>
                  <a:cubicBezTo>
                    <a:pt x="1400" y="586"/>
                    <a:pt x="1528" y="458"/>
                    <a:pt x="1528" y="293"/>
                  </a:cubicBezTo>
                  <a:cubicBezTo>
                    <a:pt x="1528" y="133"/>
                    <a:pt x="1400" y="0"/>
                    <a:pt x="1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5693260" y="4434337"/>
              <a:ext cx="52268" cy="14341"/>
            </a:xfrm>
            <a:custGeom>
              <a:rect b="b" l="l" r="r" t="t"/>
              <a:pathLst>
                <a:path extrusionOk="0" h="586" w="213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1843" y="586"/>
                  </a:lnTo>
                  <a:cubicBezTo>
                    <a:pt x="2003" y="586"/>
                    <a:pt x="2136" y="458"/>
                    <a:pt x="2136" y="293"/>
                  </a:cubicBezTo>
                  <a:cubicBezTo>
                    <a:pt x="2136" y="133"/>
                    <a:pt x="2003" y="0"/>
                    <a:pt x="18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5599722" y="4220432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lnTo>
                    <a:pt x="1" y="298"/>
                  </a:lnTo>
                  <a:cubicBezTo>
                    <a:pt x="1" y="462"/>
                    <a:pt x="129" y="590"/>
                    <a:pt x="293" y="590"/>
                  </a:cubicBezTo>
                  <a:cubicBezTo>
                    <a:pt x="453" y="590"/>
                    <a:pt x="586" y="462"/>
                    <a:pt x="586" y="298"/>
                  </a:cubicBez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5599722" y="4303439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lnTo>
                    <a:pt x="1" y="298"/>
                  </a:lnTo>
                  <a:cubicBezTo>
                    <a:pt x="1" y="462"/>
                    <a:pt x="129" y="590"/>
                    <a:pt x="293" y="590"/>
                  </a:cubicBezTo>
                  <a:cubicBezTo>
                    <a:pt x="453" y="590"/>
                    <a:pt x="586" y="462"/>
                    <a:pt x="586" y="298"/>
                  </a:cubicBez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5437488" y="4495076"/>
              <a:ext cx="47570" cy="82937"/>
            </a:xfrm>
            <a:custGeom>
              <a:rect b="b" l="l" r="r" t="t"/>
              <a:pathLst>
                <a:path extrusionOk="0" h="3389" w="1944">
                  <a:moveTo>
                    <a:pt x="970" y="1"/>
                  </a:moveTo>
                  <a:cubicBezTo>
                    <a:pt x="810" y="1"/>
                    <a:pt x="677" y="133"/>
                    <a:pt x="677" y="293"/>
                  </a:cubicBezTo>
                  <a:lnTo>
                    <a:pt x="677" y="394"/>
                  </a:lnTo>
                  <a:cubicBezTo>
                    <a:pt x="293" y="458"/>
                    <a:pt x="1" y="792"/>
                    <a:pt x="1" y="1194"/>
                  </a:cubicBezTo>
                  <a:cubicBezTo>
                    <a:pt x="1" y="1642"/>
                    <a:pt x="367" y="2008"/>
                    <a:pt x="815" y="2008"/>
                  </a:cubicBezTo>
                  <a:lnTo>
                    <a:pt x="1130" y="2008"/>
                  </a:lnTo>
                  <a:cubicBezTo>
                    <a:pt x="1253" y="2008"/>
                    <a:pt x="1359" y="2108"/>
                    <a:pt x="1359" y="2236"/>
                  </a:cubicBezTo>
                  <a:cubicBezTo>
                    <a:pt x="1359" y="2360"/>
                    <a:pt x="1253" y="2465"/>
                    <a:pt x="1130" y="2465"/>
                  </a:cubicBezTo>
                  <a:lnTo>
                    <a:pt x="815" y="2465"/>
                  </a:lnTo>
                  <a:cubicBezTo>
                    <a:pt x="723" y="2465"/>
                    <a:pt x="641" y="2410"/>
                    <a:pt x="604" y="2323"/>
                  </a:cubicBezTo>
                  <a:cubicBezTo>
                    <a:pt x="556" y="2213"/>
                    <a:pt x="447" y="2146"/>
                    <a:pt x="332" y="2146"/>
                  </a:cubicBezTo>
                  <a:cubicBezTo>
                    <a:pt x="295" y="2146"/>
                    <a:pt x="257" y="2153"/>
                    <a:pt x="220" y="2168"/>
                  </a:cubicBezTo>
                  <a:cubicBezTo>
                    <a:pt x="74" y="2232"/>
                    <a:pt x="1" y="2406"/>
                    <a:pt x="65" y="2552"/>
                  </a:cubicBezTo>
                  <a:cubicBezTo>
                    <a:pt x="175" y="2812"/>
                    <a:pt x="408" y="2991"/>
                    <a:pt x="677" y="3036"/>
                  </a:cubicBezTo>
                  <a:lnTo>
                    <a:pt x="677" y="3096"/>
                  </a:lnTo>
                  <a:cubicBezTo>
                    <a:pt x="677" y="3256"/>
                    <a:pt x="810" y="3388"/>
                    <a:pt x="970" y="3388"/>
                  </a:cubicBezTo>
                  <a:cubicBezTo>
                    <a:pt x="1135" y="3388"/>
                    <a:pt x="1263" y="3256"/>
                    <a:pt x="1263" y="3096"/>
                  </a:cubicBezTo>
                  <a:lnTo>
                    <a:pt x="1263" y="3036"/>
                  </a:lnTo>
                  <a:cubicBezTo>
                    <a:pt x="1647" y="2972"/>
                    <a:pt x="1944" y="2639"/>
                    <a:pt x="1944" y="2236"/>
                  </a:cubicBezTo>
                  <a:cubicBezTo>
                    <a:pt x="1944" y="1788"/>
                    <a:pt x="1578" y="1423"/>
                    <a:pt x="1130" y="1423"/>
                  </a:cubicBezTo>
                  <a:lnTo>
                    <a:pt x="815" y="1423"/>
                  </a:lnTo>
                  <a:cubicBezTo>
                    <a:pt x="687" y="1423"/>
                    <a:pt x="586" y="1322"/>
                    <a:pt x="586" y="1194"/>
                  </a:cubicBezTo>
                  <a:cubicBezTo>
                    <a:pt x="586" y="1071"/>
                    <a:pt x="687" y="965"/>
                    <a:pt x="815" y="965"/>
                  </a:cubicBezTo>
                  <a:lnTo>
                    <a:pt x="1130" y="965"/>
                  </a:lnTo>
                  <a:cubicBezTo>
                    <a:pt x="1203" y="965"/>
                    <a:pt x="1276" y="1002"/>
                    <a:pt x="1317" y="1066"/>
                  </a:cubicBezTo>
                  <a:cubicBezTo>
                    <a:pt x="1374" y="1151"/>
                    <a:pt x="1466" y="1196"/>
                    <a:pt x="1559" y="1196"/>
                  </a:cubicBezTo>
                  <a:cubicBezTo>
                    <a:pt x="1616" y="1196"/>
                    <a:pt x="1674" y="1179"/>
                    <a:pt x="1724" y="1144"/>
                  </a:cubicBezTo>
                  <a:cubicBezTo>
                    <a:pt x="1857" y="1057"/>
                    <a:pt x="1893" y="874"/>
                    <a:pt x="1802" y="741"/>
                  </a:cubicBezTo>
                  <a:cubicBezTo>
                    <a:pt x="1679" y="554"/>
                    <a:pt x="1482" y="431"/>
                    <a:pt x="1263" y="394"/>
                  </a:cubicBezTo>
                  <a:lnTo>
                    <a:pt x="1263" y="293"/>
                  </a:lnTo>
                  <a:cubicBezTo>
                    <a:pt x="1263" y="133"/>
                    <a:pt x="1135" y="1"/>
                    <a:pt x="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5394415" y="4469699"/>
              <a:ext cx="133704" cy="133718"/>
            </a:xfrm>
            <a:custGeom>
              <a:rect b="b" l="l" r="r" t="t"/>
              <a:pathLst>
                <a:path extrusionOk="0" h="5464" w="5464">
                  <a:moveTo>
                    <a:pt x="2730" y="585"/>
                  </a:moveTo>
                  <a:cubicBezTo>
                    <a:pt x="3914" y="585"/>
                    <a:pt x="4879" y="1550"/>
                    <a:pt x="4879" y="2734"/>
                  </a:cubicBezTo>
                  <a:cubicBezTo>
                    <a:pt x="4879" y="3913"/>
                    <a:pt x="3914" y="4878"/>
                    <a:pt x="2730" y="4878"/>
                  </a:cubicBezTo>
                  <a:cubicBezTo>
                    <a:pt x="1551" y="4878"/>
                    <a:pt x="586" y="3913"/>
                    <a:pt x="586" y="2734"/>
                  </a:cubicBezTo>
                  <a:cubicBezTo>
                    <a:pt x="586" y="1550"/>
                    <a:pt x="1551" y="585"/>
                    <a:pt x="2730" y="585"/>
                  </a:cubicBezTo>
                  <a:close/>
                  <a:moveTo>
                    <a:pt x="2730" y="0"/>
                  </a:moveTo>
                  <a:cubicBezTo>
                    <a:pt x="1226" y="0"/>
                    <a:pt x="1" y="1225"/>
                    <a:pt x="1" y="2734"/>
                  </a:cubicBezTo>
                  <a:cubicBezTo>
                    <a:pt x="1" y="4238"/>
                    <a:pt x="1226" y="5463"/>
                    <a:pt x="2730" y="5463"/>
                  </a:cubicBezTo>
                  <a:cubicBezTo>
                    <a:pt x="4239" y="5463"/>
                    <a:pt x="5464" y="4238"/>
                    <a:pt x="5464" y="2734"/>
                  </a:cubicBezTo>
                  <a:cubicBezTo>
                    <a:pt x="5464" y="1225"/>
                    <a:pt x="4239" y="0"/>
                    <a:pt x="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8" name="Google Shape;938;p34"/>
          <p:cNvGrpSpPr/>
          <p:nvPr/>
        </p:nvGrpSpPr>
        <p:grpSpPr>
          <a:xfrm>
            <a:off x="5999153" y="4140679"/>
            <a:ext cx="486659" cy="488471"/>
            <a:chOff x="5999153" y="4140679"/>
            <a:chExt cx="486659" cy="488471"/>
          </a:xfrm>
        </p:grpSpPr>
        <p:sp>
          <p:nvSpPr>
            <p:cNvPr id="939" name="Google Shape;939;p34"/>
            <p:cNvSpPr/>
            <p:nvPr/>
          </p:nvSpPr>
          <p:spPr>
            <a:xfrm>
              <a:off x="5999153" y="4140679"/>
              <a:ext cx="486659" cy="488471"/>
            </a:xfrm>
            <a:custGeom>
              <a:rect b="b" l="l" r="r" t="t"/>
              <a:pathLst>
                <a:path extrusionOk="0" h="19960" w="19888">
                  <a:moveTo>
                    <a:pt x="9651" y="4041"/>
                  </a:moveTo>
                  <a:lnTo>
                    <a:pt x="9651" y="4640"/>
                  </a:lnTo>
                  <a:cubicBezTo>
                    <a:pt x="9139" y="4672"/>
                    <a:pt x="8645" y="4773"/>
                    <a:pt x="8179" y="4937"/>
                  </a:cubicBezTo>
                  <a:lnTo>
                    <a:pt x="7951" y="4380"/>
                  </a:lnTo>
                  <a:cubicBezTo>
                    <a:pt x="8485" y="4188"/>
                    <a:pt x="9057" y="4069"/>
                    <a:pt x="9651" y="4041"/>
                  </a:cubicBezTo>
                  <a:close/>
                  <a:moveTo>
                    <a:pt x="10236" y="4041"/>
                  </a:moveTo>
                  <a:cubicBezTo>
                    <a:pt x="10831" y="4069"/>
                    <a:pt x="11402" y="4183"/>
                    <a:pt x="11942" y="4375"/>
                  </a:cubicBezTo>
                  <a:lnTo>
                    <a:pt x="11708" y="4937"/>
                  </a:lnTo>
                  <a:cubicBezTo>
                    <a:pt x="11247" y="4773"/>
                    <a:pt x="10748" y="4672"/>
                    <a:pt x="10236" y="4640"/>
                  </a:cubicBezTo>
                  <a:lnTo>
                    <a:pt x="10236" y="4041"/>
                  </a:lnTo>
                  <a:close/>
                  <a:moveTo>
                    <a:pt x="19169" y="585"/>
                  </a:moveTo>
                  <a:cubicBezTo>
                    <a:pt x="19242" y="585"/>
                    <a:pt x="19302" y="645"/>
                    <a:pt x="19302" y="718"/>
                  </a:cubicBezTo>
                  <a:lnTo>
                    <a:pt x="19302" y="3127"/>
                  </a:lnTo>
                  <a:cubicBezTo>
                    <a:pt x="19302" y="3209"/>
                    <a:pt x="19247" y="3246"/>
                    <a:pt x="19220" y="3255"/>
                  </a:cubicBezTo>
                  <a:cubicBezTo>
                    <a:pt x="19208" y="3261"/>
                    <a:pt x="19191" y="3265"/>
                    <a:pt x="19171" y="3265"/>
                  </a:cubicBezTo>
                  <a:cubicBezTo>
                    <a:pt x="19141" y="3265"/>
                    <a:pt x="19106" y="3255"/>
                    <a:pt x="19073" y="3223"/>
                  </a:cubicBezTo>
                  <a:lnTo>
                    <a:pt x="18593" y="2738"/>
                  </a:lnTo>
                  <a:cubicBezTo>
                    <a:pt x="18538" y="2684"/>
                    <a:pt x="18461" y="2652"/>
                    <a:pt x="18383" y="2652"/>
                  </a:cubicBezTo>
                  <a:cubicBezTo>
                    <a:pt x="18305" y="2652"/>
                    <a:pt x="18232" y="2684"/>
                    <a:pt x="18177" y="2738"/>
                  </a:cubicBezTo>
                  <a:lnTo>
                    <a:pt x="15027" y="5902"/>
                  </a:lnTo>
                  <a:cubicBezTo>
                    <a:pt x="14726" y="5523"/>
                    <a:pt x="14383" y="5180"/>
                    <a:pt x="14008" y="4878"/>
                  </a:cubicBezTo>
                  <a:lnTo>
                    <a:pt x="17158" y="1714"/>
                  </a:lnTo>
                  <a:cubicBezTo>
                    <a:pt x="17272" y="1600"/>
                    <a:pt x="17272" y="1417"/>
                    <a:pt x="17158" y="1303"/>
                  </a:cubicBezTo>
                  <a:lnTo>
                    <a:pt x="16673" y="814"/>
                  </a:lnTo>
                  <a:cubicBezTo>
                    <a:pt x="16618" y="759"/>
                    <a:pt x="16637" y="690"/>
                    <a:pt x="16646" y="667"/>
                  </a:cubicBezTo>
                  <a:cubicBezTo>
                    <a:pt x="16659" y="635"/>
                    <a:pt x="16691" y="585"/>
                    <a:pt x="16769" y="585"/>
                  </a:cubicBezTo>
                  <a:close/>
                  <a:moveTo>
                    <a:pt x="7411" y="4604"/>
                  </a:moveTo>
                  <a:lnTo>
                    <a:pt x="7640" y="5161"/>
                  </a:lnTo>
                  <a:cubicBezTo>
                    <a:pt x="7182" y="5381"/>
                    <a:pt x="6766" y="5664"/>
                    <a:pt x="6392" y="5998"/>
                  </a:cubicBezTo>
                  <a:lnTo>
                    <a:pt x="5971" y="5573"/>
                  </a:lnTo>
                  <a:cubicBezTo>
                    <a:pt x="6396" y="5184"/>
                    <a:pt x="6881" y="4855"/>
                    <a:pt x="7411" y="4604"/>
                  </a:cubicBezTo>
                  <a:close/>
                  <a:moveTo>
                    <a:pt x="12481" y="4599"/>
                  </a:moveTo>
                  <a:cubicBezTo>
                    <a:pt x="13011" y="4850"/>
                    <a:pt x="13496" y="5175"/>
                    <a:pt x="13926" y="5568"/>
                  </a:cubicBezTo>
                  <a:lnTo>
                    <a:pt x="13496" y="5998"/>
                  </a:lnTo>
                  <a:cubicBezTo>
                    <a:pt x="13126" y="5664"/>
                    <a:pt x="12705" y="5381"/>
                    <a:pt x="12248" y="5161"/>
                  </a:cubicBezTo>
                  <a:lnTo>
                    <a:pt x="12481" y="4599"/>
                  </a:lnTo>
                  <a:close/>
                  <a:moveTo>
                    <a:pt x="5555" y="5989"/>
                  </a:moveTo>
                  <a:lnTo>
                    <a:pt x="5980" y="6414"/>
                  </a:lnTo>
                  <a:cubicBezTo>
                    <a:pt x="5646" y="6789"/>
                    <a:pt x="5363" y="7209"/>
                    <a:pt x="5144" y="7667"/>
                  </a:cubicBezTo>
                  <a:lnTo>
                    <a:pt x="4590" y="7438"/>
                  </a:lnTo>
                  <a:cubicBezTo>
                    <a:pt x="4842" y="6908"/>
                    <a:pt x="5171" y="6419"/>
                    <a:pt x="5555" y="5989"/>
                  </a:cubicBezTo>
                  <a:close/>
                  <a:moveTo>
                    <a:pt x="14337" y="5984"/>
                  </a:moveTo>
                  <a:cubicBezTo>
                    <a:pt x="14726" y="6409"/>
                    <a:pt x="15050" y="6899"/>
                    <a:pt x="15302" y="7433"/>
                  </a:cubicBezTo>
                  <a:lnTo>
                    <a:pt x="14744" y="7667"/>
                  </a:lnTo>
                  <a:cubicBezTo>
                    <a:pt x="14525" y="7209"/>
                    <a:pt x="14246" y="6789"/>
                    <a:pt x="13907" y="6414"/>
                  </a:cubicBezTo>
                  <a:lnTo>
                    <a:pt x="14337" y="5984"/>
                  </a:lnTo>
                  <a:close/>
                  <a:moveTo>
                    <a:pt x="4366" y="7977"/>
                  </a:moveTo>
                  <a:lnTo>
                    <a:pt x="4920" y="8206"/>
                  </a:lnTo>
                  <a:cubicBezTo>
                    <a:pt x="4755" y="8672"/>
                    <a:pt x="4654" y="9171"/>
                    <a:pt x="4627" y="9687"/>
                  </a:cubicBezTo>
                  <a:lnTo>
                    <a:pt x="4028" y="9687"/>
                  </a:lnTo>
                  <a:cubicBezTo>
                    <a:pt x="4060" y="9088"/>
                    <a:pt x="4174" y="8517"/>
                    <a:pt x="4366" y="7977"/>
                  </a:cubicBezTo>
                  <a:close/>
                  <a:moveTo>
                    <a:pt x="4627" y="10272"/>
                  </a:moveTo>
                  <a:cubicBezTo>
                    <a:pt x="4654" y="10789"/>
                    <a:pt x="4755" y="11283"/>
                    <a:pt x="4920" y="11754"/>
                  </a:cubicBezTo>
                  <a:lnTo>
                    <a:pt x="4366" y="11982"/>
                  </a:lnTo>
                  <a:cubicBezTo>
                    <a:pt x="4174" y="11443"/>
                    <a:pt x="4060" y="10867"/>
                    <a:pt x="4028" y="10272"/>
                  </a:cubicBezTo>
                  <a:close/>
                  <a:moveTo>
                    <a:pt x="15859" y="10272"/>
                  </a:moveTo>
                  <a:cubicBezTo>
                    <a:pt x="15832" y="10867"/>
                    <a:pt x="15713" y="11443"/>
                    <a:pt x="15521" y="11982"/>
                  </a:cubicBezTo>
                  <a:lnTo>
                    <a:pt x="14968" y="11754"/>
                  </a:lnTo>
                  <a:cubicBezTo>
                    <a:pt x="15133" y="11283"/>
                    <a:pt x="15233" y="10789"/>
                    <a:pt x="15261" y="10272"/>
                  </a:cubicBezTo>
                  <a:close/>
                  <a:moveTo>
                    <a:pt x="5144" y="12293"/>
                  </a:moveTo>
                  <a:cubicBezTo>
                    <a:pt x="5363" y="12750"/>
                    <a:pt x="5646" y="13171"/>
                    <a:pt x="5980" y="13546"/>
                  </a:cubicBezTo>
                  <a:lnTo>
                    <a:pt x="5555" y="13971"/>
                  </a:lnTo>
                  <a:cubicBezTo>
                    <a:pt x="5171" y="13541"/>
                    <a:pt x="4842" y="13052"/>
                    <a:pt x="4590" y="12522"/>
                  </a:cubicBezTo>
                  <a:lnTo>
                    <a:pt x="5144" y="12293"/>
                  </a:lnTo>
                  <a:close/>
                  <a:moveTo>
                    <a:pt x="14744" y="12293"/>
                  </a:moveTo>
                  <a:lnTo>
                    <a:pt x="15297" y="12522"/>
                  </a:lnTo>
                  <a:cubicBezTo>
                    <a:pt x="15046" y="13052"/>
                    <a:pt x="14721" y="13541"/>
                    <a:pt x="14333" y="13971"/>
                  </a:cubicBezTo>
                  <a:lnTo>
                    <a:pt x="13907" y="13546"/>
                  </a:lnTo>
                  <a:cubicBezTo>
                    <a:pt x="14241" y="13171"/>
                    <a:pt x="14525" y="12750"/>
                    <a:pt x="14744" y="12293"/>
                  </a:cubicBezTo>
                  <a:close/>
                  <a:moveTo>
                    <a:pt x="9944" y="5221"/>
                  </a:moveTo>
                  <a:cubicBezTo>
                    <a:pt x="12559" y="5221"/>
                    <a:pt x="14685" y="7356"/>
                    <a:pt x="14685" y="9980"/>
                  </a:cubicBezTo>
                  <a:cubicBezTo>
                    <a:pt x="14685" y="12604"/>
                    <a:pt x="12559" y="14739"/>
                    <a:pt x="9944" y="14739"/>
                  </a:cubicBezTo>
                  <a:cubicBezTo>
                    <a:pt x="7329" y="14739"/>
                    <a:pt x="5203" y="12604"/>
                    <a:pt x="5203" y="9980"/>
                  </a:cubicBezTo>
                  <a:cubicBezTo>
                    <a:pt x="5203" y="7356"/>
                    <a:pt x="7329" y="5221"/>
                    <a:pt x="9944" y="5221"/>
                  </a:cubicBezTo>
                  <a:close/>
                  <a:moveTo>
                    <a:pt x="6392" y="13957"/>
                  </a:moveTo>
                  <a:cubicBezTo>
                    <a:pt x="6766" y="14295"/>
                    <a:pt x="7182" y="14579"/>
                    <a:pt x="7640" y="14798"/>
                  </a:cubicBezTo>
                  <a:lnTo>
                    <a:pt x="7411" y="15351"/>
                  </a:lnTo>
                  <a:cubicBezTo>
                    <a:pt x="6885" y="15100"/>
                    <a:pt x="6396" y="14771"/>
                    <a:pt x="5971" y="14382"/>
                  </a:cubicBezTo>
                  <a:lnTo>
                    <a:pt x="6392" y="13957"/>
                  </a:lnTo>
                  <a:close/>
                  <a:moveTo>
                    <a:pt x="13496" y="13957"/>
                  </a:moveTo>
                  <a:lnTo>
                    <a:pt x="13921" y="14382"/>
                  </a:lnTo>
                  <a:cubicBezTo>
                    <a:pt x="13491" y="14771"/>
                    <a:pt x="13007" y="15100"/>
                    <a:pt x="12476" y="15351"/>
                  </a:cubicBezTo>
                  <a:lnTo>
                    <a:pt x="12248" y="14798"/>
                  </a:lnTo>
                  <a:cubicBezTo>
                    <a:pt x="12705" y="14579"/>
                    <a:pt x="13126" y="14295"/>
                    <a:pt x="13496" y="13957"/>
                  </a:cubicBezTo>
                  <a:close/>
                  <a:moveTo>
                    <a:pt x="8179" y="15022"/>
                  </a:moveTo>
                  <a:cubicBezTo>
                    <a:pt x="8645" y="15187"/>
                    <a:pt x="9139" y="15287"/>
                    <a:pt x="9651" y="15315"/>
                  </a:cubicBezTo>
                  <a:lnTo>
                    <a:pt x="9651" y="15918"/>
                  </a:lnTo>
                  <a:cubicBezTo>
                    <a:pt x="9057" y="15886"/>
                    <a:pt x="8485" y="15772"/>
                    <a:pt x="7951" y="15580"/>
                  </a:cubicBezTo>
                  <a:lnTo>
                    <a:pt x="8179" y="15022"/>
                  </a:lnTo>
                  <a:close/>
                  <a:moveTo>
                    <a:pt x="11708" y="15022"/>
                  </a:moveTo>
                  <a:lnTo>
                    <a:pt x="11937" y="15580"/>
                  </a:lnTo>
                  <a:cubicBezTo>
                    <a:pt x="11402" y="15772"/>
                    <a:pt x="10831" y="15886"/>
                    <a:pt x="10236" y="15918"/>
                  </a:cubicBezTo>
                  <a:lnTo>
                    <a:pt x="10236" y="15315"/>
                  </a:lnTo>
                  <a:cubicBezTo>
                    <a:pt x="10748" y="15287"/>
                    <a:pt x="11247" y="15187"/>
                    <a:pt x="11708" y="15022"/>
                  </a:cubicBezTo>
                  <a:close/>
                  <a:moveTo>
                    <a:pt x="4865" y="14058"/>
                  </a:moveTo>
                  <a:cubicBezTo>
                    <a:pt x="5166" y="14433"/>
                    <a:pt x="5509" y="14775"/>
                    <a:pt x="5884" y="15077"/>
                  </a:cubicBezTo>
                  <a:lnTo>
                    <a:pt x="2730" y="18245"/>
                  </a:lnTo>
                  <a:cubicBezTo>
                    <a:pt x="2615" y="18360"/>
                    <a:pt x="2615" y="18542"/>
                    <a:pt x="2730" y="18657"/>
                  </a:cubicBezTo>
                  <a:lnTo>
                    <a:pt x="3214" y="19141"/>
                  </a:lnTo>
                  <a:cubicBezTo>
                    <a:pt x="3274" y="19201"/>
                    <a:pt x="3255" y="19265"/>
                    <a:pt x="3242" y="19292"/>
                  </a:cubicBezTo>
                  <a:cubicBezTo>
                    <a:pt x="3233" y="19324"/>
                    <a:pt x="3196" y="19375"/>
                    <a:pt x="3118" y="19375"/>
                  </a:cubicBezTo>
                  <a:lnTo>
                    <a:pt x="718" y="19375"/>
                  </a:lnTo>
                  <a:cubicBezTo>
                    <a:pt x="645" y="19375"/>
                    <a:pt x="586" y="19315"/>
                    <a:pt x="586" y="19242"/>
                  </a:cubicBezTo>
                  <a:lnTo>
                    <a:pt x="586" y="16828"/>
                  </a:lnTo>
                  <a:cubicBezTo>
                    <a:pt x="586" y="16746"/>
                    <a:pt x="645" y="16714"/>
                    <a:pt x="668" y="16705"/>
                  </a:cubicBezTo>
                  <a:cubicBezTo>
                    <a:pt x="682" y="16699"/>
                    <a:pt x="702" y="16692"/>
                    <a:pt x="724" y="16692"/>
                  </a:cubicBezTo>
                  <a:cubicBezTo>
                    <a:pt x="752" y="16692"/>
                    <a:pt x="784" y="16702"/>
                    <a:pt x="814" y="16732"/>
                  </a:cubicBezTo>
                  <a:lnTo>
                    <a:pt x="1299" y="17221"/>
                  </a:lnTo>
                  <a:cubicBezTo>
                    <a:pt x="1354" y="17276"/>
                    <a:pt x="1427" y="17308"/>
                    <a:pt x="1505" y="17308"/>
                  </a:cubicBezTo>
                  <a:cubicBezTo>
                    <a:pt x="1582" y="17308"/>
                    <a:pt x="1655" y="17276"/>
                    <a:pt x="1710" y="17221"/>
                  </a:cubicBezTo>
                  <a:lnTo>
                    <a:pt x="4865" y="14058"/>
                  </a:lnTo>
                  <a:close/>
                  <a:moveTo>
                    <a:pt x="15023" y="14058"/>
                  </a:moveTo>
                  <a:lnTo>
                    <a:pt x="18177" y="17221"/>
                  </a:lnTo>
                  <a:cubicBezTo>
                    <a:pt x="18232" y="17276"/>
                    <a:pt x="18305" y="17308"/>
                    <a:pt x="18383" y="17308"/>
                  </a:cubicBezTo>
                  <a:cubicBezTo>
                    <a:pt x="18461" y="17308"/>
                    <a:pt x="18538" y="17276"/>
                    <a:pt x="18593" y="17221"/>
                  </a:cubicBezTo>
                  <a:lnTo>
                    <a:pt x="19073" y="16732"/>
                  </a:lnTo>
                  <a:cubicBezTo>
                    <a:pt x="19104" y="16702"/>
                    <a:pt x="19137" y="16692"/>
                    <a:pt x="19165" y="16692"/>
                  </a:cubicBezTo>
                  <a:cubicBezTo>
                    <a:pt x="19188" y="16692"/>
                    <a:pt x="19207" y="16699"/>
                    <a:pt x="19220" y="16705"/>
                  </a:cubicBezTo>
                  <a:cubicBezTo>
                    <a:pt x="19247" y="16714"/>
                    <a:pt x="19302" y="16746"/>
                    <a:pt x="19302" y="16828"/>
                  </a:cubicBezTo>
                  <a:lnTo>
                    <a:pt x="19302" y="19242"/>
                  </a:lnTo>
                  <a:cubicBezTo>
                    <a:pt x="19302" y="19315"/>
                    <a:pt x="19242" y="19375"/>
                    <a:pt x="19169" y="19375"/>
                  </a:cubicBezTo>
                  <a:lnTo>
                    <a:pt x="16769" y="19375"/>
                  </a:lnTo>
                  <a:cubicBezTo>
                    <a:pt x="16691" y="19375"/>
                    <a:pt x="16659" y="19324"/>
                    <a:pt x="16646" y="19292"/>
                  </a:cubicBezTo>
                  <a:cubicBezTo>
                    <a:pt x="16637" y="19265"/>
                    <a:pt x="16618" y="19201"/>
                    <a:pt x="16673" y="19141"/>
                  </a:cubicBezTo>
                  <a:lnTo>
                    <a:pt x="17158" y="18657"/>
                  </a:lnTo>
                  <a:cubicBezTo>
                    <a:pt x="17272" y="18542"/>
                    <a:pt x="17272" y="18360"/>
                    <a:pt x="17158" y="18245"/>
                  </a:cubicBezTo>
                  <a:lnTo>
                    <a:pt x="14003" y="15077"/>
                  </a:lnTo>
                  <a:cubicBezTo>
                    <a:pt x="14383" y="14775"/>
                    <a:pt x="14721" y="14433"/>
                    <a:pt x="15023" y="14058"/>
                  </a:cubicBezTo>
                  <a:close/>
                  <a:moveTo>
                    <a:pt x="718" y="0"/>
                  </a:moveTo>
                  <a:cubicBezTo>
                    <a:pt x="325" y="0"/>
                    <a:pt x="0" y="320"/>
                    <a:pt x="0" y="718"/>
                  </a:cubicBezTo>
                  <a:lnTo>
                    <a:pt x="0" y="3127"/>
                  </a:lnTo>
                  <a:cubicBezTo>
                    <a:pt x="0" y="3420"/>
                    <a:pt x="174" y="3685"/>
                    <a:pt x="444" y="3794"/>
                  </a:cubicBezTo>
                  <a:cubicBezTo>
                    <a:pt x="533" y="3831"/>
                    <a:pt x="627" y="3849"/>
                    <a:pt x="720" y="3849"/>
                  </a:cubicBezTo>
                  <a:cubicBezTo>
                    <a:pt x="906" y="3849"/>
                    <a:pt x="1090" y="3776"/>
                    <a:pt x="1230" y="3639"/>
                  </a:cubicBezTo>
                  <a:lnTo>
                    <a:pt x="1505" y="3360"/>
                  </a:lnTo>
                  <a:lnTo>
                    <a:pt x="4517" y="6382"/>
                  </a:lnTo>
                  <a:cubicBezTo>
                    <a:pt x="3836" y="7415"/>
                    <a:pt x="3438" y="8649"/>
                    <a:pt x="3438" y="9980"/>
                  </a:cubicBezTo>
                  <a:cubicBezTo>
                    <a:pt x="3438" y="11306"/>
                    <a:pt x="3836" y="12545"/>
                    <a:pt x="4517" y="13578"/>
                  </a:cubicBezTo>
                  <a:lnTo>
                    <a:pt x="1505" y="16600"/>
                  </a:lnTo>
                  <a:lnTo>
                    <a:pt x="1230" y="16321"/>
                  </a:lnTo>
                  <a:cubicBezTo>
                    <a:pt x="1090" y="16183"/>
                    <a:pt x="906" y="16109"/>
                    <a:pt x="720" y="16109"/>
                  </a:cubicBezTo>
                  <a:cubicBezTo>
                    <a:pt x="627" y="16109"/>
                    <a:pt x="533" y="16127"/>
                    <a:pt x="444" y="16165"/>
                  </a:cubicBezTo>
                  <a:cubicBezTo>
                    <a:pt x="174" y="16275"/>
                    <a:pt x="0" y="16536"/>
                    <a:pt x="0" y="16828"/>
                  </a:cubicBezTo>
                  <a:lnTo>
                    <a:pt x="0" y="19242"/>
                  </a:lnTo>
                  <a:cubicBezTo>
                    <a:pt x="0" y="19635"/>
                    <a:pt x="325" y="19960"/>
                    <a:pt x="718" y="19960"/>
                  </a:cubicBezTo>
                  <a:lnTo>
                    <a:pt x="3118" y="19960"/>
                  </a:lnTo>
                  <a:cubicBezTo>
                    <a:pt x="3411" y="19960"/>
                    <a:pt x="3671" y="19786"/>
                    <a:pt x="3781" y="19516"/>
                  </a:cubicBezTo>
                  <a:cubicBezTo>
                    <a:pt x="3895" y="19247"/>
                    <a:pt x="3836" y="18936"/>
                    <a:pt x="3630" y="18730"/>
                  </a:cubicBezTo>
                  <a:lnTo>
                    <a:pt x="3351" y="18451"/>
                  </a:lnTo>
                  <a:lnTo>
                    <a:pt x="6360" y="15429"/>
                  </a:lnTo>
                  <a:cubicBezTo>
                    <a:pt x="7388" y="16110"/>
                    <a:pt x="8623" y="16508"/>
                    <a:pt x="9944" y="16508"/>
                  </a:cubicBezTo>
                  <a:cubicBezTo>
                    <a:pt x="11270" y="16508"/>
                    <a:pt x="12499" y="16110"/>
                    <a:pt x="13528" y="15429"/>
                  </a:cubicBezTo>
                  <a:lnTo>
                    <a:pt x="16541" y="18451"/>
                  </a:lnTo>
                  <a:lnTo>
                    <a:pt x="16262" y="18730"/>
                  </a:lnTo>
                  <a:cubicBezTo>
                    <a:pt x="16056" y="18936"/>
                    <a:pt x="15992" y="19247"/>
                    <a:pt x="16106" y="19516"/>
                  </a:cubicBezTo>
                  <a:cubicBezTo>
                    <a:pt x="16216" y="19786"/>
                    <a:pt x="16477" y="19960"/>
                    <a:pt x="16769" y="19960"/>
                  </a:cubicBezTo>
                  <a:lnTo>
                    <a:pt x="19169" y="19960"/>
                  </a:lnTo>
                  <a:cubicBezTo>
                    <a:pt x="19567" y="19960"/>
                    <a:pt x="19887" y="19635"/>
                    <a:pt x="19887" y="19242"/>
                  </a:cubicBezTo>
                  <a:lnTo>
                    <a:pt x="19887" y="16828"/>
                  </a:lnTo>
                  <a:cubicBezTo>
                    <a:pt x="19887" y="16536"/>
                    <a:pt x="19713" y="16275"/>
                    <a:pt x="19444" y="16165"/>
                  </a:cubicBezTo>
                  <a:cubicBezTo>
                    <a:pt x="19354" y="16127"/>
                    <a:pt x="19261" y="16109"/>
                    <a:pt x="19168" y="16109"/>
                  </a:cubicBezTo>
                  <a:cubicBezTo>
                    <a:pt x="18982" y="16109"/>
                    <a:pt x="18799" y="16183"/>
                    <a:pt x="18662" y="16321"/>
                  </a:cubicBezTo>
                  <a:lnTo>
                    <a:pt x="18383" y="16600"/>
                  </a:lnTo>
                  <a:lnTo>
                    <a:pt x="15375" y="13578"/>
                  </a:lnTo>
                  <a:cubicBezTo>
                    <a:pt x="16056" y="12545"/>
                    <a:pt x="16454" y="11306"/>
                    <a:pt x="16454" y="9980"/>
                  </a:cubicBezTo>
                  <a:cubicBezTo>
                    <a:pt x="16454" y="9779"/>
                    <a:pt x="16445" y="9573"/>
                    <a:pt x="16422" y="9372"/>
                  </a:cubicBezTo>
                  <a:cubicBezTo>
                    <a:pt x="16409" y="9218"/>
                    <a:pt x="16285" y="9105"/>
                    <a:pt x="16139" y="9105"/>
                  </a:cubicBezTo>
                  <a:cubicBezTo>
                    <a:pt x="16128" y="9105"/>
                    <a:pt x="16117" y="9105"/>
                    <a:pt x="16106" y="9107"/>
                  </a:cubicBezTo>
                  <a:cubicBezTo>
                    <a:pt x="15946" y="9120"/>
                    <a:pt x="15827" y="9262"/>
                    <a:pt x="15841" y="9422"/>
                  </a:cubicBezTo>
                  <a:cubicBezTo>
                    <a:pt x="15850" y="9514"/>
                    <a:pt x="15855" y="9600"/>
                    <a:pt x="15859" y="9687"/>
                  </a:cubicBezTo>
                  <a:lnTo>
                    <a:pt x="15261" y="9687"/>
                  </a:lnTo>
                  <a:cubicBezTo>
                    <a:pt x="15233" y="9171"/>
                    <a:pt x="15133" y="8672"/>
                    <a:pt x="14968" y="8206"/>
                  </a:cubicBezTo>
                  <a:lnTo>
                    <a:pt x="15521" y="7977"/>
                  </a:lnTo>
                  <a:cubicBezTo>
                    <a:pt x="15549" y="8055"/>
                    <a:pt x="15576" y="8133"/>
                    <a:pt x="15599" y="8211"/>
                  </a:cubicBezTo>
                  <a:cubicBezTo>
                    <a:pt x="15639" y="8336"/>
                    <a:pt x="15755" y="8417"/>
                    <a:pt x="15877" y="8417"/>
                  </a:cubicBezTo>
                  <a:cubicBezTo>
                    <a:pt x="15906" y="8417"/>
                    <a:pt x="15936" y="8412"/>
                    <a:pt x="15965" y="8403"/>
                  </a:cubicBezTo>
                  <a:cubicBezTo>
                    <a:pt x="16120" y="8357"/>
                    <a:pt x="16207" y="8192"/>
                    <a:pt x="16161" y="8037"/>
                  </a:cubicBezTo>
                  <a:cubicBezTo>
                    <a:pt x="15978" y="7452"/>
                    <a:pt x="15713" y="6894"/>
                    <a:pt x="15375" y="6382"/>
                  </a:cubicBezTo>
                  <a:lnTo>
                    <a:pt x="18383" y="3360"/>
                  </a:lnTo>
                  <a:lnTo>
                    <a:pt x="18662" y="3639"/>
                  </a:lnTo>
                  <a:cubicBezTo>
                    <a:pt x="18799" y="3776"/>
                    <a:pt x="18982" y="3849"/>
                    <a:pt x="19168" y="3849"/>
                  </a:cubicBezTo>
                  <a:cubicBezTo>
                    <a:pt x="19261" y="3849"/>
                    <a:pt x="19354" y="3831"/>
                    <a:pt x="19444" y="3794"/>
                  </a:cubicBezTo>
                  <a:cubicBezTo>
                    <a:pt x="19713" y="3685"/>
                    <a:pt x="19887" y="3420"/>
                    <a:pt x="19887" y="3127"/>
                  </a:cubicBezTo>
                  <a:lnTo>
                    <a:pt x="19887" y="718"/>
                  </a:lnTo>
                  <a:cubicBezTo>
                    <a:pt x="19887" y="320"/>
                    <a:pt x="19567" y="0"/>
                    <a:pt x="19169" y="0"/>
                  </a:cubicBezTo>
                  <a:lnTo>
                    <a:pt x="16769" y="0"/>
                  </a:lnTo>
                  <a:cubicBezTo>
                    <a:pt x="16477" y="0"/>
                    <a:pt x="16216" y="174"/>
                    <a:pt x="16106" y="443"/>
                  </a:cubicBezTo>
                  <a:cubicBezTo>
                    <a:pt x="15992" y="713"/>
                    <a:pt x="16056" y="1019"/>
                    <a:pt x="16262" y="1230"/>
                  </a:cubicBezTo>
                  <a:lnTo>
                    <a:pt x="16541" y="1509"/>
                  </a:lnTo>
                  <a:lnTo>
                    <a:pt x="13532" y="4530"/>
                  </a:lnTo>
                  <a:cubicBezTo>
                    <a:pt x="12467" y="3822"/>
                    <a:pt x="11233" y="3447"/>
                    <a:pt x="9944" y="3447"/>
                  </a:cubicBezTo>
                  <a:cubicBezTo>
                    <a:pt x="8623" y="3447"/>
                    <a:pt x="7388" y="3845"/>
                    <a:pt x="6360" y="4530"/>
                  </a:cubicBezTo>
                  <a:lnTo>
                    <a:pt x="5400" y="3566"/>
                  </a:lnTo>
                  <a:cubicBezTo>
                    <a:pt x="5342" y="3509"/>
                    <a:pt x="5267" y="3480"/>
                    <a:pt x="5192" y="3480"/>
                  </a:cubicBezTo>
                  <a:cubicBezTo>
                    <a:pt x="5116" y="3480"/>
                    <a:pt x="5041" y="3509"/>
                    <a:pt x="4984" y="3566"/>
                  </a:cubicBezTo>
                  <a:cubicBezTo>
                    <a:pt x="4869" y="3676"/>
                    <a:pt x="4869" y="3863"/>
                    <a:pt x="4984" y="3977"/>
                  </a:cubicBezTo>
                  <a:lnTo>
                    <a:pt x="5884" y="4878"/>
                  </a:lnTo>
                  <a:cubicBezTo>
                    <a:pt x="5509" y="5184"/>
                    <a:pt x="5166" y="5527"/>
                    <a:pt x="4865" y="5902"/>
                  </a:cubicBezTo>
                  <a:lnTo>
                    <a:pt x="1710" y="2738"/>
                  </a:lnTo>
                  <a:cubicBezTo>
                    <a:pt x="1655" y="2684"/>
                    <a:pt x="1582" y="2652"/>
                    <a:pt x="1505" y="2652"/>
                  </a:cubicBezTo>
                  <a:cubicBezTo>
                    <a:pt x="1427" y="2652"/>
                    <a:pt x="1354" y="2684"/>
                    <a:pt x="1299" y="2738"/>
                  </a:cubicBezTo>
                  <a:lnTo>
                    <a:pt x="814" y="3223"/>
                  </a:lnTo>
                  <a:cubicBezTo>
                    <a:pt x="782" y="3255"/>
                    <a:pt x="748" y="3265"/>
                    <a:pt x="719" y="3265"/>
                  </a:cubicBezTo>
                  <a:cubicBezTo>
                    <a:pt x="699" y="3265"/>
                    <a:pt x="681" y="3261"/>
                    <a:pt x="668" y="3255"/>
                  </a:cubicBezTo>
                  <a:cubicBezTo>
                    <a:pt x="645" y="3246"/>
                    <a:pt x="586" y="3209"/>
                    <a:pt x="586" y="3127"/>
                  </a:cubicBezTo>
                  <a:lnTo>
                    <a:pt x="586" y="718"/>
                  </a:lnTo>
                  <a:cubicBezTo>
                    <a:pt x="586" y="645"/>
                    <a:pt x="645" y="585"/>
                    <a:pt x="718" y="585"/>
                  </a:cubicBezTo>
                  <a:lnTo>
                    <a:pt x="3118" y="585"/>
                  </a:lnTo>
                  <a:cubicBezTo>
                    <a:pt x="3196" y="585"/>
                    <a:pt x="3233" y="635"/>
                    <a:pt x="3242" y="667"/>
                  </a:cubicBezTo>
                  <a:cubicBezTo>
                    <a:pt x="3255" y="690"/>
                    <a:pt x="3274" y="759"/>
                    <a:pt x="3214" y="814"/>
                  </a:cubicBezTo>
                  <a:lnTo>
                    <a:pt x="2730" y="1303"/>
                  </a:lnTo>
                  <a:cubicBezTo>
                    <a:pt x="2615" y="1417"/>
                    <a:pt x="2615" y="1600"/>
                    <a:pt x="2730" y="1714"/>
                  </a:cubicBezTo>
                  <a:lnTo>
                    <a:pt x="4069" y="3058"/>
                  </a:lnTo>
                  <a:cubicBezTo>
                    <a:pt x="4124" y="3116"/>
                    <a:pt x="4198" y="3144"/>
                    <a:pt x="4273" y="3144"/>
                  </a:cubicBezTo>
                  <a:cubicBezTo>
                    <a:pt x="4348" y="3144"/>
                    <a:pt x="4423" y="3116"/>
                    <a:pt x="4481" y="3058"/>
                  </a:cubicBezTo>
                  <a:cubicBezTo>
                    <a:pt x="4595" y="2944"/>
                    <a:pt x="4595" y="2757"/>
                    <a:pt x="4481" y="2642"/>
                  </a:cubicBezTo>
                  <a:lnTo>
                    <a:pt x="3351" y="1509"/>
                  </a:lnTo>
                  <a:lnTo>
                    <a:pt x="3630" y="1230"/>
                  </a:lnTo>
                  <a:cubicBezTo>
                    <a:pt x="3836" y="1019"/>
                    <a:pt x="3895" y="713"/>
                    <a:pt x="3781" y="443"/>
                  </a:cubicBezTo>
                  <a:cubicBezTo>
                    <a:pt x="3671" y="174"/>
                    <a:pt x="3411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6218655" y="4343156"/>
              <a:ext cx="47692" cy="83378"/>
            </a:xfrm>
            <a:custGeom>
              <a:rect b="b" l="l" r="r" t="t"/>
              <a:pathLst>
                <a:path extrusionOk="0" h="3407" w="1949">
                  <a:moveTo>
                    <a:pt x="975" y="1"/>
                  </a:moveTo>
                  <a:cubicBezTo>
                    <a:pt x="815" y="1"/>
                    <a:pt x="682" y="133"/>
                    <a:pt x="682" y="293"/>
                  </a:cubicBezTo>
                  <a:lnTo>
                    <a:pt x="682" y="398"/>
                  </a:lnTo>
                  <a:cubicBezTo>
                    <a:pt x="298" y="462"/>
                    <a:pt x="1" y="796"/>
                    <a:pt x="1" y="1203"/>
                  </a:cubicBezTo>
                  <a:cubicBezTo>
                    <a:pt x="1" y="1651"/>
                    <a:pt x="367" y="2017"/>
                    <a:pt x="819" y="2017"/>
                  </a:cubicBezTo>
                  <a:lnTo>
                    <a:pt x="1135" y="2017"/>
                  </a:lnTo>
                  <a:cubicBezTo>
                    <a:pt x="1258" y="2017"/>
                    <a:pt x="1363" y="2122"/>
                    <a:pt x="1363" y="2250"/>
                  </a:cubicBezTo>
                  <a:cubicBezTo>
                    <a:pt x="1363" y="2378"/>
                    <a:pt x="1258" y="2483"/>
                    <a:pt x="1135" y="2483"/>
                  </a:cubicBezTo>
                  <a:lnTo>
                    <a:pt x="819" y="2483"/>
                  </a:lnTo>
                  <a:cubicBezTo>
                    <a:pt x="723" y="2483"/>
                    <a:pt x="641" y="2428"/>
                    <a:pt x="604" y="2341"/>
                  </a:cubicBezTo>
                  <a:cubicBezTo>
                    <a:pt x="560" y="2229"/>
                    <a:pt x="452" y="2162"/>
                    <a:pt x="337" y="2162"/>
                  </a:cubicBezTo>
                  <a:cubicBezTo>
                    <a:pt x="298" y="2162"/>
                    <a:pt x="259" y="2170"/>
                    <a:pt x="220" y="2186"/>
                  </a:cubicBezTo>
                  <a:cubicBezTo>
                    <a:pt x="74" y="2250"/>
                    <a:pt x="6" y="2419"/>
                    <a:pt x="65" y="2570"/>
                  </a:cubicBezTo>
                  <a:cubicBezTo>
                    <a:pt x="175" y="2830"/>
                    <a:pt x="412" y="3009"/>
                    <a:pt x="682" y="3054"/>
                  </a:cubicBezTo>
                  <a:lnTo>
                    <a:pt x="682" y="3114"/>
                  </a:lnTo>
                  <a:cubicBezTo>
                    <a:pt x="682" y="3278"/>
                    <a:pt x="815" y="3406"/>
                    <a:pt x="975" y="3406"/>
                  </a:cubicBezTo>
                  <a:cubicBezTo>
                    <a:pt x="1139" y="3406"/>
                    <a:pt x="1267" y="3278"/>
                    <a:pt x="1267" y="3114"/>
                  </a:cubicBezTo>
                  <a:lnTo>
                    <a:pt x="1267" y="3054"/>
                  </a:lnTo>
                  <a:cubicBezTo>
                    <a:pt x="1651" y="2990"/>
                    <a:pt x="1948" y="2657"/>
                    <a:pt x="1948" y="2250"/>
                  </a:cubicBezTo>
                  <a:cubicBezTo>
                    <a:pt x="1948" y="1802"/>
                    <a:pt x="1583" y="1432"/>
                    <a:pt x="1135" y="1432"/>
                  </a:cubicBezTo>
                  <a:lnTo>
                    <a:pt x="819" y="1432"/>
                  </a:lnTo>
                  <a:cubicBezTo>
                    <a:pt x="691" y="1432"/>
                    <a:pt x="586" y="1331"/>
                    <a:pt x="586" y="1203"/>
                  </a:cubicBezTo>
                  <a:cubicBezTo>
                    <a:pt x="586" y="1075"/>
                    <a:pt x="691" y="970"/>
                    <a:pt x="819" y="970"/>
                  </a:cubicBezTo>
                  <a:lnTo>
                    <a:pt x="1135" y="970"/>
                  </a:lnTo>
                  <a:cubicBezTo>
                    <a:pt x="1208" y="970"/>
                    <a:pt x="1281" y="1006"/>
                    <a:pt x="1322" y="1070"/>
                  </a:cubicBezTo>
                  <a:cubicBezTo>
                    <a:pt x="1379" y="1156"/>
                    <a:pt x="1473" y="1201"/>
                    <a:pt x="1567" y="1201"/>
                  </a:cubicBezTo>
                  <a:cubicBezTo>
                    <a:pt x="1623" y="1201"/>
                    <a:pt x="1680" y="1185"/>
                    <a:pt x="1729" y="1153"/>
                  </a:cubicBezTo>
                  <a:cubicBezTo>
                    <a:pt x="1866" y="1061"/>
                    <a:pt x="1898" y="878"/>
                    <a:pt x="1811" y="746"/>
                  </a:cubicBezTo>
                  <a:cubicBezTo>
                    <a:pt x="1683" y="558"/>
                    <a:pt x="1487" y="435"/>
                    <a:pt x="1267" y="398"/>
                  </a:cubicBezTo>
                  <a:lnTo>
                    <a:pt x="1267" y="293"/>
                  </a:lnTo>
                  <a:cubicBezTo>
                    <a:pt x="1267" y="133"/>
                    <a:pt x="1139" y="1"/>
                    <a:pt x="9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6146385" y="4288463"/>
              <a:ext cx="192212" cy="191546"/>
            </a:xfrm>
            <a:custGeom>
              <a:rect b="b" l="l" r="r" t="t"/>
              <a:pathLst>
                <a:path extrusionOk="0" h="7827" w="7855">
                  <a:moveTo>
                    <a:pt x="3928" y="0"/>
                  </a:moveTo>
                  <a:cubicBezTo>
                    <a:pt x="1761" y="0"/>
                    <a:pt x="1" y="1765"/>
                    <a:pt x="1" y="3941"/>
                  </a:cubicBezTo>
                  <a:cubicBezTo>
                    <a:pt x="1" y="5843"/>
                    <a:pt x="1349" y="7470"/>
                    <a:pt x="3210" y="7818"/>
                  </a:cubicBezTo>
                  <a:cubicBezTo>
                    <a:pt x="3227" y="7820"/>
                    <a:pt x="3244" y="7822"/>
                    <a:pt x="3261" y="7822"/>
                  </a:cubicBezTo>
                  <a:cubicBezTo>
                    <a:pt x="3401" y="7822"/>
                    <a:pt x="3524" y="7723"/>
                    <a:pt x="3553" y="7580"/>
                  </a:cubicBezTo>
                  <a:cubicBezTo>
                    <a:pt x="3580" y="7424"/>
                    <a:pt x="3475" y="7269"/>
                    <a:pt x="3315" y="7242"/>
                  </a:cubicBezTo>
                  <a:cubicBezTo>
                    <a:pt x="1733" y="6949"/>
                    <a:pt x="586" y="5559"/>
                    <a:pt x="586" y="3941"/>
                  </a:cubicBezTo>
                  <a:cubicBezTo>
                    <a:pt x="586" y="2089"/>
                    <a:pt x="2085" y="585"/>
                    <a:pt x="3928" y="585"/>
                  </a:cubicBezTo>
                  <a:cubicBezTo>
                    <a:pt x="5770" y="585"/>
                    <a:pt x="7274" y="2089"/>
                    <a:pt x="7274" y="3941"/>
                  </a:cubicBezTo>
                  <a:cubicBezTo>
                    <a:pt x="7274" y="5573"/>
                    <a:pt x="6113" y="6963"/>
                    <a:pt x="4513" y="7246"/>
                  </a:cubicBezTo>
                  <a:cubicBezTo>
                    <a:pt x="4353" y="7274"/>
                    <a:pt x="4248" y="7424"/>
                    <a:pt x="4275" y="7584"/>
                  </a:cubicBezTo>
                  <a:cubicBezTo>
                    <a:pt x="4298" y="7726"/>
                    <a:pt x="4421" y="7827"/>
                    <a:pt x="4563" y="7827"/>
                  </a:cubicBezTo>
                  <a:cubicBezTo>
                    <a:pt x="4581" y="7827"/>
                    <a:pt x="4595" y="7827"/>
                    <a:pt x="4613" y="7822"/>
                  </a:cubicBezTo>
                  <a:cubicBezTo>
                    <a:pt x="6492" y="7488"/>
                    <a:pt x="7855" y="5856"/>
                    <a:pt x="7855" y="3941"/>
                  </a:cubicBezTo>
                  <a:cubicBezTo>
                    <a:pt x="7855" y="1765"/>
                    <a:pt x="6095" y="0"/>
                    <a:pt x="3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6185102" y="4339143"/>
              <a:ext cx="23295" cy="24056"/>
            </a:xfrm>
            <a:custGeom>
              <a:rect b="b" l="l" r="r" t="t"/>
              <a:pathLst>
                <a:path extrusionOk="0" h="983" w="952">
                  <a:moveTo>
                    <a:pt x="623" y="1"/>
                  </a:moveTo>
                  <a:cubicBezTo>
                    <a:pt x="544" y="1"/>
                    <a:pt x="466" y="33"/>
                    <a:pt x="407" y="96"/>
                  </a:cubicBezTo>
                  <a:cubicBezTo>
                    <a:pt x="284" y="233"/>
                    <a:pt x="174" y="384"/>
                    <a:pt x="83" y="539"/>
                  </a:cubicBezTo>
                  <a:cubicBezTo>
                    <a:pt x="0" y="681"/>
                    <a:pt x="51" y="860"/>
                    <a:pt x="188" y="942"/>
                  </a:cubicBezTo>
                  <a:cubicBezTo>
                    <a:pt x="234" y="969"/>
                    <a:pt x="284" y="983"/>
                    <a:pt x="334" y="983"/>
                  </a:cubicBezTo>
                  <a:cubicBezTo>
                    <a:pt x="435" y="983"/>
                    <a:pt x="535" y="928"/>
                    <a:pt x="590" y="837"/>
                  </a:cubicBezTo>
                  <a:cubicBezTo>
                    <a:pt x="659" y="713"/>
                    <a:pt x="746" y="599"/>
                    <a:pt x="842" y="489"/>
                  </a:cubicBezTo>
                  <a:cubicBezTo>
                    <a:pt x="951" y="370"/>
                    <a:pt x="942" y="187"/>
                    <a:pt x="819" y="78"/>
                  </a:cubicBezTo>
                  <a:cubicBezTo>
                    <a:pt x="763" y="26"/>
                    <a:pt x="693" y="1"/>
                    <a:pt x="6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6277293" y="4339853"/>
              <a:ext cx="23075" cy="24032"/>
            </a:xfrm>
            <a:custGeom>
              <a:rect b="b" l="l" r="r" t="t"/>
              <a:pathLst>
                <a:path extrusionOk="0" h="982" w="943">
                  <a:moveTo>
                    <a:pt x="323" y="1"/>
                  </a:moveTo>
                  <a:cubicBezTo>
                    <a:pt x="255" y="1"/>
                    <a:pt x="187" y="24"/>
                    <a:pt x="133" y="72"/>
                  </a:cubicBezTo>
                  <a:cubicBezTo>
                    <a:pt x="10" y="181"/>
                    <a:pt x="1" y="364"/>
                    <a:pt x="106" y="488"/>
                  </a:cubicBezTo>
                  <a:cubicBezTo>
                    <a:pt x="202" y="593"/>
                    <a:pt x="284" y="712"/>
                    <a:pt x="353" y="835"/>
                  </a:cubicBezTo>
                  <a:cubicBezTo>
                    <a:pt x="407" y="931"/>
                    <a:pt x="508" y="981"/>
                    <a:pt x="609" y="981"/>
                  </a:cubicBezTo>
                  <a:cubicBezTo>
                    <a:pt x="659" y="981"/>
                    <a:pt x="709" y="972"/>
                    <a:pt x="750" y="945"/>
                  </a:cubicBezTo>
                  <a:cubicBezTo>
                    <a:pt x="892" y="867"/>
                    <a:pt x="942" y="689"/>
                    <a:pt x="865" y="547"/>
                  </a:cubicBezTo>
                  <a:cubicBezTo>
                    <a:pt x="773" y="387"/>
                    <a:pt x="668" y="236"/>
                    <a:pt x="545" y="99"/>
                  </a:cubicBezTo>
                  <a:cubicBezTo>
                    <a:pt x="487" y="34"/>
                    <a:pt x="405" y="1"/>
                    <a:pt x="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6178396" y="4371421"/>
              <a:ext cx="15000" cy="26235"/>
            </a:xfrm>
            <a:custGeom>
              <a:rect b="b" l="l" r="r" t="t"/>
              <a:pathLst>
                <a:path extrusionOk="0" h="1072" w="613">
                  <a:moveTo>
                    <a:pt x="304" y="0"/>
                  </a:moveTo>
                  <a:cubicBezTo>
                    <a:pt x="155" y="0"/>
                    <a:pt x="31" y="110"/>
                    <a:pt x="14" y="263"/>
                  </a:cubicBezTo>
                  <a:cubicBezTo>
                    <a:pt x="5" y="354"/>
                    <a:pt x="0" y="450"/>
                    <a:pt x="0" y="546"/>
                  </a:cubicBezTo>
                  <a:cubicBezTo>
                    <a:pt x="0" y="633"/>
                    <a:pt x="5" y="725"/>
                    <a:pt x="14" y="811"/>
                  </a:cubicBezTo>
                  <a:cubicBezTo>
                    <a:pt x="28" y="962"/>
                    <a:pt x="156" y="1072"/>
                    <a:pt x="302" y="1072"/>
                  </a:cubicBezTo>
                  <a:lnTo>
                    <a:pt x="329" y="1072"/>
                  </a:lnTo>
                  <a:cubicBezTo>
                    <a:pt x="494" y="1058"/>
                    <a:pt x="608" y="912"/>
                    <a:pt x="595" y="752"/>
                  </a:cubicBezTo>
                  <a:cubicBezTo>
                    <a:pt x="585" y="683"/>
                    <a:pt x="585" y="615"/>
                    <a:pt x="585" y="546"/>
                  </a:cubicBezTo>
                  <a:cubicBezTo>
                    <a:pt x="585" y="473"/>
                    <a:pt x="585" y="400"/>
                    <a:pt x="595" y="322"/>
                  </a:cubicBezTo>
                  <a:cubicBezTo>
                    <a:pt x="613" y="162"/>
                    <a:pt x="498" y="21"/>
                    <a:pt x="338" y="2"/>
                  </a:cubicBezTo>
                  <a:cubicBezTo>
                    <a:pt x="327" y="1"/>
                    <a:pt x="315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6276853" y="4406391"/>
              <a:ext cx="23173" cy="24056"/>
            </a:xfrm>
            <a:custGeom>
              <a:rect b="b" l="l" r="r" t="t"/>
              <a:pathLst>
                <a:path extrusionOk="0" h="983" w="947">
                  <a:moveTo>
                    <a:pt x="614" y="1"/>
                  </a:moveTo>
                  <a:cubicBezTo>
                    <a:pt x="513" y="1"/>
                    <a:pt x="414" y="54"/>
                    <a:pt x="361" y="146"/>
                  </a:cubicBezTo>
                  <a:cubicBezTo>
                    <a:pt x="288" y="269"/>
                    <a:pt x="206" y="388"/>
                    <a:pt x="110" y="493"/>
                  </a:cubicBezTo>
                  <a:cubicBezTo>
                    <a:pt x="0" y="612"/>
                    <a:pt x="9" y="800"/>
                    <a:pt x="133" y="905"/>
                  </a:cubicBezTo>
                  <a:cubicBezTo>
                    <a:pt x="188" y="955"/>
                    <a:pt x="256" y="982"/>
                    <a:pt x="325" y="982"/>
                  </a:cubicBezTo>
                  <a:cubicBezTo>
                    <a:pt x="407" y="982"/>
                    <a:pt x="485" y="946"/>
                    <a:pt x="544" y="882"/>
                  </a:cubicBezTo>
                  <a:cubicBezTo>
                    <a:pt x="668" y="749"/>
                    <a:pt x="773" y="598"/>
                    <a:pt x="869" y="438"/>
                  </a:cubicBezTo>
                  <a:cubicBezTo>
                    <a:pt x="947" y="301"/>
                    <a:pt x="901" y="123"/>
                    <a:pt x="759" y="41"/>
                  </a:cubicBezTo>
                  <a:cubicBezTo>
                    <a:pt x="714" y="14"/>
                    <a:pt x="664" y="1"/>
                    <a:pt x="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184759" y="4406024"/>
              <a:ext cx="23198" cy="24081"/>
            </a:xfrm>
            <a:custGeom>
              <a:rect b="b" l="l" r="r" t="t"/>
              <a:pathLst>
                <a:path extrusionOk="0" h="984" w="948">
                  <a:moveTo>
                    <a:pt x="333" y="1"/>
                  </a:moveTo>
                  <a:cubicBezTo>
                    <a:pt x="285" y="1"/>
                    <a:pt x="237" y="13"/>
                    <a:pt x="193" y="37"/>
                  </a:cubicBezTo>
                  <a:cubicBezTo>
                    <a:pt x="51" y="120"/>
                    <a:pt x="1" y="298"/>
                    <a:pt x="83" y="440"/>
                  </a:cubicBezTo>
                  <a:cubicBezTo>
                    <a:pt x="174" y="600"/>
                    <a:pt x="280" y="746"/>
                    <a:pt x="403" y="883"/>
                  </a:cubicBezTo>
                  <a:cubicBezTo>
                    <a:pt x="458" y="952"/>
                    <a:pt x="540" y="984"/>
                    <a:pt x="623" y="984"/>
                  </a:cubicBezTo>
                  <a:cubicBezTo>
                    <a:pt x="691" y="984"/>
                    <a:pt x="760" y="961"/>
                    <a:pt x="815" y="911"/>
                  </a:cubicBezTo>
                  <a:cubicBezTo>
                    <a:pt x="933" y="801"/>
                    <a:pt x="947" y="618"/>
                    <a:pt x="837" y="495"/>
                  </a:cubicBezTo>
                  <a:cubicBezTo>
                    <a:pt x="746" y="389"/>
                    <a:pt x="659" y="275"/>
                    <a:pt x="591" y="147"/>
                  </a:cubicBezTo>
                  <a:cubicBezTo>
                    <a:pt x="535" y="54"/>
                    <a:pt x="434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246971" y="4321842"/>
              <a:ext cx="27431" cy="18110"/>
            </a:xfrm>
            <a:custGeom>
              <a:rect b="b" l="l" r="r" t="t"/>
              <a:pathLst>
                <a:path extrusionOk="0" h="740" w="1121">
                  <a:moveTo>
                    <a:pt x="320" y="0"/>
                  </a:moveTo>
                  <a:cubicBezTo>
                    <a:pt x="188" y="0"/>
                    <a:pt x="69" y="94"/>
                    <a:pt x="37" y="232"/>
                  </a:cubicBezTo>
                  <a:cubicBezTo>
                    <a:pt x="1" y="387"/>
                    <a:pt x="101" y="542"/>
                    <a:pt x="261" y="579"/>
                  </a:cubicBezTo>
                  <a:cubicBezTo>
                    <a:pt x="398" y="611"/>
                    <a:pt x="535" y="657"/>
                    <a:pt x="663" y="716"/>
                  </a:cubicBezTo>
                  <a:cubicBezTo>
                    <a:pt x="705" y="734"/>
                    <a:pt x="746" y="739"/>
                    <a:pt x="787" y="739"/>
                  </a:cubicBezTo>
                  <a:cubicBezTo>
                    <a:pt x="897" y="739"/>
                    <a:pt x="1002" y="680"/>
                    <a:pt x="1052" y="570"/>
                  </a:cubicBezTo>
                  <a:cubicBezTo>
                    <a:pt x="1121" y="424"/>
                    <a:pt x="1052" y="250"/>
                    <a:pt x="906" y="181"/>
                  </a:cubicBezTo>
                  <a:cubicBezTo>
                    <a:pt x="741" y="108"/>
                    <a:pt x="563" y="49"/>
                    <a:pt x="385" y="8"/>
                  </a:cubicBezTo>
                  <a:cubicBezTo>
                    <a:pt x="363" y="3"/>
                    <a:pt x="341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210946" y="4429884"/>
              <a:ext cx="27333" cy="18134"/>
            </a:xfrm>
            <a:custGeom>
              <a:rect b="b" l="l" r="r" t="t"/>
              <a:pathLst>
                <a:path extrusionOk="0" h="741" w="1117">
                  <a:moveTo>
                    <a:pt x="333" y="0"/>
                  </a:moveTo>
                  <a:cubicBezTo>
                    <a:pt x="222" y="0"/>
                    <a:pt x="115" y="66"/>
                    <a:pt x="65" y="173"/>
                  </a:cubicBezTo>
                  <a:cubicBezTo>
                    <a:pt x="1" y="320"/>
                    <a:pt x="65" y="493"/>
                    <a:pt x="211" y="557"/>
                  </a:cubicBezTo>
                  <a:cubicBezTo>
                    <a:pt x="380" y="635"/>
                    <a:pt x="554" y="695"/>
                    <a:pt x="732" y="731"/>
                  </a:cubicBezTo>
                  <a:cubicBezTo>
                    <a:pt x="755" y="736"/>
                    <a:pt x="778" y="740"/>
                    <a:pt x="796" y="740"/>
                  </a:cubicBezTo>
                  <a:cubicBezTo>
                    <a:pt x="933" y="740"/>
                    <a:pt x="1052" y="644"/>
                    <a:pt x="1084" y="507"/>
                  </a:cubicBezTo>
                  <a:cubicBezTo>
                    <a:pt x="1116" y="352"/>
                    <a:pt x="1015" y="196"/>
                    <a:pt x="860" y="160"/>
                  </a:cubicBezTo>
                  <a:cubicBezTo>
                    <a:pt x="718" y="132"/>
                    <a:pt x="581" y="86"/>
                    <a:pt x="453" y="27"/>
                  </a:cubicBezTo>
                  <a:cubicBezTo>
                    <a:pt x="414" y="9"/>
                    <a:pt x="374" y="0"/>
                    <a:pt x="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211509" y="4321646"/>
              <a:ext cx="27431" cy="17963"/>
            </a:xfrm>
            <a:custGeom>
              <a:rect b="b" l="l" r="r" t="t"/>
              <a:pathLst>
                <a:path extrusionOk="0" h="734" w="1121">
                  <a:moveTo>
                    <a:pt x="800" y="1"/>
                  </a:moveTo>
                  <a:cubicBezTo>
                    <a:pt x="781" y="1"/>
                    <a:pt x="761" y="2"/>
                    <a:pt x="741" y="6"/>
                  </a:cubicBezTo>
                  <a:cubicBezTo>
                    <a:pt x="563" y="43"/>
                    <a:pt x="384" y="98"/>
                    <a:pt x="215" y="176"/>
                  </a:cubicBezTo>
                  <a:cubicBezTo>
                    <a:pt x="69" y="240"/>
                    <a:pt x="0" y="409"/>
                    <a:pt x="64" y="560"/>
                  </a:cubicBezTo>
                  <a:cubicBezTo>
                    <a:pt x="115" y="669"/>
                    <a:pt x="220" y="733"/>
                    <a:pt x="334" y="733"/>
                  </a:cubicBezTo>
                  <a:cubicBezTo>
                    <a:pt x="375" y="733"/>
                    <a:pt x="412" y="724"/>
                    <a:pt x="453" y="710"/>
                  </a:cubicBezTo>
                  <a:cubicBezTo>
                    <a:pt x="581" y="651"/>
                    <a:pt x="718" y="610"/>
                    <a:pt x="860" y="578"/>
                  </a:cubicBezTo>
                  <a:cubicBezTo>
                    <a:pt x="1015" y="546"/>
                    <a:pt x="1120" y="395"/>
                    <a:pt x="1084" y="235"/>
                  </a:cubicBezTo>
                  <a:cubicBezTo>
                    <a:pt x="1056" y="95"/>
                    <a:pt x="937" y="1"/>
                    <a:pt x="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6291733" y="4371862"/>
              <a:ext cx="15000" cy="26259"/>
            </a:xfrm>
            <a:custGeom>
              <a:rect b="b" l="l" r="r" t="t"/>
              <a:pathLst>
                <a:path extrusionOk="0" h="1073" w="613">
                  <a:moveTo>
                    <a:pt x="309" y="1"/>
                  </a:moveTo>
                  <a:cubicBezTo>
                    <a:pt x="298" y="1"/>
                    <a:pt x="286" y="1"/>
                    <a:pt x="275" y="3"/>
                  </a:cubicBezTo>
                  <a:cubicBezTo>
                    <a:pt x="115" y="16"/>
                    <a:pt x="0" y="163"/>
                    <a:pt x="14" y="323"/>
                  </a:cubicBezTo>
                  <a:cubicBezTo>
                    <a:pt x="23" y="391"/>
                    <a:pt x="28" y="464"/>
                    <a:pt x="28" y="533"/>
                  </a:cubicBezTo>
                  <a:cubicBezTo>
                    <a:pt x="28" y="606"/>
                    <a:pt x="23" y="679"/>
                    <a:pt x="14" y="748"/>
                  </a:cubicBezTo>
                  <a:cubicBezTo>
                    <a:pt x="0" y="908"/>
                    <a:pt x="115" y="1054"/>
                    <a:pt x="275" y="1072"/>
                  </a:cubicBezTo>
                  <a:lnTo>
                    <a:pt x="307" y="1072"/>
                  </a:lnTo>
                  <a:cubicBezTo>
                    <a:pt x="453" y="1072"/>
                    <a:pt x="581" y="963"/>
                    <a:pt x="599" y="812"/>
                  </a:cubicBezTo>
                  <a:cubicBezTo>
                    <a:pt x="608" y="720"/>
                    <a:pt x="613" y="629"/>
                    <a:pt x="613" y="533"/>
                  </a:cubicBezTo>
                  <a:cubicBezTo>
                    <a:pt x="613" y="446"/>
                    <a:pt x="608" y="350"/>
                    <a:pt x="599" y="263"/>
                  </a:cubicBezTo>
                  <a:cubicBezTo>
                    <a:pt x="582" y="110"/>
                    <a:pt x="459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246408" y="4430030"/>
              <a:ext cx="27333" cy="17987"/>
            </a:xfrm>
            <a:custGeom>
              <a:rect b="b" l="l" r="r" t="t"/>
              <a:pathLst>
                <a:path extrusionOk="0" h="735" w="1117">
                  <a:moveTo>
                    <a:pt x="786" y="1"/>
                  </a:moveTo>
                  <a:cubicBezTo>
                    <a:pt x="746" y="1"/>
                    <a:pt x="706" y="9"/>
                    <a:pt x="668" y="26"/>
                  </a:cubicBezTo>
                  <a:cubicBezTo>
                    <a:pt x="536" y="85"/>
                    <a:pt x="398" y="126"/>
                    <a:pt x="261" y="158"/>
                  </a:cubicBezTo>
                  <a:cubicBezTo>
                    <a:pt x="101" y="190"/>
                    <a:pt x="1" y="346"/>
                    <a:pt x="33" y="506"/>
                  </a:cubicBezTo>
                  <a:cubicBezTo>
                    <a:pt x="60" y="643"/>
                    <a:pt x="184" y="734"/>
                    <a:pt x="321" y="734"/>
                  </a:cubicBezTo>
                  <a:cubicBezTo>
                    <a:pt x="339" y="734"/>
                    <a:pt x="357" y="734"/>
                    <a:pt x="380" y="730"/>
                  </a:cubicBezTo>
                  <a:cubicBezTo>
                    <a:pt x="558" y="693"/>
                    <a:pt x="737" y="634"/>
                    <a:pt x="901" y="561"/>
                  </a:cubicBezTo>
                  <a:cubicBezTo>
                    <a:pt x="1052" y="497"/>
                    <a:pt x="1116" y="323"/>
                    <a:pt x="1052" y="176"/>
                  </a:cubicBezTo>
                  <a:cubicBezTo>
                    <a:pt x="1005" y="65"/>
                    <a:pt x="898" y="1"/>
                    <a:pt x="7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2" name="Google Shape;952;p34"/>
          <p:cNvGrpSpPr/>
          <p:nvPr/>
        </p:nvGrpSpPr>
        <p:grpSpPr>
          <a:xfrm>
            <a:off x="6666421" y="4162263"/>
            <a:ext cx="488544" cy="445302"/>
            <a:chOff x="6666421" y="4162263"/>
            <a:chExt cx="488544" cy="445302"/>
          </a:xfrm>
        </p:grpSpPr>
        <p:sp>
          <p:nvSpPr>
            <p:cNvPr id="953" name="Google Shape;953;p34"/>
            <p:cNvSpPr/>
            <p:nvPr/>
          </p:nvSpPr>
          <p:spPr>
            <a:xfrm>
              <a:off x="6666421" y="4162263"/>
              <a:ext cx="488544" cy="445302"/>
            </a:xfrm>
            <a:custGeom>
              <a:rect b="b" l="l" r="r" t="t"/>
              <a:pathLst>
                <a:path extrusionOk="0" h="18196" w="19965">
                  <a:moveTo>
                    <a:pt x="13757" y="585"/>
                  </a:moveTo>
                  <a:cubicBezTo>
                    <a:pt x="14109" y="585"/>
                    <a:pt x="14397" y="874"/>
                    <a:pt x="14397" y="1226"/>
                  </a:cubicBezTo>
                  <a:lnTo>
                    <a:pt x="14397" y="2890"/>
                  </a:lnTo>
                  <a:lnTo>
                    <a:pt x="13729" y="2890"/>
                  </a:lnTo>
                  <a:lnTo>
                    <a:pt x="13729" y="1541"/>
                  </a:lnTo>
                  <a:cubicBezTo>
                    <a:pt x="13729" y="1381"/>
                    <a:pt x="13601" y="1248"/>
                    <a:pt x="13437" y="1248"/>
                  </a:cubicBezTo>
                  <a:lnTo>
                    <a:pt x="6529" y="1248"/>
                  </a:lnTo>
                  <a:cubicBezTo>
                    <a:pt x="6364" y="1248"/>
                    <a:pt x="6236" y="1381"/>
                    <a:pt x="6236" y="1541"/>
                  </a:cubicBezTo>
                  <a:lnTo>
                    <a:pt x="6236" y="2890"/>
                  </a:lnTo>
                  <a:lnTo>
                    <a:pt x="5569" y="2890"/>
                  </a:lnTo>
                  <a:lnTo>
                    <a:pt x="5569" y="1226"/>
                  </a:lnTo>
                  <a:cubicBezTo>
                    <a:pt x="5569" y="874"/>
                    <a:pt x="5857" y="585"/>
                    <a:pt x="6209" y="585"/>
                  </a:cubicBezTo>
                  <a:close/>
                  <a:moveTo>
                    <a:pt x="6616" y="3479"/>
                  </a:moveTo>
                  <a:cubicBezTo>
                    <a:pt x="6689" y="3493"/>
                    <a:pt x="6748" y="3562"/>
                    <a:pt x="6748" y="3639"/>
                  </a:cubicBezTo>
                  <a:lnTo>
                    <a:pt x="6748" y="3923"/>
                  </a:lnTo>
                  <a:lnTo>
                    <a:pt x="5057" y="3923"/>
                  </a:lnTo>
                  <a:lnTo>
                    <a:pt x="5057" y="3639"/>
                  </a:lnTo>
                  <a:cubicBezTo>
                    <a:pt x="5057" y="3562"/>
                    <a:pt x="5112" y="3493"/>
                    <a:pt x="5189" y="3479"/>
                  </a:cubicBezTo>
                  <a:cubicBezTo>
                    <a:pt x="5203" y="3484"/>
                    <a:pt x="5553" y="3486"/>
                    <a:pt x="5903" y="3486"/>
                  </a:cubicBezTo>
                  <a:cubicBezTo>
                    <a:pt x="6252" y="3486"/>
                    <a:pt x="6602" y="3484"/>
                    <a:pt x="6616" y="3479"/>
                  </a:cubicBezTo>
                  <a:close/>
                  <a:moveTo>
                    <a:pt x="14776" y="3479"/>
                  </a:moveTo>
                  <a:cubicBezTo>
                    <a:pt x="14849" y="3493"/>
                    <a:pt x="14909" y="3562"/>
                    <a:pt x="14909" y="3639"/>
                  </a:cubicBezTo>
                  <a:lnTo>
                    <a:pt x="14909" y="3923"/>
                  </a:lnTo>
                  <a:lnTo>
                    <a:pt x="13217" y="3923"/>
                  </a:lnTo>
                  <a:lnTo>
                    <a:pt x="13217" y="3639"/>
                  </a:lnTo>
                  <a:cubicBezTo>
                    <a:pt x="13217" y="3562"/>
                    <a:pt x="13272" y="3493"/>
                    <a:pt x="13350" y="3479"/>
                  </a:cubicBezTo>
                  <a:cubicBezTo>
                    <a:pt x="13364" y="3484"/>
                    <a:pt x="13713" y="3486"/>
                    <a:pt x="14063" y="3486"/>
                  </a:cubicBezTo>
                  <a:cubicBezTo>
                    <a:pt x="14413" y="3486"/>
                    <a:pt x="14762" y="3484"/>
                    <a:pt x="14776" y="3479"/>
                  </a:cubicBezTo>
                  <a:close/>
                  <a:moveTo>
                    <a:pt x="4344" y="4124"/>
                  </a:moveTo>
                  <a:cubicBezTo>
                    <a:pt x="4412" y="4124"/>
                    <a:pt x="4472" y="4183"/>
                    <a:pt x="4472" y="4252"/>
                  </a:cubicBezTo>
                  <a:lnTo>
                    <a:pt x="4472" y="6177"/>
                  </a:lnTo>
                  <a:lnTo>
                    <a:pt x="3036" y="6177"/>
                  </a:lnTo>
                  <a:lnTo>
                    <a:pt x="3036" y="4252"/>
                  </a:lnTo>
                  <a:cubicBezTo>
                    <a:pt x="3036" y="4183"/>
                    <a:pt x="3096" y="4124"/>
                    <a:pt x="3164" y="4124"/>
                  </a:cubicBezTo>
                  <a:close/>
                  <a:moveTo>
                    <a:pt x="16801" y="4124"/>
                  </a:moveTo>
                  <a:cubicBezTo>
                    <a:pt x="16870" y="4124"/>
                    <a:pt x="16929" y="4183"/>
                    <a:pt x="16929" y="4252"/>
                  </a:cubicBezTo>
                  <a:lnTo>
                    <a:pt x="16929" y="6177"/>
                  </a:lnTo>
                  <a:lnTo>
                    <a:pt x="15494" y="6177"/>
                  </a:lnTo>
                  <a:lnTo>
                    <a:pt x="15494" y="4252"/>
                  </a:lnTo>
                  <a:cubicBezTo>
                    <a:pt x="15494" y="4183"/>
                    <a:pt x="15549" y="4124"/>
                    <a:pt x="15622" y="4124"/>
                  </a:cubicBezTo>
                  <a:close/>
                  <a:moveTo>
                    <a:pt x="13144" y="1834"/>
                  </a:moveTo>
                  <a:lnTo>
                    <a:pt x="13144" y="2931"/>
                  </a:lnTo>
                  <a:cubicBezTo>
                    <a:pt x="12847" y="3027"/>
                    <a:pt x="12632" y="3310"/>
                    <a:pt x="12632" y="3639"/>
                  </a:cubicBezTo>
                  <a:lnTo>
                    <a:pt x="12632" y="3923"/>
                  </a:lnTo>
                  <a:lnTo>
                    <a:pt x="9743" y="3923"/>
                  </a:lnTo>
                  <a:cubicBezTo>
                    <a:pt x="9578" y="3923"/>
                    <a:pt x="9450" y="4051"/>
                    <a:pt x="9450" y="4215"/>
                  </a:cubicBezTo>
                  <a:cubicBezTo>
                    <a:pt x="9450" y="4375"/>
                    <a:pt x="9578" y="4503"/>
                    <a:pt x="9743" y="4503"/>
                  </a:cubicBezTo>
                  <a:lnTo>
                    <a:pt x="14909" y="4503"/>
                  </a:lnTo>
                  <a:lnTo>
                    <a:pt x="14909" y="6177"/>
                  </a:lnTo>
                  <a:lnTo>
                    <a:pt x="14863" y="6177"/>
                  </a:lnTo>
                  <a:cubicBezTo>
                    <a:pt x="14703" y="6177"/>
                    <a:pt x="14570" y="6305"/>
                    <a:pt x="14570" y="6469"/>
                  </a:cubicBezTo>
                  <a:cubicBezTo>
                    <a:pt x="14570" y="6629"/>
                    <a:pt x="14703" y="6762"/>
                    <a:pt x="14863" y="6762"/>
                  </a:cubicBezTo>
                  <a:lnTo>
                    <a:pt x="17556" y="6762"/>
                  </a:lnTo>
                  <a:cubicBezTo>
                    <a:pt x="17720" y="6762"/>
                    <a:pt x="17848" y="6629"/>
                    <a:pt x="17848" y="6469"/>
                  </a:cubicBezTo>
                  <a:cubicBezTo>
                    <a:pt x="17848" y="6305"/>
                    <a:pt x="17720" y="6177"/>
                    <a:pt x="17556" y="6177"/>
                  </a:cubicBezTo>
                  <a:lnTo>
                    <a:pt x="17515" y="6177"/>
                  </a:lnTo>
                  <a:lnTo>
                    <a:pt x="17515" y="4508"/>
                  </a:lnTo>
                  <a:lnTo>
                    <a:pt x="18827" y="4508"/>
                  </a:lnTo>
                  <a:cubicBezTo>
                    <a:pt x="19133" y="4508"/>
                    <a:pt x="19380" y="4750"/>
                    <a:pt x="19380" y="5057"/>
                  </a:cubicBezTo>
                  <a:lnTo>
                    <a:pt x="19380" y="8549"/>
                  </a:lnTo>
                  <a:cubicBezTo>
                    <a:pt x="19380" y="8773"/>
                    <a:pt x="19247" y="8970"/>
                    <a:pt x="19042" y="9057"/>
                  </a:cubicBezTo>
                  <a:cubicBezTo>
                    <a:pt x="18744" y="9180"/>
                    <a:pt x="18251" y="9358"/>
                    <a:pt x="17515" y="9532"/>
                  </a:cubicBezTo>
                  <a:lnTo>
                    <a:pt x="17515" y="8257"/>
                  </a:lnTo>
                  <a:lnTo>
                    <a:pt x="17556" y="8257"/>
                  </a:lnTo>
                  <a:cubicBezTo>
                    <a:pt x="17720" y="8257"/>
                    <a:pt x="17848" y="8124"/>
                    <a:pt x="17848" y="7964"/>
                  </a:cubicBezTo>
                  <a:cubicBezTo>
                    <a:pt x="17848" y="7804"/>
                    <a:pt x="17720" y="7671"/>
                    <a:pt x="17556" y="7671"/>
                  </a:cubicBezTo>
                  <a:lnTo>
                    <a:pt x="14863" y="7671"/>
                  </a:lnTo>
                  <a:cubicBezTo>
                    <a:pt x="14703" y="7671"/>
                    <a:pt x="14570" y="7804"/>
                    <a:pt x="14570" y="7964"/>
                  </a:cubicBezTo>
                  <a:cubicBezTo>
                    <a:pt x="14570" y="8124"/>
                    <a:pt x="14703" y="8257"/>
                    <a:pt x="14863" y="8257"/>
                  </a:cubicBezTo>
                  <a:lnTo>
                    <a:pt x="14909" y="8257"/>
                  </a:lnTo>
                  <a:lnTo>
                    <a:pt x="14909" y="9976"/>
                  </a:lnTo>
                  <a:cubicBezTo>
                    <a:pt x="14063" y="10076"/>
                    <a:pt x="13149" y="10145"/>
                    <a:pt x="12170" y="10186"/>
                  </a:cubicBezTo>
                  <a:lnTo>
                    <a:pt x="12170" y="9948"/>
                  </a:lnTo>
                  <a:cubicBezTo>
                    <a:pt x="12170" y="9537"/>
                    <a:pt x="11837" y="9198"/>
                    <a:pt x="11421" y="9198"/>
                  </a:cubicBezTo>
                  <a:lnTo>
                    <a:pt x="8540" y="9198"/>
                  </a:lnTo>
                  <a:cubicBezTo>
                    <a:pt x="8129" y="9198"/>
                    <a:pt x="7795" y="9537"/>
                    <a:pt x="7795" y="9948"/>
                  </a:cubicBezTo>
                  <a:lnTo>
                    <a:pt x="7795" y="10186"/>
                  </a:lnTo>
                  <a:cubicBezTo>
                    <a:pt x="6817" y="10145"/>
                    <a:pt x="5898" y="10076"/>
                    <a:pt x="5057" y="9976"/>
                  </a:cubicBezTo>
                  <a:lnTo>
                    <a:pt x="5057" y="8257"/>
                  </a:lnTo>
                  <a:lnTo>
                    <a:pt x="5103" y="8257"/>
                  </a:lnTo>
                  <a:cubicBezTo>
                    <a:pt x="5263" y="8257"/>
                    <a:pt x="5395" y="8124"/>
                    <a:pt x="5395" y="7964"/>
                  </a:cubicBezTo>
                  <a:cubicBezTo>
                    <a:pt x="5395" y="7804"/>
                    <a:pt x="5263" y="7671"/>
                    <a:pt x="5103" y="7671"/>
                  </a:cubicBezTo>
                  <a:lnTo>
                    <a:pt x="2405" y="7671"/>
                  </a:lnTo>
                  <a:cubicBezTo>
                    <a:pt x="2245" y="7671"/>
                    <a:pt x="2113" y="7804"/>
                    <a:pt x="2113" y="7964"/>
                  </a:cubicBezTo>
                  <a:cubicBezTo>
                    <a:pt x="2113" y="8124"/>
                    <a:pt x="2245" y="8257"/>
                    <a:pt x="2405" y="8257"/>
                  </a:cubicBezTo>
                  <a:lnTo>
                    <a:pt x="2451" y="8257"/>
                  </a:lnTo>
                  <a:lnTo>
                    <a:pt x="2451" y="9532"/>
                  </a:lnTo>
                  <a:cubicBezTo>
                    <a:pt x="1715" y="9358"/>
                    <a:pt x="1221" y="9180"/>
                    <a:pt x="924" y="9057"/>
                  </a:cubicBezTo>
                  <a:cubicBezTo>
                    <a:pt x="718" y="8970"/>
                    <a:pt x="586" y="8773"/>
                    <a:pt x="586" y="8549"/>
                  </a:cubicBezTo>
                  <a:lnTo>
                    <a:pt x="586" y="5057"/>
                  </a:lnTo>
                  <a:cubicBezTo>
                    <a:pt x="586" y="4750"/>
                    <a:pt x="833" y="4508"/>
                    <a:pt x="1134" y="4508"/>
                  </a:cubicBezTo>
                  <a:lnTo>
                    <a:pt x="2451" y="4508"/>
                  </a:lnTo>
                  <a:lnTo>
                    <a:pt x="2451" y="6177"/>
                  </a:lnTo>
                  <a:lnTo>
                    <a:pt x="2405" y="6177"/>
                  </a:lnTo>
                  <a:cubicBezTo>
                    <a:pt x="2245" y="6177"/>
                    <a:pt x="2113" y="6305"/>
                    <a:pt x="2113" y="6469"/>
                  </a:cubicBezTo>
                  <a:cubicBezTo>
                    <a:pt x="2113" y="6629"/>
                    <a:pt x="2245" y="6762"/>
                    <a:pt x="2405" y="6762"/>
                  </a:cubicBezTo>
                  <a:lnTo>
                    <a:pt x="5103" y="6762"/>
                  </a:lnTo>
                  <a:cubicBezTo>
                    <a:pt x="5263" y="6762"/>
                    <a:pt x="5395" y="6629"/>
                    <a:pt x="5395" y="6469"/>
                  </a:cubicBezTo>
                  <a:cubicBezTo>
                    <a:pt x="5395" y="6305"/>
                    <a:pt x="5263" y="6177"/>
                    <a:pt x="5103" y="6177"/>
                  </a:cubicBezTo>
                  <a:lnTo>
                    <a:pt x="5057" y="6177"/>
                  </a:lnTo>
                  <a:lnTo>
                    <a:pt x="5057" y="4503"/>
                  </a:lnTo>
                  <a:lnTo>
                    <a:pt x="8440" y="4503"/>
                  </a:lnTo>
                  <a:cubicBezTo>
                    <a:pt x="8604" y="4503"/>
                    <a:pt x="8732" y="4375"/>
                    <a:pt x="8732" y="4215"/>
                  </a:cubicBezTo>
                  <a:cubicBezTo>
                    <a:pt x="8732" y="4051"/>
                    <a:pt x="8604" y="3923"/>
                    <a:pt x="8440" y="3923"/>
                  </a:cubicBezTo>
                  <a:lnTo>
                    <a:pt x="7334" y="3923"/>
                  </a:lnTo>
                  <a:lnTo>
                    <a:pt x="7334" y="3639"/>
                  </a:lnTo>
                  <a:cubicBezTo>
                    <a:pt x="7334" y="3310"/>
                    <a:pt x="7119" y="3027"/>
                    <a:pt x="6822" y="2931"/>
                  </a:cubicBezTo>
                  <a:lnTo>
                    <a:pt x="6822" y="1834"/>
                  </a:lnTo>
                  <a:close/>
                  <a:moveTo>
                    <a:pt x="4472" y="8257"/>
                  </a:moveTo>
                  <a:lnTo>
                    <a:pt x="4472" y="11736"/>
                  </a:lnTo>
                  <a:cubicBezTo>
                    <a:pt x="4472" y="12133"/>
                    <a:pt x="4152" y="12453"/>
                    <a:pt x="3754" y="12453"/>
                  </a:cubicBezTo>
                  <a:cubicBezTo>
                    <a:pt x="3361" y="12453"/>
                    <a:pt x="3036" y="12133"/>
                    <a:pt x="3036" y="11736"/>
                  </a:cubicBezTo>
                  <a:lnTo>
                    <a:pt x="3036" y="8257"/>
                  </a:lnTo>
                  <a:close/>
                  <a:moveTo>
                    <a:pt x="16929" y="8257"/>
                  </a:moveTo>
                  <a:lnTo>
                    <a:pt x="16929" y="11736"/>
                  </a:lnTo>
                  <a:cubicBezTo>
                    <a:pt x="16929" y="12133"/>
                    <a:pt x="16605" y="12453"/>
                    <a:pt x="16212" y="12453"/>
                  </a:cubicBezTo>
                  <a:cubicBezTo>
                    <a:pt x="15814" y="12453"/>
                    <a:pt x="15494" y="12133"/>
                    <a:pt x="15494" y="11736"/>
                  </a:cubicBezTo>
                  <a:lnTo>
                    <a:pt x="15494" y="8257"/>
                  </a:lnTo>
                  <a:close/>
                  <a:moveTo>
                    <a:pt x="6209" y="0"/>
                  </a:moveTo>
                  <a:cubicBezTo>
                    <a:pt x="5532" y="0"/>
                    <a:pt x="4984" y="549"/>
                    <a:pt x="4984" y="1226"/>
                  </a:cubicBezTo>
                  <a:lnTo>
                    <a:pt x="4984" y="2931"/>
                  </a:lnTo>
                  <a:cubicBezTo>
                    <a:pt x="4714" y="3018"/>
                    <a:pt x="4513" y="3260"/>
                    <a:pt x="4476" y="3552"/>
                  </a:cubicBezTo>
                  <a:cubicBezTo>
                    <a:pt x="4435" y="3543"/>
                    <a:pt x="4389" y="3539"/>
                    <a:pt x="4344" y="3539"/>
                  </a:cubicBezTo>
                  <a:lnTo>
                    <a:pt x="3164" y="3539"/>
                  </a:lnTo>
                  <a:cubicBezTo>
                    <a:pt x="2890" y="3539"/>
                    <a:pt x="2652" y="3694"/>
                    <a:pt x="2533" y="3923"/>
                  </a:cubicBezTo>
                  <a:lnTo>
                    <a:pt x="1134" y="3923"/>
                  </a:lnTo>
                  <a:cubicBezTo>
                    <a:pt x="513" y="3923"/>
                    <a:pt x="1" y="4430"/>
                    <a:pt x="1" y="5057"/>
                  </a:cubicBezTo>
                  <a:lnTo>
                    <a:pt x="1" y="8549"/>
                  </a:lnTo>
                  <a:cubicBezTo>
                    <a:pt x="1" y="8842"/>
                    <a:pt x="110" y="9112"/>
                    <a:pt x="302" y="9317"/>
                  </a:cubicBezTo>
                  <a:lnTo>
                    <a:pt x="302" y="17062"/>
                  </a:lnTo>
                  <a:cubicBezTo>
                    <a:pt x="302" y="17683"/>
                    <a:pt x="810" y="18195"/>
                    <a:pt x="1436" y="18195"/>
                  </a:cubicBezTo>
                  <a:lnTo>
                    <a:pt x="18529" y="18195"/>
                  </a:lnTo>
                  <a:cubicBezTo>
                    <a:pt x="19156" y="18195"/>
                    <a:pt x="19663" y="17683"/>
                    <a:pt x="19663" y="17062"/>
                  </a:cubicBezTo>
                  <a:lnTo>
                    <a:pt x="19663" y="14730"/>
                  </a:lnTo>
                  <a:cubicBezTo>
                    <a:pt x="19663" y="14565"/>
                    <a:pt x="19535" y="14437"/>
                    <a:pt x="19371" y="14437"/>
                  </a:cubicBezTo>
                  <a:cubicBezTo>
                    <a:pt x="19211" y="14437"/>
                    <a:pt x="19078" y="14565"/>
                    <a:pt x="19078" y="14730"/>
                  </a:cubicBezTo>
                  <a:lnTo>
                    <a:pt x="19078" y="17062"/>
                  </a:lnTo>
                  <a:cubicBezTo>
                    <a:pt x="19078" y="17363"/>
                    <a:pt x="18831" y="17610"/>
                    <a:pt x="18529" y="17610"/>
                  </a:cubicBezTo>
                  <a:lnTo>
                    <a:pt x="1436" y="17610"/>
                  </a:lnTo>
                  <a:cubicBezTo>
                    <a:pt x="1130" y="17610"/>
                    <a:pt x="883" y="17363"/>
                    <a:pt x="883" y="17062"/>
                  </a:cubicBezTo>
                  <a:lnTo>
                    <a:pt x="883" y="9669"/>
                  </a:lnTo>
                  <a:cubicBezTo>
                    <a:pt x="1230" y="9802"/>
                    <a:pt x="1742" y="9971"/>
                    <a:pt x="2451" y="10136"/>
                  </a:cubicBezTo>
                  <a:lnTo>
                    <a:pt x="2451" y="11736"/>
                  </a:lnTo>
                  <a:cubicBezTo>
                    <a:pt x="2451" y="12453"/>
                    <a:pt x="3036" y="13039"/>
                    <a:pt x="3754" y="13039"/>
                  </a:cubicBezTo>
                  <a:cubicBezTo>
                    <a:pt x="4472" y="13039"/>
                    <a:pt x="5057" y="12453"/>
                    <a:pt x="5057" y="11736"/>
                  </a:cubicBezTo>
                  <a:lnTo>
                    <a:pt x="5057" y="10565"/>
                  </a:lnTo>
                  <a:cubicBezTo>
                    <a:pt x="5903" y="10661"/>
                    <a:pt x="6822" y="10730"/>
                    <a:pt x="7795" y="10771"/>
                  </a:cubicBezTo>
                  <a:lnTo>
                    <a:pt x="7795" y="11571"/>
                  </a:lnTo>
                  <a:cubicBezTo>
                    <a:pt x="7795" y="11983"/>
                    <a:pt x="8129" y="12321"/>
                    <a:pt x="8540" y="12321"/>
                  </a:cubicBezTo>
                  <a:lnTo>
                    <a:pt x="9290" y="12321"/>
                  </a:lnTo>
                  <a:cubicBezTo>
                    <a:pt x="9450" y="12321"/>
                    <a:pt x="9583" y="12188"/>
                    <a:pt x="9583" y="12028"/>
                  </a:cubicBezTo>
                  <a:cubicBezTo>
                    <a:pt x="9583" y="11864"/>
                    <a:pt x="9450" y="11736"/>
                    <a:pt x="9290" y="11736"/>
                  </a:cubicBezTo>
                  <a:lnTo>
                    <a:pt x="8540" y="11736"/>
                  </a:lnTo>
                  <a:cubicBezTo>
                    <a:pt x="8454" y="11736"/>
                    <a:pt x="8380" y="11663"/>
                    <a:pt x="8380" y="11571"/>
                  </a:cubicBezTo>
                  <a:lnTo>
                    <a:pt x="8380" y="9948"/>
                  </a:lnTo>
                  <a:cubicBezTo>
                    <a:pt x="8380" y="9857"/>
                    <a:pt x="8454" y="9784"/>
                    <a:pt x="8540" y="9784"/>
                  </a:cubicBezTo>
                  <a:lnTo>
                    <a:pt x="11421" y="9784"/>
                  </a:lnTo>
                  <a:cubicBezTo>
                    <a:pt x="11512" y="9784"/>
                    <a:pt x="11585" y="9857"/>
                    <a:pt x="11585" y="9948"/>
                  </a:cubicBezTo>
                  <a:lnTo>
                    <a:pt x="11585" y="11571"/>
                  </a:lnTo>
                  <a:cubicBezTo>
                    <a:pt x="11585" y="11663"/>
                    <a:pt x="11512" y="11736"/>
                    <a:pt x="11421" y="11736"/>
                  </a:cubicBezTo>
                  <a:lnTo>
                    <a:pt x="10589" y="11736"/>
                  </a:lnTo>
                  <a:cubicBezTo>
                    <a:pt x="10429" y="11736"/>
                    <a:pt x="10296" y="11864"/>
                    <a:pt x="10296" y="12028"/>
                  </a:cubicBezTo>
                  <a:cubicBezTo>
                    <a:pt x="10296" y="12188"/>
                    <a:pt x="10429" y="12321"/>
                    <a:pt x="10589" y="12321"/>
                  </a:cubicBezTo>
                  <a:lnTo>
                    <a:pt x="11421" y="12321"/>
                  </a:lnTo>
                  <a:cubicBezTo>
                    <a:pt x="11837" y="12321"/>
                    <a:pt x="12170" y="11983"/>
                    <a:pt x="12170" y="11571"/>
                  </a:cubicBezTo>
                  <a:lnTo>
                    <a:pt x="12170" y="10771"/>
                  </a:lnTo>
                  <a:cubicBezTo>
                    <a:pt x="13144" y="10730"/>
                    <a:pt x="14063" y="10661"/>
                    <a:pt x="14909" y="10565"/>
                  </a:cubicBezTo>
                  <a:lnTo>
                    <a:pt x="14909" y="11736"/>
                  </a:lnTo>
                  <a:cubicBezTo>
                    <a:pt x="14909" y="12453"/>
                    <a:pt x="15494" y="13039"/>
                    <a:pt x="16212" y="13039"/>
                  </a:cubicBezTo>
                  <a:cubicBezTo>
                    <a:pt x="16929" y="13039"/>
                    <a:pt x="17515" y="12453"/>
                    <a:pt x="17515" y="11736"/>
                  </a:cubicBezTo>
                  <a:lnTo>
                    <a:pt x="17515" y="10136"/>
                  </a:lnTo>
                  <a:cubicBezTo>
                    <a:pt x="18223" y="9971"/>
                    <a:pt x="18735" y="9802"/>
                    <a:pt x="19078" y="9669"/>
                  </a:cubicBezTo>
                  <a:lnTo>
                    <a:pt x="19078" y="13427"/>
                  </a:lnTo>
                  <a:cubicBezTo>
                    <a:pt x="19078" y="13592"/>
                    <a:pt x="19211" y="13720"/>
                    <a:pt x="19371" y="13720"/>
                  </a:cubicBezTo>
                  <a:cubicBezTo>
                    <a:pt x="19535" y="13720"/>
                    <a:pt x="19663" y="13592"/>
                    <a:pt x="19663" y="13427"/>
                  </a:cubicBezTo>
                  <a:lnTo>
                    <a:pt x="19663" y="9317"/>
                  </a:lnTo>
                  <a:cubicBezTo>
                    <a:pt x="19855" y="9112"/>
                    <a:pt x="19965" y="8842"/>
                    <a:pt x="19965" y="8549"/>
                  </a:cubicBezTo>
                  <a:lnTo>
                    <a:pt x="19965" y="5057"/>
                  </a:lnTo>
                  <a:cubicBezTo>
                    <a:pt x="19965" y="4430"/>
                    <a:pt x="19453" y="3923"/>
                    <a:pt x="18827" y="3923"/>
                  </a:cubicBezTo>
                  <a:lnTo>
                    <a:pt x="17432" y="3923"/>
                  </a:lnTo>
                  <a:cubicBezTo>
                    <a:pt x="17313" y="3694"/>
                    <a:pt x="17071" y="3539"/>
                    <a:pt x="16801" y="3539"/>
                  </a:cubicBezTo>
                  <a:lnTo>
                    <a:pt x="15622" y="3539"/>
                  </a:lnTo>
                  <a:cubicBezTo>
                    <a:pt x="15576" y="3539"/>
                    <a:pt x="15531" y="3543"/>
                    <a:pt x="15485" y="3552"/>
                  </a:cubicBezTo>
                  <a:cubicBezTo>
                    <a:pt x="15453" y="3260"/>
                    <a:pt x="15252" y="3018"/>
                    <a:pt x="14977" y="2931"/>
                  </a:cubicBezTo>
                  <a:lnTo>
                    <a:pt x="14977" y="1226"/>
                  </a:lnTo>
                  <a:cubicBezTo>
                    <a:pt x="14977" y="549"/>
                    <a:pt x="14429" y="0"/>
                    <a:pt x="13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23591" y="4509514"/>
              <a:ext cx="110335" cy="57315"/>
            </a:xfrm>
            <a:custGeom>
              <a:rect b="b" l="l" r="r" t="t"/>
              <a:pathLst>
                <a:path extrusionOk="0" h="2342" w="4509">
                  <a:moveTo>
                    <a:pt x="3759" y="586"/>
                  </a:moveTo>
                  <a:cubicBezTo>
                    <a:pt x="3850" y="586"/>
                    <a:pt x="3923" y="659"/>
                    <a:pt x="3923" y="750"/>
                  </a:cubicBezTo>
                  <a:lnTo>
                    <a:pt x="3923" y="1592"/>
                  </a:lnTo>
                  <a:cubicBezTo>
                    <a:pt x="3923" y="1683"/>
                    <a:pt x="3850" y="1756"/>
                    <a:pt x="3759" y="1756"/>
                  </a:cubicBezTo>
                  <a:lnTo>
                    <a:pt x="751" y="1756"/>
                  </a:lnTo>
                  <a:cubicBezTo>
                    <a:pt x="659" y="1756"/>
                    <a:pt x="586" y="1683"/>
                    <a:pt x="586" y="1592"/>
                  </a:cubicBezTo>
                  <a:lnTo>
                    <a:pt x="586" y="750"/>
                  </a:lnTo>
                  <a:cubicBezTo>
                    <a:pt x="586" y="659"/>
                    <a:pt x="659" y="586"/>
                    <a:pt x="751" y="586"/>
                  </a:cubicBezTo>
                  <a:close/>
                  <a:moveTo>
                    <a:pt x="751" y="1"/>
                  </a:moveTo>
                  <a:cubicBezTo>
                    <a:pt x="339" y="1"/>
                    <a:pt x="1" y="334"/>
                    <a:pt x="1" y="750"/>
                  </a:cubicBezTo>
                  <a:lnTo>
                    <a:pt x="1" y="1592"/>
                  </a:lnTo>
                  <a:cubicBezTo>
                    <a:pt x="1" y="2008"/>
                    <a:pt x="339" y="2341"/>
                    <a:pt x="751" y="2341"/>
                  </a:cubicBezTo>
                  <a:lnTo>
                    <a:pt x="3759" y="2341"/>
                  </a:lnTo>
                  <a:cubicBezTo>
                    <a:pt x="4170" y="2341"/>
                    <a:pt x="4508" y="2008"/>
                    <a:pt x="4508" y="1592"/>
                  </a:cubicBezTo>
                  <a:lnTo>
                    <a:pt x="4508" y="750"/>
                  </a:lnTo>
                  <a:cubicBezTo>
                    <a:pt x="4508" y="334"/>
                    <a:pt x="4170" y="1"/>
                    <a:pt x="37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5" name="Google Shape;955;p34"/>
          <p:cNvGrpSpPr/>
          <p:nvPr/>
        </p:nvGrpSpPr>
        <p:grpSpPr>
          <a:xfrm>
            <a:off x="2005139" y="4140630"/>
            <a:ext cx="456439" cy="488520"/>
            <a:chOff x="2005139" y="4140630"/>
            <a:chExt cx="456439" cy="488520"/>
          </a:xfrm>
        </p:grpSpPr>
        <p:sp>
          <p:nvSpPr>
            <p:cNvPr id="956" name="Google Shape;956;p34"/>
            <p:cNvSpPr/>
            <p:nvPr/>
          </p:nvSpPr>
          <p:spPr>
            <a:xfrm>
              <a:off x="2005139" y="4140630"/>
              <a:ext cx="456439" cy="488520"/>
            </a:xfrm>
            <a:custGeom>
              <a:rect b="b" l="l" r="r" t="t"/>
              <a:pathLst>
                <a:path extrusionOk="0" h="19962" w="18653">
                  <a:moveTo>
                    <a:pt x="9326" y="2672"/>
                  </a:moveTo>
                  <a:cubicBezTo>
                    <a:pt x="10456" y="2672"/>
                    <a:pt x="11374" y="3591"/>
                    <a:pt x="11374" y="4724"/>
                  </a:cubicBezTo>
                  <a:cubicBezTo>
                    <a:pt x="11374" y="5854"/>
                    <a:pt x="10456" y="6773"/>
                    <a:pt x="9326" y="6773"/>
                  </a:cubicBezTo>
                  <a:cubicBezTo>
                    <a:pt x="8197" y="6773"/>
                    <a:pt x="7274" y="5854"/>
                    <a:pt x="7274" y="4724"/>
                  </a:cubicBezTo>
                  <a:cubicBezTo>
                    <a:pt x="7274" y="3591"/>
                    <a:pt x="8197" y="2672"/>
                    <a:pt x="9326" y="2672"/>
                  </a:cubicBezTo>
                  <a:close/>
                  <a:moveTo>
                    <a:pt x="9309" y="584"/>
                  </a:moveTo>
                  <a:cubicBezTo>
                    <a:pt x="9339" y="584"/>
                    <a:pt x="9370" y="594"/>
                    <a:pt x="9395" y="615"/>
                  </a:cubicBezTo>
                  <a:lnTo>
                    <a:pt x="15827" y="6206"/>
                  </a:lnTo>
                  <a:lnTo>
                    <a:pt x="11502" y="6206"/>
                  </a:lnTo>
                  <a:cubicBezTo>
                    <a:pt x="11790" y="5785"/>
                    <a:pt x="11960" y="5273"/>
                    <a:pt x="11960" y="4724"/>
                  </a:cubicBezTo>
                  <a:cubicBezTo>
                    <a:pt x="11960" y="3271"/>
                    <a:pt x="10780" y="2087"/>
                    <a:pt x="9326" y="2087"/>
                  </a:cubicBezTo>
                  <a:cubicBezTo>
                    <a:pt x="7873" y="2087"/>
                    <a:pt x="6689" y="3271"/>
                    <a:pt x="6689" y="4724"/>
                  </a:cubicBezTo>
                  <a:cubicBezTo>
                    <a:pt x="6689" y="5273"/>
                    <a:pt x="6862" y="5785"/>
                    <a:pt x="7150" y="6206"/>
                  </a:cubicBezTo>
                  <a:lnTo>
                    <a:pt x="5477" y="6206"/>
                  </a:lnTo>
                  <a:cubicBezTo>
                    <a:pt x="5312" y="6206"/>
                    <a:pt x="5184" y="6338"/>
                    <a:pt x="5184" y="6498"/>
                  </a:cubicBezTo>
                  <a:cubicBezTo>
                    <a:pt x="5184" y="6663"/>
                    <a:pt x="5312" y="6791"/>
                    <a:pt x="5477" y="6791"/>
                  </a:cubicBezTo>
                  <a:lnTo>
                    <a:pt x="7694" y="6791"/>
                  </a:lnTo>
                  <a:cubicBezTo>
                    <a:pt x="8147" y="7147"/>
                    <a:pt x="8709" y="7358"/>
                    <a:pt x="9326" y="7358"/>
                  </a:cubicBezTo>
                  <a:cubicBezTo>
                    <a:pt x="9939" y="7358"/>
                    <a:pt x="10506" y="7147"/>
                    <a:pt x="10954" y="6791"/>
                  </a:cubicBezTo>
                  <a:lnTo>
                    <a:pt x="17071" y="6791"/>
                  </a:lnTo>
                  <a:cubicBezTo>
                    <a:pt x="17144" y="6791"/>
                    <a:pt x="17203" y="6850"/>
                    <a:pt x="17203" y="6923"/>
                  </a:cubicBezTo>
                  <a:lnTo>
                    <a:pt x="17203" y="7792"/>
                  </a:lnTo>
                  <a:cubicBezTo>
                    <a:pt x="17203" y="7865"/>
                    <a:pt x="17144" y="7925"/>
                    <a:pt x="17071" y="7925"/>
                  </a:cubicBezTo>
                  <a:lnTo>
                    <a:pt x="1545" y="7925"/>
                  </a:lnTo>
                  <a:cubicBezTo>
                    <a:pt x="1477" y="7925"/>
                    <a:pt x="1417" y="7865"/>
                    <a:pt x="1417" y="7792"/>
                  </a:cubicBezTo>
                  <a:lnTo>
                    <a:pt x="1417" y="6923"/>
                  </a:lnTo>
                  <a:cubicBezTo>
                    <a:pt x="1417" y="6850"/>
                    <a:pt x="1477" y="6791"/>
                    <a:pt x="1545" y="6791"/>
                  </a:cubicBezTo>
                  <a:lnTo>
                    <a:pt x="4179" y="6791"/>
                  </a:lnTo>
                  <a:cubicBezTo>
                    <a:pt x="4339" y="6791"/>
                    <a:pt x="4467" y="6663"/>
                    <a:pt x="4467" y="6498"/>
                  </a:cubicBezTo>
                  <a:cubicBezTo>
                    <a:pt x="4467" y="6338"/>
                    <a:pt x="4339" y="6206"/>
                    <a:pt x="4179" y="6206"/>
                  </a:cubicBezTo>
                  <a:lnTo>
                    <a:pt x="2793" y="6206"/>
                  </a:lnTo>
                  <a:lnTo>
                    <a:pt x="9226" y="615"/>
                  </a:lnTo>
                  <a:cubicBezTo>
                    <a:pt x="9249" y="594"/>
                    <a:pt x="9278" y="584"/>
                    <a:pt x="9309" y="584"/>
                  </a:cubicBezTo>
                  <a:close/>
                  <a:moveTo>
                    <a:pt x="4901" y="8510"/>
                  </a:moveTo>
                  <a:lnTo>
                    <a:pt x="4901" y="9196"/>
                  </a:lnTo>
                  <a:cubicBezTo>
                    <a:pt x="4901" y="9296"/>
                    <a:pt x="4819" y="9378"/>
                    <a:pt x="4718" y="9378"/>
                  </a:cubicBezTo>
                  <a:lnTo>
                    <a:pt x="2291" y="9378"/>
                  </a:lnTo>
                  <a:cubicBezTo>
                    <a:pt x="2190" y="9378"/>
                    <a:pt x="2108" y="9296"/>
                    <a:pt x="2108" y="9196"/>
                  </a:cubicBezTo>
                  <a:lnTo>
                    <a:pt x="2108" y="8510"/>
                  </a:lnTo>
                  <a:close/>
                  <a:moveTo>
                    <a:pt x="10707" y="8510"/>
                  </a:moveTo>
                  <a:lnTo>
                    <a:pt x="10707" y="9196"/>
                  </a:lnTo>
                  <a:cubicBezTo>
                    <a:pt x="10707" y="9296"/>
                    <a:pt x="10625" y="9378"/>
                    <a:pt x="10524" y="9378"/>
                  </a:cubicBezTo>
                  <a:lnTo>
                    <a:pt x="8097" y="9378"/>
                  </a:lnTo>
                  <a:cubicBezTo>
                    <a:pt x="7996" y="9378"/>
                    <a:pt x="7914" y="9296"/>
                    <a:pt x="7914" y="9196"/>
                  </a:cubicBezTo>
                  <a:lnTo>
                    <a:pt x="7914" y="8510"/>
                  </a:lnTo>
                  <a:close/>
                  <a:moveTo>
                    <a:pt x="16545" y="8510"/>
                  </a:moveTo>
                  <a:lnTo>
                    <a:pt x="16545" y="9196"/>
                  </a:lnTo>
                  <a:cubicBezTo>
                    <a:pt x="16545" y="9296"/>
                    <a:pt x="16463" y="9378"/>
                    <a:pt x="16362" y="9378"/>
                  </a:cubicBezTo>
                  <a:lnTo>
                    <a:pt x="13935" y="9378"/>
                  </a:lnTo>
                  <a:cubicBezTo>
                    <a:pt x="13834" y="9378"/>
                    <a:pt x="13752" y="9296"/>
                    <a:pt x="13752" y="9196"/>
                  </a:cubicBezTo>
                  <a:lnTo>
                    <a:pt x="13752" y="8510"/>
                  </a:lnTo>
                  <a:close/>
                  <a:moveTo>
                    <a:pt x="3210" y="9964"/>
                  </a:moveTo>
                  <a:lnTo>
                    <a:pt x="3210" y="16949"/>
                  </a:lnTo>
                  <a:lnTo>
                    <a:pt x="2675" y="16949"/>
                  </a:lnTo>
                  <a:lnTo>
                    <a:pt x="2675" y="9964"/>
                  </a:lnTo>
                  <a:close/>
                  <a:moveTo>
                    <a:pt x="4330" y="9964"/>
                  </a:moveTo>
                  <a:lnTo>
                    <a:pt x="4330" y="16949"/>
                  </a:lnTo>
                  <a:lnTo>
                    <a:pt x="3795" y="16949"/>
                  </a:lnTo>
                  <a:lnTo>
                    <a:pt x="3795" y="9964"/>
                  </a:lnTo>
                  <a:close/>
                  <a:moveTo>
                    <a:pt x="7329" y="8510"/>
                  </a:moveTo>
                  <a:lnTo>
                    <a:pt x="7329" y="9196"/>
                  </a:lnTo>
                  <a:cubicBezTo>
                    <a:pt x="7329" y="9552"/>
                    <a:pt x="7571" y="9849"/>
                    <a:pt x="7895" y="9936"/>
                  </a:cubicBezTo>
                  <a:lnTo>
                    <a:pt x="7895" y="16949"/>
                  </a:lnTo>
                  <a:lnTo>
                    <a:pt x="4915" y="16949"/>
                  </a:lnTo>
                  <a:lnTo>
                    <a:pt x="4915" y="9936"/>
                  </a:lnTo>
                  <a:cubicBezTo>
                    <a:pt x="5244" y="9849"/>
                    <a:pt x="5486" y="9552"/>
                    <a:pt x="5486" y="9196"/>
                  </a:cubicBezTo>
                  <a:lnTo>
                    <a:pt x="5486" y="8510"/>
                  </a:lnTo>
                  <a:close/>
                  <a:moveTo>
                    <a:pt x="9015" y="9964"/>
                  </a:moveTo>
                  <a:lnTo>
                    <a:pt x="9015" y="16949"/>
                  </a:lnTo>
                  <a:lnTo>
                    <a:pt x="8481" y="16949"/>
                  </a:lnTo>
                  <a:lnTo>
                    <a:pt x="8481" y="9964"/>
                  </a:lnTo>
                  <a:close/>
                  <a:moveTo>
                    <a:pt x="10140" y="9964"/>
                  </a:moveTo>
                  <a:lnTo>
                    <a:pt x="10140" y="16949"/>
                  </a:lnTo>
                  <a:lnTo>
                    <a:pt x="9601" y="16949"/>
                  </a:lnTo>
                  <a:lnTo>
                    <a:pt x="9601" y="9964"/>
                  </a:lnTo>
                  <a:close/>
                  <a:moveTo>
                    <a:pt x="13167" y="8510"/>
                  </a:moveTo>
                  <a:lnTo>
                    <a:pt x="13167" y="9196"/>
                  </a:lnTo>
                  <a:cubicBezTo>
                    <a:pt x="13167" y="9552"/>
                    <a:pt x="13409" y="9849"/>
                    <a:pt x="13733" y="9936"/>
                  </a:cubicBezTo>
                  <a:lnTo>
                    <a:pt x="13733" y="12172"/>
                  </a:lnTo>
                  <a:cubicBezTo>
                    <a:pt x="13733" y="12336"/>
                    <a:pt x="13866" y="12464"/>
                    <a:pt x="14026" y="12464"/>
                  </a:cubicBezTo>
                  <a:cubicBezTo>
                    <a:pt x="14191" y="12464"/>
                    <a:pt x="14319" y="12336"/>
                    <a:pt x="14319" y="12172"/>
                  </a:cubicBezTo>
                  <a:lnTo>
                    <a:pt x="14319" y="9964"/>
                  </a:lnTo>
                  <a:lnTo>
                    <a:pt x="14853" y="9964"/>
                  </a:lnTo>
                  <a:lnTo>
                    <a:pt x="14853" y="16949"/>
                  </a:lnTo>
                  <a:lnTo>
                    <a:pt x="14319" y="16949"/>
                  </a:lnTo>
                  <a:lnTo>
                    <a:pt x="14319" y="13475"/>
                  </a:lnTo>
                  <a:cubicBezTo>
                    <a:pt x="14319" y="13310"/>
                    <a:pt x="14191" y="13182"/>
                    <a:pt x="14026" y="13182"/>
                  </a:cubicBezTo>
                  <a:cubicBezTo>
                    <a:pt x="13866" y="13182"/>
                    <a:pt x="13733" y="13310"/>
                    <a:pt x="13733" y="13475"/>
                  </a:cubicBezTo>
                  <a:lnTo>
                    <a:pt x="13733" y="16949"/>
                  </a:lnTo>
                  <a:lnTo>
                    <a:pt x="10721" y="16949"/>
                  </a:lnTo>
                  <a:lnTo>
                    <a:pt x="10721" y="9936"/>
                  </a:lnTo>
                  <a:cubicBezTo>
                    <a:pt x="11050" y="9849"/>
                    <a:pt x="11292" y="9552"/>
                    <a:pt x="11292" y="9196"/>
                  </a:cubicBezTo>
                  <a:lnTo>
                    <a:pt x="11292" y="8510"/>
                  </a:lnTo>
                  <a:close/>
                  <a:moveTo>
                    <a:pt x="15978" y="9964"/>
                  </a:moveTo>
                  <a:lnTo>
                    <a:pt x="15978" y="16949"/>
                  </a:lnTo>
                  <a:lnTo>
                    <a:pt x="15439" y="16949"/>
                  </a:lnTo>
                  <a:lnTo>
                    <a:pt x="15439" y="9964"/>
                  </a:lnTo>
                  <a:close/>
                  <a:moveTo>
                    <a:pt x="17071" y="17534"/>
                  </a:moveTo>
                  <a:cubicBezTo>
                    <a:pt x="17144" y="17534"/>
                    <a:pt x="17203" y="17594"/>
                    <a:pt x="17203" y="17667"/>
                  </a:cubicBezTo>
                  <a:lnTo>
                    <a:pt x="17203" y="18165"/>
                  </a:lnTo>
                  <a:lnTo>
                    <a:pt x="6401" y="18165"/>
                  </a:lnTo>
                  <a:cubicBezTo>
                    <a:pt x="6236" y="18165"/>
                    <a:pt x="6108" y="18298"/>
                    <a:pt x="6108" y="18458"/>
                  </a:cubicBezTo>
                  <a:cubicBezTo>
                    <a:pt x="6108" y="18622"/>
                    <a:pt x="6236" y="18750"/>
                    <a:pt x="6401" y="18750"/>
                  </a:cubicBezTo>
                  <a:lnTo>
                    <a:pt x="17935" y="18750"/>
                  </a:lnTo>
                  <a:cubicBezTo>
                    <a:pt x="18008" y="18750"/>
                    <a:pt x="18067" y="18810"/>
                    <a:pt x="18067" y="18883"/>
                  </a:cubicBezTo>
                  <a:lnTo>
                    <a:pt x="18067" y="19249"/>
                  </a:lnTo>
                  <a:cubicBezTo>
                    <a:pt x="18067" y="19317"/>
                    <a:pt x="18008" y="19377"/>
                    <a:pt x="17935" y="19377"/>
                  </a:cubicBezTo>
                  <a:lnTo>
                    <a:pt x="718" y="19377"/>
                  </a:lnTo>
                  <a:cubicBezTo>
                    <a:pt x="645" y="19377"/>
                    <a:pt x="585" y="19317"/>
                    <a:pt x="585" y="19249"/>
                  </a:cubicBezTo>
                  <a:lnTo>
                    <a:pt x="585" y="18883"/>
                  </a:lnTo>
                  <a:cubicBezTo>
                    <a:pt x="585" y="18810"/>
                    <a:pt x="645" y="18750"/>
                    <a:pt x="718" y="18750"/>
                  </a:cubicBezTo>
                  <a:lnTo>
                    <a:pt x="5102" y="18750"/>
                  </a:lnTo>
                  <a:cubicBezTo>
                    <a:pt x="5262" y="18750"/>
                    <a:pt x="5390" y="18622"/>
                    <a:pt x="5390" y="18458"/>
                  </a:cubicBezTo>
                  <a:cubicBezTo>
                    <a:pt x="5390" y="18298"/>
                    <a:pt x="5262" y="18165"/>
                    <a:pt x="5102" y="18165"/>
                  </a:cubicBezTo>
                  <a:lnTo>
                    <a:pt x="1417" y="18165"/>
                  </a:lnTo>
                  <a:lnTo>
                    <a:pt x="1417" y="17667"/>
                  </a:lnTo>
                  <a:cubicBezTo>
                    <a:pt x="1417" y="17594"/>
                    <a:pt x="1477" y="17534"/>
                    <a:pt x="1545" y="17534"/>
                  </a:cubicBezTo>
                  <a:close/>
                  <a:moveTo>
                    <a:pt x="9310" y="1"/>
                  </a:moveTo>
                  <a:cubicBezTo>
                    <a:pt x="9142" y="1"/>
                    <a:pt x="8974" y="59"/>
                    <a:pt x="8842" y="176"/>
                  </a:cubicBezTo>
                  <a:lnTo>
                    <a:pt x="1902" y="6206"/>
                  </a:lnTo>
                  <a:lnTo>
                    <a:pt x="1545" y="6206"/>
                  </a:lnTo>
                  <a:cubicBezTo>
                    <a:pt x="1152" y="6206"/>
                    <a:pt x="832" y="6526"/>
                    <a:pt x="832" y="6923"/>
                  </a:cubicBezTo>
                  <a:lnTo>
                    <a:pt x="832" y="7792"/>
                  </a:lnTo>
                  <a:cubicBezTo>
                    <a:pt x="832" y="8181"/>
                    <a:pt x="1139" y="8496"/>
                    <a:pt x="1523" y="8510"/>
                  </a:cubicBezTo>
                  <a:lnTo>
                    <a:pt x="1523" y="9196"/>
                  </a:lnTo>
                  <a:cubicBezTo>
                    <a:pt x="1523" y="9552"/>
                    <a:pt x="1765" y="9849"/>
                    <a:pt x="2089" y="9936"/>
                  </a:cubicBezTo>
                  <a:lnTo>
                    <a:pt x="2089" y="16949"/>
                  </a:lnTo>
                  <a:lnTo>
                    <a:pt x="1545" y="16949"/>
                  </a:lnTo>
                  <a:cubicBezTo>
                    <a:pt x="1152" y="16949"/>
                    <a:pt x="832" y="17274"/>
                    <a:pt x="832" y="17667"/>
                  </a:cubicBezTo>
                  <a:lnTo>
                    <a:pt x="832" y="18165"/>
                  </a:lnTo>
                  <a:lnTo>
                    <a:pt x="718" y="18165"/>
                  </a:lnTo>
                  <a:cubicBezTo>
                    <a:pt x="320" y="18165"/>
                    <a:pt x="0" y="18490"/>
                    <a:pt x="0" y="18883"/>
                  </a:cubicBezTo>
                  <a:lnTo>
                    <a:pt x="0" y="19249"/>
                  </a:lnTo>
                  <a:cubicBezTo>
                    <a:pt x="0" y="19642"/>
                    <a:pt x="320" y="19962"/>
                    <a:pt x="718" y="19962"/>
                  </a:cubicBezTo>
                  <a:lnTo>
                    <a:pt x="17935" y="19962"/>
                  </a:lnTo>
                  <a:cubicBezTo>
                    <a:pt x="18328" y="19962"/>
                    <a:pt x="18652" y="19642"/>
                    <a:pt x="18652" y="19249"/>
                  </a:cubicBezTo>
                  <a:lnTo>
                    <a:pt x="18652" y="18883"/>
                  </a:lnTo>
                  <a:cubicBezTo>
                    <a:pt x="18652" y="18490"/>
                    <a:pt x="18328" y="18165"/>
                    <a:pt x="17935" y="18165"/>
                  </a:cubicBezTo>
                  <a:lnTo>
                    <a:pt x="17788" y="18165"/>
                  </a:lnTo>
                  <a:lnTo>
                    <a:pt x="17788" y="17667"/>
                  </a:lnTo>
                  <a:cubicBezTo>
                    <a:pt x="17788" y="17274"/>
                    <a:pt x="17468" y="16949"/>
                    <a:pt x="17071" y="16949"/>
                  </a:cubicBezTo>
                  <a:lnTo>
                    <a:pt x="16559" y="16949"/>
                  </a:lnTo>
                  <a:lnTo>
                    <a:pt x="16559" y="9936"/>
                  </a:lnTo>
                  <a:cubicBezTo>
                    <a:pt x="16888" y="9849"/>
                    <a:pt x="17130" y="9552"/>
                    <a:pt x="17130" y="9196"/>
                  </a:cubicBezTo>
                  <a:lnTo>
                    <a:pt x="17130" y="8505"/>
                  </a:lnTo>
                  <a:cubicBezTo>
                    <a:pt x="17500" y="8478"/>
                    <a:pt x="17788" y="8171"/>
                    <a:pt x="17788" y="7792"/>
                  </a:cubicBezTo>
                  <a:lnTo>
                    <a:pt x="17788" y="6923"/>
                  </a:lnTo>
                  <a:cubicBezTo>
                    <a:pt x="17788" y="6526"/>
                    <a:pt x="17468" y="6206"/>
                    <a:pt x="17071" y="6206"/>
                  </a:cubicBezTo>
                  <a:lnTo>
                    <a:pt x="16719" y="6206"/>
                  </a:lnTo>
                  <a:lnTo>
                    <a:pt x="9779" y="176"/>
                  </a:lnTo>
                  <a:cubicBezTo>
                    <a:pt x="9646" y="59"/>
                    <a:pt x="9478" y="1"/>
                    <a:pt x="9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2210226" y="4216076"/>
              <a:ext cx="46224" cy="80245"/>
            </a:xfrm>
            <a:custGeom>
              <a:rect b="b" l="l" r="r" t="t"/>
              <a:pathLst>
                <a:path extrusionOk="0" h="3279" w="1889">
                  <a:moveTo>
                    <a:pt x="946" y="0"/>
                  </a:moveTo>
                  <a:cubicBezTo>
                    <a:pt x="786" y="0"/>
                    <a:pt x="654" y="133"/>
                    <a:pt x="654" y="293"/>
                  </a:cubicBezTo>
                  <a:lnTo>
                    <a:pt x="654" y="380"/>
                  </a:lnTo>
                  <a:cubicBezTo>
                    <a:pt x="283" y="448"/>
                    <a:pt x="0" y="773"/>
                    <a:pt x="0" y="1161"/>
                  </a:cubicBezTo>
                  <a:cubicBezTo>
                    <a:pt x="0" y="1596"/>
                    <a:pt x="357" y="1952"/>
                    <a:pt x="795" y="1952"/>
                  </a:cubicBezTo>
                  <a:lnTo>
                    <a:pt x="1097" y="1952"/>
                  </a:lnTo>
                  <a:cubicBezTo>
                    <a:pt x="1212" y="1952"/>
                    <a:pt x="1303" y="2044"/>
                    <a:pt x="1303" y="2163"/>
                  </a:cubicBezTo>
                  <a:cubicBezTo>
                    <a:pt x="1303" y="2277"/>
                    <a:pt x="1212" y="2368"/>
                    <a:pt x="1097" y="2368"/>
                  </a:cubicBezTo>
                  <a:lnTo>
                    <a:pt x="795" y="2368"/>
                  </a:lnTo>
                  <a:cubicBezTo>
                    <a:pt x="709" y="2368"/>
                    <a:pt x="635" y="2318"/>
                    <a:pt x="603" y="2240"/>
                  </a:cubicBezTo>
                  <a:cubicBezTo>
                    <a:pt x="555" y="2130"/>
                    <a:pt x="448" y="2062"/>
                    <a:pt x="333" y="2062"/>
                  </a:cubicBezTo>
                  <a:cubicBezTo>
                    <a:pt x="295" y="2062"/>
                    <a:pt x="257" y="2069"/>
                    <a:pt x="219" y="2085"/>
                  </a:cubicBezTo>
                  <a:cubicBezTo>
                    <a:pt x="69" y="2149"/>
                    <a:pt x="0" y="2318"/>
                    <a:pt x="64" y="2469"/>
                  </a:cubicBezTo>
                  <a:cubicBezTo>
                    <a:pt x="169" y="2720"/>
                    <a:pt x="393" y="2894"/>
                    <a:pt x="654" y="2940"/>
                  </a:cubicBezTo>
                  <a:lnTo>
                    <a:pt x="654" y="2986"/>
                  </a:lnTo>
                  <a:cubicBezTo>
                    <a:pt x="654" y="3146"/>
                    <a:pt x="786" y="3278"/>
                    <a:pt x="946" y="3278"/>
                  </a:cubicBezTo>
                  <a:cubicBezTo>
                    <a:pt x="1106" y="3278"/>
                    <a:pt x="1239" y="3146"/>
                    <a:pt x="1239" y="2986"/>
                  </a:cubicBezTo>
                  <a:lnTo>
                    <a:pt x="1239" y="2940"/>
                  </a:lnTo>
                  <a:cubicBezTo>
                    <a:pt x="1609" y="2871"/>
                    <a:pt x="1888" y="2551"/>
                    <a:pt x="1888" y="2163"/>
                  </a:cubicBezTo>
                  <a:cubicBezTo>
                    <a:pt x="1888" y="1724"/>
                    <a:pt x="1536" y="1367"/>
                    <a:pt x="1097" y="1367"/>
                  </a:cubicBezTo>
                  <a:lnTo>
                    <a:pt x="795" y="1367"/>
                  </a:lnTo>
                  <a:cubicBezTo>
                    <a:pt x="681" y="1367"/>
                    <a:pt x="585" y="1276"/>
                    <a:pt x="585" y="1161"/>
                  </a:cubicBezTo>
                  <a:cubicBezTo>
                    <a:pt x="585" y="1047"/>
                    <a:pt x="681" y="951"/>
                    <a:pt x="795" y="951"/>
                  </a:cubicBezTo>
                  <a:lnTo>
                    <a:pt x="1097" y="951"/>
                  </a:lnTo>
                  <a:cubicBezTo>
                    <a:pt x="1166" y="951"/>
                    <a:pt x="1230" y="988"/>
                    <a:pt x="1271" y="1043"/>
                  </a:cubicBezTo>
                  <a:cubicBezTo>
                    <a:pt x="1325" y="1127"/>
                    <a:pt x="1415" y="1172"/>
                    <a:pt x="1508" y="1172"/>
                  </a:cubicBezTo>
                  <a:cubicBezTo>
                    <a:pt x="1565" y="1172"/>
                    <a:pt x="1623" y="1155"/>
                    <a:pt x="1673" y="1120"/>
                  </a:cubicBezTo>
                  <a:cubicBezTo>
                    <a:pt x="1810" y="1033"/>
                    <a:pt x="1842" y="851"/>
                    <a:pt x="1756" y="718"/>
                  </a:cubicBezTo>
                  <a:cubicBezTo>
                    <a:pt x="1632" y="540"/>
                    <a:pt x="1445" y="416"/>
                    <a:pt x="1239" y="380"/>
                  </a:cubicBezTo>
                  <a:lnTo>
                    <a:pt x="1239" y="293"/>
                  </a:lnTo>
                  <a:cubicBezTo>
                    <a:pt x="1239" y="133"/>
                    <a:pt x="1106" y="0"/>
                    <a:pt x="9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8" name="Google Shape;958;p34"/>
          <p:cNvSpPr/>
          <p:nvPr/>
        </p:nvSpPr>
        <p:spPr>
          <a:xfrm>
            <a:off x="7412248" y="4140679"/>
            <a:ext cx="333379" cy="488471"/>
          </a:xfrm>
          <a:custGeom>
            <a:rect b="b" l="l" r="r" t="t"/>
            <a:pathLst>
              <a:path extrusionOk="0" h="19960" w="13624">
                <a:moveTo>
                  <a:pt x="9340" y="585"/>
                </a:moveTo>
                <a:cubicBezTo>
                  <a:pt x="9738" y="585"/>
                  <a:pt x="10067" y="910"/>
                  <a:pt x="10067" y="1307"/>
                </a:cubicBezTo>
                <a:lnTo>
                  <a:pt x="10067" y="1916"/>
                </a:lnTo>
                <a:cubicBezTo>
                  <a:pt x="10067" y="2313"/>
                  <a:pt x="9738" y="2638"/>
                  <a:pt x="9340" y="2638"/>
                </a:cubicBezTo>
                <a:lnTo>
                  <a:pt x="4234" y="2638"/>
                </a:lnTo>
                <a:cubicBezTo>
                  <a:pt x="3831" y="2638"/>
                  <a:pt x="3507" y="2313"/>
                  <a:pt x="3507" y="1916"/>
                </a:cubicBezTo>
                <a:lnTo>
                  <a:pt x="3507" y="1307"/>
                </a:lnTo>
                <a:cubicBezTo>
                  <a:pt x="3507" y="910"/>
                  <a:pt x="3831" y="585"/>
                  <a:pt x="4234" y="585"/>
                </a:cubicBezTo>
                <a:close/>
                <a:moveTo>
                  <a:pt x="1952" y="9148"/>
                </a:moveTo>
                <a:cubicBezTo>
                  <a:pt x="1998" y="9148"/>
                  <a:pt x="2035" y="9184"/>
                  <a:pt x="2035" y="9230"/>
                </a:cubicBezTo>
                <a:lnTo>
                  <a:pt x="2035" y="9614"/>
                </a:lnTo>
                <a:cubicBezTo>
                  <a:pt x="2035" y="9660"/>
                  <a:pt x="1998" y="9696"/>
                  <a:pt x="1952" y="9696"/>
                </a:cubicBezTo>
                <a:lnTo>
                  <a:pt x="663" y="9696"/>
                </a:lnTo>
                <a:cubicBezTo>
                  <a:pt x="622" y="9696"/>
                  <a:pt x="585" y="9660"/>
                  <a:pt x="585" y="9614"/>
                </a:cubicBezTo>
                <a:lnTo>
                  <a:pt x="585" y="9230"/>
                </a:lnTo>
                <a:cubicBezTo>
                  <a:pt x="585" y="9184"/>
                  <a:pt x="622" y="9148"/>
                  <a:pt x="663" y="9148"/>
                </a:cubicBezTo>
                <a:close/>
                <a:moveTo>
                  <a:pt x="12956" y="9148"/>
                </a:moveTo>
                <a:cubicBezTo>
                  <a:pt x="13002" y="9148"/>
                  <a:pt x="13038" y="9184"/>
                  <a:pt x="13038" y="9230"/>
                </a:cubicBezTo>
                <a:lnTo>
                  <a:pt x="13038" y="9614"/>
                </a:lnTo>
                <a:cubicBezTo>
                  <a:pt x="13038" y="9660"/>
                  <a:pt x="13002" y="9696"/>
                  <a:pt x="12956" y="9696"/>
                </a:cubicBezTo>
                <a:lnTo>
                  <a:pt x="11667" y="9696"/>
                </a:lnTo>
                <a:cubicBezTo>
                  <a:pt x="11621" y="9696"/>
                  <a:pt x="11585" y="9660"/>
                  <a:pt x="11585" y="9614"/>
                </a:cubicBezTo>
                <a:lnTo>
                  <a:pt x="11585" y="9230"/>
                </a:lnTo>
                <a:cubicBezTo>
                  <a:pt x="11585" y="9184"/>
                  <a:pt x="11621" y="9148"/>
                  <a:pt x="11667" y="9148"/>
                </a:cubicBezTo>
                <a:close/>
                <a:moveTo>
                  <a:pt x="1724" y="10282"/>
                </a:moveTo>
                <a:lnTo>
                  <a:pt x="1724" y="12142"/>
                </a:lnTo>
                <a:cubicBezTo>
                  <a:pt x="1724" y="12435"/>
                  <a:pt x="1884" y="12691"/>
                  <a:pt x="2121" y="12823"/>
                </a:cubicBezTo>
                <a:cubicBezTo>
                  <a:pt x="2117" y="12874"/>
                  <a:pt x="2112" y="12924"/>
                  <a:pt x="2112" y="12974"/>
                </a:cubicBezTo>
                <a:cubicBezTo>
                  <a:pt x="2112" y="13075"/>
                  <a:pt x="2131" y="13171"/>
                  <a:pt x="2158" y="13262"/>
                </a:cubicBezTo>
                <a:cubicBezTo>
                  <a:pt x="1683" y="13116"/>
                  <a:pt x="1335" y="12668"/>
                  <a:pt x="1335" y="12142"/>
                </a:cubicBezTo>
                <a:lnTo>
                  <a:pt x="1335" y="10282"/>
                </a:lnTo>
                <a:close/>
                <a:moveTo>
                  <a:pt x="12289" y="10282"/>
                </a:moveTo>
                <a:lnTo>
                  <a:pt x="12289" y="12142"/>
                </a:lnTo>
                <a:cubicBezTo>
                  <a:pt x="12289" y="12691"/>
                  <a:pt x="11914" y="13148"/>
                  <a:pt x="11406" y="13281"/>
                </a:cubicBezTo>
                <a:cubicBezTo>
                  <a:pt x="11443" y="13185"/>
                  <a:pt x="11461" y="13079"/>
                  <a:pt x="11461" y="12974"/>
                </a:cubicBezTo>
                <a:cubicBezTo>
                  <a:pt x="11461" y="12933"/>
                  <a:pt x="11457" y="12887"/>
                  <a:pt x="11457" y="12846"/>
                </a:cubicBezTo>
                <a:cubicBezTo>
                  <a:pt x="11717" y="12718"/>
                  <a:pt x="11896" y="12453"/>
                  <a:pt x="11896" y="12142"/>
                </a:cubicBezTo>
                <a:lnTo>
                  <a:pt x="11896" y="10282"/>
                </a:lnTo>
                <a:close/>
                <a:moveTo>
                  <a:pt x="6519" y="3223"/>
                </a:moveTo>
                <a:lnTo>
                  <a:pt x="6519" y="11498"/>
                </a:lnTo>
                <a:lnTo>
                  <a:pt x="6163" y="11498"/>
                </a:lnTo>
                <a:cubicBezTo>
                  <a:pt x="6003" y="11498"/>
                  <a:pt x="5870" y="11630"/>
                  <a:pt x="5870" y="11790"/>
                </a:cubicBezTo>
                <a:cubicBezTo>
                  <a:pt x="5870" y="11950"/>
                  <a:pt x="6003" y="12083"/>
                  <a:pt x="6163" y="12083"/>
                </a:cubicBezTo>
                <a:lnTo>
                  <a:pt x="9985" y="12083"/>
                </a:lnTo>
                <a:cubicBezTo>
                  <a:pt x="10387" y="12083"/>
                  <a:pt x="10730" y="12353"/>
                  <a:pt x="10840" y="12723"/>
                </a:cubicBezTo>
                <a:cubicBezTo>
                  <a:pt x="10862" y="12805"/>
                  <a:pt x="10876" y="12887"/>
                  <a:pt x="10876" y="12974"/>
                </a:cubicBezTo>
                <a:cubicBezTo>
                  <a:pt x="10876" y="13162"/>
                  <a:pt x="10721" y="13317"/>
                  <a:pt x="10533" y="13317"/>
                </a:cubicBezTo>
                <a:lnTo>
                  <a:pt x="3040" y="13317"/>
                </a:lnTo>
                <a:cubicBezTo>
                  <a:pt x="2853" y="13317"/>
                  <a:pt x="2697" y="13162"/>
                  <a:pt x="2697" y="12974"/>
                </a:cubicBezTo>
                <a:cubicBezTo>
                  <a:pt x="2697" y="12481"/>
                  <a:pt x="3095" y="12083"/>
                  <a:pt x="3589" y="12083"/>
                </a:cubicBezTo>
                <a:lnTo>
                  <a:pt x="4864" y="12083"/>
                </a:lnTo>
                <a:cubicBezTo>
                  <a:pt x="5024" y="12083"/>
                  <a:pt x="5157" y="11950"/>
                  <a:pt x="5157" y="11790"/>
                </a:cubicBezTo>
                <a:cubicBezTo>
                  <a:pt x="5157" y="11630"/>
                  <a:pt x="5024" y="11498"/>
                  <a:pt x="4864" y="11498"/>
                </a:cubicBezTo>
                <a:lnTo>
                  <a:pt x="3932" y="11498"/>
                </a:lnTo>
                <a:lnTo>
                  <a:pt x="4234" y="9596"/>
                </a:lnTo>
                <a:cubicBezTo>
                  <a:pt x="4567" y="7484"/>
                  <a:pt x="4590" y="5344"/>
                  <a:pt x="4302" y="3223"/>
                </a:cubicBezTo>
                <a:close/>
                <a:moveTo>
                  <a:pt x="7868" y="13902"/>
                </a:moveTo>
                <a:lnTo>
                  <a:pt x="7868" y="14465"/>
                </a:lnTo>
                <a:cubicBezTo>
                  <a:pt x="7868" y="14515"/>
                  <a:pt x="7831" y="14556"/>
                  <a:pt x="7781" y="14556"/>
                </a:cubicBezTo>
                <a:lnTo>
                  <a:pt x="5838" y="14556"/>
                </a:lnTo>
                <a:cubicBezTo>
                  <a:pt x="5788" y="14556"/>
                  <a:pt x="5751" y="14515"/>
                  <a:pt x="5751" y="14465"/>
                </a:cubicBezTo>
                <a:lnTo>
                  <a:pt x="5751" y="13902"/>
                </a:lnTo>
                <a:close/>
                <a:moveTo>
                  <a:pt x="6972" y="15137"/>
                </a:moveTo>
                <a:lnTo>
                  <a:pt x="6972" y="17582"/>
                </a:lnTo>
                <a:cubicBezTo>
                  <a:pt x="6917" y="17578"/>
                  <a:pt x="6862" y="17573"/>
                  <a:pt x="6812" y="17573"/>
                </a:cubicBezTo>
                <a:cubicBezTo>
                  <a:pt x="6739" y="17573"/>
                  <a:pt x="6670" y="17578"/>
                  <a:pt x="6602" y="17592"/>
                </a:cubicBezTo>
                <a:lnTo>
                  <a:pt x="6602" y="15137"/>
                </a:lnTo>
                <a:close/>
                <a:moveTo>
                  <a:pt x="7557" y="16060"/>
                </a:moveTo>
                <a:lnTo>
                  <a:pt x="10305" y="17020"/>
                </a:lnTo>
                <a:cubicBezTo>
                  <a:pt x="10597" y="17121"/>
                  <a:pt x="10840" y="17336"/>
                  <a:pt x="10977" y="17610"/>
                </a:cubicBezTo>
                <a:cubicBezTo>
                  <a:pt x="10853" y="17642"/>
                  <a:pt x="10744" y="17692"/>
                  <a:pt x="10638" y="17756"/>
                </a:cubicBezTo>
                <a:cubicBezTo>
                  <a:pt x="10542" y="17578"/>
                  <a:pt x="10382" y="17436"/>
                  <a:pt x="10181" y="17368"/>
                </a:cubicBezTo>
                <a:lnTo>
                  <a:pt x="7557" y="16449"/>
                </a:lnTo>
                <a:lnTo>
                  <a:pt x="7557" y="16060"/>
                </a:lnTo>
                <a:close/>
                <a:moveTo>
                  <a:pt x="2345" y="18158"/>
                </a:moveTo>
                <a:cubicBezTo>
                  <a:pt x="2684" y="18158"/>
                  <a:pt x="2953" y="18433"/>
                  <a:pt x="2953" y="18766"/>
                </a:cubicBezTo>
                <a:cubicBezTo>
                  <a:pt x="2953" y="19100"/>
                  <a:pt x="2684" y="19375"/>
                  <a:pt x="2345" y="19375"/>
                </a:cubicBezTo>
                <a:cubicBezTo>
                  <a:pt x="2012" y="19375"/>
                  <a:pt x="1737" y="19100"/>
                  <a:pt x="1737" y="18766"/>
                </a:cubicBezTo>
                <a:cubicBezTo>
                  <a:pt x="1737" y="18433"/>
                  <a:pt x="2012" y="18158"/>
                  <a:pt x="2345" y="18158"/>
                </a:cubicBezTo>
                <a:close/>
                <a:moveTo>
                  <a:pt x="6812" y="18158"/>
                </a:moveTo>
                <a:cubicBezTo>
                  <a:pt x="7146" y="18158"/>
                  <a:pt x="7420" y="18433"/>
                  <a:pt x="7420" y="18766"/>
                </a:cubicBezTo>
                <a:cubicBezTo>
                  <a:pt x="7420" y="19100"/>
                  <a:pt x="7146" y="19375"/>
                  <a:pt x="6812" y="19375"/>
                </a:cubicBezTo>
                <a:cubicBezTo>
                  <a:pt x="6474" y="19375"/>
                  <a:pt x="6199" y="19100"/>
                  <a:pt x="6199" y="18766"/>
                </a:cubicBezTo>
                <a:cubicBezTo>
                  <a:pt x="6199" y="18433"/>
                  <a:pt x="6474" y="18158"/>
                  <a:pt x="6812" y="18158"/>
                </a:cubicBezTo>
                <a:close/>
                <a:moveTo>
                  <a:pt x="11333" y="18158"/>
                </a:moveTo>
                <a:cubicBezTo>
                  <a:pt x="11338" y="18163"/>
                  <a:pt x="11338" y="18163"/>
                  <a:pt x="11342" y="18163"/>
                </a:cubicBezTo>
                <a:cubicBezTo>
                  <a:pt x="11644" y="18195"/>
                  <a:pt x="11882" y="18456"/>
                  <a:pt x="11882" y="18766"/>
                </a:cubicBezTo>
                <a:cubicBezTo>
                  <a:pt x="11882" y="19100"/>
                  <a:pt x="11612" y="19375"/>
                  <a:pt x="11274" y="19375"/>
                </a:cubicBezTo>
                <a:cubicBezTo>
                  <a:pt x="10940" y="19375"/>
                  <a:pt x="10666" y="19100"/>
                  <a:pt x="10666" y="18766"/>
                </a:cubicBezTo>
                <a:cubicBezTo>
                  <a:pt x="10666" y="18433"/>
                  <a:pt x="10940" y="18158"/>
                  <a:pt x="11274" y="18158"/>
                </a:cubicBezTo>
                <a:close/>
                <a:moveTo>
                  <a:pt x="4234" y="0"/>
                </a:moveTo>
                <a:cubicBezTo>
                  <a:pt x="3511" y="0"/>
                  <a:pt x="2921" y="585"/>
                  <a:pt x="2921" y="1307"/>
                </a:cubicBezTo>
                <a:lnTo>
                  <a:pt x="2921" y="1916"/>
                </a:lnTo>
                <a:cubicBezTo>
                  <a:pt x="2921" y="2446"/>
                  <a:pt x="3241" y="2903"/>
                  <a:pt x="3694" y="3109"/>
                </a:cubicBezTo>
                <a:cubicBezTo>
                  <a:pt x="4005" y="5235"/>
                  <a:pt x="3991" y="7383"/>
                  <a:pt x="3657" y="9504"/>
                </a:cubicBezTo>
                <a:lnTo>
                  <a:pt x="3337" y="11520"/>
                </a:lnTo>
                <a:cubicBezTo>
                  <a:pt x="2908" y="11594"/>
                  <a:pt x="2537" y="11854"/>
                  <a:pt x="2323" y="12215"/>
                </a:cubicBezTo>
                <a:cubicBezTo>
                  <a:pt x="2313" y="12193"/>
                  <a:pt x="2309" y="12170"/>
                  <a:pt x="2309" y="12142"/>
                </a:cubicBezTo>
                <a:lnTo>
                  <a:pt x="2309" y="10176"/>
                </a:lnTo>
                <a:cubicBezTo>
                  <a:pt x="2496" y="10058"/>
                  <a:pt x="2620" y="9852"/>
                  <a:pt x="2620" y="9614"/>
                </a:cubicBezTo>
                <a:lnTo>
                  <a:pt x="2620" y="9230"/>
                </a:lnTo>
                <a:cubicBezTo>
                  <a:pt x="2620" y="8860"/>
                  <a:pt x="2323" y="8563"/>
                  <a:pt x="1952" y="8563"/>
                </a:cubicBezTo>
                <a:lnTo>
                  <a:pt x="668" y="8563"/>
                </a:lnTo>
                <a:cubicBezTo>
                  <a:pt x="297" y="8563"/>
                  <a:pt x="0" y="8860"/>
                  <a:pt x="0" y="9230"/>
                </a:cubicBezTo>
                <a:lnTo>
                  <a:pt x="0" y="9614"/>
                </a:lnTo>
                <a:cubicBezTo>
                  <a:pt x="0" y="9980"/>
                  <a:pt x="297" y="10282"/>
                  <a:pt x="668" y="10282"/>
                </a:cubicBezTo>
                <a:lnTo>
                  <a:pt x="750" y="10282"/>
                </a:lnTo>
                <a:lnTo>
                  <a:pt x="750" y="12142"/>
                </a:lnTo>
                <a:cubicBezTo>
                  <a:pt x="750" y="13111"/>
                  <a:pt x="1536" y="13902"/>
                  <a:pt x="2505" y="13902"/>
                </a:cubicBezTo>
                <a:lnTo>
                  <a:pt x="5166" y="13902"/>
                </a:lnTo>
                <a:lnTo>
                  <a:pt x="5166" y="14465"/>
                </a:lnTo>
                <a:cubicBezTo>
                  <a:pt x="5166" y="14835"/>
                  <a:pt x="5468" y="15137"/>
                  <a:pt x="5838" y="15137"/>
                </a:cubicBezTo>
                <a:lnTo>
                  <a:pt x="6016" y="15137"/>
                </a:lnTo>
                <a:lnTo>
                  <a:pt x="6016" y="15411"/>
                </a:lnTo>
                <a:lnTo>
                  <a:pt x="4974" y="15777"/>
                </a:lnTo>
                <a:cubicBezTo>
                  <a:pt x="4823" y="15827"/>
                  <a:pt x="4741" y="15996"/>
                  <a:pt x="4796" y="16147"/>
                </a:cubicBezTo>
                <a:cubicBezTo>
                  <a:pt x="4837" y="16266"/>
                  <a:pt x="4951" y="16344"/>
                  <a:pt x="5070" y="16344"/>
                </a:cubicBezTo>
                <a:cubicBezTo>
                  <a:pt x="5102" y="16344"/>
                  <a:pt x="5134" y="16339"/>
                  <a:pt x="5166" y="16325"/>
                </a:cubicBezTo>
                <a:lnTo>
                  <a:pt x="6016" y="16028"/>
                </a:lnTo>
                <a:lnTo>
                  <a:pt x="6016" y="16417"/>
                </a:lnTo>
                <a:lnTo>
                  <a:pt x="3305" y="17368"/>
                </a:lnTo>
                <a:cubicBezTo>
                  <a:pt x="3123" y="17427"/>
                  <a:pt x="2976" y="17546"/>
                  <a:pt x="2880" y="17697"/>
                </a:cubicBezTo>
                <a:cubicBezTo>
                  <a:pt x="2771" y="17642"/>
                  <a:pt x="2647" y="17605"/>
                  <a:pt x="2519" y="17587"/>
                </a:cubicBezTo>
                <a:cubicBezTo>
                  <a:pt x="2661" y="17326"/>
                  <a:pt x="2894" y="17121"/>
                  <a:pt x="3182" y="17020"/>
                </a:cubicBezTo>
                <a:lnTo>
                  <a:pt x="3941" y="16755"/>
                </a:lnTo>
                <a:cubicBezTo>
                  <a:pt x="4096" y="16700"/>
                  <a:pt x="4174" y="16536"/>
                  <a:pt x="4124" y="16380"/>
                </a:cubicBezTo>
                <a:cubicBezTo>
                  <a:pt x="4081" y="16261"/>
                  <a:pt x="3969" y="16185"/>
                  <a:pt x="3847" y="16185"/>
                </a:cubicBezTo>
                <a:cubicBezTo>
                  <a:pt x="3815" y="16185"/>
                  <a:pt x="3782" y="16190"/>
                  <a:pt x="3749" y="16202"/>
                </a:cubicBezTo>
                <a:lnTo>
                  <a:pt x="2990" y="16467"/>
                </a:lnTo>
                <a:cubicBezTo>
                  <a:pt x="2432" y="16659"/>
                  <a:pt x="2012" y="17116"/>
                  <a:pt x="1861" y="17678"/>
                </a:cubicBezTo>
                <a:cubicBezTo>
                  <a:pt x="1445" y="17861"/>
                  <a:pt x="1152" y="18282"/>
                  <a:pt x="1152" y="18766"/>
                </a:cubicBezTo>
                <a:cubicBezTo>
                  <a:pt x="1152" y="19425"/>
                  <a:pt x="1687" y="19960"/>
                  <a:pt x="2345" y="19960"/>
                </a:cubicBezTo>
                <a:cubicBezTo>
                  <a:pt x="3004" y="19960"/>
                  <a:pt x="3539" y="19425"/>
                  <a:pt x="3539" y="18766"/>
                </a:cubicBezTo>
                <a:cubicBezTo>
                  <a:pt x="3539" y="18520"/>
                  <a:pt x="3465" y="18291"/>
                  <a:pt x="3337" y="18099"/>
                </a:cubicBezTo>
                <a:cubicBezTo>
                  <a:pt x="3356" y="18017"/>
                  <a:pt x="3411" y="17948"/>
                  <a:pt x="3497" y="17916"/>
                </a:cubicBezTo>
                <a:lnTo>
                  <a:pt x="6016" y="17038"/>
                </a:lnTo>
                <a:lnTo>
                  <a:pt x="6016" y="17875"/>
                </a:lnTo>
                <a:cubicBezTo>
                  <a:pt x="5774" y="18094"/>
                  <a:pt x="5619" y="18410"/>
                  <a:pt x="5619" y="18766"/>
                </a:cubicBezTo>
                <a:cubicBezTo>
                  <a:pt x="5614" y="19425"/>
                  <a:pt x="6154" y="19960"/>
                  <a:pt x="6812" y="19960"/>
                </a:cubicBezTo>
                <a:cubicBezTo>
                  <a:pt x="7470" y="19960"/>
                  <a:pt x="8005" y="19425"/>
                  <a:pt x="8005" y="18766"/>
                </a:cubicBezTo>
                <a:cubicBezTo>
                  <a:pt x="8005" y="18392"/>
                  <a:pt x="7827" y="18053"/>
                  <a:pt x="7557" y="17834"/>
                </a:cubicBezTo>
                <a:lnTo>
                  <a:pt x="7557" y="17070"/>
                </a:lnTo>
                <a:lnTo>
                  <a:pt x="9989" y="17921"/>
                </a:lnTo>
                <a:cubicBezTo>
                  <a:pt x="10090" y="17953"/>
                  <a:pt x="10154" y="18044"/>
                  <a:pt x="10154" y="18149"/>
                </a:cubicBezTo>
                <a:lnTo>
                  <a:pt x="10154" y="18355"/>
                </a:lnTo>
                <a:cubicBezTo>
                  <a:pt x="10108" y="18483"/>
                  <a:pt x="10081" y="18620"/>
                  <a:pt x="10081" y="18766"/>
                </a:cubicBezTo>
                <a:cubicBezTo>
                  <a:pt x="10081" y="19425"/>
                  <a:pt x="10616" y="19960"/>
                  <a:pt x="11274" y="19960"/>
                </a:cubicBezTo>
                <a:cubicBezTo>
                  <a:pt x="11932" y="19960"/>
                  <a:pt x="12467" y="19425"/>
                  <a:pt x="12467" y="18766"/>
                </a:cubicBezTo>
                <a:cubicBezTo>
                  <a:pt x="12467" y="18222"/>
                  <a:pt x="12106" y="17765"/>
                  <a:pt x="11608" y="17619"/>
                </a:cubicBezTo>
                <a:cubicBezTo>
                  <a:pt x="11443" y="17084"/>
                  <a:pt x="11032" y="16654"/>
                  <a:pt x="10497" y="16467"/>
                </a:cubicBezTo>
                <a:lnTo>
                  <a:pt x="7557" y="15443"/>
                </a:lnTo>
                <a:lnTo>
                  <a:pt x="7557" y="15137"/>
                </a:lnTo>
                <a:lnTo>
                  <a:pt x="7781" y="15137"/>
                </a:lnTo>
                <a:cubicBezTo>
                  <a:pt x="8151" y="15137"/>
                  <a:pt x="8453" y="14835"/>
                  <a:pt x="8453" y="14465"/>
                </a:cubicBezTo>
                <a:lnTo>
                  <a:pt x="8453" y="13902"/>
                </a:lnTo>
                <a:lnTo>
                  <a:pt x="11114" y="13902"/>
                </a:lnTo>
                <a:cubicBezTo>
                  <a:pt x="12083" y="13902"/>
                  <a:pt x="12869" y="13111"/>
                  <a:pt x="12869" y="12142"/>
                </a:cubicBezTo>
                <a:lnTo>
                  <a:pt x="12869" y="10282"/>
                </a:lnTo>
                <a:lnTo>
                  <a:pt x="12956" y="10282"/>
                </a:lnTo>
                <a:cubicBezTo>
                  <a:pt x="13322" y="10282"/>
                  <a:pt x="13619" y="9980"/>
                  <a:pt x="13619" y="9614"/>
                </a:cubicBezTo>
                <a:lnTo>
                  <a:pt x="13619" y="9230"/>
                </a:lnTo>
                <a:cubicBezTo>
                  <a:pt x="13624" y="8860"/>
                  <a:pt x="13322" y="8563"/>
                  <a:pt x="12956" y="8563"/>
                </a:cubicBezTo>
                <a:lnTo>
                  <a:pt x="11667" y="8563"/>
                </a:lnTo>
                <a:cubicBezTo>
                  <a:pt x="11297" y="8563"/>
                  <a:pt x="11000" y="8860"/>
                  <a:pt x="11000" y="9230"/>
                </a:cubicBezTo>
                <a:lnTo>
                  <a:pt x="11000" y="9614"/>
                </a:lnTo>
                <a:cubicBezTo>
                  <a:pt x="11000" y="9852"/>
                  <a:pt x="11123" y="10058"/>
                  <a:pt x="11310" y="10176"/>
                </a:cubicBezTo>
                <a:lnTo>
                  <a:pt x="11310" y="12142"/>
                </a:lnTo>
                <a:cubicBezTo>
                  <a:pt x="11310" y="12188"/>
                  <a:pt x="11297" y="12225"/>
                  <a:pt x="11274" y="12257"/>
                </a:cubicBezTo>
                <a:cubicBezTo>
                  <a:pt x="11064" y="11877"/>
                  <a:pt x="10684" y="11598"/>
                  <a:pt x="10236" y="11520"/>
                </a:cubicBezTo>
                <a:lnTo>
                  <a:pt x="9916" y="9504"/>
                </a:lnTo>
                <a:cubicBezTo>
                  <a:pt x="9756" y="8480"/>
                  <a:pt x="9665" y="7429"/>
                  <a:pt x="9655" y="6377"/>
                </a:cubicBezTo>
                <a:cubicBezTo>
                  <a:pt x="9655" y="6217"/>
                  <a:pt x="9523" y="6089"/>
                  <a:pt x="9363" y="6089"/>
                </a:cubicBezTo>
                <a:cubicBezTo>
                  <a:pt x="9198" y="6089"/>
                  <a:pt x="9070" y="6222"/>
                  <a:pt x="9070" y="6382"/>
                </a:cubicBezTo>
                <a:cubicBezTo>
                  <a:pt x="9084" y="7461"/>
                  <a:pt x="9171" y="8540"/>
                  <a:pt x="9340" y="9596"/>
                </a:cubicBezTo>
                <a:lnTo>
                  <a:pt x="9642" y="11498"/>
                </a:lnTo>
                <a:lnTo>
                  <a:pt x="7105" y="11498"/>
                </a:lnTo>
                <a:lnTo>
                  <a:pt x="7105" y="3223"/>
                </a:lnTo>
                <a:lnTo>
                  <a:pt x="9271" y="3223"/>
                </a:lnTo>
                <a:cubicBezTo>
                  <a:pt x="9189" y="3831"/>
                  <a:pt x="9130" y="4453"/>
                  <a:pt x="9098" y="5070"/>
                </a:cubicBezTo>
                <a:cubicBezTo>
                  <a:pt x="9089" y="5230"/>
                  <a:pt x="9217" y="5367"/>
                  <a:pt x="9377" y="5376"/>
                </a:cubicBezTo>
                <a:lnTo>
                  <a:pt x="9390" y="5376"/>
                </a:lnTo>
                <a:cubicBezTo>
                  <a:pt x="9546" y="5376"/>
                  <a:pt x="9674" y="5253"/>
                  <a:pt x="9683" y="5097"/>
                </a:cubicBezTo>
                <a:cubicBezTo>
                  <a:pt x="9715" y="4430"/>
                  <a:pt x="9783" y="3762"/>
                  <a:pt x="9879" y="3109"/>
                </a:cubicBezTo>
                <a:cubicBezTo>
                  <a:pt x="10332" y="2903"/>
                  <a:pt x="10652" y="2446"/>
                  <a:pt x="10652" y="1916"/>
                </a:cubicBezTo>
                <a:lnTo>
                  <a:pt x="10652" y="1307"/>
                </a:lnTo>
                <a:cubicBezTo>
                  <a:pt x="10652" y="585"/>
                  <a:pt x="10062" y="0"/>
                  <a:pt x="934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9" name="Google Shape;959;p34"/>
          <p:cNvGrpSpPr/>
          <p:nvPr/>
        </p:nvGrpSpPr>
        <p:grpSpPr>
          <a:xfrm>
            <a:off x="1428717" y="4140679"/>
            <a:ext cx="272865" cy="488471"/>
            <a:chOff x="1428717" y="4140679"/>
            <a:chExt cx="272865" cy="488471"/>
          </a:xfrm>
        </p:grpSpPr>
        <p:sp>
          <p:nvSpPr>
            <p:cNvPr id="960" name="Google Shape;960;p34"/>
            <p:cNvSpPr/>
            <p:nvPr/>
          </p:nvSpPr>
          <p:spPr>
            <a:xfrm>
              <a:off x="1464277" y="4192118"/>
              <a:ext cx="27676" cy="14365"/>
            </a:xfrm>
            <a:custGeom>
              <a:rect b="b" l="l" r="r" t="t"/>
              <a:pathLst>
                <a:path extrusionOk="0" h="587" w="1131">
                  <a:moveTo>
                    <a:pt x="294" y="1"/>
                  </a:moveTo>
                  <a:cubicBezTo>
                    <a:pt x="134" y="1"/>
                    <a:pt x="1" y="134"/>
                    <a:pt x="1" y="294"/>
                  </a:cubicBezTo>
                  <a:cubicBezTo>
                    <a:pt x="1" y="454"/>
                    <a:pt x="134" y="586"/>
                    <a:pt x="294" y="586"/>
                  </a:cubicBezTo>
                  <a:lnTo>
                    <a:pt x="838" y="586"/>
                  </a:lnTo>
                  <a:cubicBezTo>
                    <a:pt x="998" y="586"/>
                    <a:pt x="1130" y="454"/>
                    <a:pt x="1130" y="294"/>
                  </a:cubicBezTo>
                  <a:cubicBezTo>
                    <a:pt x="1130" y="134"/>
                    <a:pt x="998" y="1"/>
                    <a:pt x="8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1428717" y="4140679"/>
              <a:ext cx="272865" cy="488471"/>
            </a:xfrm>
            <a:custGeom>
              <a:rect b="b" l="l" r="r" t="t"/>
              <a:pathLst>
                <a:path extrusionOk="0" h="19960" w="11151">
                  <a:moveTo>
                    <a:pt x="1267" y="0"/>
                  </a:moveTo>
                  <a:cubicBezTo>
                    <a:pt x="567" y="0"/>
                    <a:pt x="0" y="567"/>
                    <a:pt x="0" y="1266"/>
                  </a:cubicBezTo>
                  <a:lnTo>
                    <a:pt x="0" y="18693"/>
                  </a:lnTo>
                  <a:cubicBezTo>
                    <a:pt x="0" y="19393"/>
                    <a:pt x="567" y="19960"/>
                    <a:pt x="1267" y="19960"/>
                  </a:cubicBezTo>
                  <a:lnTo>
                    <a:pt x="9884" y="19960"/>
                  </a:lnTo>
                  <a:cubicBezTo>
                    <a:pt x="10584" y="19960"/>
                    <a:pt x="11150" y="19393"/>
                    <a:pt x="11150" y="18693"/>
                  </a:cubicBezTo>
                  <a:lnTo>
                    <a:pt x="11150" y="15109"/>
                  </a:lnTo>
                  <a:cubicBezTo>
                    <a:pt x="11150" y="14949"/>
                    <a:pt x="11022" y="14817"/>
                    <a:pt x="10858" y="14817"/>
                  </a:cubicBezTo>
                  <a:cubicBezTo>
                    <a:pt x="10698" y="14817"/>
                    <a:pt x="10565" y="14949"/>
                    <a:pt x="10565" y="15109"/>
                  </a:cubicBezTo>
                  <a:lnTo>
                    <a:pt x="10565" y="18693"/>
                  </a:lnTo>
                  <a:cubicBezTo>
                    <a:pt x="10565" y="19068"/>
                    <a:pt x="10259" y="19375"/>
                    <a:pt x="9884" y="19375"/>
                  </a:cubicBezTo>
                  <a:lnTo>
                    <a:pt x="1267" y="19375"/>
                  </a:lnTo>
                  <a:cubicBezTo>
                    <a:pt x="892" y="19375"/>
                    <a:pt x="585" y="19068"/>
                    <a:pt x="585" y="18693"/>
                  </a:cubicBezTo>
                  <a:lnTo>
                    <a:pt x="585" y="1266"/>
                  </a:lnTo>
                  <a:cubicBezTo>
                    <a:pt x="585" y="891"/>
                    <a:pt x="892" y="585"/>
                    <a:pt x="1267" y="585"/>
                  </a:cubicBezTo>
                  <a:lnTo>
                    <a:pt x="2332" y="585"/>
                  </a:lnTo>
                  <a:lnTo>
                    <a:pt x="2569" y="1257"/>
                  </a:lnTo>
                  <a:cubicBezTo>
                    <a:pt x="2720" y="1687"/>
                    <a:pt x="3127" y="1975"/>
                    <a:pt x="3580" y="1975"/>
                  </a:cubicBezTo>
                  <a:lnTo>
                    <a:pt x="7571" y="1975"/>
                  </a:lnTo>
                  <a:cubicBezTo>
                    <a:pt x="8028" y="1975"/>
                    <a:pt x="8430" y="1687"/>
                    <a:pt x="8586" y="1257"/>
                  </a:cubicBezTo>
                  <a:lnTo>
                    <a:pt x="8823" y="585"/>
                  </a:lnTo>
                  <a:lnTo>
                    <a:pt x="9884" y="585"/>
                  </a:lnTo>
                  <a:cubicBezTo>
                    <a:pt x="10259" y="585"/>
                    <a:pt x="10565" y="891"/>
                    <a:pt x="10565" y="1266"/>
                  </a:cubicBezTo>
                  <a:lnTo>
                    <a:pt x="10565" y="13811"/>
                  </a:lnTo>
                  <a:cubicBezTo>
                    <a:pt x="10565" y="13971"/>
                    <a:pt x="10698" y="14103"/>
                    <a:pt x="10858" y="14103"/>
                  </a:cubicBezTo>
                  <a:cubicBezTo>
                    <a:pt x="11022" y="14103"/>
                    <a:pt x="11150" y="13971"/>
                    <a:pt x="11150" y="13811"/>
                  </a:cubicBezTo>
                  <a:lnTo>
                    <a:pt x="11150" y="1266"/>
                  </a:lnTo>
                  <a:cubicBezTo>
                    <a:pt x="11150" y="567"/>
                    <a:pt x="10584" y="0"/>
                    <a:pt x="9884" y="0"/>
                  </a:cubicBezTo>
                  <a:lnTo>
                    <a:pt x="5445" y="0"/>
                  </a:lnTo>
                  <a:cubicBezTo>
                    <a:pt x="5285" y="0"/>
                    <a:pt x="5152" y="128"/>
                    <a:pt x="5152" y="293"/>
                  </a:cubicBezTo>
                  <a:cubicBezTo>
                    <a:pt x="5152" y="453"/>
                    <a:pt x="5285" y="585"/>
                    <a:pt x="5445" y="585"/>
                  </a:cubicBezTo>
                  <a:lnTo>
                    <a:pt x="8202" y="585"/>
                  </a:lnTo>
                  <a:lnTo>
                    <a:pt x="8033" y="1065"/>
                  </a:lnTo>
                  <a:cubicBezTo>
                    <a:pt x="7964" y="1257"/>
                    <a:pt x="7777" y="1390"/>
                    <a:pt x="7571" y="1390"/>
                  </a:cubicBezTo>
                  <a:lnTo>
                    <a:pt x="3580" y="1390"/>
                  </a:lnTo>
                  <a:cubicBezTo>
                    <a:pt x="3374" y="1390"/>
                    <a:pt x="3187" y="1257"/>
                    <a:pt x="3118" y="1065"/>
                  </a:cubicBezTo>
                  <a:lnTo>
                    <a:pt x="2949" y="585"/>
                  </a:lnTo>
                  <a:lnTo>
                    <a:pt x="4147" y="585"/>
                  </a:lnTo>
                  <a:cubicBezTo>
                    <a:pt x="4307" y="585"/>
                    <a:pt x="4439" y="453"/>
                    <a:pt x="4439" y="293"/>
                  </a:cubicBezTo>
                  <a:cubicBezTo>
                    <a:pt x="4439" y="128"/>
                    <a:pt x="4307" y="0"/>
                    <a:pt x="4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1616012" y="4473835"/>
              <a:ext cx="44095" cy="75644"/>
            </a:xfrm>
            <a:custGeom>
              <a:rect b="b" l="l" r="r" t="t"/>
              <a:pathLst>
                <a:path extrusionOk="0" h="3091" w="1802">
                  <a:moveTo>
                    <a:pt x="901" y="0"/>
                  </a:moveTo>
                  <a:cubicBezTo>
                    <a:pt x="741" y="0"/>
                    <a:pt x="608" y="128"/>
                    <a:pt x="608" y="293"/>
                  </a:cubicBezTo>
                  <a:lnTo>
                    <a:pt x="608" y="352"/>
                  </a:lnTo>
                  <a:cubicBezTo>
                    <a:pt x="265" y="425"/>
                    <a:pt x="5" y="732"/>
                    <a:pt x="5" y="1097"/>
                  </a:cubicBezTo>
                  <a:cubicBezTo>
                    <a:pt x="5" y="1513"/>
                    <a:pt x="343" y="1856"/>
                    <a:pt x="764" y="1856"/>
                  </a:cubicBezTo>
                  <a:lnTo>
                    <a:pt x="1042" y="1856"/>
                  </a:lnTo>
                  <a:cubicBezTo>
                    <a:pt x="1138" y="1856"/>
                    <a:pt x="1216" y="1934"/>
                    <a:pt x="1216" y="2030"/>
                  </a:cubicBezTo>
                  <a:cubicBezTo>
                    <a:pt x="1216" y="2126"/>
                    <a:pt x="1138" y="2204"/>
                    <a:pt x="1042" y="2204"/>
                  </a:cubicBezTo>
                  <a:lnTo>
                    <a:pt x="764" y="2204"/>
                  </a:lnTo>
                  <a:cubicBezTo>
                    <a:pt x="690" y="2204"/>
                    <a:pt x="631" y="2163"/>
                    <a:pt x="604" y="2099"/>
                  </a:cubicBezTo>
                  <a:cubicBezTo>
                    <a:pt x="556" y="1986"/>
                    <a:pt x="447" y="1919"/>
                    <a:pt x="334" y="1919"/>
                  </a:cubicBezTo>
                  <a:cubicBezTo>
                    <a:pt x="295" y="1919"/>
                    <a:pt x="257" y="1927"/>
                    <a:pt x="220" y="1943"/>
                  </a:cubicBezTo>
                  <a:cubicBezTo>
                    <a:pt x="69" y="2003"/>
                    <a:pt x="0" y="2176"/>
                    <a:pt x="64" y="2323"/>
                  </a:cubicBezTo>
                  <a:cubicBezTo>
                    <a:pt x="160" y="2560"/>
                    <a:pt x="370" y="2725"/>
                    <a:pt x="608" y="2771"/>
                  </a:cubicBezTo>
                  <a:lnTo>
                    <a:pt x="608" y="2798"/>
                  </a:lnTo>
                  <a:cubicBezTo>
                    <a:pt x="608" y="2958"/>
                    <a:pt x="741" y="3091"/>
                    <a:pt x="901" y="3091"/>
                  </a:cubicBezTo>
                  <a:cubicBezTo>
                    <a:pt x="1065" y="3091"/>
                    <a:pt x="1193" y="2958"/>
                    <a:pt x="1193" y="2798"/>
                  </a:cubicBezTo>
                  <a:lnTo>
                    <a:pt x="1193" y="2771"/>
                  </a:lnTo>
                  <a:cubicBezTo>
                    <a:pt x="1541" y="2702"/>
                    <a:pt x="1801" y="2396"/>
                    <a:pt x="1801" y="2030"/>
                  </a:cubicBezTo>
                  <a:cubicBezTo>
                    <a:pt x="1801" y="1609"/>
                    <a:pt x="1463" y="1271"/>
                    <a:pt x="1042" y="1271"/>
                  </a:cubicBezTo>
                  <a:lnTo>
                    <a:pt x="764" y="1271"/>
                  </a:lnTo>
                  <a:cubicBezTo>
                    <a:pt x="668" y="1271"/>
                    <a:pt x="590" y="1193"/>
                    <a:pt x="590" y="1097"/>
                  </a:cubicBezTo>
                  <a:cubicBezTo>
                    <a:pt x="590" y="1001"/>
                    <a:pt x="668" y="924"/>
                    <a:pt x="764" y="924"/>
                  </a:cubicBezTo>
                  <a:lnTo>
                    <a:pt x="1042" y="924"/>
                  </a:lnTo>
                  <a:cubicBezTo>
                    <a:pt x="1102" y="924"/>
                    <a:pt x="1157" y="951"/>
                    <a:pt x="1189" y="1001"/>
                  </a:cubicBezTo>
                  <a:cubicBezTo>
                    <a:pt x="1246" y="1084"/>
                    <a:pt x="1337" y="1130"/>
                    <a:pt x="1431" y="1130"/>
                  </a:cubicBezTo>
                  <a:cubicBezTo>
                    <a:pt x="1487" y="1130"/>
                    <a:pt x="1544" y="1113"/>
                    <a:pt x="1596" y="1079"/>
                  </a:cubicBezTo>
                  <a:cubicBezTo>
                    <a:pt x="1728" y="988"/>
                    <a:pt x="1765" y="809"/>
                    <a:pt x="1673" y="672"/>
                  </a:cubicBezTo>
                  <a:cubicBezTo>
                    <a:pt x="1559" y="508"/>
                    <a:pt x="1390" y="393"/>
                    <a:pt x="1193" y="357"/>
                  </a:cubicBezTo>
                  <a:lnTo>
                    <a:pt x="1193" y="293"/>
                  </a:lnTo>
                  <a:cubicBezTo>
                    <a:pt x="1193" y="128"/>
                    <a:pt x="1065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1470224" y="4476282"/>
              <a:ext cx="79895" cy="14341"/>
            </a:xfrm>
            <a:custGeom>
              <a:rect b="b" l="l" r="r" t="t"/>
              <a:pathLst>
                <a:path extrusionOk="0" h="586" w="3265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972" y="586"/>
                  </a:lnTo>
                  <a:cubicBezTo>
                    <a:pt x="3132" y="586"/>
                    <a:pt x="3264" y="453"/>
                    <a:pt x="3264" y="293"/>
                  </a:cubicBezTo>
                  <a:cubicBezTo>
                    <a:pt x="3264" y="133"/>
                    <a:pt x="3132" y="1"/>
                    <a:pt x="29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1562513" y="4504473"/>
              <a:ext cx="36729" cy="14365"/>
            </a:xfrm>
            <a:custGeom>
              <a:rect b="b" l="l" r="r" t="t"/>
              <a:pathLst>
                <a:path extrusionOk="0" h="587" w="1501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1208" y="586"/>
                  </a:lnTo>
                  <a:cubicBezTo>
                    <a:pt x="1368" y="586"/>
                    <a:pt x="1500" y="453"/>
                    <a:pt x="1500" y="293"/>
                  </a:cubicBezTo>
                  <a:cubicBezTo>
                    <a:pt x="1500" y="133"/>
                    <a:pt x="1368" y="1"/>
                    <a:pt x="1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1470224" y="4504473"/>
              <a:ext cx="42186" cy="14365"/>
            </a:xfrm>
            <a:custGeom>
              <a:rect b="b" l="l" r="r" t="t"/>
              <a:pathLst>
                <a:path extrusionOk="0" h="587" w="1724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431" y="586"/>
                  </a:lnTo>
                  <a:cubicBezTo>
                    <a:pt x="1596" y="586"/>
                    <a:pt x="1724" y="453"/>
                    <a:pt x="1724" y="293"/>
                  </a:cubicBezTo>
                  <a:cubicBezTo>
                    <a:pt x="1724" y="133"/>
                    <a:pt x="1596" y="1"/>
                    <a:pt x="1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1522254" y="4504473"/>
              <a:ext cx="27871" cy="14365"/>
            </a:xfrm>
            <a:custGeom>
              <a:rect b="b" l="l" r="r" t="t"/>
              <a:pathLst>
                <a:path extrusionOk="0" h="587" w="1139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846" y="586"/>
                  </a:lnTo>
                  <a:cubicBezTo>
                    <a:pt x="1006" y="586"/>
                    <a:pt x="1138" y="453"/>
                    <a:pt x="1138" y="293"/>
                  </a:cubicBezTo>
                  <a:cubicBezTo>
                    <a:pt x="1138" y="133"/>
                    <a:pt x="1006" y="1"/>
                    <a:pt x="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1470224" y="4532664"/>
              <a:ext cx="106640" cy="14365"/>
            </a:xfrm>
            <a:custGeom>
              <a:rect b="b" l="l" r="r" t="t"/>
              <a:pathLst>
                <a:path extrusionOk="0" h="587" w="4358">
                  <a:moveTo>
                    <a:pt x="293" y="1"/>
                  </a:moveTo>
                  <a:cubicBezTo>
                    <a:pt x="133" y="1"/>
                    <a:pt x="0" y="129"/>
                    <a:pt x="0" y="294"/>
                  </a:cubicBezTo>
                  <a:cubicBezTo>
                    <a:pt x="0" y="454"/>
                    <a:pt x="133" y="586"/>
                    <a:pt x="293" y="586"/>
                  </a:cubicBezTo>
                  <a:lnTo>
                    <a:pt x="4064" y="586"/>
                  </a:lnTo>
                  <a:cubicBezTo>
                    <a:pt x="4224" y="586"/>
                    <a:pt x="4357" y="454"/>
                    <a:pt x="4357" y="294"/>
                  </a:cubicBezTo>
                  <a:cubicBezTo>
                    <a:pt x="4357" y="129"/>
                    <a:pt x="4224" y="1"/>
                    <a:pt x="4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1546409" y="4574780"/>
              <a:ext cx="37513" cy="25158"/>
            </a:xfrm>
            <a:custGeom>
              <a:rect b="b" l="l" r="r" t="t"/>
              <a:pathLst>
                <a:path extrusionOk="0" h="1028" w="1533">
                  <a:moveTo>
                    <a:pt x="323" y="0"/>
                  </a:moveTo>
                  <a:cubicBezTo>
                    <a:pt x="247" y="0"/>
                    <a:pt x="172" y="29"/>
                    <a:pt x="115" y="86"/>
                  </a:cubicBezTo>
                  <a:cubicBezTo>
                    <a:pt x="1" y="200"/>
                    <a:pt x="1" y="383"/>
                    <a:pt x="115" y="497"/>
                  </a:cubicBezTo>
                  <a:lnTo>
                    <a:pt x="558" y="941"/>
                  </a:lnTo>
                  <a:cubicBezTo>
                    <a:pt x="613" y="995"/>
                    <a:pt x="691" y="1027"/>
                    <a:pt x="769" y="1027"/>
                  </a:cubicBezTo>
                  <a:cubicBezTo>
                    <a:pt x="846" y="1027"/>
                    <a:pt x="919" y="995"/>
                    <a:pt x="974" y="941"/>
                  </a:cubicBezTo>
                  <a:lnTo>
                    <a:pt x="1418" y="497"/>
                  </a:lnTo>
                  <a:cubicBezTo>
                    <a:pt x="1532" y="383"/>
                    <a:pt x="1532" y="200"/>
                    <a:pt x="1418" y="86"/>
                  </a:cubicBezTo>
                  <a:cubicBezTo>
                    <a:pt x="1361" y="29"/>
                    <a:pt x="1285" y="0"/>
                    <a:pt x="1210" y="0"/>
                  </a:cubicBezTo>
                  <a:cubicBezTo>
                    <a:pt x="1134" y="0"/>
                    <a:pt x="1059" y="29"/>
                    <a:pt x="1002" y="86"/>
                  </a:cubicBezTo>
                  <a:lnTo>
                    <a:pt x="769" y="319"/>
                  </a:lnTo>
                  <a:lnTo>
                    <a:pt x="531" y="86"/>
                  </a:lnTo>
                  <a:cubicBezTo>
                    <a:pt x="474" y="29"/>
                    <a:pt x="39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1457351" y="4224469"/>
              <a:ext cx="215605" cy="215603"/>
            </a:xfrm>
            <a:custGeom>
              <a:rect b="b" l="l" r="r" t="t"/>
              <a:pathLst>
                <a:path extrusionOk="0" h="8810" w="8811">
                  <a:moveTo>
                    <a:pt x="4408" y="585"/>
                  </a:moveTo>
                  <a:cubicBezTo>
                    <a:pt x="6511" y="585"/>
                    <a:pt x="8225" y="2300"/>
                    <a:pt x="8225" y="4403"/>
                  </a:cubicBezTo>
                  <a:cubicBezTo>
                    <a:pt x="8225" y="6510"/>
                    <a:pt x="6511" y="8224"/>
                    <a:pt x="4408" y="8224"/>
                  </a:cubicBezTo>
                  <a:cubicBezTo>
                    <a:pt x="2300" y="8224"/>
                    <a:pt x="586" y="6510"/>
                    <a:pt x="586" y="4403"/>
                  </a:cubicBezTo>
                  <a:cubicBezTo>
                    <a:pt x="586" y="2300"/>
                    <a:pt x="2300" y="585"/>
                    <a:pt x="4408" y="585"/>
                  </a:cubicBezTo>
                  <a:close/>
                  <a:moveTo>
                    <a:pt x="4408" y="0"/>
                  </a:moveTo>
                  <a:cubicBezTo>
                    <a:pt x="1975" y="0"/>
                    <a:pt x="1" y="1975"/>
                    <a:pt x="1" y="4403"/>
                  </a:cubicBezTo>
                  <a:cubicBezTo>
                    <a:pt x="1" y="6830"/>
                    <a:pt x="1975" y="8810"/>
                    <a:pt x="4408" y="8810"/>
                  </a:cubicBezTo>
                  <a:cubicBezTo>
                    <a:pt x="6835" y="8810"/>
                    <a:pt x="8810" y="6830"/>
                    <a:pt x="8810" y="4403"/>
                  </a:cubicBezTo>
                  <a:cubicBezTo>
                    <a:pt x="8810" y="1975"/>
                    <a:pt x="6835" y="0"/>
                    <a:pt x="44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1479940" y="4246959"/>
              <a:ext cx="170531" cy="170524"/>
            </a:xfrm>
            <a:custGeom>
              <a:rect b="b" l="l" r="r" t="t"/>
              <a:pathLst>
                <a:path extrusionOk="0" h="6968" w="6969">
                  <a:moveTo>
                    <a:pt x="3485" y="0"/>
                  </a:moveTo>
                  <a:cubicBezTo>
                    <a:pt x="2781" y="0"/>
                    <a:pt x="2104" y="210"/>
                    <a:pt x="1523" y="603"/>
                  </a:cubicBezTo>
                  <a:cubicBezTo>
                    <a:pt x="1391" y="695"/>
                    <a:pt x="1354" y="878"/>
                    <a:pt x="1446" y="1010"/>
                  </a:cubicBezTo>
                  <a:cubicBezTo>
                    <a:pt x="1503" y="1093"/>
                    <a:pt x="1596" y="1139"/>
                    <a:pt x="1690" y="1139"/>
                  </a:cubicBezTo>
                  <a:cubicBezTo>
                    <a:pt x="1746" y="1139"/>
                    <a:pt x="1803" y="1122"/>
                    <a:pt x="1852" y="1088"/>
                  </a:cubicBezTo>
                  <a:cubicBezTo>
                    <a:pt x="2333" y="759"/>
                    <a:pt x="2899" y="585"/>
                    <a:pt x="3485" y="585"/>
                  </a:cubicBezTo>
                  <a:cubicBezTo>
                    <a:pt x="5080" y="585"/>
                    <a:pt x="6383" y="1888"/>
                    <a:pt x="6383" y="3484"/>
                  </a:cubicBezTo>
                  <a:cubicBezTo>
                    <a:pt x="6383" y="5084"/>
                    <a:pt x="5080" y="6382"/>
                    <a:pt x="3485" y="6382"/>
                  </a:cubicBezTo>
                  <a:cubicBezTo>
                    <a:pt x="1884" y="6382"/>
                    <a:pt x="586" y="5084"/>
                    <a:pt x="586" y="3484"/>
                  </a:cubicBezTo>
                  <a:cubicBezTo>
                    <a:pt x="586" y="2935"/>
                    <a:pt x="737" y="2400"/>
                    <a:pt x="1034" y="1938"/>
                  </a:cubicBezTo>
                  <a:cubicBezTo>
                    <a:pt x="1116" y="1801"/>
                    <a:pt x="1080" y="1618"/>
                    <a:pt x="943" y="1532"/>
                  </a:cubicBezTo>
                  <a:cubicBezTo>
                    <a:pt x="894" y="1502"/>
                    <a:pt x="839" y="1488"/>
                    <a:pt x="785" y="1488"/>
                  </a:cubicBezTo>
                  <a:cubicBezTo>
                    <a:pt x="688" y="1488"/>
                    <a:pt x="592" y="1535"/>
                    <a:pt x="536" y="1623"/>
                  </a:cubicBezTo>
                  <a:cubicBezTo>
                    <a:pt x="184" y="2181"/>
                    <a:pt x="1" y="2825"/>
                    <a:pt x="1" y="3484"/>
                  </a:cubicBezTo>
                  <a:cubicBezTo>
                    <a:pt x="1" y="5404"/>
                    <a:pt x="1560" y="6967"/>
                    <a:pt x="3485" y="6967"/>
                  </a:cubicBezTo>
                  <a:cubicBezTo>
                    <a:pt x="5405" y="6967"/>
                    <a:pt x="6968" y="5404"/>
                    <a:pt x="6968" y="3484"/>
                  </a:cubicBezTo>
                  <a:cubicBezTo>
                    <a:pt x="6968" y="1564"/>
                    <a:pt x="5405" y="0"/>
                    <a:pt x="3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1558034" y="4268763"/>
              <a:ext cx="14364" cy="20263"/>
            </a:xfrm>
            <a:custGeom>
              <a:rect b="b" l="l" r="r" t="t"/>
              <a:pathLst>
                <a:path extrusionOk="0" h="828" w="587">
                  <a:moveTo>
                    <a:pt x="294" y="1"/>
                  </a:moveTo>
                  <a:cubicBezTo>
                    <a:pt x="129" y="1"/>
                    <a:pt x="1" y="133"/>
                    <a:pt x="1" y="293"/>
                  </a:cubicBezTo>
                  <a:lnTo>
                    <a:pt x="1" y="535"/>
                  </a:lnTo>
                  <a:cubicBezTo>
                    <a:pt x="1" y="695"/>
                    <a:pt x="129" y="828"/>
                    <a:pt x="294" y="828"/>
                  </a:cubicBezTo>
                  <a:cubicBezTo>
                    <a:pt x="454" y="828"/>
                    <a:pt x="586" y="695"/>
                    <a:pt x="586" y="535"/>
                  </a:cubicBezTo>
                  <a:lnTo>
                    <a:pt x="586" y="293"/>
                  </a:lnTo>
                  <a:cubicBezTo>
                    <a:pt x="586" y="133"/>
                    <a:pt x="454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1558034" y="4375386"/>
              <a:ext cx="14364" cy="20386"/>
            </a:xfrm>
            <a:custGeom>
              <a:rect b="b" l="l" r="r" t="t"/>
              <a:pathLst>
                <a:path extrusionOk="0" h="833" w="587">
                  <a:moveTo>
                    <a:pt x="294" y="0"/>
                  </a:moveTo>
                  <a:cubicBezTo>
                    <a:pt x="129" y="0"/>
                    <a:pt x="1" y="133"/>
                    <a:pt x="1" y="293"/>
                  </a:cubicBezTo>
                  <a:lnTo>
                    <a:pt x="1" y="540"/>
                  </a:lnTo>
                  <a:cubicBezTo>
                    <a:pt x="1" y="700"/>
                    <a:pt x="129" y="832"/>
                    <a:pt x="294" y="832"/>
                  </a:cubicBezTo>
                  <a:cubicBezTo>
                    <a:pt x="454" y="832"/>
                    <a:pt x="586" y="700"/>
                    <a:pt x="586" y="540"/>
                  </a:cubicBezTo>
                  <a:lnTo>
                    <a:pt x="586" y="293"/>
                  </a:lnTo>
                  <a:cubicBezTo>
                    <a:pt x="586" y="133"/>
                    <a:pt x="454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1501647" y="4325048"/>
              <a:ext cx="20384" cy="14341"/>
            </a:xfrm>
            <a:custGeom>
              <a:rect b="b" l="l" r="r" t="t"/>
              <a:pathLst>
                <a:path extrusionOk="0" h="586" w="833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7"/>
                    <a:pt x="133" y="585"/>
                    <a:pt x="293" y="585"/>
                  </a:cubicBezTo>
                  <a:lnTo>
                    <a:pt x="540" y="585"/>
                  </a:lnTo>
                  <a:cubicBezTo>
                    <a:pt x="700" y="585"/>
                    <a:pt x="833" y="457"/>
                    <a:pt x="833" y="293"/>
                  </a:cubicBezTo>
                  <a:cubicBezTo>
                    <a:pt x="833" y="133"/>
                    <a:pt x="700" y="0"/>
                    <a:pt x="5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1608401" y="4325048"/>
              <a:ext cx="20261" cy="14341"/>
            </a:xfrm>
            <a:custGeom>
              <a:rect b="b" l="l" r="r" t="t"/>
              <a:pathLst>
                <a:path extrusionOk="0" h="586" w="828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7"/>
                    <a:pt x="128" y="585"/>
                    <a:pt x="293" y="585"/>
                  </a:cubicBezTo>
                  <a:lnTo>
                    <a:pt x="535" y="585"/>
                  </a:lnTo>
                  <a:cubicBezTo>
                    <a:pt x="695" y="585"/>
                    <a:pt x="828" y="457"/>
                    <a:pt x="828" y="293"/>
                  </a:cubicBezTo>
                  <a:cubicBezTo>
                    <a:pt x="828" y="133"/>
                    <a:pt x="695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1528837" y="4276300"/>
              <a:ext cx="16370" cy="14292"/>
            </a:xfrm>
            <a:custGeom>
              <a:rect b="b" l="l" r="r" t="t"/>
              <a:pathLst>
                <a:path extrusionOk="0" h="584" w="669">
                  <a:moveTo>
                    <a:pt x="335" y="0"/>
                  </a:moveTo>
                  <a:cubicBezTo>
                    <a:pt x="285" y="0"/>
                    <a:pt x="235" y="13"/>
                    <a:pt x="188" y="40"/>
                  </a:cubicBezTo>
                  <a:cubicBezTo>
                    <a:pt x="46" y="118"/>
                    <a:pt x="1" y="296"/>
                    <a:pt x="78" y="438"/>
                  </a:cubicBezTo>
                  <a:lnTo>
                    <a:pt x="83" y="442"/>
                  </a:lnTo>
                  <a:cubicBezTo>
                    <a:pt x="138" y="534"/>
                    <a:pt x="234" y="584"/>
                    <a:pt x="335" y="584"/>
                  </a:cubicBezTo>
                  <a:cubicBezTo>
                    <a:pt x="385" y="584"/>
                    <a:pt x="435" y="575"/>
                    <a:pt x="481" y="547"/>
                  </a:cubicBezTo>
                  <a:cubicBezTo>
                    <a:pt x="618" y="465"/>
                    <a:pt x="668" y="287"/>
                    <a:pt x="586" y="145"/>
                  </a:cubicBezTo>
                  <a:cubicBezTo>
                    <a:pt x="534" y="53"/>
                    <a:pt x="436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1585126" y="4373795"/>
              <a:ext cx="16346" cy="14365"/>
            </a:xfrm>
            <a:custGeom>
              <a:rect b="b" l="l" r="r" t="t"/>
              <a:pathLst>
                <a:path extrusionOk="0" h="587" w="668">
                  <a:moveTo>
                    <a:pt x="334" y="0"/>
                  </a:moveTo>
                  <a:cubicBezTo>
                    <a:pt x="284" y="0"/>
                    <a:pt x="234" y="12"/>
                    <a:pt x="188" y="38"/>
                  </a:cubicBezTo>
                  <a:cubicBezTo>
                    <a:pt x="51" y="120"/>
                    <a:pt x="0" y="298"/>
                    <a:pt x="83" y="440"/>
                  </a:cubicBezTo>
                  <a:cubicBezTo>
                    <a:pt x="137" y="536"/>
                    <a:pt x="233" y="586"/>
                    <a:pt x="334" y="586"/>
                  </a:cubicBezTo>
                  <a:cubicBezTo>
                    <a:pt x="384" y="586"/>
                    <a:pt x="435" y="573"/>
                    <a:pt x="480" y="550"/>
                  </a:cubicBezTo>
                  <a:cubicBezTo>
                    <a:pt x="622" y="468"/>
                    <a:pt x="668" y="289"/>
                    <a:pt x="590" y="148"/>
                  </a:cubicBezTo>
                  <a:cubicBezTo>
                    <a:pt x="535" y="52"/>
                    <a:pt x="436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1508157" y="4296881"/>
              <a:ext cx="16468" cy="14414"/>
            </a:xfrm>
            <a:custGeom>
              <a:rect b="b" l="l" r="r" t="t"/>
              <a:pathLst>
                <a:path extrusionOk="0" h="589" w="673">
                  <a:moveTo>
                    <a:pt x="336" y="0"/>
                  </a:moveTo>
                  <a:cubicBezTo>
                    <a:pt x="235" y="0"/>
                    <a:pt x="135" y="54"/>
                    <a:pt x="82" y="150"/>
                  </a:cubicBezTo>
                  <a:cubicBezTo>
                    <a:pt x="0" y="287"/>
                    <a:pt x="50" y="465"/>
                    <a:pt x="192" y="548"/>
                  </a:cubicBezTo>
                  <a:cubicBezTo>
                    <a:pt x="238" y="575"/>
                    <a:pt x="288" y="589"/>
                    <a:pt x="338" y="589"/>
                  </a:cubicBezTo>
                  <a:cubicBezTo>
                    <a:pt x="439" y="589"/>
                    <a:pt x="535" y="534"/>
                    <a:pt x="590" y="438"/>
                  </a:cubicBezTo>
                  <a:cubicBezTo>
                    <a:pt x="672" y="301"/>
                    <a:pt x="622" y="118"/>
                    <a:pt x="480" y="40"/>
                  </a:cubicBezTo>
                  <a:cubicBezTo>
                    <a:pt x="435" y="13"/>
                    <a:pt x="385" y="0"/>
                    <a:pt x="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1605708" y="4353214"/>
              <a:ext cx="16468" cy="14365"/>
            </a:xfrm>
            <a:custGeom>
              <a:rect b="b" l="l" r="r" t="t"/>
              <a:pathLst>
                <a:path extrusionOk="0" h="587" w="673">
                  <a:moveTo>
                    <a:pt x="335" y="0"/>
                  </a:moveTo>
                  <a:cubicBezTo>
                    <a:pt x="233" y="0"/>
                    <a:pt x="135" y="52"/>
                    <a:pt x="83" y="147"/>
                  </a:cubicBezTo>
                  <a:cubicBezTo>
                    <a:pt x="0" y="289"/>
                    <a:pt x="51" y="467"/>
                    <a:pt x="193" y="545"/>
                  </a:cubicBezTo>
                  <a:lnTo>
                    <a:pt x="193" y="550"/>
                  </a:lnTo>
                  <a:cubicBezTo>
                    <a:pt x="238" y="573"/>
                    <a:pt x="289" y="586"/>
                    <a:pt x="339" y="586"/>
                  </a:cubicBezTo>
                  <a:cubicBezTo>
                    <a:pt x="439" y="586"/>
                    <a:pt x="535" y="531"/>
                    <a:pt x="590" y="440"/>
                  </a:cubicBezTo>
                  <a:cubicBezTo>
                    <a:pt x="673" y="298"/>
                    <a:pt x="618" y="120"/>
                    <a:pt x="481" y="38"/>
                  </a:cubicBezTo>
                  <a:cubicBezTo>
                    <a:pt x="434" y="12"/>
                    <a:pt x="384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1585126" y="4276300"/>
              <a:ext cx="16468" cy="14292"/>
            </a:xfrm>
            <a:custGeom>
              <a:rect b="b" l="l" r="r" t="t"/>
              <a:pathLst>
                <a:path extrusionOk="0" h="584" w="673">
                  <a:moveTo>
                    <a:pt x="336" y="0"/>
                  </a:moveTo>
                  <a:cubicBezTo>
                    <a:pt x="236" y="0"/>
                    <a:pt x="138" y="53"/>
                    <a:pt x="83" y="145"/>
                  </a:cubicBezTo>
                  <a:lnTo>
                    <a:pt x="83" y="150"/>
                  </a:lnTo>
                  <a:cubicBezTo>
                    <a:pt x="0" y="291"/>
                    <a:pt x="51" y="465"/>
                    <a:pt x="188" y="547"/>
                  </a:cubicBezTo>
                  <a:cubicBezTo>
                    <a:pt x="233" y="575"/>
                    <a:pt x="284" y="584"/>
                    <a:pt x="334" y="584"/>
                  </a:cubicBezTo>
                  <a:cubicBezTo>
                    <a:pt x="435" y="584"/>
                    <a:pt x="535" y="534"/>
                    <a:pt x="590" y="438"/>
                  </a:cubicBezTo>
                  <a:cubicBezTo>
                    <a:pt x="672" y="296"/>
                    <a:pt x="622" y="118"/>
                    <a:pt x="480" y="40"/>
                  </a:cubicBezTo>
                  <a:cubicBezTo>
                    <a:pt x="435" y="13"/>
                    <a:pt x="386" y="0"/>
                    <a:pt x="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1528837" y="4373795"/>
              <a:ext cx="16370" cy="14365"/>
            </a:xfrm>
            <a:custGeom>
              <a:rect b="b" l="l" r="r" t="t"/>
              <a:pathLst>
                <a:path extrusionOk="0" h="587" w="669">
                  <a:moveTo>
                    <a:pt x="335" y="0"/>
                  </a:moveTo>
                  <a:cubicBezTo>
                    <a:pt x="233" y="0"/>
                    <a:pt x="135" y="52"/>
                    <a:pt x="83" y="148"/>
                  </a:cubicBezTo>
                  <a:lnTo>
                    <a:pt x="78" y="152"/>
                  </a:lnTo>
                  <a:cubicBezTo>
                    <a:pt x="1" y="289"/>
                    <a:pt x="51" y="468"/>
                    <a:pt x="188" y="550"/>
                  </a:cubicBezTo>
                  <a:cubicBezTo>
                    <a:pt x="234" y="573"/>
                    <a:pt x="284" y="586"/>
                    <a:pt x="335" y="586"/>
                  </a:cubicBezTo>
                  <a:cubicBezTo>
                    <a:pt x="435" y="586"/>
                    <a:pt x="536" y="532"/>
                    <a:pt x="591" y="440"/>
                  </a:cubicBezTo>
                  <a:cubicBezTo>
                    <a:pt x="668" y="298"/>
                    <a:pt x="623" y="120"/>
                    <a:pt x="481" y="38"/>
                  </a:cubicBezTo>
                  <a:cubicBezTo>
                    <a:pt x="435" y="12"/>
                    <a:pt x="384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1605708" y="4296881"/>
              <a:ext cx="16468" cy="14316"/>
            </a:xfrm>
            <a:custGeom>
              <a:rect b="b" l="l" r="r" t="t"/>
              <a:pathLst>
                <a:path extrusionOk="0" h="585" w="673">
                  <a:moveTo>
                    <a:pt x="338" y="0"/>
                  </a:moveTo>
                  <a:cubicBezTo>
                    <a:pt x="289" y="0"/>
                    <a:pt x="239" y="13"/>
                    <a:pt x="193" y="40"/>
                  </a:cubicBezTo>
                  <a:cubicBezTo>
                    <a:pt x="51" y="122"/>
                    <a:pt x="0" y="301"/>
                    <a:pt x="83" y="438"/>
                  </a:cubicBezTo>
                  <a:cubicBezTo>
                    <a:pt x="138" y="534"/>
                    <a:pt x="234" y="584"/>
                    <a:pt x="339" y="584"/>
                  </a:cubicBezTo>
                  <a:cubicBezTo>
                    <a:pt x="385" y="584"/>
                    <a:pt x="435" y="575"/>
                    <a:pt x="481" y="548"/>
                  </a:cubicBezTo>
                  <a:cubicBezTo>
                    <a:pt x="622" y="470"/>
                    <a:pt x="673" y="292"/>
                    <a:pt x="590" y="150"/>
                  </a:cubicBezTo>
                  <a:cubicBezTo>
                    <a:pt x="538" y="54"/>
                    <a:pt x="440" y="0"/>
                    <a:pt x="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1508255" y="4353214"/>
              <a:ext cx="16370" cy="14365"/>
            </a:xfrm>
            <a:custGeom>
              <a:rect b="b" l="l" r="r" t="t"/>
              <a:pathLst>
                <a:path extrusionOk="0" h="587" w="669">
                  <a:moveTo>
                    <a:pt x="334" y="0"/>
                  </a:moveTo>
                  <a:cubicBezTo>
                    <a:pt x="285" y="0"/>
                    <a:pt x="234" y="12"/>
                    <a:pt x="188" y="38"/>
                  </a:cubicBezTo>
                  <a:lnTo>
                    <a:pt x="188" y="42"/>
                  </a:lnTo>
                  <a:cubicBezTo>
                    <a:pt x="46" y="120"/>
                    <a:pt x="1" y="298"/>
                    <a:pt x="78" y="440"/>
                  </a:cubicBezTo>
                  <a:cubicBezTo>
                    <a:pt x="133" y="531"/>
                    <a:pt x="234" y="586"/>
                    <a:pt x="334" y="586"/>
                  </a:cubicBezTo>
                  <a:cubicBezTo>
                    <a:pt x="385" y="586"/>
                    <a:pt x="435" y="573"/>
                    <a:pt x="481" y="545"/>
                  </a:cubicBezTo>
                  <a:cubicBezTo>
                    <a:pt x="622" y="467"/>
                    <a:pt x="668" y="289"/>
                    <a:pt x="590" y="147"/>
                  </a:cubicBezTo>
                  <a:cubicBezTo>
                    <a:pt x="535" y="52"/>
                    <a:pt x="436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1536106" y="4325072"/>
              <a:ext cx="55082" cy="45519"/>
            </a:xfrm>
            <a:custGeom>
              <a:rect b="b" l="l" r="r" t="t"/>
              <a:pathLst>
                <a:path extrusionOk="0" h="1860" w="2251">
                  <a:moveTo>
                    <a:pt x="1184" y="0"/>
                  </a:moveTo>
                  <a:cubicBezTo>
                    <a:pt x="1107" y="0"/>
                    <a:pt x="1034" y="32"/>
                    <a:pt x="979" y="90"/>
                  </a:cubicBezTo>
                  <a:lnTo>
                    <a:pt x="115" y="977"/>
                  </a:lnTo>
                  <a:cubicBezTo>
                    <a:pt x="1" y="1092"/>
                    <a:pt x="6" y="1275"/>
                    <a:pt x="120" y="1389"/>
                  </a:cubicBezTo>
                  <a:cubicBezTo>
                    <a:pt x="176" y="1445"/>
                    <a:pt x="249" y="1472"/>
                    <a:pt x="323" y="1472"/>
                  </a:cubicBezTo>
                  <a:cubicBezTo>
                    <a:pt x="399" y="1472"/>
                    <a:pt x="475" y="1443"/>
                    <a:pt x="531" y="1384"/>
                  </a:cubicBezTo>
                  <a:lnTo>
                    <a:pt x="1126" y="776"/>
                  </a:lnTo>
                  <a:lnTo>
                    <a:pt x="1665" y="1713"/>
                  </a:lnTo>
                  <a:cubicBezTo>
                    <a:pt x="1720" y="1809"/>
                    <a:pt x="1816" y="1860"/>
                    <a:pt x="1916" y="1860"/>
                  </a:cubicBezTo>
                  <a:cubicBezTo>
                    <a:pt x="1967" y="1860"/>
                    <a:pt x="2017" y="1851"/>
                    <a:pt x="2063" y="1823"/>
                  </a:cubicBezTo>
                  <a:cubicBezTo>
                    <a:pt x="2204" y="1741"/>
                    <a:pt x="2250" y="1563"/>
                    <a:pt x="2172" y="1425"/>
                  </a:cubicBezTo>
                  <a:lnTo>
                    <a:pt x="1441" y="145"/>
                  </a:lnTo>
                  <a:cubicBezTo>
                    <a:pt x="1395" y="68"/>
                    <a:pt x="1318" y="13"/>
                    <a:pt x="1226" y="4"/>
                  </a:cubicBezTo>
                  <a:cubicBezTo>
                    <a:pt x="1212" y="2"/>
                    <a:pt x="1198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4" name="Google Shape;984;p34"/>
          <p:cNvGrpSpPr/>
          <p:nvPr/>
        </p:nvGrpSpPr>
        <p:grpSpPr>
          <a:xfrm>
            <a:off x="6666421" y="3391336"/>
            <a:ext cx="488569" cy="448312"/>
            <a:chOff x="6666421" y="3391336"/>
            <a:chExt cx="488569" cy="448312"/>
          </a:xfrm>
        </p:grpSpPr>
        <p:sp>
          <p:nvSpPr>
            <p:cNvPr id="985" name="Google Shape;985;p34"/>
            <p:cNvSpPr/>
            <p:nvPr/>
          </p:nvSpPr>
          <p:spPr>
            <a:xfrm>
              <a:off x="6666421" y="3391336"/>
              <a:ext cx="488544" cy="448312"/>
            </a:xfrm>
            <a:custGeom>
              <a:rect b="b" l="l" r="r" t="t"/>
              <a:pathLst>
                <a:path extrusionOk="0" h="18319" w="19965">
                  <a:moveTo>
                    <a:pt x="19380" y="11772"/>
                  </a:moveTo>
                  <a:lnTo>
                    <a:pt x="19380" y="12741"/>
                  </a:lnTo>
                  <a:cubicBezTo>
                    <a:pt x="19380" y="13016"/>
                    <a:pt x="19156" y="13240"/>
                    <a:pt x="18882" y="13240"/>
                  </a:cubicBezTo>
                  <a:lnTo>
                    <a:pt x="1084" y="13240"/>
                  </a:lnTo>
                  <a:cubicBezTo>
                    <a:pt x="810" y="13240"/>
                    <a:pt x="586" y="13016"/>
                    <a:pt x="586" y="12741"/>
                  </a:cubicBezTo>
                  <a:lnTo>
                    <a:pt x="586" y="11772"/>
                  </a:lnTo>
                  <a:close/>
                  <a:moveTo>
                    <a:pt x="10543" y="13825"/>
                  </a:moveTo>
                  <a:lnTo>
                    <a:pt x="10543" y="14195"/>
                  </a:lnTo>
                  <a:cubicBezTo>
                    <a:pt x="10543" y="14506"/>
                    <a:pt x="10291" y="14758"/>
                    <a:pt x="9981" y="14758"/>
                  </a:cubicBezTo>
                  <a:cubicBezTo>
                    <a:pt x="9674" y="14758"/>
                    <a:pt x="9423" y="14506"/>
                    <a:pt x="9423" y="14195"/>
                  </a:cubicBezTo>
                  <a:lnTo>
                    <a:pt x="9423" y="13825"/>
                  </a:lnTo>
                  <a:close/>
                  <a:moveTo>
                    <a:pt x="11969" y="13825"/>
                  </a:moveTo>
                  <a:lnTo>
                    <a:pt x="12184" y="16234"/>
                  </a:lnTo>
                  <a:lnTo>
                    <a:pt x="7777" y="16234"/>
                  </a:lnTo>
                  <a:lnTo>
                    <a:pt x="7996" y="13825"/>
                  </a:lnTo>
                  <a:lnTo>
                    <a:pt x="8838" y="13825"/>
                  </a:lnTo>
                  <a:lnTo>
                    <a:pt x="8838" y="14195"/>
                  </a:lnTo>
                  <a:cubicBezTo>
                    <a:pt x="8838" y="14831"/>
                    <a:pt x="9350" y="15343"/>
                    <a:pt x="9981" y="15343"/>
                  </a:cubicBezTo>
                  <a:cubicBezTo>
                    <a:pt x="10616" y="15343"/>
                    <a:pt x="11128" y="14831"/>
                    <a:pt x="11128" y="14195"/>
                  </a:cubicBezTo>
                  <a:lnTo>
                    <a:pt x="11128" y="13825"/>
                  </a:lnTo>
                  <a:close/>
                  <a:moveTo>
                    <a:pt x="1084" y="0"/>
                  </a:moveTo>
                  <a:cubicBezTo>
                    <a:pt x="485" y="0"/>
                    <a:pt x="1" y="485"/>
                    <a:pt x="1" y="1084"/>
                  </a:cubicBezTo>
                  <a:lnTo>
                    <a:pt x="1" y="12741"/>
                  </a:lnTo>
                  <a:cubicBezTo>
                    <a:pt x="1" y="13336"/>
                    <a:pt x="485" y="13825"/>
                    <a:pt x="1084" y="13825"/>
                  </a:cubicBezTo>
                  <a:lnTo>
                    <a:pt x="7407" y="13825"/>
                  </a:lnTo>
                  <a:lnTo>
                    <a:pt x="7192" y="16234"/>
                  </a:lnTo>
                  <a:lnTo>
                    <a:pt x="6447" y="16234"/>
                  </a:lnTo>
                  <a:cubicBezTo>
                    <a:pt x="6072" y="16234"/>
                    <a:pt x="5765" y="16540"/>
                    <a:pt x="5765" y="16915"/>
                  </a:cubicBezTo>
                  <a:lnTo>
                    <a:pt x="5765" y="17638"/>
                  </a:lnTo>
                  <a:cubicBezTo>
                    <a:pt x="5765" y="18012"/>
                    <a:pt x="6072" y="18319"/>
                    <a:pt x="6447" y="18319"/>
                  </a:cubicBezTo>
                  <a:lnTo>
                    <a:pt x="10483" y="18319"/>
                  </a:lnTo>
                  <a:cubicBezTo>
                    <a:pt x="10648" y="18319"/>
                    <a:pt x="10776" y="18186"/>
                    <a:pt x="10776" y="18026"/>
                  </a:cubicBezTo>
                  <a:cubicBezTo>
                    <a:pt x="10776" y="17866"/>
                    <a:pt x="10648" y="17734"/>
                    <a:pt x="10483" y="17734"/>
                  </a:cubicBezTo>
                  <a:lnTo>
                    <a:pt x="6447" y="17734"/>
                  </a:lnTo>
                  <a:cubicBezTo>
                    <a:pt x="6396" y="17734"/>
                    <a:pt x="6351" y="17692"/>
                    <a:pt x="6351" y="17638"/>
                  </a:cubicBezTo>
                  <a:lnTo>
                    <a:pt x="6351" y="16915"/>
                  </a:lnTo>
                  <a:cubicBezTo>
                    <a:pt x="6351" y="16860"/>
                    <a:pt x="6396" y="16819"/>
                    <a:pt x="6447" y="16819"/>
                  </a:cubicBezTo>
                  <a:lnTo>
                    <a:pt x="13514" y="16819"/>
                  </a:lnTo>
                  <a:cubicBezTo>
                    <a:pt x="13569" y="16819"/>
                    <a:pt x="13615" y="16860"/>
                    <a:pt x="13615" y="16915"/>
                  </a:cubicBezTo>
                  <a:lnTo>
                    <a:pt x="13615" y="17638"/>
                  </a:lnTo>
                  <a:cubicBezTo>
                    <a:pt x="13615" y="17692"/>
                    <a:pt x="13569" y="17734"/>
                    <a:pt x="13514" y="17734"/>
                  </a:cubicBezTo>
                  <a:lnTo>
                    <a:pt x="11782" y="17734"/>
                  </a:lnTo>
                  <a:cubicBezTo>
                    <a:pt x="11622" y="17734"/>
                    <a:pt x="11494" y="17866"/>
                    <a:pt x="11494" y="18026"/>
                  </a:cubicBezTo>
                  <a:cubicBezTo>
                    <a:pt x="11494" y="18186"/>
                    <a:pt x="11622" y="18319"/>
                    <a:pt x="11782" y="18319"/>
                  </a:cubicBezTo>
                  <a:lnTo>
                    <a:pt x="13514" y="18319"/>
                  </a:lnTo>
                  <a:cubicBezTo>
                    <a:pt x="13894" y="18319"/>
                    <a:pt x="14200" y="18012"/>
                    <a:pt x="14200" y="17638"/>
                  </a:cubicBezTo>
                  <a:lnTo>
                    <a:pt x="14200" y="16915"/>
                  </a:lnTo>
                  <a:cubicBezTo>
                    <a:pt x="14200" y="16540"/>
                    <a:pt x="13894" y="16234"/>
                    <a:pt x="13514" y="16234"/>
                  </a:cubicBezTo>
                  <a:lnTo>
                    <a:pt x="12774" y="16234"/>
                  </a:lnTo>
                  <a:lnTo>
                    <a:pt x="12554" y="13825"/>
                  </a:lnTo>
                  <a:lnTo>
                    <a:pt x="18882" y="13825"/>
                  </a:lnTo>
                  <a:cubicBezTo>
                    <a:pt x="19476" y="13825"/>
                    <a:pt x="19965" y="13336"/>
                    <a:pt x="19965" y="12741"/>
                  </a:cubicBezTo>
                  <a:lnTo>
                    <a:pt x="19965" y="8714"/>
                  </a:lnTo>
                  <a:cubicBezTo>
                    <a:pt x="19965" y="8554"/>
                    <a:pt x="19832" y="8421"/>
                    <a:pt x="19672" y="8421"/>
                  </a:cubicBezTo>
                  <a:cubicBezTo>
                    <a:pt x="19508" y="8421"/>
                    <a:pt x="19380" y="8554"/>
                    <a:pt x="19380" y="8714"/>
                  </a:cubicBezTo>
                  <a:lnTo>
                    <a:pt x="19380" y="11187"/>
                  </a:lnTo>
                  <a:lnTo>
                    <a:pt x="586" y="11187"/>
                  </a:lnTo>
                  <a:lnTo>
                    <a:pt x="586" y="1084"/>
                  </a:lnTo>
                  <a:cubicBezTo>
                    <a:pt x="586" y="810"/>
                    <a:pt x="810" y="586"/>
                    <a:pt x="1084" y="586"/>
                  </a:cubicBezTo>
                  <a:lnTo>
                    <a:pt x="6506" y="586"/>
                  </a:lnTo>
                  <a:cubicBezTo>
                    <a:pt x="6671" y="586"/>
                    <a:pt x="6799" y="453"/>
                    <a:pt x="6799" y="293"/>
                  </a:cubicBezTo>
                  <a:cubicBezTo>
                    <a:pt x="6799" y="133"/>
                    <a:pt x="6671" y="0"/>
                    <a:pt x="65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6850363" y="3391336"/>
              <a:ext cx="304627" cy="188659"/>
            </a:xfrm>
            <a:custGeom>
              <a:rect b="b" l="l" r="r" t="t"/>
              <a:pathLst>
                <a:path extrusionOk="0" h="7709" w="12449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11366" y="586"/>
                  </a:lnTo>
                  <a:cubicBezTo>
                    <a:pt x="11640" y="586"/>
                    <a:pt x="11864" y="810"/>
                    <a:pt x="11864" y="1084"/>
                  </a:cubicBezTo>
                  <a:lnTo>
                    <a:pt x="11864" y="7415"/>
                  </a:lnTo>
                  <a:cubicBezTo>
                    <a:pt x="11864" y="7576"/>
                    <a:pt x="11992" y="7708"/>
                    <a:pt x="12156" y="7708"/>
                  </a:cubicBezTo>
                  <a:cubicBezTo>
                    <a:pt x="12316" y="7708"/>
                    <a:pt x="12449" y="7576"/>
                    <a:pt x="12449" y="7415"/>
                  </a:cubicBezTo>
                  <a:lnTo>
                    <a:pt x="12449" y="1084"/>
                  </a:lnTo>
                  <a:cubicBezTo>
                    <a:pt x="12449" y="485"/>
                    <a:pt x="11960" y="0"/>
                    <a:pt x="11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6765220" y="3633090"/>
              <a:ext cx="63451" cy="14341"/>
            </a:xfrm>
            <a:custGeom>
              <a:rect b="b" l="l" r="r" t="t"/>
              <a:pathLst>
                <a:path extrusionOk="0" h="586" w="2593">
                  <a:moveTo>
                    <a:pt x="288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3"/>
                    <a:pt x="128" y="586"/>
                    <a:pt x="288" y="586"/>
                  </a:cubicBezTo>
                  <a:lnTo>
                    <a:pt x="2300" y="586"/>
                  </a:lnTo>
                  <a:cubicBezTo>
                    <a:pt x="2465" y="586"/>
                    <a:pt x="2593" y="453"/>
                    <a:pt x="2593" y="293"/>
                  </a:cubicBezTo>
                  <a:cubicBezTo>
                    <a:pt x="2593" y="133"/>
                    <a:pt x="2465" y="1"/>
                    <a:pt x="2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6725622" y="3633090"/>
              <a:ext cx="27969" cy="14341"/>
            </a:xfrm>
            <a:custGeom>
              <a:rect b="b" l="l" r="r" t="t"/>
              <a:pathLst>
                <a:path extrusionOk="0" h="586" w="1143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850" y="586"/>
                  </a:lnTo>
                  <a:cubicBezTo>
                    <a:pt x="1010" y="586"/>
                    <a:pt x="1143" y="453"/>
                    <a:pt x="1143" y="293"/>
                  </a:cubicBezTo>
                  <a:cubicBezTo>
                    <a:pt x="1143" y="133"/>
                    <a:pt x="1010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6859198" y="3633090"/>
              <a:ext cx="27871" cy="14341"/>
            </a:xfrm>
            <a:custGeom>
              <a:rect b="b" l="l" r="r" t="t"/>
              <a:pathLst>
                <a:path extrusionOk="0" h="586" w="1139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846" y="586"/>
                  </a:lnTo>
                  <a:cubicBezTo>
                    <a:pt x="1011" y="586"/>
                    <a:pt x="1139" y="453"/>
                    <a:pt x="1139" y="293"/>
                  </a:cubicBezTo>
                  <a:cubicBezTo>
                    <a:pt x="1139" y="133"/>
                    <a:pt x="1011" y="1"/>
                    <a:pt x="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6898698" y="3633090"/>
              <a:ext cx="63573" cy="14341"/>
            </a:xfrm>
            <a:custGeom>
              <a:rect b="b" l="l" r="r" t="t"/>
              <a:pathLst>
                <a:path extrusionOk="0" h="586" w="2598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304" y="586"/>
                  </a:lnTo>
                  <a:cubicBezTo>
                    <a:pt x="2469" y="586"/>
                    <a:pt x="2597" y="453"/>
                    <a:pt x="2597" y="293"/>
                  </a:cubicBezTo>
                  <a:cubicBezTo>
                    <a:pt x="2597" y="133"/>
                    <a:pt x="2469" y="1"/>
                    <a:pt x="2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6992676" y="3633090"/>
              <a:ext cx="27994" cy="14341"/>
            </a:xfrm>
            <a:custGeom>
              <a:rect b="b" l="l" r="r" t="t"/>
              <a:pathLst>
                <a:path extrusionOk="0" h="586" w="1144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851" y="586"/>
                  </a:lnTo>
                  <a:cubicBezTo>
                    <a:pt x="1015" y="586"/>
                    <a:pt x="1143" y="453"/>
                    <a:pt x="1143" y="293"/>
                  </a:cubicBezTo>
                  <a:cubicBezTo>
                    <a:pt x="1143" y="133"/>
                    <a:pt x="1015" y="1"/>
                    <a:pt x="8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7032274" y="3633090"/>
              <a:ext cx="63573" cy="14341"/>
            </a:xfrm>
            <a:custGeom>
              <a:rect b="b" l="l" r="r" t="t"/>
              <a:pathLst>
                <a:path extrusionOk="0" h="586" w="2598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2305" y="586"/>
                  </a:lnTo>
                  <a:cubicBezTo>
                    <a:pt x="2465" y="586"/>
                    <a:pt x="2598" y="453"/>
                    <a:pt x="2598" y="293"/>
                  </a:cubicBezTo>
                  <a:cubicBezTo>
                    <a:pt x="2598" y="133"/>
                    <a:pt x="2465" y="1"/>
                    <a:pt x="2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6725622" y="3418523"/>
              <a:ext cx="370182" cy="205765"/>
            </a:xfrm>
            <a:custGeom>
              <a:rect b="b" l="l" r="r" t="t"/>
              <a:pathLst>
                <a:path extrusionOk="0" h="8408" w="15128">
                  <a:moveTo>
                    <a:pt x="7562" y="585"/>
                  </a:moveTo>
                  <a:cubicBezTo>
                    <a:pt x="7918" y="585"/>
                    <a:pt x="8202" y="869"/>
                    <a:pt x="8202" y="1225"/>
                  </a:cubicBezTo>
                  <a:cubicBezTo>
                    <a:pt x="8202" y="1577"/>
                    <a:pt x="7918" y="1865"/>
                    <a:pt x="7562" y="1865"/>
                  </a:cubicBezTo>
                  <a:cubicBezTo>
                    <a:pt x="7210" y="1865"/>
                    <a:pt x="6922" y="1577"/>
                    <a:pt x="6922" y="1225"/>
                  </a:cubicBezTo>
                  <a:cubicBezTo>
                    <a:pt x="6922" y="869"/>
                    <a:pt x="7210" y="585"/>
                    <a:pt x="7562" y="585"/>
                  </a:cubicBezTo>
                  <a:close/>
                  <a:moveTo>
                    <a:pt x="8010" y="2364"/>
                  </a:moveTo>
                  <a:cubicBezTo>
                    <a:pt x="8371" y="2405"/>
                    <a:pt x="8645" y="2711"/>
                    <a:pt x="8645" y="3082"/>
                  </a:cubicBezTo>
                  <a:lnTo>
                    <a:pt x="8645" y="3859"/>
                  </a:lnTo>
                  <a:lnTo>
                    <a:pt x="6483" y="3859"/>
                  </a:lnTo>
                  <a:lnTo>
                    <a:pt x="6483" y="3082"/>
                  </a:lnTo>
                  <a:cubicBezTo>
                    <a:pt x="6483" y="2711"/>
                    <a:pt x="6757" y="2405"/>
                    <a:pt x="7118" y="2364"/>
                  </a:cubicBezTo>
                  <a:cubicBezTo>
                    <a:pt x="7255" y="2419"/>
                    <a:pt x="7406" y="2446"/>
                    <a:pt x="7562" y="2446"/>
                  </a:cubicBezTo>
                  <a:cubicBezTo>
                    <a:pt x="7722" y="2446"/>
                    <a:pt x="7872" y="2419"/>
                    <a:pt x="8010" y="2364"/>
                  </a:cubicBezTo>
                  <a:close/>
                  <a:moveTo>
                    <a:pt x="3497" y="6785"/>
                  </a:moveTo>
                  <a:cubicBezTo>
                    <a:pt x="3571" y="6785"/>
                    <a:pt x="3625" y="6839"/>
                    <a:pt x="3625" y="6913"/>
                  </a:cubicBezTo>
                  <a:lnTo>
                    <a:pt x="3625" y="7694"/>
                  </a:lnTo>
                  <a:cubicBezTo>
                    <a:pt x="3625" y="7767"/>
                    <a:pt x="3571" y="7822"/>
                    <a:pt x="3497" y="7822"/>
                  </a:cubicBezTo>
                  <a:lnTo>
                    <a:pt x="713" y="7822"/>
                  </a:lnTo>
                  <a:cubicBezTo>
                    <a:pt x="640" y="7822"/>
                    <a:pt x="585" y="7767"/>
                    <a:pt x="585" y="7694"/>
                  </a:cubicBezTo>
                  <a:lnTo>
                    <a:pt x="585" y="6913"/>
                  </a:lnTo>
                  <a:cubicBezTo>
                    <a:pt x="585" y="6839"/>
                    <a:pt x="640" y="6785"/>
                    <a:pt x="713" y="6785"/>
                  </a:cubicBezTo>
                  <a:close/>
                  <a:moveTo>
                    <a:pt x="8956" y="6785"/>
                  </a:moveTo>
                  <a:cubicBezTo>
                    <a:pt x="9029" y="6785"/>
                    <a:pt x="9084" y="6839"/>
                    <a:pt x="9084" y="6913"/>
                  </a:cubicBezTo>
                  <a:lnTo>
                    <a:pt x="9084" y="7694"/>
                  </a:lnTo>
                  <a:cubicBezTo>
                    <a:pt x="9084" y="7767"/>
                    <a:pt x="9024" y="7822"/>
                    <a:pt x="8956" y="7822"/>
                  </a:cubicBezTo>
                  <a:lnTo>
                    <a:pt x="6172" y="7822"/>
                  </a:lnTo>
                  <a:cubicBezTo>
                    <a:pt x="6099" y="7822"/>
                    <a:pt x="6044" y="7767"/>
                    <a:pt x="6044" y="7694"/>
                  </a:cubicBezTo>
                  <a:lnTo>
                    <a:pt x="6044" y="6913"/>
                  </a:lnTo>
                  <a:cubicBezTo>
                    <a:pt x="6044" y="6839"/>
                    <a:pt x="6099" y="6785"/>
                    <a:pt x="6172" y="6785"/>
                  </a:cubicBezTo>
                  <a:close/>
                  <a:moveTo>
                    <a:pt x="14414" y="6785"/>
                  </a:moveTo>
                  <a:cubicBezTo>
                    <a:pt x="14483" y="6785"/>
                    <a:pt x="14542" y="6839"/>
                    <a:pt x="14542" y="6913"/>
                  </a:cubicBezTo>
                  <a:lnTo>
                    <a:pt x="14542" y="7694"/>
                  </a:lnTo>
                  <a:cubicBezTo>
                    <a:pt x="14542" y="7767"/>
                    <a:pt x="14483" y="7822"/>
                    <a:pt x="14414" y="7822"/>
                  </a:cubicBezTo>
                  <a:lnTo>
                    <a:pt x="11630" y="7822"/>
                  </a:lnTo>
                  <a:cubicBezTo>
                    <a:pt x="11557" y="7822"/>
                    <a:pt x="11498" y="7767"/>
                    <a:pt x="11498" y="7694"/>
                  </a:cubicBezTo>
                  <a:lnTo>
                    <a:pt x="11498" y="6913"/>
                  </a:lnTo>
                  <a:cubicBezTo>
                    <a:pt x="11498" y="6839"/>
                    <a:pt x="11557" y="6785"/>
                    <a:pt x="11630" y="6785"/>
                  </a:cubicBezTo>
                  <a:close/>
                  <a:moveTo>
                    <a:pt x="7562" y="0"/>
                  </a:moveTo>
                  <a:cubicBezTo>
                    <a:pt x="6890" y="0"/>
                    <a:pt x="6341" y="549"/>
                    <a:pt x="6341" y="1225"/>
                  </a:cubicBezTo>
                  <a:cubicBezTo>
                    <a:pt x="6341" y="1491"/>
                    <a:pt x="6423" y="1737"/>
                    <a:pt x="6569" y="1939"/>
                  </a:cubicBezTo>
                  <a:cubicBezTo>
                    <a:pt x="6167" y="2158"/>
                    <a:pt x="5897" y="2588"/>
                    <a:pt x="5897" y="3082"/>
                  </a:cubicBezTo>
                  <a:lnTo>
                    <a:pt x="5897" y="3959"/>
                  </a:lnTo>
                  <a:cubicBezTo>
                    <a:pt x="5897" y="4224"/>
                    <a:pt x="6117" y="4444"/>
                    <a:pt x="6387" y="4444"/>
                  </a:cubicBezTo>
                  <a:lnTo>
                    <a:pt x="7269" y="4444"/>
                  </a:lnTo>
                  <a:lnTo>
                    <a:pt x="7269" y="4960"/>
                  </a:lnTo>
                  <a:lnTo>
                    <a:pt x="2108" y="4960"/>
                  </a:lnTo>
                  <a:cubicBezTo>
                    <a:pt x="1943" y="4960"/>
                    <a:pt x="1815" y="5088"/>
                    <a:pt x="1815" y="5253"/>
                  </a:cubicBezTo>
                  <a:lnTo>
                    <a:pt x="1815" y="6199"/>
                  </a:lnTo>
                  <a:lnTo>
                    <a:pt x="713" y="6199"/>
                  </a:lnTo>
                  <a:cubicBezTo>
                    <a:pt x="320" y="6199"/>
                    <a:pt x="0" y="6519"/>
                    <a:pt x="0" y="6913"/>
                  </a:cubicBezTo>
                  <a:lnTo>
                    <a:pt x="0" y="7694"/>
                  </a:lnTo>
                  <a:cubicBezTo>
                    <a:pt x="0" y="8087"/>
                    <a:pt x="320" y="8407"/>
                    <a:pt x="713" y="8407"/>
                  </a:cubicBezTo>
                  <a:lnTo>
                    <a:pt x="3497" y="8407"/>
                  </a:lnTo>
                  <a:cubicBezTo>
                    <a:pt x="3891" y="8407"/>
                    <a:pt x="4211" y="8087"/>
                    <a:pt x="4211" y="7694"/>
                  </a:cubicBezTo>
                  <a:lnTo>
                    <a:pt x="4211" y="6913"/>
                  </a:lnTo>
                  <a:cubicBezTo>
                    <a:pt x="4211" y="6519"/>
                    <a:pt x="3891" y="6199"/>
                    <a:pt x="3497" y="6199"/>
                  </a:cubicBezTo>
                  <a:lnTo>
                    <a:pt x="2396" y="6199"/>
                  </a:lnTo>
                  <a:lnTo>
                    <a:pt x="2396" y="5546"/>
                  </a:lnTo>
                  <a:lnTo>
                    <a:pt x="7269" y="5546"/>
                  </a:lnTo>
                  <a:lnTo>
                    <a:pt x="7269" y="6199"/>
                  </a:lnTo>
                  <a:lnTo>
                    <a:pt x="6172" y="6199"/>
                  </a:lnTo>
                  <a:cubicBezTo>
                    <a:pt x="5779" y="6199"/>
                    <a:pt x="5459" y="6519"/>
                    <a:pt x="5459" y="6913"/>
                  </a:cubicBezTo>
                  <a:lnTo>
                    <a:pt x="5459" y="7694"/>
                  </a:lnTo>
                  <a:cubicBezTo>
                    <a:pt x="5459" y="8087"/>
                    <a:pt x="5779" y="8407"/>
                    <a:pt x="6172" y="8407"/>
                  </a:cubicBezTo>
                  <a:lnTo>
                    <a:pt x="8956" y="8407"/>
                  </a:lnTo>
                  <a:cubicBezTo>
                    <a:pt x="9349" y="8407"/>
                    <a:pt x="9669" y="8087"/>
                    <a:pt x="9669" y="7694"/>
                  </a:cubicBezTo>
                  <a:lnTo>
                    <a:pt x="9669" y="6913"/>
                  </a:lnTo>
                  <a:cubicBezTo>
                    <a:pt x="9669" y="6519"/>
                    <a:pt x="9349" y="6199"/>
                    <a:pt x="8956" y="6199"/>
                  </a:cubicBezTo>
                  <a:lnTo>
                    <a:pt x="7854" y="6199"/>
                  </a:lnTo>
                  <a:lnTo>
                    <a:pt x="7854" y="5546"/>
                  </a:lnTo>
                  <a:lnTo>
                    <a:pt x="12727" y="5546"/>
                  </a:lnTo>
                  <a:lnTo>
                    <a:pt x="12727" y="6199"/>
                  </a:lnTo>
                  <a:lnTo>
                    <a:pt x="11630" y="6199"/>
                  </a:lnTo>
                  <a:cubicBezTo>
                    <a:pt x="11237" y="6199"/>
                    <a:pt x="10917" y="6519"/>
                    <a:pt x="10917" y="6913"/>
                  </a:cubicBezTo>
                  <a:lnTo>
                    <a:pt x="10917" y="7694"/>
                  </a:lnTo>
                  <a:cubicBezTo>
                    <a:pt x="10917" y="8087"/>
                    <a:pt x="11237" y="8407"/>
                    <a:pt x="11630" y="8407"/>
                  </a:cubicBezTo>
                  <a:lnTo>
                    <a:pt x="14414" y="8407"/>
                  </a:lnTo>
                  <a:cubicBezTo>
                    <a:pt x="14808" y="8407"/>
                    <a:pt x="15128" y="8087"/>
                    <a:pt x="15128" y="7694"/>
                  </a:cubicBezTo>
                  <a:lnTo>
                    <a:pt x="15128" y="6913"/>
                  </a:lnTo>
                  <a:cubicBezTo>
                    <a:pt x="15128" y="6519"/>
                    <a:pt x="14808" y="6199"/>
                    <a:pt x="14414" y="6199"/>
                  </a:cubicBezTo>
                  <a:lnTo>
                    <a:pt x="13313" y="6199"/>
                  </a:lnTo>
                  <a:lnTo>
                    <a:pt x="13313" y="5253"/>
                  </a:lnTo>
                  <a:cubicBezTo>
                    <a:pt x="13313" y="5088"/>
                    <a:pt x="13185" y="4960"/>
                    <a:pt x="13020" y="4960"/>
                  </a:cubicBezTo>
                  <a:lnTo>
                    <a:pt x="7854" y="4960"/>
                  </a:lnTo>
                  <a:lnTo>
                    <a:pt x="7854" y="4444"/>
                  </a:lnTo>
                  <a:lnTo>
                    <a:pt x="8741" y="4444"/>
                  </a:lnTo>
                  <a:cubicBezTo>
                    <a:pt x="9011" y="4444"/>
                    <a:pt x="9230" y="4224"/>
                    <a:pt x="9230" y="3959"/>
                  </a:cubicBezTo>
                  <a:lnTo>
                    <a:pt x="9230" y="3082"/>
                  </a:lnTo>
                  <a:cubicBezTo>
                    <a:pt x="9230" y="2588"/>
                    <a:pt x="8960" y="2158"/>
                    <a:pt x="8558" y="1939"/>
                  </a:cubicBezTo>
                  <a:cubicBezTo>
                    <a:pt x="8704" y="1737"/>
                    <a:pt x="8787" y="1491"/>
                    <a:pt x="8787" y="1225"/>
                  </a:cubicBezTo>
                  <a:cubicBezTo>
                    <a:pt x="8787" y="549"/>
                    <a:pt x="8238" y="0"/>
                    <a:pt x="7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4" name="Google Shape;994;p34"/>
          <p:cNvGrpSpPr/>
          <p:nvPr/>
        </p:nvGrpSpPr>
        <p:grpSpPr>
          <a:xfrm>
            <a:off x="5993671" y="3371195"/>
            <a:ext cx="491248" cy="488590"/>
            <a:chOff x="5993671" y="3371195"/>
            <a:chExt cx="491248" cy="488590"/>
          </a:xfrm>
        </p:grpSpPr>
        <p:sp>
          <p:nvSpPr>
            <p:cNvPr id="995" name="Google Shape;995;p34"/>
            <p:cNvSpPr/>
            <p:nvPr/>
          </p:nvSpPr>
          <p:spPr>
            <a:xfrm>
              <a:off x="6085299" y="3460125"/>
              <a:ext cx="399620" cy="399660"/>
            </a:xfrm>
            <a:custGeom>
              <a:rect b="b" l="l" r="r" t="t"/>
              <a:pathLst>
                <a:path extrusionOk="0" h="16331" w="16331">
                  <a:moveTo>
                    <a:pt x="15745" y="8458"/>
                  </a:moveTo>
                  <a:lnTo>
                    <a:pt x="15745" y="14447"/>
                  </a:lnTo>
                  <a:cubicBezTo>
                    <a:pt x="15745" y="15165"/>
                    <a:pt x="15165" y="15746"/>
                    <a:pt x="14452" y="15746"/>
                  </a:cubicBezTo>
                  <a:lnTo>
                    <a:pt x="8458" y="15746"/>
                  </a:lnTo>
                  <a:lnTo>
                    <a:pt x="8458" y="13533"/>
                  </a:lnTo>
                  <a:cubicBezTo>
                    <a:pt x="8458" y="13428"/>
                    <a:pt x="8403" y="13332"/>
                    <a:pt x="8312" y="13277"/>
                  </a:cubicBezTo>
                  <a:cubicBezTo>
                    <a:pt x="8267" y="13252"/>
                    <a:pt x="8217" y="13240"/>
                    <a:pt x="8167" y="13240"/>
                  </a:cubicBezTo>
                  <a:cubicBezTo>
                    <a:pt x="8115" y="13240"/>
                    <a:pt x="8064" y="13253"/>
                    <a:pt x="8019" y="13281"/>
                  </a:cubicBezTo>
                  <a:cubicBezTo>
                    <a:pt x="7823" y="13396"/>
                    <a:pt x="7599" y="13460"/>
                    <a:pt x="7375" y="13460"/>
                  </a:cubicBezTo>
                  <a:cubicBezTo>
                    <a:pt x="6675" y="13460"/>
                    <a:pt x="6113" y="12893"/>
                    <a:pt x="6113" y="12198"/>
                  </a:cubicBezTo>
                  <a:cubicBezTo>
                    <a:pt x="6113" y="11503"/>
                    <a:pt x="6675" y="10936"/>
                    <a:pt x="7375" y="10936"/>
                  </a:cubicBezTo>
                  <a:cubicBezTo>
                    <a:pt x="7599" y="10936"/>
                    <a:pt x="7823" y="10996"/>
                    <a:pt x="8019" y="11114"/>
                  </a:cubicBezTo>
                  <a:cubicBezTo>
                    <a:pt x="8066" y="11140"/>
                    <a:pt x="8117" y="11154"/>
                    <a:pt x="8169" y="11154"/>
                  </a:cubicBezTo>
                  <a:cubicBezTo>
                    <a:pt x="8218" y="11154"/>
                    <a:pt x="8267" y="11141"/>
                    <a:pt x="8312" y="11114"/>
                  </a:cubicBezTo>
                  <a:cubicBezTo>
                    <a:pt x="8403" y="11064"/>
                    <a:pt x="8458" y="10968"/>
                    <a:pt x="8458" y="10863"/>
                  </a:cubicBezTo>
                  <a:lnTo>
                    <a:pt x="8458" y="8458"/>
                  </a:lnTo>
                  <a:lnTo>
                    <a:pt x="10424" y="8458"/>
                  </a:lnTo>
                  <a:cubicBezTo>
                    <a:pt x="10378" y="8618"/>
                    <a:pt x="10351" y="8788"/>
                    <a:pt x="10351" y="8961"/>
                  </a:cubicBezTo>
                  <a:cubicBezTo>
                    <a:pt x="10351" y="9976"/>
                    <a:pt x="11183" y="10808"/>
                    <a:pt x="12198" y="10808"/>
                  </a:cubicBezTo>
                  <a:cubicBezTo>
                    <a:pt x="13217" y="10808"/>
                    <a:pt x="14045" y="9976"/>
                    <a:pt x="14045" y="8961"/>
                  </a:cubicBezTo>
                  <a:cubicBezTo>
                    <a:pt x="14045" y="8788"/>
                    <a:pt x="14022" y="8618"/>
                    <a:pt x="13976" y="8458"/>
                  </a:cubicBezTo>
                  <a:close/>
                  <a:moveTo>
                    <a:pt x="8390" y="1"/>
                  </a:moveTo>
                  <a:cubicBezTo>
                    <a:pt x="8106" y="1"/>
                    <a:pt x="7873" y="229"/>
                    <a:pt x="7873" y="513"/>
                  </a:cubicBezTo>
                  <a:lnTo>
                    <a:pt x="7873" y="2451"/>
                  </a:lnTo>
                  <a:cubicBezTo>
                    <a:pt x="7873" y="2616"/>
                    <a:pt x="7955" y="2771"/>
                    <a:pt x="8088" y="2872"/>
                  </a:cubicBezTo>
                  <a:cubicBezTo>
                    <a:pt x="8176" y="2934"/>
                    <a:pt x="8279" y="2965"/>
                    <a:pt x="8383" y="2965"/>
                  </a:cubicBezTo>
                  <a:cubicBezTo>
                    <a:pt x="8441" y="2965"/>
                    <a:pt x="8499" y="2955"/>
                    <a:pt x="8554" y="2936"/>
                  </a:cubicBezTo>
                  <a:cubicBezTo>
                    <a:pt x="8687" y="2895"/>
                    <a:pt x="8824" y="2872"/>
                    <a:pt x="8961" y="2872"/>
                  </a:cubicBezTo>
                  <a:cubicBezTo>
                    <a:pt x="9318" y="2872"/>
                    <a:pt x="9642" y="3014"/>
                    <a:pt x="9884" y="3274"/>
                  </a:cubicBezTo>
                  <a:cubicBezTo>
                    <a:pt x="10127" y="3530"/>
                    <a:pt x="10246" y="3868"/>
                    <a:pt x="10223" y="4225"/>
                  </a:cubicBezTo>
                  <a:cubicBezTo>
                    <a:pt x="10177" y="4847"/>
                    <a:pt x="9674" y="5350"/>
                    <a:pt x="9052" y="5391"/>
                  </a:cubicBezTo>
                  <a:cubicBezTo>
                    <a:pt x="9020" y="5393"/>
                    <a:pt x="8988" y="5395"/>
                    <a:pt x="8956" y="5395"/>
                  </a:cubicBezTo>
                  <a:cubicBezTo>
                    <a:pt x="8819" y="5395"/>
                    <a:pt x="8684" y="5371"/>
                    <a:pt x="8554" y="5327"/>
                  </a:cubicBezTo>
                  <a:cubicBezTo>
                    <a:pt x="8501" y="5308"/>
                    <a:pt x="8445" y="5299"/>
                    <a:pt x="8390" y="5299"/>
                  </a:cubicBezTo>
                  <a:cubicBezTo>
                    <a:pt x="8284" y="5299"/>
                    <a:pt x="8178" y="5332"/>
                    <a:pt x="8088" y="5395"/>
                  </a:cubicBezTo>
                  <a:cubicBezTo>
                    <a:pt x="7955" y="5491"/>
                    <a:pt x="7873" y="5647"/>
                    <a:pt x="7873" y="5816"/>
                  </a:cubicBezTo>
                  <a:lnTo>
                    <a:pt x="7873" y="7873"/>
                  </a:lnTo>
                  <a:lnTo>
                    <a:pt x="5912" y="7873"/>
                  </a:lnTo>
                  <a:cubicBezTo>
                    <a:pt x="5957" y="7709"/>
                    <a:pt x="5980" y="7539"/>
                    <a:pt x="5980" y="7370"/>
                  </a:cubicBezTo>
                  <a:cubicBezTo>
                    <a:pt x="5980" y="6351"/>
                    <a:pt x="5153" y="5523"/>
                    <a:pt x="4133" y="5523"/>
                  </a:cubicBezTo>
                  <a:cubicBezTo>
                    <a:pt x="3118" y="5523"/>
                    <a:pt x="2291" y="6351"/>
                    <a:pt x="2291" y="7370"/>
                  </a:cubicBezTo>
                  <a:cubicBezTo>
                    <a:pt x="2291" y="7539"/>
                    <a:pt x="2314" y="7709"/>
                    <a:pt x="2360" y="7873"/>
                  </a:cubicBezTo>
                  <a:lnTo>
                    <a:pt x="513" y="7873"/>
                  </a:lnTo>
                  <a:cubicBezTo>
                    <a:pt x="234" y="7873"/>
                    <a:pt x="1" y="8102"/>
                    <a:pt x="1" y="8385"/>
                  </a:cubicBezTo>
                  <a:lnTo>
                    <a:pt x="1" y="10913"/>
                  </a:lnTo>
                  <a:cubicBezTo>
                    <a:pt x="1" y="11078"/>
                    <a:pt x="133" y="11206"/>
                    <a:pt x="293" y="11206"/>
                  </a:cubicBezTo>
                  <a:cubicBezTo>
                    <a:pt x="458" y="11206"/>
                    <a:pt x="586" y="11078"/>
                    <a:pt x="586" y="10913"/>
                  </a:cubicBezTo>
                  <a:lnTo>
                    <a:pt x="586" y="8458"/>
                  </a:lnTo>
                  <a:lnTo>
                    <a:pt x="2798" y="8458"/>
                  </a:lnTo>
                  <a:cubicBezTo>
                    <a:pt x="2904" y="8458"/>
                    <a:pt x="3000" y="8399"/>
                    <a:pt x="3054" y="8308"/>
                  </a:cubicBezTo>
                  <a:cubicBezTo>
                    <a:pt x="3105" y="8216"/>
                    <a:pt x="3105" y="8106"/>
                    <a:pt x="3050" y="8015"/>
                  </a:cubicBezTo>
                  <a:cubicBezTo>
                    <a:pt x="2936" y="7823"/>
                    <a:pt x="2872" y="7599"/>
                    <a:pt x="2872" y="7370"/>
                  </a:cubicBezTo>
                  <a:cubicBezTo>
                    <a:pt x="2872" y="6675"/>
                    <a:pt x="3438" y="6109"/>
                    <a:pt x="4133" y="6109"/>
                  </a:cubicBezTo>
                  <a:cubicBezTo>
                    <a:pt x="4833" y="6109"/>
                    <a:pt x="5395" y="6675"/>
                    <a:pt x="5395" y="7370"/>
                  </a:cubicBezTo>
                  <a:cubicBezTo>
                    <a:pt x="5395" y="7599"/>
                    <a:pt x="5336" y="7823"/>
                    <a:pt x="5221" y="8015"/>
                  </a:cubicBezTo>
                  <a:cubicBezTo>
                    <a:pt x="5167" y="8106"/>
                    <a:pt x="5167" y="8216"/>
                    <a:pt x="5217" y="8308"/>
                  </a:cubicBezTo>
                  <a:cubicBezTo>
                    <a:pt x="5267" y="8399"/>
                    <a:pt x="5368" y="8458"/>
                    <a:pt x="5473" y="8458"/>
                  </a:cubicBezTo>
                  <a:lnTo>
                    <a:pt x="7873" y="8458"/>
                  </a:lnTo>
                  <a:lnTo>
                    <a:pt x="7873" y="10420"/>
                  </a:lnTo>
                  <a:cubicBezTo>
                    <a:pt x="7713" y="10374"/>
                    <a:pt x="7544" y="10351"/>
                    <a:pt x="7375" y="10351"/>
                  </a:cubicBezTo>
                  <a:cubicBezTo>
                    <a:pt x="6355" y="10351"/>
                    <a:pt x="5528" y="11178"/>
                    <a:pt x="5528" y="12198"/>
                  </a:cubicBezTo>
                  <a:cubicBezTo>
                    <a:pt x="5528" y="13217"/>
                    <a:pt x="6355" y="14045"/>
                    <a:pt x="7375" y="14045"/>
                  </a:cubicBezTo>
                  <a:cubicBezTo>
                    <a:pt x="7544" y="14045"/>
                    <a:pt x="7713" y="14022"/>
                    <a:pt x="7873" y="13976"/>
                  </a:cubicBezTo>
                  <a:lnTo>
                    <a:pt x="7873" y="15746"/>
                  </a:lnTo>
                  <a:lnTo>
                    <a:pt x="1884" y="15746"/>
                  </a:lnTo>
                  <a:cubicBezTo>
                    <a:pt x="1171" y="15746"/>
                    <a:pt x="586" y="15165"/>
                    <a:pt x="586" y="14447"/>
                  </a:cubicBezTo>
                  <a:lnTo>
                    <a:pt x="586" y="12212"/>
                  </a:lnTo>
                  <a:cubicBezTo>
                    <a:pt x="586" y="12052"/>
                    <a:pt x="458" y="11924"/>
                    <a:pt x="293" y="11924"/>
                  </a:cubicBezTo>
                  <a:cubicBezTo>
                    <a:pt x="133" y="11924"/>
                    <a:pt x="1" y="12052"/>
                    <a:pt x="1" y="12212"/>
                  </a:cubicBezTo>
                  <a:lnTo>
                    <a:pt x="1" y="14447"/>
                  </a:lnTo>
                  <a:cubicBezTo>
                    <a:pt x="1" y="15485"/>
                    <a:pt x="846" y="16331"/>
                    <a:pt x="1884" y="16331"/>
                  </a:cubicBezTo>
                  <a:lnTo>
                    <a:pt x="14452" y="16331"/>
                  </a:lnTo>
                  <a:cubicBezTo>
                    <a:pt x="15489" y="16331"/>
                    <a:pt x="16330" y="15485"/>
                    <a:pt x="16330" y="14447"/>
                  </a:cubicBezTo>
                  <a:lnTo>
                    <a:pt x="16330" y="1880"/>
                  </a:lnTo>
                  <a:cubicBezTo>
                    <a:pt x="16330" y="847"/>
                    <a:pt x="15489" y="1"/>
                    <a:pt x="14452" y="1"/>
                  </a:cubicBezTo>
                  <a:lnTo>
                    <a:pt x="11773" y="1"/>
                  </a:lnTo>
                  <a:cubicBezTo>
                    <a:pt x="11613" y="1"/>
                    <a:pt x="11480" y="133"/>
                    <a:pt x="11480" y="293"/>
                  </a:cubicBezTo>
                  <a:cubicBezTo>
                    <a:pt x="11480" y="453"/>
                    <a:pt x="11613" y="586"/>
                    <a:pt x="11773" y="586"/>
                  </a:cubicBezTo>
                  <a:lnTo>
                    <a:pt x="14452" y="586"/>
                  </a:lnTo>
                  <a:cubicBezTo>
                    <a:pt x="15165" y="586"/>
                    <a:pt x="15745" y="1167"/>
                    <a:pt x="15745" y="1880"/>
                  </a:cubicBezTo>
                  <a:lnTo>
                    <a:pt x="15745" y="7873"/>
                  </a:lnTo>
                  <a:lnTo>
                    <a:pt x="13537" y="7873"/>
                  </a:lnTo>
                  <a:cubicBezTo>
                    <a:pt x="13432" y="7873"/>
                    <a:pt x="13331" y="7928"/>
                    <a:pt x="13281" y="8019"/>
                  </a:cubicBezTo>
                  <a:cubicBezTo>
                    <a:pt x="13231" y="8111"/>
                    <a:pt x="13231" y="8225"/>
                    <a:pt x="13286" y="8317"/>
                  </a:cubicBezTo>
                  <a:cubicBezTo>
                    <a:pt x="13400" y="8509"/>
                    <a:pt x="13459" y="8733"/>
                    <a:pt x="13459" y="8961"/>
                  </a:cubicBezTo>
                  <a:cubicBezTo>
                    <a:pt x="13459" y="9656"/>
                    <a:pt x="12897" y="10223"/>
                    <a:pt x="12198" y="10223"/>
                  </a:cubicBezTo>
                  <a:cubicBezTo>
                    <a:pt x="11503" y="10223"/>
                    <a:pt x="10936" y="9656"/>
                    <a:pt x="10936" y="8961"/>
                  </a:cubicBezTo>
                  <a:cubicBezTo>
                    <a:pt x="10936" y="8733"/>
                    <a:pt x="11000" y="8509"/>
                    <a:pt x="11114" y="8317"/>
                  </a:cubicBezTo>
                  <a:cubicBezTo>
                    <a:pt x="11169" y="8225"/>
                    <a:pt x="11169" y="8111"/>
                    <a:pt x="11119" y="8019"/>
                  </a:cubicBezTo>
                  <a:cubicBezTo>
                    <a:pt x="11064" y="7928"/>
                    <a:pt x="10968" y="7873"/>
                    <a:pt x="10863" y="7873"/>
                  </a:cubicBezTo>
                  <a:lnTo>
                    <a:pt x="8458" y="7873"/>
                  </a:lnTo>
                  <a:lnTo>
                    <a:pt x="8458" y="5912"/>
                  </a:lnTo>
                  <a:cubicBezTo>
                    <a:pt x="8625" y="5956"/>
                    <a:pt x="8797" y="5980"/>
                    <a:pt x="8971" y="5980"/>
                  </a:cubicBezTo>
                  <a:cubicBezTo>
                    <a:pt x="9012" y="5980"/>
                    <a:pt x="9053" y="5979"/>
                    <a:pt x="9094" y="5976"/>
                  </a:cubicBezTo>
                  <a:cubicBezTo>
                    <a:pt x="10008" y="5912"/>
                    <a:pt x="10739" y="5176"/>
                    <a:pt x="10803" y="4262"/>
                  </a:cubicBezTo>
                  <a:cubicBezTo>
                    <a:pt x="10840" y="3745"/>
                    <a:pt x="10666" y="3251"/>
                    <a:pt x="10314" y="2872"/>
                  </a:cubicBezTo>
                  <a:cubicBezTo>
                    <a:pt x="9967" y="2502"/>
                    <a:pt x="9473" y="2287"/>
                    <a:pt x="8961" y="2287"/>
                  </a:cubicBezTo>
                  <a:cubicBezTo>
                    <a:pt x="8792" y="2287"/>
                    <a:pt x="8623" y="2310"/>
                    <a:pt x="8458" y="2355"/>
                  </a:cubicBezTo>
                  <a:lnTo>
                    <a:pt x="8458" y="586"/>
                  </a:lnTo>
                  <a:lnTo>
                    <a:pt x="10474" y="586"/>
                  </a:lnTo>
                  <a:cubicBezTo>
                    <a:pt x="10634" y="586"/>
                    <a:pt x="10767" y="453"/>
                    <a:pt x="10767" y="293"/>
                  </a:cubicBezTo>
                  <a:cubicBezTo>
                    <a:pt x="10767" y="129"/>
                    <a:pt x="10634" y="1"/>
                    <a:pt x="10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5993671" y="3371195"/>
              <a:ext cx="283485" cy="266848"/>
            </a:xfrm>
            <a:custGeom>
              <a:rect b="b" l="l" r="r" t="t"/>
              <a:pathLst>
                <a:path extrusionOk="0" h="10904" w="11585">
                  <a:moveTo>
                    <a:pt x="4037" y="586"/>
                  </a:moveTo>
                  <a:cubicBezTo>
                    <a:pt x="5112" y="586"/>
                    <a:pt x="5980" y="1459"/>
                    <a:pt x="5980" y="2529"/>
                  </a:cubicBezTo>
                  <a:cubicBezTo>
                    <a:pt x="5980" y="2835"/>
                    <a:pt x="5912" y="3127"/>
                    <a:pt x="5774" y="3397"/>
                  </a:cubicBezTo>
                  <a:cubicBezTo>
                    <a:pt x="5701" y="3543"/>
                    <a:pt x="5761" y="3717"/>
                    <a:pt x="5907" y="3790"/>
                  </a:cubicBezTo>
                  <a:cubicBezTo>
                    <a:pt x="5948" y="3812"/>
                    <a:pt x="5993" y="3822"/>
                    <a:pt x="6037" y="3822"/>
                  </a:cubicBezTo>
                  <a:cubicBezTo>
                    <a:pt x="6143" y="3822"/>
                    <a:pt x="6247" y="3763"/>
                    <a:pt x="6296" y="3662"/>
                  </a:cubicBezTo>
                  <a:cubicBezTo>
                    <a:pt x="6474" y="3306"/>
                    <a:pt x="6565" y="2926"/>
                    <a:pt x="6565" y="2529"/>
                  </a:cubicBezTo>
                  <a:cubicBezTo>
                    <a:pt x="6565" y="1975"/>
                    <a:pt x="6387" y="1463"/>
                    <a:pt x="6085" y="1047"/>
                  </a:cubicBezTo>
                  <a:lnTo>
                    <a:pt x="7022" y="608"/>
                  </a:lnTo>
                  <a:lnTo>
                    <a:pt x="7960" y="2615"/>
                  </a:lnTo>
                  <a:cubicBezTo>
                    <a:pt x="8005" y="2711"/>
                    <a:pt x="8097" y="2775"/>
                    <a:pt x="8202" y="2785"/>
                  </a:cubicBezTo>
                  <a:cubicBezTo>
                    <a:pt x="8207" y="2785"/>
                    <a:pt x="8212" y="2785"/>
                    <a:pt x="8216" y="2785"/>
                  </a:cubicBezTo>
                  <a:cubicBezTo>
                    <a:pt x="8316" y="2785"/>
                    <a:pt x="8410" y="2739"/>
                    <a:pt x="8467" y="2657"/>
                  </a:cubicBezTo>
                  <a:cubicBezTo>
                    <a:pt x="8591" y="2469"/>
                    <a:pt x="8769" y="2318"/>
                    <a:pt x="8975" y="2222"/>
                  </a:cubicBezTo>
                  <a:cubicBezTo>
                    <a:pt x="9145" y="2143"/>
                    <a:pt x="9326" y="2103"/>
                    <a:pt x="9507" y="2103"/>
                  </a:cubicBezTo>
                  <a:cubicBezTo>
                    <a:pt x="9660" y="2103"/>
                    <a:pt x="9813" y="2132"/>
                    <a:pt x="9962" y="2190"/>
                  </a:cubicBezTo>
                  <a:cubicBezTo>
                    <a:pt x="10287" y="2314"/>
                    <a:pt x="10538" y="2556"/>
                    <a:pt x="10671" y="2876"/>
                  </a:cubicBezTo>
                  <a:cubicBezTo>
                    <a:pt x="10927" y="3484"/>
                    <a:pt x="10666" y="4193"/>
                    <a:pt x="10081" y="4490"/>
                  </a:cubicBezTo>
                  <a:cubicBezTo>
                    <a:pt x="9898" y="4581"/>
                    <a:pt x="9703" y="4628"/>
                    <a:pt x="9503" y="4628"/>
                  </a:cubicBezTo>
                  <a:cubicBezTo>
                    <a:pt x="9463" y="4628"/>
                    <a:pt x="9422" y="4626"/>
                    <a:pt x="9381" y="4622"/>
                  </a:cubicBezTo>
                  <a:cubicBezTo>
                    <a:pt x="9370" y="4621"/>
                    <a:pt x="9358" y="4620"/>
                    <a:pt x="9347" y="4620"/>
                  </a:cubicBezTo>
                  <a:cubicBezTo>
                    <a:pt x="9255" y="4620"/>
                    <a:pt x="9169" y="4668"/>
                    <a:pt x="9116" y="4741"/>
                  </a:cubicBezTo>
                  <a:cubicBezTo>
                    <a:pt x="9052" y="4828"/>
                    <a:pt x="9043" y="4938"/>
                    <a:pt x="9089" y="5034"/>
                  </a:cubicBezTo>
                  <a:lnTo>
                    <a:pt x="10104" y="7214"/>
                  </a:lnTo>
                  <a:lnTo>
                    <a:pt x="8325" y="8042"/>
                  </a:lnTo>
                  <a:cubicBezTo>
                    <a:pt x="8293" y="7859"/>
                    <a:pt x="8239" y="7676"/>
                    <a:pt x="8152" y="7507"/>
                  </a:cubicBezTo>
                  <a:cubicBezTo>
                    <a:pt x="7829" y="6869"/>
                    <a:pt x="7174" y="6493"/>
                    <a:pt x="6496" y="6493"/>
                  </a:cubicBezTo>
                  <a:cubicBezTo>
                    <a:pt x="6260" y="6493"/>
                    <a:pt x="6021" y="6538"/>
                    <a:pt x="5793" y="6634"/>
                  </a:cubicBezTo>
                  <a:cubicBezTo>
                    <a:pt x="5322" y="6830"/>
                    <a:pt x="4961" y="7201"/>
                    <a:pt x="4778" y="7672"/>
                  </a:cubicBezTo>
                  <a:cubicBezTo>
                    <a:pt x="4595" y="8147"/>
                    <a:pt x="4613" y="8659"/>
                    <a:pt x="4828" y="9121"/>
                  </a:cubicBezTo>
                  <a:cubicBezTo>
                    <a:pt x="4901" y="9276"/>
                    <a:pt x="4993" y="9418"/>
                    <a:pt x="5102" y="9546"/>
                  </a:cubicBezTo>
                  <a:lnTo>
                    <a:pt x="3498" y="10296"/>
                  </a:lnTo>
                  <a:lnTo>
                    <a:pt x="965" y="4865"/>
                  </a:lnTo>
                  <a:cubicBezTo>
                    <a:pt x="668" y="4220"/>
                    <a:pt x="947" y="3447"/>
                    <a:pt x="1587" y="3146"/>
                  </a:cubicBezTo>
                  <a:cubicBezTo>
                    <a:pt x="1866" y="4243"/>
                    <a:pt x="2858" y="5057"/>
                    <a:pt x="4037" y="5057"/>
                  </a:cubicBezTo>
                  <a:cubicBezTo>
                    <a:pt x="4476" y="5057"/>
                    <a:pt x="4906" y="4942"/>
                    <a:pt x="5285" y="4727"/>
                  </a:cubicBezTo>
                  <a:cubicBezTo>
                    <a:pt x="5427" y="4645"/>
                    <a:pt x="5477" y="4467"/>
                    <a:pt x="5395" y="4330"/>
                  </a:cubicBezTo>
                  <a:cubicBezTo>
                    <a:pt x="5343" y="4234"/>
                    <a:pt x="5245" y="4180"/>
                    <a:pt x="5143" y="4180"/>
                  </a:cubicBezTo>
                  <a:cubicBezTo>
                    <a:pt x="5094" y="4180"/>
                    <a:pt x="5044" y="4193"/>
                    <a:pt x="4997" y="4220"/>
                  </a:cubicBezTo>
                  <a:cubicBezTo>
                    <a:pt x="4705" y="4385"/>
                    <a:pt x="4375" y="4471"/>
                    <a:pt x="4037" y="4471"/>
                  </a:cubicBezTo>
                  <a:cubicBezTo>
                    <a:pt x="2967" y="4471"/>
                    <a:pt x="2099" y="3598"/>
                    <a:pt x="2099" y="2529"/>
                  </a:cubicBezTo>
                  <a:cubicBezTo>
                    <a:pt x="2099" y="1459"/>
                    <a:pt x="2967" y="586"/>
                    <a:pt x="4037" y="586"/>
                  </a:cubicBezTo>
                  <a:close/>
                  <a:moveTo>
                    <a:pt x="4037" y="0"/>
                  </a:moveTo>
                  <a:cubicBezTo>
                    <a:pt x="2647" y="0"/>
                    <a:pt x="1514" y="1134"/>
                    <a:pt x="1514" y="2529"/>
                  </a:cubicBezTo>
                  <a:cubicBezTo>
                    <a:pt x="1514" y="2529"/>
                    <a:pt x="1514" y="2533"/>
                    <a:pt x="1514" y="2533"/>
                  </a:cubicBezTo>
                  <a:lnTo>
                    <a:pt x="1349" y="2611"/>
                  </a:lnTo>
                  <a:cubicBezTo>
                    <a:pt x="407" y="3050"/>
                    <a:pt x="0" y="4170"/>
                    <a:pt x="435" y="5112"/>
                  </a:cubicBezTo>
                  <a:lnTo>
                    <a:pt x="2999" y="10607"/>
                  </a:lnTo>
                  <a:cubicBezTo>
                    <a:pt x="3086" y="10794"/>
                    <a:pt x="3274" y="10904"/>
                    <a:pt x="3466" y="10904"/>
                  </a:cubicBezTo>
                  <a:cubicBezTo>
                    <a:pt x="3539" y="10904"/>
                    <a:pt x="3612" y="10885"/>
                    <a:pt x="3681" y="10853"/>
                  </a:cubicBezTo>
                  <a:lnTo>
                    <a:pt x="5436" y="10035"/>
                  </a:lnTo>
                  <a:cubicBezTo>
                    <a:pt x="5587" y="9967"/>
                    <a:pt x="5697" y="9825"/>
                    <a:pt x="5724" y="9665"/>
                  </a:cubicBezTo>
                  <a:cubicBezTo>
                    <a:pt x="5756" y="9500"/>
                    <a:pt x="5706" y="9331"/>
                    <a:pt x="5592" y="9212"/>
                  </a:cubicBezTo>
                  <a:cubicBezTo>
                    <a:pt x="5496" y="9116"/>
                    <a:pt x="5418" y="8997"/>
                    <a:pt x="5358" y="8874"/>
                  </a:cubicBezTo>
                  <a:cubicBezTo>
                    <a:pt x="5212" y="8559"/>
                    <a:pt x="5198" y="8206"/>
                    <a:pt x="5326" y="7886"/>
                  </a:cubicBezTo>
                  <a:cubicBezTo>
                    <a:pt x="5450" y="7562"/>
                    <a:pt x="5697" y="7310"/>
                    <a:pt x="6017" y="7173"/>
                  </a:cubicBezTo>
                  <a:cubicBezTo>
                    <a:pt x="6173" y="7109"/>
                    <a:pt x="6336" y="7078"/>
                    <a:pt x="6497" y="7078"/>
                  </a:cubicBezTo>
                  <a:cubicBezTo>
                    <a:pt x="6962" y="7078"/>
                    <a:pt x="7409" y="7334"/>
                    <a:pt x="7626" y="7772"/>
                  </a:cubicBezTo>
                  <a:cubicBezTo>
                    <a:pt x="7699" y="7909"/>
                    <a:pt x="7740" y="8051"/>
                    <a:pt x="7758" y="8202"/>
                  </a:cubicBezTo>
                  <a:cubicBezTo>
                    <a:pt x="7777" y="8367"/>
                    <a:pt x="7873" y="8517"/>
                    <a:pt x="8014" y="8595"/>
                  </a:cubicBezTo>
                  <a:cubicBezTo>
                    <a:pt x="8094" y="8640"/>
                    <a:pt x="8182" y="8663"/>
                    <a:pt x="8270" y="8663"/>
                  </a:cubicBezTo>
                  <a:cubicBezTo>
                    <a:pt x="8343" y="8663"/>
                    <a:pt x="8417" y="8647"/>
                    <a:pt x="8485" y="8613"/>
                  </a:cubicBezTo>
                  <a:lnTo>
                    <a:pt x="10415" y="7713"/>
                  </a:lnTo>
                  <a:cubicBezTo>
                    <a:pt x="10671" y="7594"/>
                    <a:pt x="10785" y="7288"/>
                    <a:pt x="10661" y="7032"/>
                  </a:cubicBezTo>
                  <a:lnTo>
                    <a:pt x="9802" y="5189"/>
                  </a:lnTo>
                  <a:cubicBezTo>
                    <a:pt x="9989" y="5157"/>
                    <a:pt x="10172" y="5098"/>
                    <a:pt x="10346" y="5011"/>
                  </a:cubicBezTo>
                  <a:cubicBezTo>
                    <a:pt x="11205" y="4577"/>
                    <a:pt x="11585" y="3539"/>
                    <a:pt x="11210" y="2647"/>
                  </a:cubicBezTo>
                  <a:cubicBezTo>
                    <a:pt x="11013" y="2181"/>
                    <a:pt x="10643" y="1825"/>
                    <a:pt x="10172" y="1642"/>
                  </a:cubicBezTo>
                  <a:cubicBezTo>
                    <a:pt x="9957" y="1558"/>
                    <a:pt x="9732" y="1517"/>
                    <a:pt x="9508" y="1517"/>
                  </a:cubicBezTo>
                  <a:cubicBezTo>
                    <a:pt x="9242" y="1517"/>
                    <a:pt x="8976" y="1575"/>
                    <a:pt x="8728" y="1692"/>
                  </a:cubicBezTo>
                  <a:cubicBezTo>
                    <a:pt x="8572" y="1765"/>
                    <a:pt x="8431" y="1857"/>
                    <a:pt x="8303" y="1966"/>
                  </a:cubicBezTo>
                  <a:lnTo>
                    <a:pt x="7525" y="298"/>
                  </a:lnTo>
                  <a:cubicBezTo>
                    <a:pt x="7439" y="112"/>
                    <a:pt x="7254" y="3"/>
                    <a:pt x="7059" y="3"/>
                  </a:cubicBezTo>
                  <a:cubicBezTo>
                    <a:pt x="6986" y="3"/>
                    <a:pt x="6911" y="18"/>
                    <a:pt x="6840" y="51"/>
                  </a:cubicBezTo>
                  <a:lnTo>
                    <a:pt x="5665" y="599"/>
                  </a:lnTo>
                  <a:cubicBezTo>
                    <a:pt x="5226" y="224"/>
                    <a:pt x="4659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6070077" y="3394468"/>
              <a:ext cx="44780" cy="77211"/>
            </a:xfrm>
            <a:custGeom>
              <a:rect b="b" l="l" r="r" t="t"/>
              <a:pathLst>
                <a:path extrusionOk="0" h="3155" w="1830">
                  <a:moveTo>
                    <a:pt x="915" y="0"/>
                  </a:moveTo>
                  <a:cubicBezTo>
                    <a:pt x="755" y="0"/>
                    <a:pt x="623" y="133"/>
                    <a:pt x="623" y="293"/>
                  </a:cubicBezTo>
                  <a:lnTo>
                    <a:pt x="623" y="366"/>
                  </a:lnTo>
                  <a:cubicBezTo>
                    <a:pt x="271" y="435"/>
                    <a:pt x="5" y="746"/>
                    <a:pt x="5" y="1120"/>
                  </a:cubicBezTo>
                  <a:cubicBezTo>
                    <a:pt x="5" y="1546"/>
                    <a:pt x="348" y="1888"/>
                    <a:pt x="773" y="1888"/>
                  </a:cubicBezTo>
                  <a:lnTo>
                    <a:pt x="1061" y="1888"/>
                  </a:lnTo>
                  <a:cubicBezTo>
                    <a:pt x="1162" y="1888"/>
                    <a:pt x="1244" y="1971"/>
                    <a:pt x="1244" y="2076"/>
                  </a:cubicBezTo>
                  <a:cubicBezTo>
                    <a:pt x="1244" y="2176"/>
                    <a:pt x="1162" y="2259"/>
                    <a:pt x="1061" y="2259"/>
                  </a:cubicBezTo>
                  <a:lnTo>
                    <a:pt x="773" y="2259"/>
                  </a:lnTo>
                  <a:cubicBezTo>
                    <a:pt x="700" y="2259"/>
                    <a:pt x="632" y="2213"/>
                    <a:pt x="604" y="2144"/>
                  </a:cubicBezTo>
                  <a:cubicBezTo>
                    <a:pt x="556" y="2034"/>
                    <a:pt x="445" y="1968"/>
                    <a:pt x="330" y="1968"/>
                  </a:cubicBezTo>
                  <a:cubicBezTo>
                    <a:pt x="293" y="1968"/>
                    <a:pt x="256" y="1975"/>
                    <a:pt x="220" y="1989"/>
                  </a:cubicBezTo>
                  <a:cubicBezTo>
                    <a:pt x="69" y="2053"/>
                    <a:pt x="1" y="2227"/>
                    <a:pt x="65" y="2373"/>
                  </a:cubicBezTo>
                  <a:cubicBezTo>
                    <a:pt x="165" y="2611"/>
                    <a:pt x="376" y="2780"/>
                    <a:pt x="623" y="2830"/>
                  </a:cubicBezTo>
                  <a:lnTo>
                    <a:pt x="623" y="2862"/>
                  </a:lnTo>
                  <a:cubicBezTo>
                    <a:pt x="623" y="3022"/>
                    <a:pt x="755" y="3155"/>
                    <a:pt x="915" y="3155"/>
                  </a:cubicBezTo>
                  <a:cubicBezTo>
                    <a:pt x="1080" y="3155"/>
                    <a:pt x="1208" y="3022"/>
                    <a:pt x="1208" y="2862"/>
                  </a:cubicBezTo>
                  <a:lnTo>
                    <a:pt x="1208" y="2830"/>
                  </a:lnTo>
                  <a:cubicBezTo>
                    <a:pt x="1564" y="2762"/>
                    <a:pt x="1830" y="2446"/>
                    <a:pt x="1830" y="2076"/>
                  </a:cubicBezTo>
                  <a:cubicBezTo>
                    <a:pt x="1830" y="1651"/>
                    <a:pt x="1487" y="1303"/>
                    <a:pt x="1061" y="1303"/>
                  </a:cubicBezTo>
                  <a:lnTo>
                    <a:pt x="773" y="1303"/>
                  </a:lnTo>
                  <a:cubicBezTo>
                    <a:pt x="673" y="1303"/>
                    <a:pt x="586" y="1221"/>
                    <a:pt x="586" y="1120"/>
                  </a:cubicBezTo>
                  <a:cubicBezTo>
                    <a:pt x="586" y="1020"/>
                    <a:pt x="673" y="933"/>
                    <a:pt x="773" y="933"/>
                  </a:cubicBezTo>
                  <a:lnTo>
                    <a:pt x="1061" y="933"/>
                  </a:lnTo>
                  <a:cubicBezTo>
                    <a:pt x="1121" y="933"/>
                    <a:pt x="1180" y="965"/>
                    <a:pt x="1217" y="1015"/>
                  </a:cubicBezTo>
                  <a:cubicBezTo>
                    <a:pt x="1271" y="1100"/>
                    <a:pt x="1361" y="1145"/>
                    <a:pt x="1454" y="1145"/>
                  </a:cubicBezTo>
                  <a:cubicBezTo>
                    <a:pt x="1511" y="1145"/>
                    <a:pt x="1569" y="1128"/>
                    <a:pt x="1619" y="1093"/>
                  </a:cubicBezTo>
                  <a:cubicBezTo>
                    <a:pt x="1756" y="1006"/>
                    <a:pt x="1788" y="823"/>
                    <a:pt x="1701" y="691"/>
                  </a:cubicBezTo>
                  <a:cubicBezTo>
                    <a:pt x="1583" y="517"/>
                    <a:pt x="1409" y="403"/>
                    <a:pt x="1208" y="366"/>
                  </a:cubicBezTo>
                  <a:lnTo>
                    <a:pt x="1208" y="293"/>
                  </a:lnTo>
                  <a:cubicBezTo>
                    <a:pt x="1208" y="133"/>
                    <a:pt x="1080" y="0"/>
                    <a:pt x="9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8" name="Google Shape;998;p34"/>
          <p:cNvGrpSpPr/>
          <p:nvPr/>
        </p:nvGrpSpPr>
        <p:grpSpPr>
          <a:xfrm>
            <a:off x="5341601" y="3371195"/>
            <a:ext cx="465396" cy="488583"/>
            <a:chOff x="5341601" y="3371195"/>
            <a:chExt cx="465396" cy="488583"/>
          </a:xfrm>
        </p:grpSpPr>
        <p:sp>
          <p:nvSpPr>
            <p:cNvPr id="999" name="Google Shape;999;p34"/>
            <p:cNvSpPr/>
            <p:nvPr/>
          </p:nvSpPr>
          <p:spPr>
            <a:xfrm>
              <a:off x="5436484" y="3680418"/>
              <a:ext cx="62447" cy="41970"/>
            </a:xfrm>
            <a:custGeom>
              <a:rect b="b" l="l" r="r" t="t"/>
              <a:pathLst>
                <a:path extrusionOk="0" h="1715" w="2552">
                  <a:moveTo>
                    <a:pt x="1971" y="581"/>
                  </a:moveTo>
                  <a:lnTo>
                    <a:pt x="1971" y="1130"/>
                  </a:lnTo>
                  <a:lnTo>
                    <a:pt x="586" y="1130"/>
                  </a:lnTo>
                  <a:lnTo>
                    <a:pt x="586" y="581"/>
                  </a:lnTo>
                  <a:close/>
                  <a:moveTo>
                    <a:pt x="508" y="0"/>
                  </a:moveTo>
                  <a:cubicBezTo>
                    <a:pt x="229" y="0"/>
                    <a:pt x="1" y="224"/>
                    <a:pt x="1" y="508"/>
                  </a:cubicBezTo>
                  <a:lnTo>
                    <a:pt x="1" y="1207"/>
                  </a:lnTo>
                  <a:cubicBezTo>
                    <a:pt x="1" y="1491"/>
                    <a:pt x="229" y="1715"/>
                    <a:pt x="508" y="1715"/>
                  </a:cubicBezTo>
                  <a:lnTo>
                    <a:pt x="2044" y="1715"/>
                  </a:lnTo>
                  <a:cubicBezTo>
                    <a:pt x="2328" y="1715"/>
                    <a:pt x="2552" y="1491"/>
                    <a:pt x="2552" y="1207"/>
                  </a:cubicBezTo>
                  <a:lnTo>
                    <a:pt x="2552" y="508"/>
                  </a:lnTo>
                  <a:cubicBezTo>
                    <a:pt x="2552" y="224"/>
                    <a:pt x="2328" y="0"/>
                    <a:pt x="20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5548597" y="3653010"/>
              <a:ext cx="111999" cy="112133"/>
            </a:xfrm>
            <a:custGeom>
              <a:rect b="b" l="l" r="r" t="t"/>
              <a:pathLst>
                <a:path extrusionOk="0" h="4582" w="4577">
                  <a:moveTo>
                    <a:pt x="1998" y="608"/>
                  </a:moveTo>
                  <a:lnTo>
                    <a:pt x="1998" y="1998"/>
                  </a:lnTo>
                  <a:lnTo>
                    <a:pt x="608" y="1998"/>
                  </a:lnTo>
                  <a:cubicBezTo>
                    <a:pt x="732" y="1290"/>
                    <a:pt x="1290" y="732"/>
                    <a:pt x="1998" y="608"/>
                  </a:cubicBezTo>
                  <a:close/>
                  <a:moveTo>
                    <a:pt x="2579" y="608"/>
                  </a:moveTo>
                  <a:cubicBezTo>
                    <a:pt x="3287" y="732"/>
                    <a:pt x="3845" y="1290"/>
                    <a:pt x="3969" y="1998"/>
                  </a:cubicBezTo>
                  <a:lnTo>
                    <a:pt x="2579" y="1998"/>
                  </a:lnTo>
                  <a:lnTo>
                    <a:pt x="2579" y="608"/>
                  </a:lnTo>
                  <a:close/>
                  <a:moveTo>
                    <a:pt x="1998" y="2583"/>
                  </a:moveTo>
                  <a:lnTo>
                    <a:pt x="1998" y="3969"/>
                  </a:lnTo>
                  <a:cubicBezTo>
                    <a:pt x="1290" y="3845"/>
                    <a:pt x="732" y="3287"/>
                    <a:pt x="608" y="2583"/>
                  </a:cubicBezTo>
                  <a:close/>
                  <a:moveTo>
                    <a:pt x="3969" y="2583"/>
                  </a:moveTo>
                  <a:cubicBezTo>
                    <a:pt x="3845" y="3287"/>
                    <a:pt x="3287" y="3845"/>
                    <a:pt x="2579" y="3969"/>
                  </a:cubicBezTo>
                  <a:lnTo>
                    <a:pt x="2579" y="2583"/>
                  </a:lnTo>
                  <a:close/>
                  <a:moveTo>
                    <a:pt x="2286" y="0"/>
                  </a:moveTo>
                  <a:cubicBezTo>
                    <a:pt x="1025" y="0"/>
                    <a:pt x="0" y="1029"/>
                    <a:pt x="0" y="2291"/>
                  </a:cubicBezTo>
                  <a:cubicBezTo>
                    <a:pt x="0" y="3552"/>
                    <a:pt x="1025" y="4581"/>
                    <a:pt x="2286" y="4581"/>
                  </a:cubicBezTo>
                  <a:cubicBezTo>
                    <a:pt x="3553" y="4581"/>
                    <a:pt x="4577" y="3552"/>
                    <a:pt x="4577" y="2291"/>
                  </a:cubicBezTo>
                  <a:cubicBezTo>
                    <a:pt x="4577" y="1029"/>
                    <a:pt x="3553" y="0"/>
                    <a:pt x="2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5484722" y="3741377"/>
              <a:ext cx="14217" cy="17718"/>
            </a:xfrm>
            <a:custGeom>
              <a:rect b="b" l="l" r="r" t="t"/>
              <a:pathLst>
                <a:path extrusionOk="0" h="724" w="581">
                  <a:moveTo>
                    <a:pt x="288" y="1"/>
                  </a:moveTo>
                  <a:cubicBezTo>
                    <a:pt x="128" y="1"/>
                    <a:pt x="0" y="133"/>
                    <a:pt x="0" y="294"/>
                  </a:cubicBezTo>
                  <a:lnTo>
                    <a:pt x="0" y="435"/>
                  </a:lnTo>
                  <a:cubicBezTo>
                    <a:pt x="0" y="595"/>
                    <a:pt x="128" y="723"/>
                    <a:pt x="288" y="723"/>
                  </a:cubicBezTo>
                  <a:cubicBezTo>
                    <a:pt x="453" y="723"/>
                    <a:pt x="581" y="595"/>
                    <a:pt x="581" y="435"/>
                  </a:cubicBezTo>
                  <a:lnTo>
                    <a:pt x="581" y="294"/>
                  </a:lnTo>
                  <a:cubicBezTo>
                    <a:pt x="581" y="133"/>
                    <a:pt x="45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5418913" y="3402862"/>
              <a:ext cx="221209" cy="42533"/>
            </a:xfrm>
            <a:custGeom>
              <a:rect b="b" l="l" r="r" t="t"/>
              <a:pathLst>
                <a:path extrusionOk="0" h="1738" w="9040">
                  <a:moveTo>
                    <a:pt x="8454" y="585"/>
                  </a:moveTo>
                  <a:lnTo>
                    <a:pt x="8454" y="1152"/>
                  </a:lnTo>
                  <a:lnTo>
                    <a:pt x="586" y="1152"/>
                  </a:lnTo>
                  <a:lnTo>
                    <a:pt x="586" y="585"/>
                  </a:lnTo>
                  <a:close/>
                  <a:moveTo>
                    <a:pt x="294" y="0"/>
                  </a:moveTo>
                  <a:cubicBezTo>
                    <a:pt x="134" y="0"/>
                    <a:pt x="1" y="128"/>
                    <a:pt x="1" y="293"/>
                  </a:cubicBezTo>
                  <a:lnTo>
                    <a:pt x="1" y="1445"/>
                  </a:lnTo>
                  <a:cubicBezTo>
                    <a:pt x="1" y="1605"/>
                    <a:pt x="134" y="1737"/>
                    <a:pt x="294" y="1737"/>
                  </a:cubicBezTo>
                  <a:lnTo>
                    <a:pt x="8746" y="1737"/>
                  </a:lnTo>
                  <a:cubicBezTo>
                    <a:pt x="8906" y="1737"/>
                    <a:pt x="9039" y="1605"/>
                    <a:pt x="9039" y="1445"/>
                  </a:cubicBezTo>
                  <a:lnTo>
                    <a:pt x="9039" y="293"/>
                  </a:lnTo>
                  <a:cubicBezTo>
                    <a:pt x="9039" y="128"/>
                    <a:pt x="8906" y="0"/>
                    <a:pt x="8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5341601" y="3638229"/>
              <a:ext cx="377034" cy="221550"/>
            </a:xfrm>
            <a:custGeom>
              <a:rect b="b" l="l" r="r" t="t"/>
              <a:pathLst>
                <a:path extrusionOk="0" h="9053" w="15408">
                  <a:moveTo>
                    <a:pt x="5153" y="586"/>
                  </a:moveTo>
                  <a:cubicBezTo>
                    <a:pt x="6141" y="586"/>
                    <a:pt x="6945" y="1386"/>
                    <a:pt x="6945" y="2374"/>
                  </a:cubicBezTo>
                  <a:lnTo>
                    <a:pt x="6945" y="7165"/>
                  </a:lnTo>
                  <a:lnTo>
                    <a:pt x="3366" y="7165"/>
                  </a:lnTo>
                  <a:lnTo>
                    <a:pt x="3366" y="2374"/>
                  </a:lnTo>
                  <a:cubicBezTo>
                    <a:pt x="3366" y="1386"/>
                    <a:pt x="4166" y="586"/>
                    <a:pt x="5153" y="586"/>
                  </a:cubicBezTo>
                  <a:close/>
                  <a:moveTo>
                    <a:pt x="14685" y="7750"/>
                  </a:moveTo>
                  <a:cubicBezTo>
                    <a:pt x="14763" y="7750"/>
                    <a:pt x="14822" y="7814"/>
                    <a:pt x="14822" y="7887"/>
                  </a:cubicBezTo>
                  <a:lnTo>
                    <a:pt x="14822" y="8330"/>
                  </a:lnTo>
                  <a:cubicBezTo>
                    <a:pt x="14822" y="8404"/>
                    <a:pt x="14763" y="8468"/>
                    <a:pt x="14685" y="8468"/>
                  </a:cubicBezTo>
                  <a:lnTo>
                    <a:pt x="723" y="8468"/>
                  </a:lnTo>
                  <a:cubicBezTo>
                    <a:pt x="646" y="8468"/>
                    <a:pt x="586" y="8404"/>
                    <a:pt x="586" y="8330"/>
                  </a:cubicBezTo>
                  <a:lnTo>
                    <a:pt x="586" y="7887"/>
                  </a:lnTo>
                  <a:cubicBezTo>
                    <a:pt x="586" y="7814"/>
                    <a:pt x="646" y="7750"/>
                    <a:pt x="723" y="7750"/>
                  </a:cubicBezTo>
                  <a:close/>
                  <a:moveTo>
                    <a:pt x="5153" y="1"/>
                  </a:moveTo>
                  <a:cubicBezTo>
                    <a:pt x="3846" y="1"/>
                    <a:pt x="2780" y="1066"/>
                    <a:pt x="2780" y="2374"/>
                  </a:cubicBezTo>
                  <a:lnTo>
                    <a:pt x="2780" y="7165"/>
                  </a:lnTo>
                  <a:lnTo>
                    <a:pt x="1235" y="7165"/>
                  </a:lnTo>
                  <a:lnTo>
                    <a:pt x="1235" y="2506"/>
                  </a:lnTo>
                  <a:cubicBezTo>
                    <a:pt x="1235" y="2346"/>
                    <a:pt x="1103" y="2214"/>
                    <a:pt x="943" y="2214"/>
                  </a:cubicBezTo>
                  <a:cubicBezTo>
                    <a:pt x="783" y="2214"/>
                    <a:pt x="650" y="2346"/>
                    <a:pt x="650" y="2506"/>
                  </a:cubicBezTo>
                  <a:lnTo>
                    <a:pt x="650" y="7169"/>
                  </a:lnTo>
                  <a:cubicBezTo>
                    <a:pt x="284" y="7206"/>
                    <a:pt x="1" y="7517"/>
                    <a:pt x="1" y="7887"/>
                  </a:cubicBezTo>
                  <a:lnTo>
                    <a:pt x="1" y="8330"/>
                  </a:lnTo>
                  <a:cubicBezTo>
                    <a:pt x="1" y="8728"/>
                    <a:pt x="326" y="9053"/>
                    <a:pt x="723" y="9053"/>
                  </a:cubicBezTo>
                  <a:lnTo>
                    <a:pt x="14685" y="9053"/>
                  </a:lnTo>
                  <a:cubicBezTo>
                    <a:pt x="15083" y="9053"/>
                    <a:pt x="15407" y="8728"/>
                    <a:pt x="15407" y="8330"/>
                  </a:cubicBezTo>
                  <a:lnTo>
                    <a:pt x="15407" y="7887"/>
                  </a:lnTo>
                  <a:cubicBezTo>
                    <a:pt x="15407" y="7489"/>
                    <a:pt x="15083" y="7165"/>
                    <a:pt x="14685" y="7165"/>
                  </a:cubicBezTo>
                  <a:lnTo>
                    <a:pt x="14566" y="7165"/>
                  </a:lnTo>
                  <a:lnTo>
                    <a:pt x="14566" y="5427"/>
                  </a:lnTo>
                  <a:cubicBezTo>
                    <a:pt x="14566" y="5263"/>
                    <a:pt x="14434" y="5135"/>
                    <a:pt x="14274" y="5135"/>
                  </a:cubicBezTo>
                  <a:cubicBezTo>
                    <a:pt x="14114" y="5135"/>
                    <a:pt x="13981" y="5263"/>
                    <a:pt x="13981" y="5427"/>
                  </a:cubicBezTo>
                  <a:lnTo>
                    <a:pt x="13981" y="7165"/>
                  </a:lnTo>
                  <a:lnTo>
                    <a:pt x="7530" y="7165"/>
                  </a:lnTo>
                  <a:lnTo>
                    <a:pt x="7530" y="2374"/>
                  </a:lnTo>
                  <a:cubicBezTo>
                    <a:pt x="7530" y="1066"/>
                    <a:pt x="6465" y="1"/>
                    <a:pt x="5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5348331" y="3371195"/>
              <a:ext cx="458666" cy="375163"/>
            </a:xfrm>
            <a:custGeom>
              <a:rect b="b" l="l" r="r" t="t"/>
              <a:pathLst>
                <a:path extrusionOk="0" h="15330" w="18744">
                  <a:moveTo>
                    <a:pt x="12275" y="586"/>
                  </a:moveTo>
                  <a:cubicBezTo>
                    <a:pt x="12467" y="586"/>
                    <a:pt x="12627" y="746"/>
                    <a:pt x="12627" y="942"/>
                  </a:cubicBezTo>
                  <a:lnTo>
                    <a:pt x="12627" y="3383"/>
                  </a:lnTo>
                  <a:cubicBezTo>
                    <a:pt x="12627" y="3580"/>
                    <a:pt x="12467" y="3740"/>
                    <a:pt x="12275" y="3740"/>
                  </a:cubicBezTo>
                  <a:lnTo>
                    <a:pt x="11054" y="3740"/>
                  </a:lnTo>
                  <a:cubicBezTo>
                    <a:pt x="10894" y="3740"/>
                    <a:pt x="10762" y="3873"/>
                    <a:pt x="10762" y="4033"/>
                  </a:cubicBezTo>
                  <a:cubicBezTo>
                    <a:pt x="10762" y="4197"/>
                    <a:pt x="10894" y="4325"/>
                    <a:pt x="11054" y="4325"/>
                  </a:cubicBezTo>
                  <a:lnTo>
                    <a:pt x="13583" y="4325"/>
                  </a:lnTo>
                  <a:cubicBezTo>
                    <a:pt x="13656" y="4325"/>
                    <a:pt x="13720" y="4389"/>
                    <a:pt x="13720" y="4467"/>
                  </a:cubicBezTo>
                  <a:lnTo>
                    <a:pt x="13720" y="4714"/>
                  </a:lnTo>
                  <a:cubicBezTo>
                    <a:pt x="13720" y="4791"/>
                    <a:pt x="13656" y="4856"/>
                    <a:pt x="13583" y="4856"/>
                  </a:cubicBezTo>
                  <a:lnTo>
                    <a:pt x="1276" y="4856"/>
                  </a:lnTo>
                  <a:cubicBezTo>
                    <a:pt x="1203" y="4856"/>
                    <a:pt x="1139" y="4791"/>
                    <a:pt x="1139" y="4714"/>
                  </a:cubicBezTo>
                  <a:lnTo>
                    <a:pt x="1139" y="4467"/>
                  </a:lnTo>
                  <a:cubicBezTo>
                    <a:pt x="1139" y="4389"/>
                    <a:pt x="1203" y="4325"/>
                    <a:pt x="1276" y="4325"/>
                  </a:cubicBezTo>
                  <a:lnTo>
                    <a:pt x="9756" y="4325"/>
                  </a:lnTo>
                  <a:cubicBezTo>
                    <a:pt x="9921" y="4325"/>
                    <a:pt x="10049" y="4197"/>
                    <a:pt x="10049" y="4033"/>
                  </a:cubicBezTo>
                  <a:cubicBezTo>
                    <a:pt x="10049" y="3873"/>
                    <a:pt x="9921" y="3740"/>
                    <a:pt x="9756" y="3740"/>
                  </a:cubicBezTo>
                  <a:lnTo>
                    <a:pt x="2533" y="3740"/>
                  </a:lnTo>
                  <a:cubicBezTo>
                    <a:pt x="2341" y="3740"/>
                    <a:pt x="2181" y="3580"/>
                    <a:pt x="2181" y="3383"/>
                  </a:cubicBezTo>
                  <a:lnTo>
                    <a:pt x="2181" y="942"/>
                  </a:lnTo>
                  <a:cubicBezTo>
                    <a:pt x="2181" y="746"/>
                    <a:pt x="2341" y="586"/>
                    <a:pt x="2533" y="586"/>
                  </a:cubicBezTo>
                  <a:close/>
                  <a:moveTo>
                    <a:pt x="2871" y="5441"/>
                  </a:moveTo>
                  <a:lnTo>
                    <a:pt x="2441" y="6510"/>
                  </a:lnTo>
                  <a:lnTo>
                    <a:pt x="809" y="6510"/>
                  </a:lnTo>
                  <a:lnTo>
                    <a:pt x="1454" y="5441"/>
                  </a:lnTo>
                  <a:close/>
                  <a:moveTo>
                    <a:pt x="4960" y="5441"/>
                  </a:moveTo>
                  <a:lnTo>
                    <a:pt x="4746" y="6510"/>
                  </a:lnTo>
                  <a:lnTo>
                    <a:pt x="3072" y="6510"/>
                  </a:lnTo>
                  <a:lnTo>
                    <a:pt x="3502" y="5441"/>
                  </a:lnTo>
                  <a:close/>
                  <a:moveTo>
                    <a:pt x="7041" y="5441"/>
                  </a:moveTo>
                  <a:lnTo>
                    <a:pt x="7041" y="6510"/>
                  </a:lnTo>
                  <a:lnTo>
                    <a:pt x="5344" y="6510"/>
                  </a:lnTo>
                  <a:lnTo>
                    <a:pt x="5559" y="5441"/>
                  </a:lnTo>
                  <a:close/>
                  <a:moveTo>
                    <a:pt x="9107" y="5441"/>
                  </a:moveTo>
                  <a:lnTo>
                    <a:pt x="9322" y="6510"/>
                  </a:lnTo>
                  <a:lnTo>
                    <a:pt x="7626" y="6510"/>
                  </a:lnTo>
                  <a:lnTo>
                    <a:pt x="7626" y="5441"/>
                  </a:lnTo>
                  <a:close/>
                  <a:moveTo>
                    <a:pt x="11164" y="5441"/>
                  </a:moveTo>
                  <a:lnTo>
                    <a:pt x="11594" y="6510"/>
                  </a:lnTo>
                  <a:lnTo>
                    <a:pt x="9921" y="6510"/>
                  </a:lnTo>
                  <a:lnTo>
                    <a:pt x="9706" y="5441"/>
                  </a:lnTo>
                  <a:close/>
                  <a:moveTo>
                    <a:pt x="13208" y="5441"/>
                  </a:moveTo>
                  <a:lnTo>
                    <a:pt x="13857" y="6510"/>
                  </a:lnTo>
                  <a:lnTo>
                    <a:pt x="12225" y="6510"/>
                  </a:lnTo>
                  <a:lnTo>
                    <a:pt x="11795" y="5441"/>
                  </a:lnTo>
                  <a:close/>
                  <a:moveTo>
                    <a:pt x="2345" y="7096"/>
                  </a:moveTo>
                  <a:lnTo>
                    <a:pt x="2345" y="8801"/>
                  </a:lnTo>
                  <a:cubicBezTo>
                    <a:pt x="2345" y="9285"/>
                    <a:pt x="1952" y="9683"/>
                    <a:pt x="1468" y="9683"/>
                  </a:cubicBezTo>
                  <a:cubicBezTo>
                    <a:pt x="979" y="9683"/>
                    <a:pt x="585" y="9285"/>
                    <a:pt x="585" y="8801"/>
                  </a:cubicBezTo>
                  <a:lnTo>
                    <a:pt x="585" y="7096"/>
                  </a:lnTo>
                  <a:close/>
                  <a:moveTo>
                    <a:pt x="4695" y="7096"/>
                  </a:moveTo>
                  <a:lnTo>
                    <a:pt x="4695" y="8801"/>
                  </a:lnTo>
                  <a:cubicBezTo>
                    <a:pt x="4695" y="9285"/>
                    <a:pt x="4298" y="9683"/>
                    <a:pt x="3813" y="9683"/>
                  </a:cubicBezTo>
                  <a:cubicBezTo>
                    <a:pt x="3328" y="9683"/>
                    <a:pt x="2931" y="9285"/>
                    <a:pt x="2931" y="8801"/>
                  </a:cubicBezTo>
                  <a:lnTo>
                    <a:pt x="2931" y="7096"/>
                  </a:lnTo>
                  <a:close/>
                  <a:moveTo>
                    <a:pt x="7041" y="7096"/>
                  </a:moveTo>
                  <a:lnTo>
                    <a:pt x="7041" y="8801"/>
                  </a:lnTo>
                  <a:cubicBezTo>
                    <a:pt x="7041" y="9285"/>
                    <a:pt x="6643" y="9683"/>
                    <a:pt x="6158" y="9683"/>
                  </a:cubicBezTo>
                  <a:cubicBezTo>
                    <a:pt x="5674" y="9683"/>
                    <a:pt x="5280" y="9285"/>
                    <a:pt x="5280" y="8801"/>
                  </a:cubicBezTo>
                  <a:lnTo>
                    <a:pt x="5280" y="7096"/>
                  </a:lnTo>
                  <a:close/>
                  <a:moveTo>
                    <a:pt x="9386" y="7096"/>
                  </a:moveTo>
                  <a:lnTo>
                    <a:pt x="9386" y="8801"/>
                  </a:lnTo>
                  <a:cubicBezTo>
                    <a:pt x="9386" y="9285"/>
                    <a:pt x="8993" y="9683"/>
                    <a:pt x="8508" y="9683"/>
                  </a:cubicBezTo>
                  <a:cubicBezTo>
                    <a:pt x="8019" y="9683"/>
                    <a:pt x="7626" y="9285"/>
                    <a:pt x="7626" y="8801"/>
                  </a:cubicBezTo>
                  <a:lnTo>
                    <a:pt x="7626" y="7096"/>
                  </a:lnTo>
                  <a:close/>
                  <a:moveTo>
                    <a:pt x="11736" y="7096"/>
                  </a:moveTo>
                  <a:lnTo>
                    <a:pt x="11736" y="8801"/>
                  </a:lnTo>
                  <a:cubicBezTo>
                    <a:pt x="11736" y="9285"/>
                    <a:pt x="11338" y="9683"/>
                    <a:pt x="10853" y="9683"/>
                  </a:cubicBezTo>
                  <a:cubicBezTo>
                    <a:pt x="10369" y="9683"/>
                    <a:pt x="9971" y="9285"/>
                    <a:pt x="9971" y="8801"/>
                  </a:cubicBezTo>
                  <a:lnTo>
                    <a:pt x="9971" y="7096"/>
                  </a:lnTo>
                  <a:close/>
                  <a:moveTo>
                    <a:pt x="14081" y="7096"/>
                  </a:moveTo>
                  <a:lnTo>
                    <a:pt x="14081" y="8801"/>
                  </a:lnTo>
                  <a:cubicBezTo>
                    <a:pt x="14081" y="9285"/>
                    <a:pt x="13683" y="9683"/>
                    <a:pt x="13199" y="9683"/>
                  </a:cubicBezTo>
                  <a:cubicBezTo>
                    <a:pt x="12714" y="9683"/>
                    <a:pt x="12316" y="9285"/>
                    <a:pt x="12316" y="8801"/>
                  </a:cubicBezTo>
                  <a:lnTo>
                    <a:pt x="12316" y="7096"/>
                  </a:lnTo>
                  <a:close/>
                  <a:moveTo>
                    <a:pt x="15032" y="9331"/>
                  </a:moveTo>
                  <a:cubicBezTo>
                    <a:pt x="14849" y="9633"/>
                    <a:pt x="14744" y="9989"/>
                    <a:pt x="14744" y="10364"/>
                  </a:cubicBezTo>
                  <a:cubicBezTo>
                    <a:pt x="14744" y="10739"/>
                    <a:pt x="14849" y="11096"/>
                    <a:pt x="15032" y="11397"/>
                  </a:cubicBezTo>
                  <a:lnTo>
                    <a:pt x="14291" y="11397"/>
                  </a:lnTo>
                  <a:lnTo>
                    <a:pt x="14291" y="9779"/>
                  </a:lnTo>
                  <a:cubicBezTo>
                    <a:pt x="14405" y="9647"/>
                    <a:pt x="14501" y="9496"/>
                    <a:pt x="14565" y="9331"/>
                  </a:cubicBezTo>
                  <a:close/>
                  <a:moveTo>
                    <a:pt x="16746" y="8947"/>
                  </a:moveTo>
                  <a:cubicBezTo>
                    <a:pt x="17523" y="8947"/>
                    <a:pt x="18159" y="9583"/>
                    <a:pt x="18159" y="10364"/>
                  </a:cubicBezTo>
                  <a:cubicBezTo>
                    <a:pt x="18159" y="11146"/>
                    <a:pt x="17523" y="11781"/>
                    <a:pt x="16746" y="11781"/>
                  </a:cubicBezTo>
                  <a:cubicBezTo>
                    <a:pt x="15964" y="11781"/>
                    <a:pt x="15329" y="11146"/>
                    <a:pt x="15329" y="10364"/>
                  </a:cubicBezTo>
                  <a:cubicBezTo>
                    <a:pt x="15329" y="9583"/>
                    <a:pt x="15964" y="8947"/>
                    <a:pt x="16746" y="8947"/>
                  </a:cubicBezTo>
                  <a:close/>
                  <a:moveTo>
                    <a:pt x="2533" y="0"/>
                  </a:moveTo>
                  <a:cubicBezTo>
                    <a:pt x="2016" y="0"/>
                    <a:pt x="1596" y="421"/>
                    <a:pt x="1596" y="942"/>
                  </a:cubicBezTo>
                  <a:lnTo>
                    <a:pt x="1596" y="3383"/>
                  </a:lnTo>
                  <a:cubicBezTo>
                    <a:pt x="1596" y="3511"/>
                    <a:pt x="1619" y="3630"/>
                    <a:pt x="1664" y="3740"/>
                  </a:cubicBezTo>
                  <a:lnTo>
                    <a:pt x="1276" y="3740"/>
                  </a:lnTo>
                  <a:cubicBezTo>
                    <a:pt x="878" y="3740"/>
                    <a:pt x="553" y="4065"/>
                    <a:pt x="553" y="4467"/>
                  </a:cubicBezTo>
                  <a:lnTo>
                    <a:pt x="553" y="4714"/>
                  </a:lnTo>
                  <a:cubicBezTo>
                    <a:pt x="553" y="4956"/>
                    <a:pt x="672" y="5171"/>
                    <a:pt x="855" y="5304"/>
                  </a:cubicBezTo>
                  <a:lnTo>
                    <a:pt x="41" y="6652"/>
                  </a:lnTo>
                  <a:cubicBezTo>
                    <a:pt x="14" y="6702"/>
                    <a:pt x="0" y="6753"/>
                    <a:pt x="0" y="6803"/>
                  </a:cubicBezTo>
                  <a:lnTo>
                    <a:pt x="0" y="8801"/>
                  </a:lnTo>
                  <a:cubicBezTo>
                    <a:pt x="0" y="9176"/>
                    <a:pt x="142" y="9519"/>
                    <a:pt x="375" y="9779"/>
                  </a:cubicBezTo>
                  <a:lnTo>
                    <a:pt x="375" y="12120"/>
                  </a:lnTo>
                  <a:cubicBezTo>
                    <a:pt x="375" y="12280"/>
                    <a:pt x="508" y="12412"/>
                    <a:pt x="668" y="12412"/>
                  </a:cubicBezTo>
                  <a:cubicBezTo>
                    <a:pt x="828" y="12412"/>
                    <a:pt x="960" y="12280"/>
                    <a:pt x="960" y="12120"/>
                  </a:cubicBezTo>
                  <a:lnTo>
                    <a:pt x="960" y="10177"/>
                  </a:lnTo>
                  <a:cubicBezTo>
                    <a:pt x="1116" y="10236"/>
                    <a:pt x="1289" y="10268"/>
                    <a:pt x="1468" y="10268"/>
                  </a:cubicBezTo>
                  <a:cubicBezTo>
                    <a:pt x="1943" y="10268"/>
                    <a:pt x="2373" y="10035"/>
                    <a:pt x="2638" y="9679"/>
                  </a:cubicBezTo>
                  <a:cubicBezTo>
                    <a:pt x="2908" y="10035"/>
                    <a:pt x="3333" y="10268"/>
                    <a:pt x="3813" y="10268"/>
                  </a:cubicBezTo>
                  <a:cubicBezTo>
                    <a:pt x="4293" y="10268"/>
                    <a:pt x="4718" y="10035"/>
                    <a:pt x="4988" y="9679"/>
                  </a:cubicBezTo>
                  <a:cubicBezTo>
                    <a:pt x="5253" y="10035"/>
                    <a:pt x="5678" y="10268"/>
                    <a:pt x="6158" y="10268"/>
                  </a:cubicBezTo>
                  <a:cubicBezTo>
                    <a:pt x="6638" y="10268"/>
                    <a:pt x="7063" y="10035"/>
                    <a:pt x="7333" y="9679"/>
                  </a:cubicBezTo>
                  <a:cubicBezTo>
                    <a:pt x="7598" y="10035"/>
                    <a:pt x="8028" y="10268"/>
                    <a:pt x="8508" y="10268"/>
                  </a:cubicBezTo>
                  <a:cubicBezTo>
                    <a:pt x="8983" y="10268"/>
                    <a:pt x="9413" y="10035"/>
                    <a:pt x="9678" y="9679"/>
                  </a:cubicBezTo>
                  <a:cubicBezTo>
                    <a:pt x="9948" y="10035"/>
                    <a:pt x="10373" y="10268"/>
                    <a:pt x="10853" y="10268"/>
                  </a:cubicBezTo>
                  <a:cubicBezTo>
                    <a:pt x="11333" y="10268"/>
                    <a:pt x="11758" y="10035"/>
                    <a:pt x="12028" y="9679"/>
                  </a:cubicBezTo>
                  <a:cubicBezTo>
                    <a:pt x="12293" y="10035"/>
                    <a:pt x="12719" y="10268"/>
                    <a:pt x="13199" y="10268"/>
                  </a:cubicBezTo>
                  <a:cubicBezTo>
                    <a:pt x="13377" y="10268"/>
                    <a:pt x="13546" y="10236"/>
                    <a:pt x="13706" y="10177"/>
                  </a:cubicBezTo>
                  <a:lnTo>
                    <a:pt x="13706" y="15036"/>
                  </a:lnTo>
                  <a:cubicBezTo>
                    <a:pt x="13706" y="15201"/>
                    <a:pt x="13839" y="15329"/>
                    <a:pt x="13999" y="15329"/>
                  </a:cubicBezTo>
                  <a:cubicBezTo>
                    <a:pt x="14159" y="15329"/>
                    <a:pt x="14291" y="15201"/>
                    <a:pt x="14291" y="15036"/>
                  </a:cubicBezTo>
                  <a:lnTo>
                    <a:pt x="14291" y="11983"/>
                  </a:lnTo>
                  <a:lnTo>
                    <a:pt x="15567" y="11983"/>
                  </a:lnTo>
                  <a:cubicBezTo>
                    <a:pt x="15900" y="12220"/>
                    <a:pt x="16307" y="12367"/>
                    <a:pt x="16746" y="12367"/>
                  </a:cubicBezTo>
                  <a:cubicBezTo>
                    <a:pt x="17848" y="12367"/>
                    <a:pt x="18744" y="11466"/>
                    <a:pt x="18744" y="10364"/>
                  </a:cubicBezTo>
                  <a:cubicBezTo>
                    <a:pt x="18744" y="9263"/>
                    <a:pt x="17848" y="8367"/>
                    <a:pt x="16746" y="8367"/>
                  </a:cubicBezTo>
                  <a:cubicBezTo>
                    <a:pt x="16307" y="8367"/>
                    <a:pt x="15900" y="8508"/>
                    <a:pt x="15567" y="8746"/>
                  </a:cubicBezTo>
                  <a:lnTo>
                    <a:pt x="14666" y="8746"/>
                  </a:lnTo>
                  <a:lnTo>
                    <a:pt x="14666" y="6803"/>
                  </a:lnTo>
                  <a:cubicBezTo>
                    <a:pt x="14666" y="6753"/>
                    <a:pt x="14648" y="6702"/>
                    <a:pt x="14625" y="6657"/>
                  </a:cubicBezTo>
                  <a:cubicBezTo>
                    <a:pt x="14625" y="6657"/>
                    <a:pt x="14625" y="6657"/>
                    <a:pt x="14625" y="6652"/>
                  </a:cubicBezTo>
                  <a:lnTo>
                    <a:pt x="13857" y="5381"/>
                  </a:lnTo>
                  <a:cubicBezTo>
                    <a:pt x="14122" y="5276"/>
                    <a:pt x="14305" y="5016"/>
                    <a:pt x="14305" y="4714"/>
                  </a:cubicBezTo>
                  <a:lnTo>
                    <a:pt x="14305" y="4467"/>
                  </a:lnTo>
                  <a:cubicBezTo>
                    <a:pt x="14305" y="4065"/>
                    <a:pt x="13980" y="3740"/>
                    <a:pt x="13583" y="3740"/>
                  </a:cubicBezTo>
                  <a:lnTo>
                    <a:pt x="13144" y="3740"/>
                  </a:lnTo>
                  <a:cubicBezTo>
                    <a:pt x="13189" y="3630"/>
                    <a:pt x="13212" y="3511"/>
                    <a:pt x="13212" y="3383"/>
                  </a:cubicBezTo>
                  <a:lnTo>
                    <a:pt x="13212" y="942"/>
                  </a:lnTo>
                  <a:cubicBezTo>
                    <a:pt x="13212" y="421"/>
                    <a:pt x="12792" y="0"/>
                    <a:pt x="12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5738021" y="3604679"/>
              <a:ext cx="40302" cy="40306"/>
            </a:xfrm>
            <a:custGeom>
              <a:rect b="b" l="l" r="r" t="t"/>
              <a:pathLst>
                <a:path extrusionOk="0" h="1647" w="1647">
                  <a:moveTo>
                    <a:pt x="823" y="0"/>
                  </a:moveTo>
                  <a:cubicBezTo>
                    <a:pt x="659" y="0"/>
                    <a:pt x="531" y="133"/>
                    <a:pt x="531" y="293"/>
                  </a:cubicBezTo>
                  <a:lnTo>
                    <a:pt x="531" y="531"/>
                  </a:lnTo>
                  <a:lnTo>
                    <a:pt x="293" y="531"/>
                  </a:lnTo>
                  <a:cubicBezTo>
                    <a:pt x="128" y="531"/>
                    <a:pt x="0" y="663"/>
                    <a:pt x="0" y="823"/>
                  </a:cubicBezTo>
                  <a:cubicBezTo>
                    <a:pt x="0" y="983"/>
                    <a:pt x="128" y="1116"/>
                    <a:pt x="293" y="1116"/>
                  </a:cubicBezTo>
                  <a:lnTo>
                    <a:pt x="531" y="1116"/>
                  </a:lnTo>
                  <a:lnTo>
                    <a:pt x="531" y="1354"/>
                  </a:lnTo>
                  <a:cubicBezTo>
                    <a:pt x="531" y="1514"/>
                    <a:pt x="659" y="1646"/>
                    <a:pt x="823" y="1646"/>
                  </a:cubicBezTo>
                  <a:cubicBezTo>
                    <a:pt x="983" y="1646"/>
                    <a:pt x="1116" y="1514"/>
                    <a:pt x="1116" y="1354"/>
                  </a:cubicBezTo>
                  <a:lnTo>
                    <a:pt x="1116" y="1116"/>
                  </a:lnTo>
                  <a:lnTo>
                    <a:pt x="1353" y="1116"/>
                  </a:lnTo>
                  <a:cubicBezTo>
                    <a:pt x="1513" y="1116"/>
                    <a:pt x="1646" y="983"/>
                    <a:pt x="1646" y="823"/>
                  </a:cubicBezTo>
                  <a:cubicBezTo>
                    <a:pt x="1646" y="663"/>
                    <a:pt x="1513" y="531"/>
                    <a:pt x="1353" y="531"/>
                  </a:cubicBezTo>
                  <a:lnTo>
                    <a:pt x="1116" y="531"/>
                  </a:lnTo>
                  <a:lnTo>
                    <a:pt x="1116" y="293"/>
                  </a:lnTo>
                  <a:cubicBezTo>
                    <a:pt x="1116" y="133"/>
                    <a:pt x="983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6" name="Google Shape;1006;p34"/>
          <p:cNvGrpSpPr/>
          <p:nvPr/>
        </p:nvGrpSpPr>
        <p:grpSpPr>
          <a:xfrm>
            <a:off x="4661925" y="3411011"/>
            <a:ext cx="488446" cy="408960"/>
            <a:chOff x="4661925" y="3411011"/>
            <a:chExt cx="488446" cy="408960"/>
          </a:xfrm>
        </p:grpSpPr>
        <p:sp>
          <p:nvSpPr>
            <p:cNvPr id="1007" name="Google Shape;1007;p34"/>
            <p:cNvSpPr/>
            <p:nvPr/>
          </p:nvSpPr>
          <p:spPr>
            <a:xfrm>
              <a:off x="4661925" y="3411011"/>
              <a:ext cx="488446" cy="408960"/>
            </a:xfrm>
            <a:custGeom>
              <a:rect b="b" l="l" r="r" t="t"/>
              <a:pathLst>
                <a:path extrusionOk="0" h="16711" w="19961">
                  <a:moveTo>
                    <a:pt x="19082" y="586"/>
                  </a:moveTo>
                  <a:cubicBezTo>
                    <a:pt x="19242" y="586"/>
                    <a:pt x="19375" y="719"/>
                    <a:pt x="19375" y="879"/>
                  </a:cubicBezTo>
                  <a:lnTo>
                    <a:pt x="19375" y="2726"/>
                  </a:lnTo>
                  <a:lnTo>
                    <a:pt x="581" y="2726"/>
                  </a:lnTo>
                  <a:lnTo>
                    <a:pt x="581" y="879"/>
                  </a:lnTo>
                  <a:cubicBezTo>
                    <a:pt x="581" y="719"/>
                    <a:pt x="713" y="586"/>
                    <a:pt x="873" y="586"/>
                  </a:cubicBezTo>
                  <a:close/>
                  <a:moveTo>
                    <a:pt x="873" y="1"/>
                  </a:moveTo>
                  <a:cubicBezTo>
                    <a:pt x="393" y="1"/>
                    <a:pt x="0" y="399"/>
                    <a:pt x="0" y="879"/>
                  </a:cubicBezTo>
                  <a:lnTo>
                    <a:pt x="0" y="12696"/>
                  </a:lnTo>
                  <a:cubicBezTo>
                    <a:pt x="0" y="12856"/>
                    <a:pt x="128" y="12989"/>
                    <a:pt x="288" y="12989"/>
                  </a:cubicBezTo>
                  <a:cubicBezTo>
                    <a:pt x="453" y="12989"/>
                    <a:pt x="581" y="12856"/>
                    <a:pt x="581" y="12696"/>
                  </a:cubicBezTo>
                  <a:lnTo>
                    <a:pt x="581" y="3311"/>
                  </a:lnTo>
                  <a:lnTo>
                    <a:pt x="19375" y="3311"/>
                  </a:lnTo>
                  <a:lnTo>
                    <a:pt x="19375" y="15832"/>
                  </a:lnTo>
                  <a:cubicBezTo>
                    <a:pt x="19375" y="15992"/>
                    <a:pt x="19242" y="16125"/>
                    <a:pt x="19082" y="16125"/>
                  </a:cubicBezTo>
                  <a:lnTo>
                    <a:pt x="873" y="16125"/>
                  </a:lnTo>
                  <a:cubicBezTo>
                    <a:pt x="713" y="16125"/>
                    <a:pt x="581" y="15992"/>
                    <a:pt x="581" y="15832"/>
                  </a:cubicBezTo>
                  <a:lnTo>
                    <a:pt x="581" y="13995"/>
                  </a:lnTo>
                  <a:cubicBezTo>
                    <a:pt x="581" y="13835"/>
                    <a:pt x="453" y="13702"/>
                    <a:pt x="288" y="13702"/>
                  </a:cubicBezTo>
                  <a:cubicBezTo>
                    <a:pt x="128" y="13702"/>
                    <a:pt x="0" y="13835"/>
                    <a:pt x="0" y="13995"/>
                  </a:cubicBezTo>
                  <a:lnTo>
                    <a:pt x="0" y="15832"/>
                  </a:lnTo>
                  <a:cubicBezTo>
                    <a:pt x="0" y="16312"/>
                    <a:pt x="393" y="16710"/>
                    <a:pt x="873" y="16710"/>
                  </a:cubicBezTo>
                  <a:lnTo>
                    <a:pt x="19082" y="16710"/>
                  </a:lnTo>
                  <a:cubicBezTo>
                    <a:pt x="19567" y="16710"/>
                    <a:pt x="19960" y="16312"/>
                    <a:pt x="19960" y="15832"/>
                  </a:cubicBezTo>
                  <a:lnTo>
                    <a:pt x="19960" y="879"/>
                  </a:lnTo>
                  <a:cubicBezTo>
                    <a:pt x="19960" y="399"/>
                    <a:pt x="19567" y="1"/>
                    <a:pt x="190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4698513" y="3443900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lnTo>
                    <a:pt x="0" y="298"/>
                  </a:lnTo>
                  <a:cubicBezTo>
                    <a:pt x="0" y="458"/>
                    <a:pt x="133" y="591"/>
                    <a:pt x="293" y="591"/>
                  </a:cubicBezTo>
                  <a:cubicBezTo>
                    <a:pt x="453" y="591"/>
                    <a:pt x="585" y="458"/>
                    <a:pt x="585" y="298"/>
                  </a:cubicBezTo>
                  <a:lnTo>
                    <a:pt x="585" y="294"/>
                  </a:lnTo>
                  <a:cubicBezTo>
                    <a:pt x="585" y="134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4723892" y="3443900"/>
              <a:ext cx="14462" cy="14463"/>
            </a:xfrm>
            <a:custGeom>
              <a:rect b="b" l="l" r="r" t="t"/>
              <a:pathLst>
                <a:path extrusionOk="0" h="591" w="591">
                  <a:moveTo>
                    <a:pt x="294" y="1"/>
                  </a:moveTo>
                  <a:cubicBezTo>
                    <a:pt x="134" y="1"/>
                    <a:pt x="6" y="129"/>
                    <a:pt x="1" y="294"/>
                  </a:cubicBezTo>
                  <a:cubicBezTo>
                    <a:pt x="1" y="458"/>
                    <a:pt x="134" y="591"/>
                    <a:pt x="294" y="591"/>
                  </a:cubicBezTo>
                  <a:cubicBezTo>
                    <a:pt x="458" y="591"/>
                    <a:pt x="586" y="458"/>
                    <a:pt x="586" y="298"/>
                  </a:cubicBezTo>
                  <a:lnTo>
                    <a:pt x="586" y="294"/>
                  </a:lnTo>
                  <a:cubicBezTo>
                    <a:pt x="591" y="134"/>
                    <a:pt x="458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4749418" y="3443900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8" y="1"/>
                    <a:pt x="0" y="134"/>
                    <a:pt x="0" y="294"/>
                  </a:cubicBezTo>
                  <a:lnTo>
                    <a:pt x="0" y="298"/>
                  </a:lnTo>
                  <a:cubicBezTo>
                    <a:pt x="0" y="458"/>
                    <a:pt x="128" y="591"/>
                    <a:pt x="293" y="591"/>
                  </a:cubicBezTo>
                  <a:cubicBezTo>
                    <a:pt x="453" y="591"/>
                    <a:pt x="585" y="458"/>
                    <a:pt x="585" y="298"/>
                  </a:cubicBezTo>
                  <a:lnTo>
                    <a:pt x="585" y="294"/>
                  </a:lnTo>
                  <a:cubicBezTo>
                    <a:pt x="585" y="134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4912092" y="3443900"/>
              <a:ext cx="201608" cy="14365"/>
            </a:xfrm>
            <a:custGeom>
              <a:rect b="b" l="l" r="r" t="t"/>
              <a:pathLst>
                <a:path extrusionOk="0" h="587" w="8239">
                  <a:moveTo>
                    <a:pt x="293" y="1"/>
                  </a:moveTo>
                  <a:cubicBezTo>
                    <a:pt x="128" y="1"/>
                    <a:pt x="0" y="134"/>
                    <a:pt x="0" y="294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7946" y="586"/>
                  </a:lnTo>
                  <a:cubicBezTo>
                    <a:pt x="8111" y="586"/>
                    <a:pt x="8239" y="458"/>
                    <a:pt x="8239" y="294"/>
                  </a:cubicBezTo>
                  <a:cubicBezTo>
                    <a:pt x="8239" y="134"/>
                    <a:pt x="8111" y="1"/>
                    <a:pt x="7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4879298" y="3524901"/>
              <a:ext cx="227351" cy="248078"/>
            </a:xfrm>
            <a:custGeom>
              <a:rect b="b" l="l" r="r" t="t"/>
              <a:pathLst>
                <a:path extrusionOk="0" h="10137" w="9291">
                  <a:moveTo>
                    <a:pt x="8705" y="2566"/>
                  </a:moveTo>
                  <a:lnTo>
                    <a:pt x="8705" y="3548"/>
                  </a:lnTo>
                  <a:lnTo>
                    <a:pt x="7745" y="3548"/>
                  </a:lnTo>
                  <a:lnTo>
                    <a:pt x="7745" y="2566"/>
                  </a:lnTo>
                  <a:close/>
                  <a:moveTo>
                    <a:pt x="8705" y="4134"/>
                  </a:moveTo>
                  <a:lnTo>
                    <a:pt x="8705" y="6003"/>
                  </a:lnTo>
                  <a:lnTo>
                    <a:pt x="8120" y="6003"/>
                  </a:lnTo>
                  <a:lnTo>
                    <a:pt x="8120" y="4134"/>
                  </a:lnTo>
                  <a:close/>
                  <a:moveTo>
                    <a:pt x="8705" y="6589"/>
                  </a:moveTo>
                  <a:lnTo>
                    <a:pt x="8705" y="7571"/>
                  </a:lnTo>
                  <a:lnTo>
                    <a:pt x="7745" y="7571"/>
                  </a:lnTo>
                  <a:lnTo>
                    <a:pt x="7745" y="6589"/>
                  </a:lnTo>
                  <a:close/>
                  <a:moveTo>
                    <a:pt x="7535" y="1756"/>
                  </a:moveTo>
                  <a:lnTo>
                    <a:pt x="7535" y="1994"/>
                  </a:lnTo>
                  <a:cubicBezTo>
                    <a:pt x="7320" y="2044"/>
                    <a:pt x="7160" y="2236"/>
                    <a:pt x="7160" y="2465"/>
                  </a:cubicBezTo>
                  <a:lnTo>
                    <a:pt x="7160" y="3644"/>
                  </a:lnTo>
                  <a:cubicBezTo>
                    <a:pt x="7160" y="3873"/>
                    <a:pt x="7320" y="4070"/>
                    <a:pt x="7535" y="4120"/>
                  </a:cubicBezTo>
                  <a:lnTo>
                    <a:pt x="7535" y="6017"/>
                  </a:lnTo>
                  <a:cubicBezTo>
                    <a:pt x="7320" y="6067"/>
                    <a:pt x="7160" y="6259"/>
                    <a:pt x="7160" y="6493"/>
                  </a:cubicBezTo>
                  <a:lnTo>
                    <a:pt x="7160" y="7667"/>
                  </a:lnTo>
                  <a:cubicBezTo>
                    <a:pt x="7160" y="7901"/>
                    <a:pt x="7320" y="8093"/>
                    <a:pt x="7535" y="8143"/>
                  </a:cubicBezTo>
                  <a:lnTo>
                    <a:pt x="7535" y="8381"/>
                  </a:lnTo>
                  <a:lnTo>
                    <a:pt x="1756" y="8381"/>
                  </a:lnTo>
                  <a:lnTo>
                    <a:pt x="1756" y="1756"/>
                  </a:lnTo>
                  <a:close/>
                  <a:moveTo>
                    <a:pt x="687" y="1"/>
                  </a:moveTo>
                  <a:cubicBezTo>
                    <a:pt x="307" y="1"/>
                    <a:pt x="1" y="307"/>
                    <a:pt x="1" y="682"/>
                  </a:cubicBezTo>
                  <a:lnTo>
                    <a:pt x="1" y="9450"/>
                  </a:lnTo>
                  <a:cubicBezTo>
                    <a:pt x="1" y="9830"/>
                    <a:pt x="307" y="10136"/>
                    <a:pt x="687" y="10136"/>
                  </a:cubicBezTo>
                  <a:lnTo>
                    <a:pt x="8609" y="10136"/>
                  </a:lnTo>
                  <a:cubicBezTo>
                    <a:pt x="8984" y="10136"/>
                    <a:pt x="9291" y="9830"/>
                    <a:pt x="9291" y="9450"/>
                  </a:cubicBezTo>
                  <a:lnTo>
                    <a:pt x="9291" y="682"/>
                  </a:lnTo>
                  <a:cubicBezTo>
                    <a:pt x="9291" y="307"/>
                    <a:pt x="8984" y="1"/>
                    <a:pt x="8609" y="1"/>
                  </a:cubicBezTo>
                  <a:lnTo>
                    <a:pt x="6452" y="1"/>
                  </a:lnTo>
                  <a:cubicBezTo>
                    <a:pt x="6287" y="1"/>
                    <a:pt x="6159" y="133"/>
                    <a:pt x="6159" y="293"/>
                  </a:cubicBezTo>
                  <a:cubicBezTo>
                    <a:pt x="6159" y="453"/>
                    <a:pt x="6287" y="586"/>
                    <a:pt x="6452" y="586"/>
                  </a:cubicBezTo>
                  <a:lnTo>
                    <a:pt x="8609" y="586"/>
                  </a:lnTo>
                  <a:cubicBezTo>
                    <a:pt x="8664" y="586"/>
                    <a:pt x="8705" y="632"/>
                    <a:pt x="8705" y="682"/>
                  </a:cubicBezTo>
                  <a:lnTo>
                    <a:pt x="8705" y="1980"/>
                  </a:lnTo>
                  <a:lnTo>
                    <a:pt x="8120" y="1980"/>
                  </a:lnTo>
                  <a:lnTo>
                    <a:pt x="8120" y="1464"/>
                  </a:lnTo>
                  <a:cubicBezTo>
                    <a:pt x="8120" y="1304"/>
                    <a:pt x="7992" y="1171"/>
                    <a:pt x="7828" y="1171"/>
                  </a:cubicBezTo>
                  <a:lnTo>
                    <a:pt x="1464" y="1171"/>
                  </a:lnTo>
                  <a:cubicBezTo>
                    <a:pt x="1304" y="1171"/>
                    <a:pt x="1171" y="1304"/>
                    <a:pt x="1171" y="1464"/>
                  </a:cubicBezTo>
                  <a:lnTo>
                    <a:pt x="1171" y="8673"/>
                  </a:lnTo>
                  <a:cubicBezTo>
                    <a:pt x="1171" y="8833"/>
                    <a:pt x="1304" y="8966"/>
                    <a:pt x="1464" y="8966"/>
                  </a:cubicBezTo>
                  <a:lnTo>
                    <a:pt x="7828" y="8966"/>
                  </a:lnTo>
                  <a:cubicBezTo>
                    <a:pt x="7992" y="8966"/>
                    <a:pt x="8120" y="8833"/>
                    <a:pt x="8120" y="8673"/>
                  </a:cubicBezTo>
                  <a:lnTo>
                    <a:pt x="8120" y="8157"/>
                  </a:lnTo>
                  <a:lnTo>
                    <a:pt x="8705" y="8157"/>
                  </a:lnTo>
                  <a:lnTo>
                    <a:pt x="8705" y="9450"/>
                  </a:lnTo>
                  <a:cubicBezTo>
                    <a:pt x="8705" y="9505"/>
                    <a:pt x="8664" y="9551"/>
                    <a:pt x="8609" y="9551"/>
                  </a:cubicBezTo>
                  <a:lnTo>
                    <a:pt x="687" y="9551"/>
                  </a:lnTo>
                  <a:cubicBezTo>
                    <a:pt x="632" y="9551"/>
                    <a:pt x="586" y="9505"/>
                    <a:pt x="586" y="9450"/>
                  </a:cubicBezTo>
                  <a:lnTo>
                    <a:pt x="586" y="682"/>
                  </a:lnTo>
                  <a:cubicBezTo>
                    <a:pt x="586" y="632"/>
                    <a:pt x="632" y="586"/>
                    <a:pt x="687" y="586"/>
                  </a:cubicBezTo>
                  <a:lnTo>
                    <a:pt x="5149" y="586"/>
                  </a:lnTo>
                  <a:cubicBezTo>
                    <a:pt x="5313" y="586"/>
                    <a:pt x="5441" y="453"/>
                    <a:pt x="5441" y="293"/>
                  </a:cubicBezTo>
                  <a:cubicBezTo>
                    <a:pt x="5441" y="133"/>
                    <a:pt x="5313" y="1"/>
                    <a:pt x="5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4934363" y="3618432"/>
              <a:ext cx="60881" cy="61010"/>
            </a:xfrm>
            <a:custGeom>
              <a:rect b="b" l="l" r="r" t="t"/>
              <a:pathLst>
                <a:path extrusionOk="0" h="2493" w="2488">
                  <a:moveTo>
                    <a:pt x="1244" y="586"/>
                  </a:moveTo>
                  <a:cubicBezTo>
                    <a:pt x="1609" y="586"/>
                    <a:pt x="1907" y="883"/>
                    <a:pt x="1907" y="1244"/>
                  </a:cubicBezTo>
                  <a:cubicBezTo>
                    <a:pt x="1907" y="1610"/>
                    <a:pt x="1609" y="1907"/>
                    <a:pt x="1244" y="1907"/>
                  </a:cubicBezTo>
                  <a:cubicBezTo>
                    <a:pt x="883" y="1907"/>
                    <a:pt x="585" y="1610"/>
                    <a:pt x="585" y="1244"/>
                  </a:cubicBezTo>
                  <a:cubicBezTo>
                    <a:pt x="585" y="883"/>
                    <a:pt x="883" y="586"/>
                    <a:pt x="1244" y="586"/>
                  </a:cubicBezTo>
                  <a:close/>
                  <a:moveTo>
                    <a:pt x="1244" y="1"/>
                  </a:moveTo>
                  <a:cubicBezTo>
                    <a:pt x="558" y="1"/>
                    <a:pt x="0" y="558"/>
                    <a:pt x="0" y="1244"/>
                  </a:cubicBezTo>
                  <a:cubicBezTo>
                    <a:pt x="0" y="1930"/>
                    <a:pt x="558" y="2492"/>
                    <a:pt x="1244" y="2492"/>
                  </a:cubicBezTo>
                  <a:cubicBezTo>
                    <a:pt x="1929" y="2492"/>
                    <a:pt x="2487" y="1930"/>
                    <a:pt x="2487" y="1244"/>
                  </a:cubicBezTo>
                  <a:cubicBezTo>
                    <a:pt x="2487" y="558"/>
                    <a:pt x="1929" y="1"/>
                    <a:pt x="1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4753896" y="3603553"/>
              <a:ext cx="45441" cy="78459"/>
            </a:xfrm>
            <a:custGeom>
              <a:rect b="b" l="l" r="r" t="t"/>
              <a:pathLst>
                <a:path extrusionOk="0" h="3206" w="1857">
                  <a:moveTo>
                    <a:pt x="928" y="1"/>
                  </a:moveTo>
                  <a:cubicBezTo>
                    <a:pt x="768" y="1"/>
                    <a:pt x="636" y="133"/>
                    <a:pt x="636" y="293"/>
                  </a:cubicBezTo>
                  <a:lnTo>
                    <a:pt x="636" y="371"/>
                  </a:lnTo>
                  <a:cubicBezTo>
                    <a:pt x="274" y="440"/>
                    <a:pt x="5" y="755"/>
                    <a:pt x="5" y="1134"/>
                  </a:cubicBezTo>
                  <a:cubicBezTo>
                    <a:pt x="5" y="1564"/>
                    <a:pt x="352" y="1916"/>
                    <a:pt x="782" y="1916"/>
                  </a:cubicBezTo>
                  <a:lnTo>
                    <a:pt x="1074" y="1916"/>
                  </a:lnTo>
                  <a:cubicBezTo>
                    <a:pt x="1184" y="1916"/>
                    <a:pt x="1271" y="2003"/>
                    <a:pt x="1271" y="2108"/>
                  </a:cubicBezTo>
                  <a:cubicBezTo>
                    <a:pt x="1271" y="2218"/>
                    <a:pt x="1184" y="2305"/>
                    <a:pt x="1074" y="2305"/>
                  </a:cubicBezTo>
                  <a:lnTo>
                    <a:pt x="782" y="2305"/>
                  </a:lnTo>
                  <a:cubicBezTo>
                    <a:pt x="704" y="2305"/>
                    <a:pt x="631" y="2259"/>
                    <a:pt x="604" y="2186"/>
                  </a:cubicBezTo>
                  <a:cubicBezTo>
                    <a:pt x="556" y="2073"/>
                    <a:pt x="447" y="2007"/>
                    <a:pt x="334" y="2007"/>
                  </a:cubicBezTo>
                  <a:cubicBezTo>
                    <a:pt x="296" y="2007"/>
                    <a:pt x="257" y="2014"/>
                    <a:pt x="220" y="2030"/>
                  </a:cubicBezTo>
                  <a:cubicBezTo>
                    <a:pt x="69" y="2090"/>
                    <a:pt x="0" y="2264"/>
                    <a:pt x="64" y="2415"/>
                  </a:cubicBezTo>
                  <a:cubicBezTo>
                    <a:pt x="165" y="2657"/>
                    <a:pt x="384" y="2826"/>
                    <a:pt x="636" y="2876"/>
                  </a:cubicBezTo>
                  <a:lnTo>
                    <a:pt x="636" y="2913"/>
                  </a:lnTo>
                  <a:cubicBezTo>
                    <a:pt x="636" y="3073"/>
                    <a:pt x="768" y="3205"/>
                    <a:pt x="928" y="3205"/>
                  </a:cubicBezTo>
                  <a:cubicBezTo>
                    <a:pt x="1093" y="3205"/>
                    <a:pt x="1221" y="3073"/>
                    <a:pt x="1221" y="2913"/>
                  </a:cubicBezTo>
                  <a:lnTo>
                    <a:pt x="1221" y="2876"/>
                  </a:lnTo>
                  <a:cubicBezTo>
                    <a:pt x="1582" y="2808"/>
                    <a:pt x="1856" y="2488"/>
                    <a:pt x="1856" y="2108"/>
                  </a:cubicBezTo>
                  <a:cubicBezTo>
                    <a:pt x="1856" y="1678"/>
                    <a:pt x="1504" y="1331"/>
                    <a:pt x="1074" y="1331"/>
                  </a:cubicBezTo>
                  <a:lnTo>
                    <a:pt x="782" y="1331"/>
                  </a:lnTo>
                  <a:cubicBezTo>
                    <a:pt x="677" y="1331"/>
                    <a:pt x="585" y="1244"/>
                    <a:pt x="585" y="1134"/>
                  </a:cubicBezTo>
                  <a:cubicBezTo>
                    <a:pt x="585" y="1029"/>
                    <a:pt x="677" y="942"/>
                    <a:pt x="782" y="942"/>
                  </a:cubicBezTo>
                  <a:lnTo>
                    <a:pt x="1074" y="942"/>
                  </a:lnTo>
                  <a:cubicBezTo>
                    <a:pt x="1143" y="942"/>
                    <a:pt x="1202" y="974"/>
                    <a:pt x="1239" y="1025"/>
                  </a:cubicBezTo>
                  <a:cubicBezTo>
                    <a:pt x="1293" y="1111"/>
                    <a:pt x="1386" y="1155"/>
                    <a:pt x="1481" y="1155"/>
                  </a:cubicBezTo>
                  <a:cubicBezTo>
                    <a:pt x="1537" y="1155"/>
                    <a:pt x="1595" y="1139"/>
                    <a:pt x="1646" y="1107"/>
                  </a:cubicBezTo>
                  <a:cubicBezTo>
                    <a:pt x="1779" y="1016"/>
                    <a:pt x="1811" y="833"/>
                    <a:pt x="1724" y="700"/>
                  </a:cubicBezTo>
                  <a:cubicBezTo>
                    <a:pt x="1605" y="526"/>
                    <a:pt x="1422" y="408"/>
                    <a:pt x="1221" y="371"/>
                  </a:cubicBezTo>
                  <a:lnTo>
                    <a:pt x="1221" y="293"/>
                  </a:lnTo>
                  <a:cubicBezTo>
                    <a:pt x="1221" y="133"/>
                    <a:pt x="1093" y="1"/>
                    <a:pt x="9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4713711" y="3579840"/>
              <a:ext cx="125898" cy="125887"/>
            </a:xfrm>
            <a:custGeom>
              <a:rect b="b" l="l" r="r" t="t"/>
              <a:pathLst>
                <a:path extrusionOk="0" h="5144" w="5145">
                  <a:moveTo>
                    <a:pt x="2570" y="1"/>
                  </a:moveTo>
                  <a:cubicBezTo>
                    <a:pt x="1153" y="1"/>
                    <a:pt x="1" y="1153"/>
                    <a:pt x="1" y="2570"/>
                  </a:cubicBezTo>
                  <a:cubicBezTo>
                    <a:pt x="1" y="3992"/>
                    <a:pt x="1153" y="5144"/>
                    <a:pt x="2570" y="5144"/>
                  </a:cubicBezTo>
                  <a:cubicBezTo>
                    <a:pt x="3987" y="5144"/>
                    <a:pt x="5144" y="3992"/>
                    <a:pt x="5144" y="2570"/>
                  </a:cubicBezTo>
                  <a:cubicBezTo>
                    <a:pt x="5144" y="2190"/>
                    <a:pt x="5062" y="1825"/>
                    <a:pt x="4902" y="1486"/>
                  </a:cubicBezTo>
                  <a:cubicBezTo>
                    <a:pt x="4852" y="1380"/>
                    <a:pt x="4746" y="1317"/>
                    <a:pt x="4636" y="1317"/>
                  </a:cubicBezTo>
                  <a:cubicBezTo>
                    <a:pt x="4595" y="1317"/>
                    <a:pt x="4553" y="1326"/>
                    <a:pt x="4513" y="1345"/>
                  </a:cubicBezTo>
                  <a:cubicBezTo>
                    <a:pt x="4367" y="1413"/>
                    <a:pt x="4303" y="1587"/>
                    <a:pt x="4371" y="1733"/>
                  </a:cubicBezTo>
                  <a:cubicBezTo>
                    <a:pt x="4495" y="1998"/>
                    <a:pt x="4559" y="2277"/>
                    <a:pt x="4559" y="2570"/>
                  </a:cubicBezTo>
                  <a:cubicBezTo>
                    <a:pt x="4559" y="3667"/>
                    <a:pt x="3667" y="4558"/>
                    <a:pt x="2570" y="4558"/>
                  </a:cubicBezTo>
                  <a:cubicBezTo>
                    <a:pt x="1473" y="4558"/>
                    <a:pt x="582" y="3667"/>
                    <a:pt x="582" y="2570"/>
                  </a:cubicBezTo>
                  <a:cubicBezTo>
                    <a:pt x="582" y="1477"/>
                    <a:pt x="1473" y="586"/>
                    <a:pt x="2570" y="586"/>
                  </a:cubicBezTo>
                  <a:cubicBezTo>
                    <a:pt x="2940" y="586"/>
                    <a:pt x="3306" y="686"/>
                    <a:pt x="3617" y="883"/>
                  </a:cubicBezTo>
                  <a:cubicBezTo>
                    <a:pt x="3665" y="913"/>
                    <a:pt x="3718" y="927"/>
                    <a:pt x="3770" y="927"/>
                  </a:cubicBezTo>
                  <a:cubicBezTo>
                    <a:pt x="3869" y="927"/>
                    <a:pt x="3966" y="876"/>
                    <a:pt x="4019" y="787"/>
                  </a:cubicBezTo>
                  <a:cubicBezTo>
                    <a:pt x="4106" y="650"/>
                    <a:pt x="4065" y="471"/>
                    <a:pt x="3928" y="385"/>
                  </a:cubicBezTo>
                  <a:cubicBezTo>
                    <a:pt x="3521" y="133"/>
                    <a:pt x="3050" y="1"/>
                    <a:pt x="2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4717088" y="3758849"/>
              <a:ext cx="139063" cy="14341"/>
            </a:xfrm>
            <a:custGeom>
              <a:rect b="b" l="l" r="r" t="t"/>
              <a:pathLst>
                <a:path extrusionOk="0" h="586" w="5683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5390" y="585"/>
                  </a:lnTo>
                  <a:cubicBezTo>
                    <a:pt x="5555" y="585"/>
                    <a:pt x="5683" y="457"/>
                    <a:pt x="5683" y="293"/>
                  </a:cubicBezTo>
                  <a:cubicBezTo>
                    <a:pt x="5683" y="133"/>
                    <a:pt x="5555" y="0"/>
                    <a:pt x="5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4717088" y="3729532"/>
              <a:ext cx="30783" cy="14341"/>
            </a:xfrm>
            <a:custGeom>
              <a:rect b="b" l="l" r="r" t="t"/>
              <a:pathLst>
                <a:path extrusionOk="0" h="586" w="1258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965" y="585"/>
                  </a:lnTo>
                  <a:cubicBezTo>
                    <a:pt x="1129" y="585"/>
                    <a:pt x="1257" y="457"/>
                    <a:pt x="1257" y="293"/>
                  </a:cubicBezTo>
                  <a:cubicBezTo>
                    <a:pt x="1257" y="133"/>
                    <a:pt x="1129" y="0"/>
                    <a:pt x="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4764518" y="3729532"/>
              <a:ext cx="91640" cy="14341"/>
            </a:xfrm>
            <a:custGeom>
              <a:rect b="b" l="l" r="r" t="t"/>
              <a:pathLst>
                <a:path extrusionOk="0" h="586" w="374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3452" y="585"/>
                  </a:lnTo>
                  <a:cubicBezTo>
                    <a:pt x="3617" y="585"/>
                    <a:pt x="3745" y="457"/>
                    <a:pt x="3745" y="293"/>
                  </a:cubicBezTo>
                  <a:cubicBezTo>
                    <a:pt x="3745" y="133"/>
                    <a:pt x="3617" y="0"/>
                    <a:pt x="3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4713711" y="3550866"/>
              <a:ext cx="51044" cy="14341"/>
            </a:xfrm>
            <a:custGeom>
              <a:rect b="b" l="l" r="r" t="t"/>
              <a:pathLst>
                <a:path extrusionOk="0" h="586" w="2086">
                  <a:moveTo>
                    <a:pt x="289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6"/>
                    <a:pt x="289" y="586"/>
                  </a:cubicBezTo>
                  <a:lnTo>
                    <a:pt x="1793" y="586"/>
                  </a:lnTo>
                  <a:cubicBezTo>
                    <a:pt x="1958" y="586"/>
                    <a:pt x="2086" y="453"/>
                    <a:pt x="2086" y="293"/>
                  </a:cubicBezTo>
                  <a:cubicBezTo>
                    <a:pt x="2086" y="128"/>
                    <a:pt x="1958" y="0"/>
                    <a:pt x="17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4713711" y="3525244"/>
              <a:ext cx="92986" cy="14341"/>
            </a:xfrm>
            <a:custGeom>
              <a:rect b="b" l="l" r="r" t="t"/>
              <a:pathLst>
                <a:path extrusionOk="0" h="586" w="3800">
                  <a:moveTo>
                    <a:pt x="289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89" y="586"/>
                  </a:cubicBezTo>
                  <a:lnTo>
                    <a:pt x="3512" y="586"/>
                  </a:lnTo>
                  <a:cubicBezTo>
                    <a:pt x="3672" y="586"/>
                    <a:pt x="3800" y="453"/>
                    <a:pt x="3800" y="293"/>
                  </a:cubicBezTo>
                  <a:cubicBezTo>
                    <a:pt x="3800" y="133"/>
                    <a:pt x="3672" y="1"/>
                    <a:pt x="3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5005287" y="3620218"/>
              <a:ext cx="18940" cy="14365"/>
            </a:xfrm>
            <a:custGeom>
              <a:rect b="b" l="l" r="r" t="t"/>
              <a:pathLst>
                <a:path extrusionOk="0" h="587" w="774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481" y="586"/>
                  </a:lnTo>
                  <a:cubicBezTo>
                    <a:pt x="645" y="586"/>
                    <a:pt x="773" y="453"/>
                    <a:pt x="773" y="293"/>
                  </a:cubicBezTo>
                  <a:cubicBezTo>
                    <a:pt x="773" y="133"/>
                    <a:pt x="645" y="1"/>
                    <a:pt x="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5005287" y="3639918"/>
              <a:ext cx="18940" cy="14341"/>
            </a:xfrm>
            <a:custGeom>
              <a:rect b="b" l="l" r="r" t="t"/>
              <a:pathLst>
                <a:path extrusionOk="0" h="586" w="774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481" y="586"/>
                  </a:lnTo>
                  <a:cubicBezTo>
                    <a:pt x="645" y="586"/>
                    <a:pt x="773" y="453"/>
                    <a:pt x="773" y="293"/>
                  </a:cubicBezTo>
                  <a:cubicBezTo>
                    <a:pt x="773" y="128"/>
                    <a:pt x="645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5005287" y="3659617"/>
              <a:ext cx="18940" cy="14341"/>
            </a:xfrm>
            <a:custGeom>
              <a:rect b="b" l="l" r="r" t="t"/>
              <a:pathLst>
                <a:path extrusionOk="0" h="586" w="774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481" y="585"/>
                  </a:lnTo>
                  <a:cubicBezTo>
                    <a:pt x="645" y="585"/>
                    <a:pt x="773" y="453"/>
                    <a:pt x="773" y="293"/>
                  </a:cubicBezTo>
                  <a:cubicBezTo>
                    <a:pt x="773" y="128"/>
                    <a:pt x="645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5030005" y="3620218"/>
              <a:ext cx="18940" cy="14365"/>
            </a:xfrm>
            <a:custGeom>
              <a:rect b="b" l="l" r="r" t="t"/>
              <a:pathLst>
                <a:path extrusionOk="0" h="587" w="774">
                  <a:moveTo>
                    <a:pt x="294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4" y="586"/>
                  </a:cubicBezTo>
                  <a:lnTo>
                    <a:pt x="481" y="586"/>
                  </a:lnTo>
                  <a:cubicBezTo>
                    <a:pt x="641" y="586"/>
                    <a:pt x="774" y="453"/>
                    <a:pt x="774" y="293"/>
                  </a:cubicBezTo>
                  <a:cubicBezTo>
                    <a:pt x="774" y="133"/>
                    <a:pt x="641" y="1"/>
                    <a:pt x="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5030005" y="3639918"/>
              <a:ext cx="18940" cy="14341"/>
            </a:xfrm>
            <a:custGeom>
              <a:rect b="b" l="l" r="r" t="t"/>
              <a:pathLst>
                <a:path extrusionOk="0" h="586" w="774">
                  <a:moveTo>
                    <a:pt x="294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6"/>
                    <a:pt x="294" y="586"/>
                  </a:cubicBezTo>
                  <a:lnTo>
                    <a:pt x="481" y="586"/>
                  </a:lnTo>
                  <a:cubicBezTo>
                    <a:pt x="641" y="586"/>
                    <a:pt x="774" y="453"/>
                    <a:pt x="774" y="293"/>
                  </a:cubicBezTo>
                  <a:cubicBezTo>
                    <a:pt x="774" y="128"/>
                    <a:pt x="641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5030005" y="3659617"/>
              <a:ext cx="18940" cy="14341"/>
            </a:xfrm>
            <a:custGeom>
              <a:rect b="b" l="l" r="r" t="t"/>
              <a:pathLst>
                <a:path extrusionOk="0" h="586" w="774">
                  <a:moveTo>
                    <a:pt x="294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5"/>
                    <a:pt x="294" y="585"/>
                  </a:cubicBezTo>
                  <a:lnTo>
                    <a:pt x="481" y="585"/>
                  </a:lnTo>
                  <a:cubicBezTo>
                    <a:pt x="641" y="585"/>
                    <a:pt x="774" y="453"/>
                    <a:pt x="774" y="293"/>
                  </a:cubicBezTo>
                  <a:cubicBezTo>
                    <a:pt x="774" y="128"/>
                    <a:pt x="641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4810283" y="3550792"/>
              <a:ext cx="37390" cy="25280"/>
            </a:xfrm>
            <a:custGeom>
              <a:rect b="b" l="l" r="r" t="t"/>
              <a:pathLst>
                <a:path extrusionOk="0" h="1033" w="1528">
                  <a:moveTo>
                    <a:pt x="320" y="0"/>
                  </a:moveTo>
                  <a:cubicBezTo>
                    <a:pt x="246" y="0"/>
                    <a:pt x="172" y="29"/>
                    <a:pt x="115" y="86"/>
                  </a:cubicBezTo>
                  <a:cubicBezTo>
                    <a:pt x="0" y="200"/>
                    <a:pt x="0" y="387"/>
                    <a:pt x="115" y="502"/>
                  </a:cubicBezTo>
                  <a:lnTo>
                    <a:pt x="558" y="945"/>
                  </a:lnTo>
                  <a:cubicBezTo>
                    <a:pt x="613" y="1000"/>
                    <a:pt x="686" y="1032"/>
                    <a:pt x="764" y="1032"/>
                  </a:cubicBezTo>
                  <a:cubicBezTo>
                    <a:pt x="841" y="1032"/>
                    <a:pt x="915" y="1000"/>
                    <a:pt x="969" y="945"/>
                  </a:cubicBezTo>
                  <a:lnTo>
                    <a:pt x="1413" y="502"/>
                  </a:lnTo>
                  <a:cubicBezTo>
                    <a:pt x="1527" y="387"/>
                    <a:pt x="1527" y="200"/>
                    <a:pt x="1413" y="86"/>
                  </a:cubicBezTo>
                  <a:cubicBezTo>
                    <a:pt x="1356" y="29"/>
                    <a:pt x="1281" y="0"/>
                    <a:pt x="1207" y="0"/>
                  </a:cubicBezTo>
                  <a:cubicBezTo>
                    <a:pt x="1133" y="0"/>
                    <a:pt x="1059" y="29"/>
                    <a:pt x="1001" y="86"/>
                  </a:cubicBezTo>
                  <a:lnTo>
                    <a:pt x="764" y="323"/>
                  </a:lnTo>
                  <a:lnTo>
                    <a:pt x="526" y="86"/>
                  </a:lnTo>
                  <a:cubicBezTo>
                    <a:pt x="469" y="29"/>
                    <a:pt x="395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8" name="Google Shape;1028;p34"/>
          <p:cNvGrpSpPr/>
          <p:nvPr/>
        </p:nvGrpSpPr>
        <p:grpSpPr>
          <a:xfrm>
            <a:off x="4101484" y="3371195"/>
            <a:ext cx="272902" cy="488593"/>
            <a:chOff x="4101484" y="3371195"/>
            <a:chExt cx="272902" cy="488593"/>
          </a:xfrm>
        </p:grpSpPr>
        <p:sp>
          <p:nvSpPr>
            <p:cNvPr id="1029" name="Google Shape;1029;p34"/>
            <p:cNvSpPr/>
            <p:nvPr/>
          </p:nvSpPr>
          <p:spPr>
            <a:xfrm>
              <a:off x="4190885" y="3482835"/>
              <a:ext cx="183501" cy="376950"/>
            </a:xfrm>
            <a:custGeom>
              <a:rect b="b" l="l" r="r" t="t"/>
              <a:pathLst>
                <a:path extrusionOk="0" h="15403" w="7499">
                  <a:moveTo>
                    <a:pt x="7206" y="1"/>
                  </a:moveTo>
                  <a:cubicBezTo>
                    <a:pt x="7046" y="1"/>
                    <a:pt x="6913" y="129"/>
                    <a:pt x="6913" y="294"/>
                  </a:cubicBezTo>
                  <a:lnTo>
                    <a:pt x="6913" y="14136"/>
                  </a:lnTo>
                  <a:cubicBezTo>
                    <a:pt x="6913" y="14511"/>
                    <a:pt x="6607" y="14818"/>
                    <a:pt x="6232" y="14818"/>
                  </a:cubicBezTo>
                  <a:lnTo>
                    <a:pt x="293" y="14818"/>
                  </a:lnTo>
                  <a:cubicBezTo>
                    <a:pt x="133" y="14818"/>
                    <a:pt x="1" y="14946"/>
                    <a:pt x="1" y="15110"/>
                  </a:cubicBezTo>
                  <a:cubicBezTo>
                    <a:pt x="1" y="15270"/>
                    <a:pt x="133" y="15403"/>
                    <a:pt x="293" y="15403"/>
                  </a:cubicBezTo>
                  <a:lnTo>
                    <a:pt x="6232" y="15403"/>
                  </a:lnTo>
                  <a:cubicBezTo>
                    <a:pt x="6931" y="15403"/>
                    <a:pt x="7498" y="14831"/>
                    <a:pt x="7498" y="14136"/>
                  </a:cubicBezTo>
                  <a:lnTo>
                    <a:pt x="7498" y="294"/>
                  </a:lnTo>
                  <a:cubicBezTo>
                    <a:pt x="7498" y="129"/>
                    <a:pt x="7366" y="1"/>
                    <a:pt x="7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4101484" y="3371195"/>
              <a:ext cx="272889" cy="488593"/>
            </a:xfrm>
            <a:custGeom>
              <a:rect b="b" l="l" r="r" t="t"/>
              <a:pathLst>
                <a:path extrusionOk="0" h="19965" w="11152">
                  <a:moveTo>
                    <a:pt x="8202" y="586"/>
                  </a:moveTo>
                  <a:lnTo>
                    <a:pt x="8033" y="1066"/>
                  </a:lnTo>
                  <a:cubicBezTo>
                    <a:pt x="7965" y="1262"/>
                    <a:pt x="7777" y="1395"/>
                    <a:pt x="7572" y="1395"/>
                  </a:cubicBezTo>
                  <a:lnTo>
                    <a:pt x="3581" y="1395"/>
                  </a:lnTo>
                  <a:cubicBezTo>
                    <a:pt x="3375" y="1395"/>
                    <a:pt x="3187" y="1262"/>
                    <a:pt x="3119" y="1066"/>
                  </a:cubicBezTo>
                  <a:lnTo>
                    <a:pt x="2950" y="586"/>
                  </a:lnTo>
                  <a:close/>
                  <a:moveTo>
                    <a:pt x="1267" y="0"/>
                  </a:moveTo>
                  <a:cubicBezTo>
                    <a:pt x="568" y="0"/>
                    <a:pt x="1" y="572"/>
                    <a:pt x="1" y="1267"/>
                  </a:cubicBezTo>
                  <a:lnTo>
                    <a:pt x="1" y="18698"/>
                  </a:lnTo>
                  <a:cubicBezTo>
                    <a:pt x="1" y="19393"/>
                    <a:pt x="568" y="19965"/>
                    <a:pt x="1267" y="19965"/>
                  </a:cubicBezTo>
                  <a:lnTo>
                    <a:pt x="2648" y="19965"/>
                  </a:lnTo>
                  <a:cubicBezTo>
                    <a:pt x="2808" y="19965"/>
                    <a:pt x="2941" y="19832"/>
                    <a:pt x="2941" y="19672"/>
                  </a:cubicBezTo>
                  <a:cubicBezTo>
                    <a:pt x="2941" y="19508"/>
                    <a:pt x="2808" y="19380"/>
                    <a:pt x="2648" y="19380"/>
                  </a:cubicBezTo>
                  <a:lnTo>
                    <a:pt x="1267" y="19380"/>
                  </a:lnTo>
                  <a:cubicBezTo>
                    <a:pt x="892" y="19380"/>
                    <a:pt x="586" y="19073"/>
                    <a:pt x="586" y="18698"/>
                  </a:cubicBezTo>
                  <a:lnTo>
                    <a:pt x="586" y="1267"/>
                  </a:lnTo>
                  <a:cubicBezTo>
                    <a:pt x="586" y="892"/>
                    <a:pt x="892" y="586"/>
                    <a:pt x="1267" y="586"/>
                  </a:cubicBezTo>
                  <a:lnTo>
                    <a:pt x="2328" y="586"/>
                  </a:lnTo>
                  <a:lnTo>
                    <a:pt x="2570" y="1262"/>
                  </a:lnTo>
                  <a:cubicBezTo>
                    <a:pt x="2721" y="1692"/>
                    <a:pt x="3128" y="1975"/>
                    <a:pt x="3581" y="1975"/>
                  </a:cubicBezTo>
                  <a:lnTo>
                    <a:pt x="7572" y="1975"/>
                  </a:lnTo>
                  <a:cubicBezTo>
                    <a:pt x="8024" y="1975"/>
                    <a:pt x="8431" y="1692"/>
                    <a:pt x="8582" y="1262"/>
                  </a:cubicBezTo>
                  <a:lnTo>
                    <a:pt x="8824" y="586"/>
                  </a:lnTo>
                  <a:lnTo>
                    <a:pt x="9885" y="586"/>
                  </a:lnTo>
                  <a:cubicBezTo>
                    <a:pt x="10260" y="586"/>
                    <a:pt x="10566" y="892"/>
                    <a:pt x="10566" y="1267"/>
                  </a:cubicBezTo>
                  <a:lnTo>
                    <a:pt x="10566" y="3553"/>
                  </a:lnTo>
                  <a:cubicBezTo>
                    <a:pt x="10566" y="3717"/>
                    <a:pt x="10699" y="3845"/>
                    <a:pt x="10859" y="3845"/>
                  </a:cubicBezTo>
                  <a:cubicBezTo>
                    <a:pt x="11019" y="3845"/>
                    <a:pt x="11151" y="3717"/>
                    <a:pt x="11151" y="3553"/>
                  </a:cubicBezTo>
                  <a:lnTo>
                    <a:pt x="11151" y="1267"/>
                  </a:lnTo>
                  <a:cubicBezTo>
                    <a:pt x="11151" y="572"/>
                    <a:pt x="10584" y="0"/>
                    <a:pt x="9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4219201" y="3805296"/>
              <a:ext cx="37488" cy="25158"/>
            </a:xfrm>
            <a:custGeom>
              <a:rect b="b" l="l" r="r" t="t"/>
              <a:pathLst>
                <a:path extrusionOk="0" h="1028" w="1532">
                  <a:moveTo>
                    <a:pt x="323" y="0"/>
                  </a:moveTo>
                  <a:cubicBezTo>
                    <a:pt x="247" y="0"/>
                    <a:pt x="172" y="29"/>
                    <a:pt x="115" y="86"/>
                  </a:cubicBezTo>
                  <a:cubicBezTo>
                    <a:pt x="0" y="200"/>
                    <a:pt x="0" y="388"/>
                    <a:pt x="115" y="502"/>
                  </a:cubicBezTo>
                  <a:lnTo>
                    <a:pt x="558" y="946"/>
                  </a:lnTo>
                  <a:cubicBezTo>
                    <a:pt x="613" y="1000"/>
                    <a:pt x="691" y="1028"/>
                    <a:pt x="768" y="1028"/>
                  </a:cubicBezTo>
                  <a:cubicBezTo>
                    <a:pt x="841" y="1028"/>
                    <a:pt x="919" y="1000"/>
                    <a:pt x="974" y="946"/>
                  </a:cubicBezTo>
                  <a:lnTo>
                    <a:pt x="1418" y="502"/>
                  </a:lnTo>
                  <a:cubicBezTo>
                    <a:pt x="1532" y="388"/>
                    <a:pt x="1532" y="200"/>
                    <a:pt x="1418" y="86"/>
                  </a:cubicBezTo>
                  <a:cubicBezTo>
                    <a:pt x="1360" y="29"/>
                    <a:pt x="1285" y="0"/>
                    <a:pt x="1210" y="0"/>
                  </a:cubicBezTo>
                  <a:cubicBezTo>
                    <a:pt x="1134" y="0"/>
                    <a:pt x="1059" y="29"/>
                    <a:pt x="1001" y="86"/>
                  </a:cubicBezTo>
                  <a:lnTo>
                    <a:pt x="768" y="324"/>
                  </a:lnTo>
                  <a:lnTo>
                    <a:pt x="531" y="86"/>
                  </a:lnTo>
                  <a:cubicBezTo>
                    <a:pt x="473" y="29"/>
                    <a:pt x="39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4167170" y="3447571"/>
              <a:ext cx="141534" cy="278864"/>
            </a:xfrm>
            <a:custGeom>
              <a:rect b="b" l="l" r="r" t="t"/>
              <a:pathLst>
                <a:path extrusionOk="0" h="11395" w="5784">
                  <a:moveTo>
                    <a:pt x="5198" y="3458"/>
                  </a:moveTo>
                  <a:lnTo>
                    <a:pt x="5198" y="3965"/>
                  </a:lnTo>
                  <a:lnTo>
                    <a:pt x="2135" y="3965"/>
                  </a:lnTo>
                  <a:lnTo>
                    <a:pt x="2135" y="3458"/>
                  </a:lnTo>
                  <a:close/>
                  <a:moveTo>
                    <a:pt x="5198" y="5584"/>
                  </a:moveTo>
                  <a:lnTo>
                    <a:pt x="5198" y="6087"/>
                  </a:lnTo>
                  <a:lnTo>
                    <a:pt x="2135" y="6087"/>
                  </a:lnTo>
                  <a:lnTo>
                    <a:pt x="2135" y="5584"/>
                  </a:lnTo>
                  <a:close/>
                  <a:moveTo>
                    <a:pt x="2602" y="9022"/>
                  </a:moveTo>
                  <a:lnTo>
                    <a:pt x="2602" y="10809"/>
                  </a:lnTo>
                  <a:lnTo>
                    <a:pt x="1779" y="10809"/>
                  </a:lnTo>
                  <a:lnTo>
                    <a:pt x="1779" y="9022"/>
                  </a:lnTo>
                  <a:close/>
                  <a:moveTo>
                    <a:pt x="4010" y="9022"/>
                  </a:moveTo>
                  <a:lnTo>
                    <a:pt x="4010" y="10809"/>
                  </a:lnTo>
                  <a:lnTo>
                    <a:pt x="3182" y="10809"/>
                  </a:lnTo>
                  <a:lnTo>
                    <a:pt x="3182" y="9022"/>
                  </a:lnTo>
                  <a:close/>
                  <a:moveTo>
                    <a:pt x="5206" y="1"/>
                  </a:moveTo>
                  <a:cubicBezTo>
                    <a:pt x="5137" y="1"/>
                    <a:pt x="5068" y="13"/>
                    <a:pt x="5002" y="38"/>
                  </a:cubicBezTo>
                  <a:lnTo>
                    <a:pt x="375" y="1780"/>
                  </a:lnTo>
                  <a:cubicBezTo>
                    <a:pt x="151" y="1867"/>
                    <a:pt x="0" y="2082"/>
                    <a:pt x="0" y="2324"/>
                  </a:cubicBezTo>
                  <a:lnTo>
                    <a:pt x="0" y="5547"/>
                  </a:lnTo>
                  <a:cubicBezTo>
                    <a:pt x="0" y="5712"/>
                    <a:pt x="128" y="5840"/>
                    <a:pt x="293" y="5840"/>
                  </a:cubicBezTo>
                  <a:cubicBezTo>
                    <a:pt x="453" y="5840"/>
                    <a:pt x="586" y="5712"/>
                    <a:pt x="586" y="5547"/>
                  </a:cubicBezTo>
                  <a:lnTo>
                    <a:pt x="586" y="2329"/>
                  </a:lnTo>
                  <a:lnTo>
                    <a:pt x="5198" y="587"/>
                  </a:lnTo>
                  <a:lnTo>
                    <a:pt x="5198" y="2873"/>
                  </a:lnTo>
                  <a:lnTo>
                    <a:pt x="1985" y="2873"/>
                  </a:lnTo>
                  <a:cubicBezTo>
                    <a:pt x="1747" y="2873"/>
                    <a:pt x="1550" y="3069"/>
                    <a:pt x="1550" y="3312"/>
                  </a:cubicBezTo>
                  <a:lnTo>
                    <a:pt x="1550" y="4112"/>
                  </a:lnTo>
                  <a:cubicBezTo>
                    <a:pt x="1550" y="4354"/>
                    <a:pt x="1747" y="4546"/>
                    <a:pt x="1985" y="4546"/>
                  </a:cubicBezTo>
                  <a:lnTo>
                    <a:pt x="5198" y="4546"/>
                  </a:lnTo>
                  <a:lnTo>
                    <a:pt x="5198" y="4999"/>
                  </a:lnTo>
                  <a:lnTo>
                    <a:pt x="1985" y="4999"/>
                  </a:lnTo>
                  <a:cubicBezTo>
                    <a:pt x="1747" y="4999"/>
                    <a:pt x="1550" y="5195"/>
                    <a:pt x="1550" y="5433"/>
                  </a:cubicBezTo>
                  <a:lnTo>
                    <a:pt x="1550" y="6238"/>
                  </a:lnTo>
                  <a:cubicBezTo>
                    <a:pt x="1550" y="6475"/>
                    <a:pt x="1747" y="6672"/>
                    <a:pt x="1985" y="6672"/>
                  </a:cubicBezTo>
                  <a:lnTo>
                    <a:pt x="5198" y="6672"/>
                  </a:lnTo>
                  <a:lnTo>
                    <a:pt x="5198" y="10809"/>
                  </a:lnTo>
                  <a:lnTo>
                    <a:pt x="4590" y="10809"/>
                  </a:lnTo>
                  <a:lnTo>
                    <a:pt x="4590" y="8871"/>
                  </a:lnTo>
                  <a:cubicBezTo>
                    <a:pt x="4590" y="8633"/>
                    <a:pt x="4398" y="8436"/>
                    <a:pt x="4156" y="8436"/>
                  </a:cubicBezTo>
                  <a:lnTo>
                    <a:pt x="1628" y="8436"/>
                  </a:lnTo>
                  <a:cubicBezTo>
                    <a:pt x="1386" y="8436"/>
                    <a:pt x="1194" y="8633"/>
                    <a:pt x="1194" y="8871"/>
                  </a:cubicBezTo>
                  <a:lnTo>
                    <a:pt x="1194" y="10809"/>
                  </a:lnTo>
                  <a:lnTo>
                    <a:pt x="586" y="10809"/>
                  </a:lnTo>
                  <a:lnTo>
                    <a:pt x="586" y="6846"/>
                  </a:lnTo>
                  <a:cubicBezTo>
                    <a:pt x="586" y="6686"/>
                    <a:pt x="453" y="6558"/>
                    <a:pt x="293" y="6558"/>
                  </a:cubicBezTo>
                  <a:cubicBezTo>
                    <a:pt x="128" y="6558"/>
                    <a:pt x="0" y="6686"/>
                    <a:pt x="0" y="6846"/>
                  </a:cubicBezTo>
                  <a:lnTo>
                    <a:pt x="0" y="10818"/>
                  </a:lnTo>
                  <a:cubicBezTo>
                    <a:pt x="0" y="11134"/>
                    <a:pt x="257" y="11394"/>
                    <a:pt x="577" y="11394"/>
                  </a:cubicBezTo>
                  <a:lnTo>
                    <a:pt x="5208" y="11394"/>
                  </a:lnTo>
                  <a:cubicBezTo>
                    <a:pt x="5528" y="11394"/>
                    <a:pt x="5784" y="11134"/>
                    <a:pt x="5784" y="10818"/>
                  </a:cubicBezTo>
                  <a:lnTo>
                    <a:pt x="5784" y="578"/>
                  </a:lnTo>
                  <a:cubicBezTo>
                    <a:pt x="5784" y="390"/>
                    <a:pt x="5692" y="212"/>
                    <a:pt x="5537" y="102"/>
                  </a:cubicBezTo>
                  <a:cubicBezTo>
                    <a:pt x="5439" y="36"/>
                    <a:pt x="5323" y="1"/>
                    <a:pt x="5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4182711" y="3768907"/>
              <a:ext cx="110458" cy="14341"/>
            </a:xfrm>
            <a:custGeom>
              <a:rect b="b" l="l" r="r" t="t"/>
              <a:pathLst>
                <a:path extrusionOk="0" h="586" w="4514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cubicBezTo>
                    <a:pt x="1" y="453"/>
                    <a:pt x="134" y="586"/>
                    <a:pt x="294" y="586"/>
                  </a:cubicBezTo>
                  <a:lnTo>
                    <a:pt x="4221" y="586"/>
                  </a:lnTo>
                  <a:cubicBezTo>
                    <a:pt x="4381" y="586"/>
                    <a:pt x="4513" y="453"/>
                    <a:pt x="4513" y="293"/>
                  </a:cubicBezTo>
                  <a:cubicBezTo>
                    <a:pt x="4513" y="133"/>
                    <a:pt x="4381" y="1"/>
                    <a:pt x="4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4267634" y="3740716"/>
              <a:ext cx="36729" cy="14341"/>
            </a:xfrm>
            <a:custGeom>
              <a:rect b="b" l="l" r="r" t="t"/>
              <a:pathLst>
                <a:path extrusionOk="0" h="586" w="1501">
                  <a:moveTo>
                    <a:pt x="293" y="0"/>
                  </a:moveTo>
                  <a:cubicBezTo>
                    <a:pt x="129" y="0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1208" y="586"/>
                  </a:lnTo>
                  <a:cubicBezTo>
                    <a:pt x="1368" y="586"/>
                    <a:pt x="1500" y="458"/>
                    <a:pt x="1500" y="293"/>
                  </a:cubicBezTo>
                  <a:cubicBezTo>
                    <a:pt x="1500" y="133"/>
                    <a:pt x="1368" y="0"/>
                    <a:pt x="1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4"/>
            <p:cNvSpPr/>
            <p:nvPr/>
          </p:nvSpPr>
          <p:spPr>
            <a:xfrm>
              <a:off x="4171527" y="3740716"/>
              <a:ext cx="42211" cy="14341"/>
            </a:xfrm>
            <a:custGeom>
              <a:rect b="b" l="l" r="r" t="t"/>
              <a:pathLst>
                <a:path extrusionOk="0" h="586" w="1725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1432" y="586"/>
                  </a:lnTo>
                  <a:cubicBezTo>
                    <a:pt x="1596" y="586"/>
                    <a:pt x="1724" y="458"/>
                    <a:pt x="1724" y="293"/>
                  </a:cubicBezTo>
                  <a:cubicBezTo>
                    <a:pt x="1724" y="133"/>
                    <a:pt x="1596" y="0"/>
                    <a:pt x="1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4227375" y="3740716"/>
              <a:ext cx="27871" cy="14341"/>
            </a:xfrm>
            <a:custGeom>
              <a:rect b="b" l="l" r="r" t="t"/>
              <a:pathLst>
                <a:path extrusionOk="0" h="586" w="113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846" y="586"/>
                  </a:lnTo>
                  <a:cubicBezTo>
                    <a:pt x="1006" y="586"/>
                    <a:pt x="1138" y="458"/>
                    <a:pt x="1138" y="293"/>
                  </a:cubicBezTo>
                  <a:cubicBezTo>
                    <a:pt x="1138" y="133"/>
                    <a:pt x="1006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4137068" y="3422757"/>
              <a:ext cx="27651" cy="14365"/>
            </a:xfrm>
            <a:custGeom>
              <a:rect b="b" l="l" r="r" t="t"/>
              <a:pathLst>
                <a:path extrusionOk="0" h="587" w="1130">
                  <a:moveTo>
                    <a:pt x="293" y="1"/>
                  </a:moveTo>
                  <a:cubicBezTo>
                    <a:pt x="133" y="1"/>
                    <a:pt x="1" y="129"/>
                    <a:pt x="1" y="294"/>
                  </a:cubicBezTo>
                  <a:cubicBezTo>
                    <a:pt x="1" y="454"/>
                    <a:pt x="133" y="586"/>
                    <a:pt x="293" y="586"/>
                  </a:cubicBezTo>
                  <a:lnTo>
                    <a:pt x="837" y="586"/>
                  </a:lnTo>
                  <a:cubicBezTo>
                    <a:pt x="997" y="586"/>
                    <a:pt x="1130" y="454"/>
                    <a:pt x="1130" y="294"/>
                  </a:cubicBezTo>
                  <a:cubicBezTo>
                    <a:pt x="1130" y="129"/>
                    <a:pt x="997" y="1"/>
                    <a:pt x="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8" name="Google Shape;1038;p34"/>
          <p:cNvGrpSpPr/>
          <p:nvPr/>
        </p:nvGrpSpPr>
        <p:grpSpPr>
          <a:xfrm>
            <a:off x="3367085" y="3371195"/>
            <a:ext cx="405321" cy="488593"/>
            <a:chOff x="3367085" y="3371195"/>
            <a:chExt cx="405321" cy="488593"/>
          </a:xfrm>
        </p:grpSpPr>
        <p:sp>
          <p:nvSpPr>
            <p:cNvPr id="1039" name="Google Shape;1039;p34"/>
            <p:cNvSpPr/>
            <p:nvPr/>
          </p:nvSpPr>
          <p:spPr>
            <a:xfrm>
              <a:off x="3367085" y="3371195"/>
              <a:ext cx="405321" cy="488593"/>
            </a:xfrm>
            <a:custGeom>
              <a:rect b="b" l="l" r="r" t="t"/>
              <a:pathLst>
                <a:path extrusionOk="0" h="19965" w="16564">
                  <a:moveTo>
                    <a:pt x="15878" y="587"/>
                  </a:moveTo>
                  <a:cubicBezTo>
                    <a:pt x="15903" y="587"/>
                    <a:pt x="15923" y="598"/>
                    <a:pt x="15933" y="604"/>
                  </a:cubicBezTo>
                  <a:cubicBezTo>
                    <a:pt x="15951" y="618"/>
                    <a:pt x="15979" y="640"/>
                    <a:pt x="15979" y="686"/>
                  </a:cubicBezTo>
                  <a:lnTo>
                    <a:pt x="15979" y="3946"/>
                  </a:lnTo>
                  <a:lnTo>
                    <a:pt x="12669" y="3946"/>
                  </a:lnTo>
                  <a:cubicBezTo>
                    <a:pt x="12893" y="3562"/>
                    <a:pt x="13021" y="3114"/>
                    <a:pt x="13021" y="2638"/>
                  </a:cubicBezTo>
                  <a:cubicBezTo>
                    <a:pt x="13021" y="2314"/>
                    <a:pt x="12961" y="2003"/>
                    <a:pt x="12856" y="1719"/>
                  </a:cubicBezTo>
                  <a:lnTo>
                    <a:pt x="15841" y="595"/>
                  </a:lnTo>
                  <a:cubicBezTo>
                    <a:pt x="15854" y="589"/>
                    <a:pt x="15867" y="587"/>
                    <a:pt x="15878" y="587"/>
                  </a:cubicBezTo>
                  <a:close/>
                  <a:moveTo>
                    <a:pt x="10387" y="586"/>
                  </a:moveTo>
                  <a:cubicBezTo>
                    <a:pt x="11517" y="586"/>
                    <a:pt x="12436" y="1505"/>
                    <a:pt x="12436" y="2638"/>
                  </a:cubicBezTo>
                  <a:cubicBezTo>
                    <a:pt x="12436" y="3767"/>
                    <a:pt x="11517" y="4686"/>
                    <a:pt x="10387" y="4686"/>
                  </a:cubicBezTo>
                  <a:cubicBezTo>
                    <a:pt x="9254" y="4686"/>
                    <a:pt x="8335" y="3767"/>
                    <a:pt x="8335" y="2638"/>
                  </a:cubicBezTo>
                  <a:cubicBezTo>
                    <a:pt x="8335" y="1505"/>
                    <a:pt x="9254" y="586"/>
                    <a:pt x="10387" y="586"/>
                  </a:cubicBezTo>
                  <a:close/>
                  <a:moveTo>
                    <a:pt x="15979" y="4531"/>
                  </a:moveTo>
                  <a:lnTo>
                    <a:pt x="15979" y="5441"/>
                  </a:lnTo>
                  <a:lnTo>
                    <a:pt x="11553" y="5441"/>
                  </a:lnTo>
                  <a:lnTo>
                    <a:pt x="11553" y="4997"/>
                  </a:lnTo>
                  <a:cubicBezTo>
                    <a:pt x="11796" y="4878"/>
                    <a:pt x="12020" y="4718"/>
                    <a:pt x="12216" y="4531"/>
                  </a:cubicBezTo>
                  <a:close/>
                  <a:moveTo>
                    <a:pt x="15979" y="7214"/>
                  </a:moveTo>
                  <a:lnTo>
                    <a:pt x="15979" y="8124"/>
                  </a:lnTo>
                  <a:lnTo>
                    <a:pt x="11553" y="8124"/>
                  </a:lnTo>
                  <a:lnTo>
                    <a:pt x="11553" y="7214"/>
                  </a:lnTo>
                  <a:close/>
                  <a:moveTo>
                    <a:pt x="8838" y="9468"/>
                  </a:moveTo>
                  <a:lnTo>
                    <a:pt x="8838" y="11160"/>
                  </a:lnTo>
                  <a:lnTo>
                    <a:pt x="6479" y="11160"/>
                  </a:lnTo>
                  <a:lnTo>
                    <a:pt x="6479" y="9468"/>
                  </a:lnTo>
                  <a:close/>
                  <a:moveTo>
                    <a:pt x="8838" y="11745"/>
                  </a:moveTo>
                  <a:lnTo>
                    <a:pt x="8838" y="12193"/>
                  </a:lnTo>
                  <a:lnTo>
                    <a:pt x="6479" y="12193"/>
                  </a:lnTo>
                  <a:lnTo>
                    <a:pt x="6479" y="11745"/>
                  </a:lnTo>
                  <a:close/>
                  <a:moveTo>
                    <a:pt x="5308" y="5555"/>
                  </a:moveTo>
                  <a:cubicBezTo>
                    <a:pt x="5363" y="5555"/>
                    <a:pt x="5409" y="5601"/>
                    <a:pt x="5409" y="5656"/>
                  </a:cubicBezTo>
                  <a:lnTo>
                    <a:pt x="5409" y="6424"/>
                  </a:lnTo>
                  <a:lnTo>
                    <a:pt x="3882" y="6424"/>
                  </a:lnTo>
                  <a:cubicBezTo>
                    <a:pt x="3722" y="6424"/>
                    <a:pt x="3589" y="6556"/>
                    <a:pt x="3589" y="6716"/>
                  </a:cubicBezTo>
                  <a:cubicBezTo>
                    <a:pt x="3589" y="6876"/>
                    <a:pt x="3722" y="7009"/>
                    <a:pt x="3882" y="7009"/>
                  </a:cubicBezTo>
                  <a:lnTo>
                    <a:pt x="5793" y="7009"/>
                  </a:lnTo>
                  <a:cubicBezTo>
                    <a:pt x="5848" y="7009"/>
                    <a:pt x="5894" y="7054"/>
                    <a:pt x="5894" y="7109"/>
                  </a:cubicBezTo>
                  <a:lnTo>
                    <a:pt x="5894" y="19284"/>
                  </a:lnTo>
                  <a:cubicBezTo>
                    <a:pt x="5894" y="19334"/>
                    <a:pt x="5848" y="19380"/>
                    <a:pt x="5793" y="19380"/>
                  </a:cubicBezTo>
                  <a:lnTo>
                    <a:pt x="682" y="19380"/>
                  </a:lnTo>
                  <a:cubicBezTo>
                    <a:pt x="627" y="19380"/>
                    <a:pt x="586" y="19334"/>
                    <a:pt x="586" y="19284"/>
                  </a:cubicBezTo>
                  <a:lnTo>
                    <a:pt x="586" y="7109"/>
                  </a:lnTo>
                  <a:cubicBezTo>
                    <a:pt x="586" y="7054"/>
                    <a:pt x="632" y="7009"/>
                    <a:pt x="686" y="7009"/>
                  </a:cubicBezTo>
                  <a:lnTo>
                    <a:pt x="2584" y="7009"/>
                  </a:lnTo>
                  <a:cubicBezTo>
                    <a:pt x="2744" y="7009"/>
                    <a:pt x="2876" y="6876"/>
                    <a:pt x="2876" y="6716"/>
                  </a:cubicBezTo>
                  <a:cubicBezTo>
                    <a:pt x="2876" y="6556"/>
                    <a:pt x="2744" y="6424"/>
                    <a:pt x="2584" y="6424"/>
                  </a:cubicBezTo>
                  <a:lnTo>
                    <a:pt x="1468" y="6424"/>
                  </a:lnTo>
                  <a:lnTo>
                    <a:pt x="1468" y="5656"/>
                  </a:lnTo>
                  <a:cubicBezTo>
                    <a:pt x="1468" y="5601"/>
                    <a:pt x="1514" y="5555"/>
                    <a:pt x="1569" y="5555"/>
                  </a:cubicBezTo>
                  <a:close/>
                  <a:moveTo>
                    <a:pt x="8838" y="12774"/>
                  </a:moveTo>
                  <a:lnTo>
                    <a:pt x="8838" y="19284"/>
                  </a:lnTo>
                  <a:cubicBezTo>
                    <a:pt x="8838" y="19316"/>
                    <a:pt x="8842" y="19348"/>
                    <a:pt x="8847" y="19380"/>
                  </a:cubicBezTo>
                  <a:lnTo>
                    <a:pt x="6470" y="19380"/>
                  </a:lnTo>
                  <a:cubicBezTo>
                    <a:pt x="6474" y="19348"/>
                    <a:pt x="6479" y="19316"/>
                    <a:pt x="6479" y="19284"/>
                  </a:cubicBezTo>
                  <a:lnTo>
                    <a:pt x="6479" y="12774"/>
                  </a:lnTo>
                  <a:close/>
                  <a:moveTo>
                    <a:pt x="12408" y="15791"/>
                  </a:moveTo>
                  <a:lnTo>
                    <a:pt x="12408" y="19380"/>
                  </a:lnTo>
                  <a:lnTo>
                    <a:pt x="11060" y="19380"/>
                  </a:lnTo>
                  <a:lnTo>
                    <a:pt x="11060" y="15791"/>
                  </a:lnTo>
                  <a:close/>
                  <a:moveTo>
                    <a:pt x="14342" y="15791"/>
                  </a:moveTo>
                  <a:lnTo>
                    <a:pt x="14342" y="19380"/>
                  </a:lnTo>
                  <a:lnTo>
                    <a:pt x="12993" y="19380"/>
                  </a:lnTo>
                  <a:lnTo>
                    <a:pt x="12993" y="15791"/>
                  </a:lnTo>
                  <a:close/>
                  <a:moveTo>
                    <a:pt x="10387" y="0"/>
                  </a:moveTo>
                  <a:cubicBezTo>
                    <a:pt x="8934" y="0"/>
                    <a:pt x="7750" y="1184"/>
                    <a:pt x="7750" y="2638"/>
                  </a:cubicBezTo>
                  <a:cubicBezTo>
                    <a:pt x="7750" y="3511"/>
                    <a:pt x="8179" y="4289"/>
                    <a:pt x="8838" y="4769"/>
                  </a:cubicBezTo>
                  <a:lnTo>
                    <a:pt x="8838" y="8883"/>
                  </a:lnTo>
                  <a:lnTo>
                    <a:pt x="6479" y="8883"/>
                  </a:lnTo>
                  <a:lnTo>
                    <a:pt x="6479" y="7109"/>
                  </a:lnTo>
                  <a:cubicBezTo>
                    <a:pt x="6479" y="6803"/>
                    <a:pt x="6273" y="6542"/>
                    <a:pt x="5994" y="6456"/>
                  </a:cubicBezTo>
                  <a:lnTo>
                    <a:pt x="5994" y="5656"/>
                  </a:lnTo>
                  <a:cubicBezTo>
                    <a:pt x="5994" y="5281"/>
                    <a:pt x="5683" y="4970"/>
                    <a:pt x="5308" y="4970"/>
                  </a:cubicBezTo>
                  <a:lnTo>
                    <a:pt x="4774" y="4970"/>
                  </a:lnTo>
                  <a:lnTo>
                    <a:pt x="4774" y="3539"/>
                  </a:lnTo>
                  <a:cubicBezTo>
                    <a:pt x="4774" y="3379"/>
                    <a:pt x="4646" y="3246"/>
                    <a:pt x="4481" y="3246"/>
                  </a:cubicBezTo>
                  <a:cubicBezTo>
                    <a:pt x="4321" y="3246"/>
                    <a:pt x="4193" y="3379"/>
                    <a:pt x="4193" y="3539"/>
                  </a:cubicBezTo>
                  <a:lnTo>
                    <a:pt x="4193" y="4970"/>
                  </a:lnTo>
                  <a:lnTo>
                    <a:pt x="3731" y="4970"/>
                  </a:lnTo>
                  <a:lnTo>
                    <a:pt x="3731" y="4398"/>
                  </a:lnTo>
                  <a:cubicBezTo>
                    <a:pt x="3731" y="4234"/>
                    <a:pt x="3599" y="4106"/>
                    <a:pt x="3439" y="4106"/>
                  </a:cubicBezTo>
                  <a:cubicBezTo>
                    <a:pt x="3274" y="4106"/>
                    <a:pt x="3146" y="4234"/>
                    <a:pt x="3146" y="4398"/>
                  </a:cubicBezTo>
                  <a:lnTo>
                    <a:pt x="3146" y="4970"/>
                  </a:lnTo>
                  <a:lnTo>
                    <a:pt x="1569" y="4970"/>
                  </a:lnTo>
                  <a:cubicBezTo>
                    <a:pt x="1189" y="4970"/>
                    <a:pt x="883" y="5281"/>
                    <a:pt x="883" y="5656"/>
                  </a:cubicBezTo>
                  <a:lnTo>
                    <a:pt x="883" y="6424"/>
                  </a:lnTo>
                  <a:lnTo>
                    <a:pt x="686" y="6424"/>
                  </a:lnTo>
                  <a:cubicBezTo>
                    <a:pt x="307" y="6424"/>
                    <a:pt x="1" y="6730"/>
                    <a:pt x="1" y="7109"/>
                  </a:cubicBezTo>
                  <a:lnTo>
                    <a:pt x="1" y="19284"/>
                  </a:lnTo>
                  <a:cubicBezTo>
                    <a:pt x="1" y="19658"/>
                    <a:pt x="307" y="19965"/>
                    <a:pt x="682" y="19965"/>
                  </a:cubicBezTo>
                  <a:lnTo>
                    <a:pt x="15883" y="19965"/>
                  </a:lnTo>
                  <a:cubicBezTo>
                    <a:pt x="16257" y="19965"/>
                    <a:pt x="16564" y="19658"/>
                    <a:pt x="16564" y="19284"/>
                  </a:cubicBezTo>
                  <a:lnTo>
                    <a:pt x="16564" y="14831"/>
                  </a:lnTo>
                  <a:cubicBezTo>
                    <a:pt x="16564" y="14671"/>
                    <a:pt x="16431" y="14538"/>
                    <a:pt x="16271" y="14538"/>
                  </a:cubicBezTo>
                  <a:cubicBezTo>
                    <a:pt x="16111" y="14538"/>
                    <a:pt x="15979" y="14671"/>
                    <a:pt x="15979" y="14831"/>
                  </a:cubicBezTo>
                  <a:lnTo>
                    <a:pt x="15979" y="19284"/>
                  </a:lnTo>
                  <a:cubicBezTo>
                    <a:pt x="15979" y="19334"/>
                    <a:pt x="15933" y="19380"/>
                    <a:pt x="15883" y="19380"/>
                  </a:cubicBezTo>
                  <a:lnTo>
                    <a:pt x="14927" y="19380"/>
                  </a:lnTo>
                  <a:lnTo>
                    <a:pt x="14927" y="15695"/>
                  </a:lnTo>
                  <a:cubicBezTo>
                    <a:pt x="14927" y="15425"/>
                    <a:pt x="14708" y="15206"/>
                    <a:pt x="14438" y="15206"/>
                  </a:cubicBezTo>
                  <a:lnTo>
                    <a:pt x="10968" y="15206"/>
                  </a:lnTo>
                  <a:cubicBezTo>
                    <a:pt x="10698" y="15206"/>
                    <a:pt x="10479" y="15425"/>
                    <a:pt x="10479" y="15695"/>
                  </a:cubicBezTo>
                  <a:lnTo>
                    <a:pt x="10479" y="19380"/>
                  </a:lnTo>
                  <a:lnTo>
                    <a:pt x="9523" y="19380"/>
                  </a:lnTo>
                  <a:cubicBezTo>
                    <a:pt x="9469" y="19380"/>
                    <a:pt x="9423" y="19334"/>
                    <a:pt x="9423" y="19284"/>
                  </a:cubicBezTo>
                  <a:lnTo>
                    <a:pt x="9423" y="5089"/>
                  </a:lnTo>
                  <a:cubicBezTo>
                    <a:pt x="9725" y="5208"/>
                    <a:pt x="10049" y="5272"/>
                    <a:pt x="10387" y="5272"/>
                  </a:cubicBezTo>
                  <a:cubicBezTo>
                    <a:pt x="10584" y="5272"/>
                    <a:pt x="10781" y="5249"/>
                    <a:pt x="10968" y="5208"/>
                  </a:cubicBezTo>
                  <a:lnTo>
                    <a:pt x="10968" y="5537"/>
                  </a:lnTo>
                  <a:cubicBezTo>
                    <a:pt x="10968" y="5806"/>
                    <a:pt x="11188" y="6026"/>
                    <a:pt x="11457" y="6026"/>
                  </a:cubicBezTo>
                  <a:lnTo>
                    <a:pt x="15979" y="6026"/>
                  </a:lnTo>
                  <a:lnTo>
                    <a:pt x="15979" y="6629"/>
                  </a:lnTo>
                  <a:lnTo>
                    <a:pt x="11457" y="6629"/>
                  </a:lnTo>
                  <a:cubicBezTo>
                    <a:pt x="11188" y="6629"/>
                    <a:pt x="10968" y="6849"/>
                    <a:pt x="10968" y="7118"/>
                  </a:cubicBezTo>
                  <a:lnTo>
                    <a:pt x="10968" y="8220"/>
                  </a:lnTo>
                  <a:cubicBezTo>
                    <a:pt x="10968" y="8490"/>
                    <a:pt x="11188" y="8709"/>
                    <a:pt x="11457" y="8709"/>
                  </a:cubicBezTo>
                  <a:lnTo>
                    <a:pt x="15979" y="8709"/>
                  </a:lnTo>
                  <a:lnTo>
                    <a:pt x="15979" y="9313"/>
                  </a:lnTo>
                  <a:lnTo>
                    <a:pt x="13972" y="9313"/>
                  </a:lnTo>
                  <a:cubicBezTo>
                    <a:pt x="13812" y="9313"/>
                    <a:pt x="13679" y="9445"/>
                    <a:pt x="13679" y="9605"/>
                  </a:cubicBezTo>
                  <a:cubicBezTo>
                    <a:pt x="13679" y="9770"/>
                    <a:pt x="13812" y="9898"/>
                    <a:pt x="13972" y="9898"/>
                  </a:cubicBezTo>
                  <a:lnTo>
                    <a:pt x="15979" y="9898"/>
                  </a:lnTo>
                  <a:lnTo>
                    <a:pt x="15979" y="10808"/>
                  </a:lnTo>
                  <a:lnTo>
                    <a:pt x="11553" y="10808"/>
                  </a:lnTo>
                  <a:lnTo>
                    <a:pt x="11553" y="9898"/>
                  </a:lnTo>
                  <a:lnTo>
                    <a:pt x="12673" y="9898"/>
                  </a:lnTo>
                  <a:cubicBezTo>
                    <a:pt x="12833" y="9898"/>
                    <a:pt x="12966" y="9770"/>
                    <a:pt x="12966" y="9605"/>
                  </a:cubicBezTo>
                  <a:cubicBezTo>
                    <a:pt x="12966" y="9445"/>
                    <a:pt x="12833" y="9313"/>
                    <a:pt x="12673" y="9313"/>
                  </a:cubicBezTo>
                  <a:lnTo>
                    <a:pt x="11457" y="9313"/>
                  </a:lnTo>
                  <a:cubicBezTo>
                    <a:pt x="11188" y="9313"/>
                    <a:pt x="10968" y="9532"/>
                    <a:pt x="10968" y="9802"/>
                  </a:cubicBezTo>
                  <a:lnTo>
                    <a:pt x="10968" y="10904"/>
                  </a:lnTo>
                  <a:cubicBezTo>
                    <a:pt x="10968" y="11173"/>
                    <a:pt x="11188" y="11393"/>
                    <a:pt x="11457" y="11393"/>
                  </a:cubicBezTo>
                  <a:lnTo>
                    <a:pt x="15979" y="11393"/>
                  </a:lnTo>
                  <a:lnTo>
                    <a:pt x="15979" y="13532"/>
                  </a:lnTo>
                  <a:cubicBezTo>
                    <a:pt x="15979" y="13692"/>
                    <a:pt x="16111" y="13825"/>
                    <a:pt x="16271" y="13825"/>
                  </a:cubicBezTo>
                  <a:cubicBezTo>
                    <a:pt x="16431" y="13825"/>
                    <a:pt x="16564" y="13692"/>
                    <a:pt x="16564" y="13532"/>
                  </a:cubicBezTo>
                  <a:lnTo>
                    <a:pt x="16564" y="686"/>
                  </a:lnTo>
                  <a:cubicBezTo>
                    <a:pt x="16564" y="462"/>
                    <a:pt x="16454" y="252"/>
                    <a:pt x="16267" y="124"/>
                  </a:cubicBezTo>
                  <a:cubicBezTo>
                    <a:pt x="16152" y="44"/>
                    <a:pt x="16016" y="3"/>
                    <a:pt x="15878" y="3"/>
                  </a:cubicBezTo>
                  <a:cubicBezTo>
                    <a:pt x="15796" y="3"/>
                    <a:pt x="15714" y="17"/>
                    <a:pt x="15636" y="46"/>
                  </a:cubicBezTo>
                  <a:lnTo>
                    <a:pt x="12591" y="1194"/>
                  </a:lnTo>
                  <a:cubicBezTo>
                    <a:pt x="12120" y="476"/>
                    <a:pt x="11306" y="0"/>
                    <a:pt x="10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3395744" y="3562955"/>
              <a:ext cx="44976" cy="45103"/>
            </a:xfrm>
            <a:custGeom>
              <a:rect b="b" l="l" r="r" t="t"/>
              <a:pathLst>
                <a:path extrusionOk="0" h="1843" w="1838">
                  <a:moveTo>
                    <a:pt x="1253" y="585"/>
                  </a:moveTo>
                  <a:lnTo>
                    <a:pt x="1253" y="1257"/>
                  </a:lnTo>
                  <a:lnTo>
                    <a:pt x="585" y="1257"/>
                  </a:lnTo>
                  <a:lnTo>
                    <a:pt x="585" y="585"/>
                  </a:lnTo>
                  <a:close/>
                  <a:moveTo>
                    <a:pt x="480" y="0"/>
                  </a:moveTo>
                  <a:cubicBezTo>
                    <a:pt x="215" y="0"/>
                    <a:pt x="0" y="215"/>
                    <a:pt x="0" y="480"/>
                  </a:cubicBezTo>
                  <a:lnTo>
                    <a:pt x="0" y="1363"/>
                  </a:lnTo>
                  <a:cubicBezTo>
                    <a:pt x="0" y="1628"/>
                    <a:pt x="215" y="1843"/>
                    <a:pt x="480" y="1843"/>
                  </a:cubicBezTo>
                  <a:lnTo>
                    <a:pt x="1362" y="1843"/>
                  </a:lnTo>
                  <a:cubicBezTo>
                    <a:pt x="1623" y="1843"/>
                    <a:pt x="1838" y="1628"/>
                    <a:pt x="1838" y="1363"/>
                  </a:cubicBezTo>
                  <a:lnTo>
                    <a:pt x="1838" y="480"/>
                  </a:lnTo>
                  <a:cubicBezTo>
                    <a:pt x="1838" y="215"/>
                    <a:pt x="1623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3451910" y="3562955"/>
              <a:ext cx="44976" cy="45103"/>
            </a:xfrm>
            <a:custGeom>
              <a:rect b="b" l="l" r="r" t="t"/>
              <a:pathLst>
                <a:path extrusionOk="0" h="1843" w="1838">
                  <a:moveTo>
                    <a:pt x="1257" y="585"/>
                  </a:moveTo>
                  <a:lnTo>
                    <a:pt x="1257" y="1257"/>
                  </a:lnTo>
                  <a:lnTo>
                    <a:pt x="585" y="1257"/>
                  </a:lnTo>
                  <a:lnTo>
                    <a:pt x="585" y="585"/>
                  </a:lnTo>
                  <a:close/>
                  <a:moveTo>
                    <a:pt x="480" y="0"/>
                  </a:moveTo>
                  <a:cubicBezTo>
                    <a:pt x="215" y="0"/>
                    <a:pt x="0" y="215"/>
                    <a:pt x="0" y="480"/>
                  </a:cubicBezTo>
                  <a:lnTo>
                    <a:pt x="0" y="1363"/>
                  </a:lnTo>
                  <a:cubicBezTo>
                    <a:pt x="0" y="1628"/>
                    <a:pt x="215" y="1843"/>
                    <a:pt x="480" y="1843"/>
                  </a:cubicBezTo>
                  <a:lnTo>
                    <a:pt x="1362" y="1843"/>
                  </a:lnTo>
                  <a:cubicBezTo>
                    <a:pt x="1628" y="1843"/>
                    <a:pt x="1838" y="1628"/>
                    <a:pt x="1838" y="1363"/>
                  </a:cubicBezTo>
                  <a:lnTo>
                    <a:pt x="1838" y="480"/>
                  </a:lnTo>
                  <a:cubicBezTo>
                    <a:pt x="1838" y="215"/>
                    <a:pt x="1628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3395744" y="3620340"/>
              <a:ext cx="44976" cy="45005"/>
            </a:xfrm>
            <a:custGeom>
              <a:rect b="b" l="l" r="r" t="t"/>
              <a:pathLst>
                <a:path extrusionOk="0" h="1839" w="1838">
                  <a:moveTo>
                    <a:pt x="1253" y="586"/>
                  </a:moveTo>
                  <a:lnTo>
                    <a:pt x="1253" y="1253"/>
                  </a:lnTo>
                  <a:lnTo>
                    <a:pt x="585" y="1253"/>
                  </a:lnTo>
                  <a:lnTo>
                    <a:pt x="585" y="586"/>
                  </a:lnTo>
                  <a:close/>
                  <a:moveTo>
                    <a:pt x="480" y="0"/>
                  </a:moveTo>
                  <a:cubicBezTo>
                    <a:pt x="215" y="0"/>
                    <a:pt x="0" y="215"/>
                    <a:pt x="0" y="476"/>
                  </a:cubicBezTo>
                  <a:lnTo>
                    <a:pt x="0" y="1363"/>
                  </a:lnTo>
                  <a:cubicBezTo>
                    <a:pt x="0" y="1623"/>
                    <a:pt x="215" y="1838"/>
                    <a:pt x="480" y="1838"/>
                  </a:cubicBezTo>
                  <a:lnTo>
                    <a:pt x="1362" y="1838"/>
                  </a:lnTo>
                  <a:cubicBezTo>
                    <a:pt x="1623" y="1838"/>
                    <a:pt x="1838" y="1623"/>
                    <a:pt x="1838" y="1363"/>
                  </a:cubicBezTo>
                  <a:lnTo>
                    <a:pt x="1838" y="476"/>
                  </a:lnTo>
                  <a:cubicBezTo>
                    <a:pt x="1838" y="215"/>
                    <a:pt x="1623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3451910" y="3620340"/>
              <a:ext cx="44976" cy="45005"/>
            </a:xfrm>
            <a:custGeom>
              <a:rect b="b" l="l" r="r" t="t"/>
              <a:pathLst>
                <a:path extrusionOk="0" h="1839" w="1838">
                  <a:moveTo>
                    <a:pt x="1257" y="586"/>
                  </a:moveTo>
                  <a:lnTo>
                    <a:pt x="1257" y="1253"/>
                  </a:lnTo>
                  <a:lnTo>
                    <a:pt x="585" y="1253"/>
                  </a:lnTo>
                  <a:lnTo>
                    <a:pt x="585" y="586"/>
                  </a:lnTo>
                  <a:close/>
                  <a:moveTo>
                    <a:pt x="480" y="0"/>
                  </a:moveTo>
                  <a:cubicBezTo>
                    <a:pt x="215" y="0"/>
                    <a:pt x="0" y="215"/>
                    <a:pt x="0" y="476"/>
                  </a:cubicBezTo>
                  <a:lnTo>
                    <a:pt x="0" y="1363"/>
                  </a:lnTo>
                  <a:cubicBezTo>
                    <a:pt x="0" y="1623"/>
                    <a:pt x="215" y="1838"/>
                    <a:pt x="480" y="1838"/>
                  </a:cubicBezTo>
                  <a:lnTo>
                    <a:pt x="1362" y="1838"/>
                  </a:lnTo>
                  <a:cubicBezTo>
                    <a:pt x="1628" y="1838"/>
                    <a:pt x="1838" y="1623"/>
                    <a:pt x="1838" y="1363"/>
                  </a:cubicBezTo>
                  <a:lnTo>
                    <a:pt x="1838" y="476"/>
                  </a:lnTo>
                  <a:cubicBezTo>
                    <a:pt x="1838" y="215"/>
                    <a:pt x="1628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3395744" y="3677628"/>
              <a:ext cx="44976" cy="45103"/>
            </a:xfrm>
            <a:custGeom>
              <a:rect b="b" l="l" r="r" t="t"/>
              <a:pathLst>
                <a:path extrusionOk="0" h="1843" w="1838">
                  <a:moveTo>
                    <a:pt x="1253" y="585"/>
                  </a:moveTo>
                  <a:lnTo>
                    <a:pt x="1253" y="1257"/>
                  </a:lnTo>
                  <a:lnTo>
                    <a:pt x="585" y="1257"/>
                  </a:lnTo>
                  <a:lnTo>
                    <a:pt x="585" y="585"/>
                  </a:lnTo>
                  <a:close/>
                  <a:moveTo>
                    <a:pt x="480" y="0"/>
                  </a:moveTo>
                  <a:cubicBezTo>
                    <a:pt x="215" y="0"/>
                    <a:pt x="0" y="215"/>
                    <a:pt x="0" y="480"/>
                  </a:cubicBezTo>
                  <a:lnTo>
                    <a:pt x="0" y="1362"/>
                  </a:lnTo>
                  <a:cubicBezTo>
                    <a:pt x="0" y="1628"/>
                    <a:pt x="215" y="1842"/>
                    <a:pt x="480" y="1842"/>
                  </a:cubicBezTo>
                  <a:lnTo>
                    <a:pt x="1362" y="1842"/>
                  </a:lnTo>
                  <a:cubicBezTo>
                    <a:pt x="1623" y="1842"/>
                    <a:pt x="1838" y="1628"/>
                    <a:pt x="1838" y="1362"/>
                  </a:cubicBezTo>
                  <a:lnTo>
                    <a:pt x="1838" y="480"/>
                  </a:lnTo>
                  <a:cubicBezTo>
                    <a:pt x="1838" y="215"/>
                    <a:pt x="1623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3451910" y="3677628"/>
              <a:ext cx="44976" cy="45103"/>
            </a:xfrm>
            <a:custGeom>
              <a:rect b="b" l="l" r="r" t="t"/>
              <a:pathLst>
                <a:path extrusionOk="0" h="1843" w="1838">
                  <a:moveTo>
                    <a:pt x="1257" y="585"/>
                  </a:moveTo>
                  <a:lnTo>
                    <a:pt x="1257" y="1257"/>
                  </a:lnTo>
                  <a:lnTo>
                    <a:pt x="585" y="1257"/>
                  </a:lnTo>
                  <a:lnTo>
                    <a:pt x="585" y="585"/>
                  </a:lnTo>
                  <a:close/>
                  <a:moveTo>
                    <a:pt x="480" y="0"/>
                  </a:moveTo>
                  <a:cubicBezTo>
                    <a:pt x="215" y="0"/>
                    <a:pt x="0" y="215"/>
                    <a:pt x="0" y="480"/>
                  </a:cubicBezTo>
                  <a:lnTo>
                    <a:pt x="0" y="1362"/>
                  </a:lnTo>
                  <a:cubicBezTo>
                    <a:pt x="0" y="1628"/>
                    <a:pt x="215" y="1842"/>
                    <a:pt x="480" y="1842"/>
                  </a:cubicBezTo>
                  <a:lnTo>
                    <a:pt x="1362" y="1842"/>
                  </a:lnTo>
                  <a:cubicBezTo>
                    <a:pt x="1628" y="1842"/>
                    <a:pt x="1838" y="1628"/>
                    <a:pt x="1838" y="1362"/>
                  </a:cubicBezTo>
                  <a:lnTo>
                    <a:pt x="1838" y="480"/>
                  </a:lnTo>
                  <a:cubicBezTo>
                    <a:pt x="1838" y="215"/>
                    <a:pt x="1628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3598139" y="3395594"/>
              <a:ext cx="46224" cy="80221"/>
            </a:xfrm>
            <a:custGeom>
              <a:rect b="b" l="l" r="r" t="t"/>
              <a:pathLst>
                <a:path extrusionOk="0" h="3278" w="1889">
                  <a:moveTo>
                    <a:pt x="946" y="0"/>
                  </a:moveTo>
                  <a:cubicBezTo>
                    <a:pt x="782" y="0"/>
                    <a:pt x="654" y="133"/>
                    <a:pt x="654" y="293"/>
                  </a:cubicBezTo>
                  <a:lnTo>
                    <a:pt x="654" y="380"/>
                  </a:lnTo>
                  <a:cubicBezTo>
                    <a:pt x="284" y="448"/>
                    <a:pt x="0" y="773"/>
                    <a:pt x="0" y="1161"/>
                  </a:cubicBezTo>
                  <a:cubicBezTo>
                    <a:pt x="0" y="1596"/>
                    <a:pt x="357" y="1952"/>
                    <a:pt x="796" y="1952"/>
                  </a:cubicBezTo>
                  <a:lnTo>
                    <a:pt x="1097" y="1952"/>
                  </a:lnTo>
                  <a:cubicBezTo>
                    <a:pt x="1212" y="1952"/>
                    <a:pt x="1303" y="2044"/>
                    <a:pt x="1303" y="2158"/>
                  </a:cubicBezTo>
                  <a:cubicBezTo>
                    <a:pt x="1303" y="2272"/>
                    <a:pt x="1212" y="2368"/>
                    <a:pt x="1097" y="2368"/>
                  </a:cubicBezTo>
                  <a:lnTo>
                    <a:pt x="796" y="2368"/>
                  </a:lnTo>
                  <a:cubicBezTo>
                    <a:pt x="709" y="2368"/>
                    <a:pt x="636" y="2318"/>
                    <a:pt x="604" y="2240"/>
                  </a:cubicBezTo>
                  <a:cubicBezTo>
                    <a:pt x="555" y="2130"/>
                    <a:pt x="445" y="2061"/>
                    <a:pt x="331" y="2061"/>
                  </a:cubicBezTo>
                  <a:cubicBezTo>
                    <a:pt x="294" y="2061"/>
                    <a:pt x="256" y="2069"/>
                    <a:pt x="220" y="2085"/>
                  </a:cubicBezTo>
                  <a:cubicBezTo>
                    <a:pt x="69" y="2149"/>
                    <a:pt x="0" y="2318"/>
                    <a:pt x="64" y="2469"/>
                  </a:cubicBezTo>
                  <a:cubicBezTo>
                    <a:pt x="169" y="2720"/>
                    <a:pt x="393" y="2894"/>
                    <a:pt x="654" y="2940"/>
                  </a:cubicBezTo>
                  <a:lnTo>
                    <a:pt x="654" y="2985"/>
                  </a:lnTo>
                  <a:cubicBezTo>
                    <a:pt x="654" y="3145"/>
                    <a:pt x="782" y="3278"/>
                    <a:pt x="946" y="3278"/>
                  </a:cubicBezTo>
                  <a:cubicBezTo>
                    <a:pt x="1106" y="3278"/>
                    <a:pt x="1239" y="3145"/>
                    <a:pt x="1239" y="2985"/>
                  </a:cubicBezTo>
                  <a:lnTo>
                    <a:pt x="1239" y="2940"/>
                  </a:lnTo>
                  <a:cubicBezTo>
                    <a:pt x="1609" y="2871"/>
                    <a:pt x="1888" y="2546"/>
                    <a:pt x="1888" y="2158"/>
                  </a:cubicBezTo>
                  <a:cubicBezTo>
                    <a:pt x="1888" y="1724"/>
                    <a:pt x="1532" y="1367"/>
                    <a:pt x="1097" y="1367"/>
                  </a:cubicBezTo>
                  <a:lnTo>
                    <a:pt x="796" y="1367"/>
                  </a:lnTo>
                  <a:cubicBezTo>
                    <a:pt x="681" y="1367"/>
                    <a:pt x="585" y="1276"/>
                    <a:pt x="585" y="1161"/>
                  </a:cubicBezTo>
                  <a:cubicBezTo>
                    <a:pt x="585" y="1042"/>
                    <a:pt x="681" y="951"/>
                    <a:pt x="796" y="951"/>
                  </a:cubicBezTo>
                  <a:lnTo>
                    <a:pt x="1097" y="951"/>
                  </a:lnTo>
                  <a:cubicBezTo>
                    <a:pt x="1166" y="951"/>
                    <a:pt x="1230" y="988"/>
                    <a:pt x="1271" y="1042"/>
                  </a:cubicBezTo>
                  <a:cubicBezTo>
                    <a:pt x="1325" y="1125"/>
                    <a:pt x="1417" y="1171"/>
                    <a:pt x="1511" y="1171"/>
                  </a:cubicBezTo>
                  <a:cubicBezTo>
                    <a:pt x="1567" y="1171"/>
                    <a:pt x="1624" y="1154"/>
                    <a:pt x="1673" y="1120"/>
                  </a:cubicBezTo>
                  <a:cubicBezTo>
                    <a:pt x="1811" y="1033"/>
                    <a:pt x="1843" y="850"/>
                    <a:pt x="1756" y="718"/>
                  </a:cubicBezTo>
                  <a:cubicBezTo>
                    <a:pt x="1632" y="535"/>
                    <a:pt x="1445" y="416"/>
                    <a:pt x="1239" y="380"/>
                  </a:cubicBezTo>
                  <a:lnTo>
                    <a:pt x="1239" y="293"/>
                  </a:lnTo>
                  <a:cubicBezTo>
                    <a:pt x="1239" y="133"/>
                    <a:pt x="1106" y="0"/>
                    <a:pt x="9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7" name="Google Shape;1047;p34"/>
          <p:cNvGrpSpPr/>
          <p:nvPr/>
        </p:nvGrpSpPr>
        <p:grpSpPr>
          <a:xfrm>
            <a:off x="2661223" y="3371195"/>
            <a:ext cx="480615" cy="488593"/>
            <a:chOff x="2661223" y="3371195"/>
            <a:chExt cx="480615" cy="488593"/>
          </a:xfrm>
        </p:grpSpPr>
        <p:sp>
          <p:nvSpPr>
            <p:cNvPr id="1048" name="Google Shape;1048;p34"/>
            <p:cNvSpPr/>
            <p:nvPr/>
          </p:nvSpPr>
          <p:spPr>
            <a:xfrm>
              <a:off x="2661223" y="3371195"/>
              <a:ext cx="119169" cy="234520"/>
            </a:xfrm>
            <a:custGeom>
              <a:rect b="b" l="l" r="r" t="t"/>
              <a:pathLst>
                <a:path extrusionOk="0" h="9583" w="4870">
                  <a:moveTo>
                    <a:pt x="700" y="0"/>
                  </a:moveTo>
                  <a:cubicBezTo>
                    <a:pt x="316" y="0"/>
                    <a:pt x="0" y="316"/>
                    <a:pt x="0" y="700"/>
                  </a:cubicBezTo>
                  <a:lnTo>
                    <a:pt x="0" y="9290"/>
                  </a:lnTo>
                  <a:cubicBezTo>
                    <a:pt x="0" y="9455"/>
                    <a:pt x="133" y="9583"/>
                    <a:pt x="293" y="9583"/>
                  </a:cubicBezTo>
                  <a:cubicBezTo>
                    <a:pt x="453" y="9583"/>
                    <a:pt x="585" y="9455"/>
                    <a:pt x="585" y="9290"/>
                  </a:cubicBezTo>
                  <a:lnTo>
                    <a:pt x="585" y="700"/>
                  </a:lnTo>
                  <a:cubicBezTo>
                    <a:pt x="585" y="636"/>
                    <a:pt x="636" y="586"/>
                    <a:pt x="700" y="586"/>
                  </a:cubicBezTo>
                  <a:lnTo>
                    <a:pt x="4576" y="586"/>
                  </a:lnTo>
                  <a:cubicBezTo>
                    <a:pt x="4741" y="586"/>
                    <a:pt x="4869" y="458"/>
                    <a:pt x="4869" y="293"/>
                  </a:cubicBezTo>
                  <a:cubicBezTo>
                    <a:pt x="4869" y="133"/>
                    <a:pt x="4741" y="0"/>
                    <a:pt x="45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2692891" y="3409714"/>
              <a:ext cx="38393" cy="25598"/>
            </a:xfrm>
            <a:custGeom>
              <a:rect b="b" l="l" r="r" t="t"/>
              <a:pathLst>
                <a:path extrusionOk="0" h="1046" w="1569">
                  <a:moveTo>
                    <a:pt x="320" y="0"/>
                  </a:moveTo>
                  <a:cubicBezTo>
                    <a:pt x="246" y="0"/>
                    <a:pt x="172" y="29"/>
                    <a:pt x="114" y="86"/>
                  </a:cubicBezTo>
                  <a:cubicBezTo>
                    <a:pt x="0" y="200"/>
                    <a:pt x="0" y="383"/>
                    <a:pt x="114" y="497"/>
                  </a:cubicBezTo>
                  <a:lnTo>
                    <a:pt x="576" y="964"/>
                  </a:lnTo>
                  <a:cubicBezTo>
                    <a:pt x="636" y="1019"/>
                    <a:pt x="709" y="1046"/>
                    <a:pt x="782" y="1046"/>
                  </a:cubicBezTo>
                  <a:cubicBezTo>
                    <a:pt x="860" y="1046"/>
                    <a:pt x="933" y="1019"/>
                    <a:pt x="992" y="964"/>
                  </a:cubicBezTo>
                  <a:lnTo>
                    <a:pt x="1454" y="497"/>
                  </a:lnTo>
                  <a:cubicBezTo>
                    <a:pt x="1568" y="383"/>
                    <a:pt x="1568" y="200"/>
                    <a:pt x="1454" y="86"/>
                  </a:cubicBezTo>
                  <a:cubicBezTo>
                    <a:pt x="1397" y="29"/>
                    <a:pt x="1321" y="0"/>
                    <a:pt x="1246" y="0"/>
                  </a:cubicBezTo>
                  <a:cubicBezTo>
                    <a:pt x="1170" y="0"/>
                    <a:pt x="1095" y="29"/>
                    <a:pt x="1038" y="86"/>
                  </a:cubicBezTo>
                  <a:lnTo>
                    <a:pt x="782" y="342"/>
                  </a:lnTo>
                  <a:lnTo>
                    <a:pt x="526" y="86"/>
                  </a:lnTo>
                  <a:cubicBezTo>
                    <a:pt x="469" y="29"/>
                    <a:pt x="394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2745240" y="3478381"/>
              <a:ext cx="48916" cy="85825"/>
            </a:xfrm>
            <a:custGeom>
              <a:rect b="b" l="l" r="r" t="t"/>
              <a:pathLst>
                <a:path extrusionOk="0" h="3507" w="1999">
                  <a:moveTo>
                    <a:pt x="1002" y="0"/>
                  </a:moveTo>
                  <a:cubicBezTo>
                    <a:pt x="837" y="0"/>
                    <a:pt x="709" y="128"/>
                    <a:pt x="709" y="293"/>
                  </a:cubicBezTo>
                  <a:lnTo>
                    <a:pt x="709" y="407"/>
                  </a:lnTo>
                  <a:cubicBezTo>
                    <a:pt x="307" y="466"/>
                    <a:pt x="1" y="814"/>
                    <a:pt x="1" y="1230"/>
                  </a:cubicBezTo>
                  <a:cubicBezTo>
                    <a:pt x="1" y="1692"/>
                    <a:pt x="375" y="2066"/>
                    <a:pt x="837" y="2066"/>
                  </a:cubicBezTo>
                  <a:lnTo>
                    <a:pt x="1162" y="2066"/>
                  </a:lnTo>
                  <a:cubicBezTo>
                    <a:pt x="1304" y="2066"/>
                    <a:pt x="1413" y="2176"/>
                    <a:pt x="1413" y="2318"/>
                  </a:cubicBezTo>
                  <a:cubicBezTo>
                    <a:pt x="1413" y="2455"/>
                    <a:pt x="1304" y="2565"/>
                    <a:pt x="1162" y="2565"/>
                  </a:cubicBezTo>
                  <a:lnTo>
                    <a:pt x="837" y="2565"/>
                  </a:lnTo>
                  <a:cubicBezTo>
                    <a:pt x="732" y="2565"/>
                    <a:pt x="645" y="2505"/>
                    <a:pt x="604" y="2414"/>
                  </a:cubicBezTo>
                  <a:cubicBezTo>
                    <a:pt x="556" y="2301"/>
                    <a:pt x="450" y="2234"/>
                    <a:pt x="336" y="2234"/>
                  </a:cubicBezTo>
                  <a:cubicBezTo>
                    <a:pt x="298" y="2234"/>
                    <a:pt x="258" y="2242"/>
                    <a:pt x="220" y="2258"/>
                  </a:cubicBezTo>
                  <a:cubicBezTo>
                    <a:pt x="74" y="2322"/>
                    <a:pt x="1" y="2492"/>
                    <a:pt x="65" y="2642"/>
                  </a:cubicBezTo>
                  <a:cubicBezTo>
                    <a:pt x="179" y="2912"/>
                    <a:pt x="426" y="3100"/>
                    <a:pt x="709" y="3141"/>
                  </a:cubicBezTo>
                  <a:lnTo>
                    <a:pt x="709" y="3214"/>
                  </a:lnTo>
                  <a:cubicBezTo>
                    <a:pt x="709" y="3374"/>
                    <a:pt x="837" y="3506"/>
                    <a:pt x="1002" y="3506"/>
                  </a:cubicBezTo>
                  <a:cubicBezTo>
                    <a:pt x="1162" y="3506"/>
                    <a:pt x="1290" y="3374"/>
                    <a:pt x="1290" y="3214"/>
                  </a:cubicBezTo>
                  <a:lnTo>
                    <a:pt x="1290" y="3141"/>
                  </a:lnTo>
                  <a:cubicBezTo>
                    <a:pt x="1692" y="3077"/>
                    <a:pt x="1998" y="2734"/>
                    <a:pt x="1998" y="2318"/>
                  </a:cubicBezTo>
                  <a:cubicBezTo>
                    <a:pt x="1998" y="1856"/>
                    <a:pt x="1624" y="1481"/>
                    <a:pt x="1162" y="1481"/>
                  </a:cubicBezTo>
                  <a:lnTo>
                    <a:pt x="837" y="1481"/>
                  </a:lnTo>
                  <a:cubicBezTo>
                    <a:pt x="695" y="1481"/>
                    <a:pt x="586" y="1367"/>
                    <a:pt x="586" y="1230"/>
                  </a:cubicBezTo>
                  <a:cubicBezTo>
                    <a:pt x="586" y="1093"/>
                    <a:pt x="695" y="978"/>
                    <a:pt x="837" y="978"/>
                  </a:cubicBezTo>
                  <a:lnTo>
                    <a:pt x="1162" y="978"/>
                  </a:lnTo>
                  <a:cubicBezTo>
                    <a:pt x="1249" y="978"/>
                    <a:pt x="1326" y="1020"/>
                    <a:pt x="1372" y="1093"/>
                  </a:cubicBezTo>
                  <a:cubicBezTo>
                    <a:pt x="1429" y="1175"/>
                    <a:pt x="1520" y="1219"/>
                    <a:pt x="1613" y="1219"/>
                  </a:cubicBezTo>
                  <a:cubicBezTo>
                    <a:pt x="1670" y="1219"/>
                    <a:pt x="1727" y="1203"/>
                    <a:pt x="1779" y="1170"/>
                  </a:cubicBezTo>
                  <a:cubicBezTo>
                    <a:pt x="1912" y="1079"/>
                    <a:pt x="1948" y="896"/>
                    <a:pt x="1857" y="764"/>
                  </a:cubicBezTo>
                  <a:cubicBezTo>
                    <a:pt x="1724" y="567"/>
                    <a:pt x="1518" y="439"/>
                    <a:pt x="1290" y="407"/>
                  </a:cubicBezTo>
                  <a:lnTo>
                    <a:pt x="1290" y="293"/>
                  </a:lnTo>
                  <a:cubicBezTo>
                    <a:pt x="1290" y="128"/>
                    <a:pt x="1162" y="0"/>
                    <a:pt x="10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2700258" y="3451854"/>
              <a:ext cx="138867" cy="138759"/>
            </a:xfrm>
            <a:custGeom>
              <a:rect b="b" l="l" r="r" t="t"/>
              <a:pathLst>
                <a:path extrusionOk="0" h="5670" w="5675">
                  <a:moveTo>
                    <a:pt x="2840" y="586"/>
                  </a:moveTo>
                  <a:cubicBezTo>
                    <a:pt x="4079" y="586"/>
                    <a:pt x="5089" y="1596"/>
                    <a:pt x="5089" y="2835"/>
                  </a:cubicBezTo>
                  <a:cubicBezTo>
                    <a:pt x="5089" y="4078"/>
                    <a:pt x="4079" y="5084"/>
                    <a:pt x="2840" y="5084"/>
                  </a:cubicBezTo>
                  <a:cubicBezTo>
                    <a:pt x="1596" y="5084"/>
                    <a:pt x="586" y="4078"/>
                    <a:pt x="586" y="2835"/>
                  </a:cubicBezTo>
                  <a:cubicBezTo>
                    <a:pt x="586" y="1596"/>
                    <a:pt x="1596" y="586"/>
                    <a:pt x="2840" y="586"/>
                  </a:cubicBezTo>
                  <a:close/>
                  <a:moveTo>
                    <a:pt x="2840" y="1"/>
                  </a:moveTo>
                  <a:cubicBezTo>
                    <a:pt x="1276" y="1"/>
                    <a:pt x="1" y="1271"/>
                    <a:pt x="1" y="2835"/>
                  </a:cubicBezTo>
                  <a:cubicBezTo>
                    <a:pt x="1" y="4398"/>
                    <a:pt x="1276" y="5669"/>
                    <a:pt x="2840" y="5669"/>
                  </a:cubicBezTo>
                  <a:cubicBezTo>
                    <a:pt x="4399" y="5669"/>
                    <a:pt x="5674" y="4398"/>
                    <a:pt x="5674" y="2835"/>
                  </a:cubicBezTo>
                  <a:cubicBezTo>
                    <a:pt x="5674" y="1271"/>
                    <a:pt x="4399" y="1"/>
                    <a:pt x="28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2855566" y="3514060"/>
              <a:ext cx="25302" cy="14341"/>
            </a:xfrm>
            <a:custGeom>
              <a:rect b="b" l="l" r="r" t="t"/>
              <a:pathLst>
                <a:path extrusionOk="0" h="586" w="1034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741" y="586"/>
                  </a:lnTo>
                  <a:cubicBezTo>
                    <a:pt x="901" y="586"/>
                    <a:pt x="1033" y="458"/>
                    <a:pt x="1033" y="298"/>
                  </a:cubicBezTo>
                  <a:cubicBezTo>
                    <a:pt x="1033" y="133"/>
                    <a:pt x="901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2849864" y="3481024"/>
              <a:ext cx="25865" cy="19970"/>
            </a:xfrm>
            <a:custGeom>
              <a:rect b="b" l="l" r="r" t="t"/>
              <a:pathLst>
                <a:path extrusionOk="0" h="816" w="1057">
                  <a:moveTo>
                    <a:pt x="726" y="1"/>
                  </a:moveTo>
                  <a:cubicBezTo>
                    <a:pt x="673" y="1"/>
                    <a:pt x="620" y="15"/>
                    <a:pt x="572" y="43"/>
                  </a:cubicBezTo>
                  <a:lnTo>
                    <a:pt x="183" y="276"/>
                  </a:lnTo>
                  <a:cubicBezTo>
                    <a:pt x="46" y="358"/>
                    <a:pt x="0" y="537"/>
                    <a:pt x="82" y="674"/>
                  </a:cubicBezTo>
                  <a:cubicBezTo>
                    <a:pt x="137" y="765"/>
                    <a:pt x="238" y="816"/>
                    <a:pt x="334" y="816"/>
                  </a:cubicBezTo>
                  <a:cubicBezTo>
                    <a:pt x="384" y="816"/>
                    <a:pt x="439" y="806"/>
                    <a:pt x="485" y="774"/>
                  </a:cubicBezTo>
                  <a:lnTo>
                    <a:pt x="873" y="546"/>
                  </a:lnTo>
                  <a:cubicBezTo>
                    <a:pt x="1010" y="459"/>
                    <a:pt x="1056" y="281"/>
                    <a:pt x="974" y="143"/>
                  </a:cubicBezTo>
                  <a:cubicBezTo>
                    <a:pt x="920" y="51"/>
                    <a:pt x="825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2849741" y="3541395"/>
              <a:ext cx="25742" cy="20116"/>
            </a:xfrm>
            <a:custGeom>
              <a:rect b="b" l="l" r="r" t="t"/>
              <a:pathLst>
                <a:path extrusionOk="0" h="822" w="1052">
                  <a:moveTo>
                    <a:pt x="333" y="0"/>
                  </a:moveTo>
                  <a:cubicBezTo>
                    <a:pt x="235" y="0"/>
                    <a:pt x="140" y="51"/>
                    <a:pt x="83" y="141"/>
                  </a:cubicBezTo>
                  <a:cubicBezTo>
                    <a:pt x="0" y="278"/>
                    <a:pt x="42" y="461"/>
                    <a:pt x="183" y="543"/>
                  </a:cubicBezTo>
                  <a:lnTo>
                    <a:pt x="567" y="776"/>
                  </a:lnTo>
                  <a:cubicBezTo>
                    <a:pt x="618" y="808"/>
                    <a:pt x="668" y="822"/>
                    <a:pt x="718" y="822"/>
                  </a:cubicBezTo>
                  <a:cubicBezTo>
                    <a:pt x="819" y="822"/>
                    <a:pt x="915" y="771"/>
                    <a:pt x="970" y="680"/>
                  </a:cubicBezTo>
                  <a:cubicBezTo>
                    <a:pt x="1052" y="543"/>
                    <a:pt x="1011" y="360"/>
                    <a:pt x="874" y="278"/>
                  </a:cubicBezTo>
                  <a:lnTo>
                    <a:pt x="485" y="45"/>
                  </a:lnTo>
                  <a:cubicBezTo>
                    <a:pt x="438" y="15"/>
                    <a:pt x="385" y="0"/>
                    <a:pt x="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2700258" y="3626042"/>
              <a:ext cx="86722" cy="14341"/>
            </a:xfrm>
            <a:custGeom>
              <a:rect b="b" l="l" r="r" t="t"/>
              <a:pathLst>
                <a:path extrusionOk="0" h="586" w="3544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3251" y="586"/>
                  </a:lnTo>
                  <a:cubicBezTo>
                    <a:pt x="3411" y="586"/>
                    <a:pt x="3544" y="458"/>
                    <a:pt x="3544" y="293"/>
                  </a:cubicBezTo>
                  <a:cubicBezTo>
                    <a:pt x="3544" y="133"/>
                    <a:pt x="3411" y="1"/>
                    <a:pt x="3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2812493" y="3655457"/>
              <a:ext cx="29658" cy="14365"/>
            </a:xfrm>
            <a:custGeom>
              <a:rect b="b" l="l" r="r" t="t"/>
              <a:pathLst>
                <a:path extrusionOk="0" h="587" w="1212">
                  <a:moveTo>
                    <a:pt x="293" y="1"/>
                  </a:moveTo>
                  <a:cubicBezTo>
                    <a:pt x="128" y="1"/>
                    <a:pt x="0" y="133"/>
                    <a:pt x="0" y="294"/>
                  </a:cubicBezTo>
                  <a:cubicBezTo>
                    <a:pt x="0" y="454"/>
                    <a:pt x="128" y="586"/>
                    <a:pt x="293" y="586"/>
                  </a:cubicBezTo>
                  <a:lnTo>
                    <a:pt x="919" y="586"/>
                  </a:lnTo>
                  <a:cubicBezTo>
                    <a:pt x="1084" y="586"/>
                    <a:pt x="1212" y="454"/>
                    <a:pt x="1212" y="294"/>
                  </a:cubicBezTo>
                  <a:cubicBezTo>
                    <a:pt x="1212" y="133"/>
                    <a:pt x="1084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2700258" y="3655457"/>
              <a:ext cx="63353" cy="14365"/>
            </a:xfrm>
            <a:custGeom>
              <a:rect b="b" l="l" r="r" t="t"/>
              <a:pathLst>
                <a:path extrusionOk="0" h="587" w="2589">
                  <a:moveTo>
                    <a:pt x="293" y="1"/>
                  </a:moveTo>
                  <a:cubicBezTo>
                    <a:pt x="133" y="1"/>
                    <a:pt x="1" y="133"/>
                    <a:pt x="1" y="294"/>
                  </a:cubicBezTo>
                  <a:cubicBezTo>
                    <a:pt x="1" y="454"/>
                    <a:pt x="133" y="586"/>
                    <a:pt x="293" y="586"/>
                  </a:cubicBezTo>
                  <a:lnTo>
                    <a:pt x="2296" y="586"/>
                  </a:lnTo>
                  <a:cubicBezTo>
                    <a:pt x="2460" y="586"/>
                    <a:pt x="2588" y="454"/>
                    <a:pt x="2588" y="294"/>
                  </a:cubicBezTo>
                  <a:cubicBezTo>
                    <a:pt x="2588" y="133"/>
                    <a:pt x="2460" y="1"/>
                    <a:pt x="2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2774437" y="3655457"/>
              <a:ext cx="28434" cy="14365"/>
            </a:xfrm>
            <a:custGeom>
              <a:rect b="b" l="l" r="r" t="t"/>
              <a:pathLst>
                <a:path extrusionOk="0" h="587" w="1162">
                  <a:moveTo>
                    <a:pt x="293" y="1"/>
                  </a:moveTo>
                  <a:cubicBezTo>
                    <a:pt x="133" y="1"/>
                    <a:pt x="1" y="133"/>
                    <a:pt x="1" y="294"/>
                  </a:cubicBezTo>
                  <a:cubicBezTo>
                    <a:pt x="1" y="454"/>
                    <a:pt x="133" y="586"/>
                    <a:pt x="293" y="586"/>
                  </a:cubicBezTo>
                  <a:lnTo>
                    <a:pt x="869" y="586"/>
                  </a:lnTo>
                  <a:cubicBezTo>
                    <a:pt x="1034" y="586"/>
                    <a:pt x="1162" y="454"/>
                    <a:pt x="1162" y="294"/>
                  </a:cubicBezTo>
                  <a:cubicBezTo>
                    <a:pt x="1162" y="133"/>
                    <a:pt x="1034" y="1"/>
                    <a:pt x="8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2700258" y="3684896"/>
              <a:ext cx="141877" cy="14341"/>
            </a:xfrm>
            <a:custGeom>
              <a:rect b="b" l="l" r="r" t="t"/>
              <a:pathLst>
                <a:path extrusionOk="0" h="586" w="5798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5505" y="585"/>
                  </a:lnTo>
                  <a:cubicBezTo>
                    <a:pt x="5670" y="585"/>
                    <a:pt x="5798" y="453"/>
                    <a:pt x="5798" y="293"/>
                  </a:cubicBezTo>
                  <a:cubicBezTo>
                    <a:pt x="5798" y="128"/>
                    <a:pt x="5670" y="0"/>
                    <a:pt x="55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2661223" y="3371195"/>
              <a:ext cx="480615" cy="488593"/>
            </a:xfrm>
            <a:custGeom>
              <a:rect b="b" l="l" r="r" t="t"/>
              <a:pathLst>
                <a:path extrusionOk="0" h="19965" w="19641">
                  <a:moveTo>
                    <a:pt x="8490" y="1002"/>
                  </a:moveTo>
                  <a:lnTo>
                    <a:pt x="10570" y="3082"/>
                  </a:lnTo>
                  <a:lnTo>
                    <a:pt x="8604" y="3082"/>
                  </a:lnTo>
                  <a:cubicBezTo>
                    <a:pt x="8540" y="3082"/>
                    <a:pt x="8490" y="3031"/>
                    <a:pt x="8490" y="2967"/>
                  </a:cubicBezTo>
                  <a:lnTo>
                    <a:pt x="8490" y="1002"/>
                  </a:lnTo>
                  <a:close/>
                  <a:moveTo>
                    <a:pt x="18739" y="9313"/>
                  </a:moveTo>
                  <a:cubicBezTo>
                    <a:pt x="18913" y="9313"/>
                    <a:pt x="19055" y="9455"/>
                    <a:pt x="19055" y="9633"/>
                  </a:cubicBezTo>
                  <a:lnTo>
                    <a:pt x="19055" y="10648"/>
                  </a:lnTo>
                  <a:lnTo>
                    <a:pt x="8490" y="10648"/>
                  </a:lnTo>
                  <a:lnTo>
                    <a:pt x="8490" y="9633"/>
                  </a:lnTo>
                  <a:cubicBezTo>
                    <a:pt x="8490" y="9455"/>
                    <a:pt x="8632" y="9313"/>
                    <a:pt x="8805" y="9313"/>
                  </a:cubicBezTo>
                  <a:close/>
                  <a:moveTo>
                    <a:pt x="5879" y="0"/>
                  </a:moveTo>
                  <a:cubicBezTo>
                    <a:pt x="5715" y="0"/>
                    <a:pt x="5587" y="133"/>
                    <a:pt x="5587" y="293"/>
                  </a:cubicBezTo>
                  <a:cubicBezTo>
                    <a:pt x="5587" y="458"/>
                    <a:pt x="5715" y="586"/>
                    <a:pt x="5879" y="586"/>
                  </a:cubicBezTo>
                  <a:lnTo>
                    <a:pt x="7905" y="586"/>
                  </a:lnTo>
                  <a:lnTo>
                    <a:pt x="7905" y="2967"/>
                  </a:lnTo>
                  <a:cubicBezTo>
                    <a:pt x="7905" y="3356"/>
                    <a:pt x="8220" y="3667"/>
                    <a:pt x="8604" y="3667"/>
                  </a:cubicBezTo>
                  <a:lnTo>
                    <a:pt x="10986" y="3667"/>
                  </a:lnTo>
                  <a:lnTo>
                    <a:pt x="10986" y="8728"/>
                  </a:lnTo>
                  <a:lnTo>
                    <a:pt x="8805" y="8728"/>
                  </a:lnTo>
                  <a:cubicBezTo>
                    <a:pt x="8312" y="8728"/>
                    <a:pt x="7905" y="9135"/>
                    <a:pt x="7905" y="9633"/>
                  </a:cubicBezTo>
                  <a:lnTo>
                    <a:pt x="7905" y="12344"/>
                  </a:lnTo>
                  <a:cubicBezTo>
                    <a:pt x="7905" y="12504"/>
                    <a:pt x="8037" y="12636"/>
                    <a:pt x="8197" y="12636"/>
                  </a:cubicBezTo>
                  <a:cubicBezTo>
                    <a:pt x="8357" y="12636"/>
                    <a:pt x="8490" y="12504"/>
                    <a:pt x="8490" y="12344"/>
                  </a:cubicBezTo>
                  <a:lnTo>
                    <a:pt x="8490" y="11233"/>
                  </a:lnTo>
                  <a:lnTo>
                    <a:pt x="19055" y="11233"/>
                  </a:lnTo>
                  <a:lnTo>
                    <a:pt x="19055" y="19060"/>
                  </a:lnTo>
                  <a:cubicBezTo>
                    <a:pt x="19055" y="19238"/>
                    <a:pt x="18913" y="19380"/>
                    <a:pt x="18739" y="19380"/>
                  </a:cubicBezTo>
                  <a:lnTo>
                    <a:pt x="8805" y="19380"/>
                  </a:lnTo>
                  <a:cubicBezTo>
                    <a:pt x="8632" y="19380"/>
                    <a:pt x="8490" y="19238"/>
                    <a:pt x="8490" y="19060"/>
                  </a:cubicBezTo>
                  <a:lnTo>
                    <a:pt x="8490" y="13642"/>
                  </a:lnTo>
                  <a:cubicBezTo>
                    <a:pt x="8490" y="13482"/>
                    <a:pt x="8357" y="13350"/>
                    <a:pt x="8197" y="13350"/>
                  </a:cubicBezTo>
                  <a:cubicBezTo>
                    <a:pt x="8037" y="13350"/>
                    <a:pt x="7905" y="13482"/>
                    <a:pt x="7905" y="13642"/>
                  </a:cubicBezTo>
                  <a:lnTo>
                    <a:pt x="7905" y="15356"/>
                  </a:lnTo>
                  <a:lnTo>
                    <a:pt x="700" y="15356"/>
                  </a:lnTo>
                  <a:cubicBezTo>
                    <a:pt x="636" y="15356"/>
                    <a:pt x="585" y="15302"/>
                    <a:pt x="585" y="15242"/>
                  </a:cubicBezTo>
                  <a:lnTo>
                    <a:pt x="585" y="10588"/>
                  </a:lnTo>
                  <a:cubicBezTo>
                    <a:pt x="585" y="10428"/>
                    <a:pt x="453" y="10300"/>
                    <a:pt x="293" y="10300"/>
                  </a:cubicBezTo>
                  <a:cubicBezTo>
                    <a:pt x="133" y="10300"/>
                    <a:pt x="0" y="10428"/>
                    <a:pt x="0" y="10588"/>
                  </a:cubicBezTo>
                  <a:lnTo>
                    <a:pt x="0" y="15242"/>
                  </a:lnTo>
                  <a:cubicBezTo>
                    <a:pt x="0" y="15626"/>
                    <a:pt x="316" y="15942"/>
                    <a:pt x="700" y="15942"/>
                  </a:cubicBezTo>
                  <a:lnTo>
                    <a:pt x="7905" y="15942"/>
                  </a:lnTo>
                  <a:lnTo>
                    <a:pt x="7905" y="19060"/>
                  </a:lnTo>
                  <a:cubicBezTo>
                    <a:pt x="7905" y="19558"/>
                    <a:pt x="8312" y="19965"/>
                    <a:pt x="8805" y="19965"/>
                  </a:cubicBezTo>
                  <a:lnTo>
                    <a:pt x="18739" y="19965"/>
                  </a:lnTo>
                  <a:cubicBezTo>
                    <a:pt x="19238" y="19965"/>
                    <a:pt x="19640" y="19558"/>
                    <a:pt x="19640" y="19060"/>
                  </a:cubicBezTo>
                  <a:lnTo>
                    <a:pt x="19640" y="9633"/>
                  </a:lnTo>
                  <a:cubicBezTo>
                    <a:pt x="19640" y="9135"/>
                    <a:pt x="19238" y="8728"/>
                    <a:pt x="18739" y="8728"/>
                  </a:cubicBezTo>
                  <a:lnTo>
                    <a:pt x="11571" y="8728"/>
                  </a:lnTo>
                  <a:lnTo>
                    <a:pt x="11571" y="3374"/>
                  </a:lnTo>
                  <a:cubicBezTo>
                    <a:pt x="11571" y="3297"/>
                    <a:pt x="11539" y="3223"/>
                    <a:pt x="11484" y="3169"/>
                  </a:cubicBezTo>
                  <a:lnTo>
                    <a:pt x="8403" y="87"/>
                  </a:lnTo>
                  <a:cubicBezTo>
                    <a:pt x="8348" y="32"/>
                    <a:pt x="8275" y="0"/>
                    <a:pt x="8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4"/>
            <p:cNvSpPr/>
            <p:nvPr/>
          </p:nvSpPr>
          <p:spPr>
            <a:xfrm>
              <a:off x="2884861" y="3678289"/>
              <a:ext cx="226788" cy="136508"/>
            </a:xfrm>
            <a:custGeom>
              <a:rect b="b" l="l" r="r" t="t"/>
              <a:pathLst>
                <a:path extrusionOk="0" h="5578" w="9268">
                  <a:moveTo>
                    <a:pt x="6945" y="586"/>
                  </a:moveTo>
                  <a:lnTo>
                    <a:pt x="6945" y="1249"/>
                  </a:lnTo>
                  <a:lnTo>
                    <a:pt x="5793" y="1249"/>
                  </a:lnTo>
                  <a:lnTo>
                    <a:pt x="5793" y="586"/>
                  </a:lnTo>
                  <a:close/>
                  <a:moveTo>
                    <a:pt x="8683" y="586"/>
                  </a:moveTo>
                  <a:lnTo>
                    <a:pt x="8683" y="1249"/>
                  </a:lnTo>
                  <a:lnTo>
                    <a:pt x="7530" y="1249"/>
                  </a:lnTo>
                  <a:lnTo>
                    <a:pt x="7530" y="586"/>
                  </a:lnTo>
                  <a:close/>
                  <a:moveTo>
                    <a:pt x="1738" y="1834"/>
                  </a:moveTo>
                  <a:lnTo>
                    <a:pt x="1738" y="2497"/>
                  </a:lnTo>
                  <a:lnTo>
                    <a:pt x="586" y="2497"/>
                  </a:lnTo>
                  <a:lnTo>
                    <a:pt x="586" y="1834"/>
                  </a:lnTo>
                  <a:close/>
                  <a:moveTo>
                    <a:pt x="3475" y="1834"/>
                  </a:moveTo>
                  <a:lnTo>
                    <a:pt x="3475" y="2497"/>
                  </a:lnTo>
                  <a:lnTo>
                    <a:pt x="2323" y="2497"/>
                  </a:lnTo>
                  <a:lnTo>
                    <a:pt x="2323" y="1834"/>
                  </a:lnTo>
                  <a:close/>
                  <a:moveTo>
                    <a:pt x="5213" y="1834"/>
                  </a:moveTo>
                  <a:lnTo>
                    <a:pt x="5213" y="2497"/>
                  </a:lnTo>
                  <a:lnTo>
                    <a:pt x="4061" y="2497"/>
                  </a:lnTo>
                  <a:lnTo>
                    <a:pt x="4061" y="1834"/>
                  </a:lnTo>
                  <a:close/>
                  <a:moveTo>
                    <a:pt x="6945" y="1834"/>
                  </a:moveTo>
                  <a:lnTo>
                    <a:pt x="6945" y="2497"/>
                  </a:lnTo>
                  <a:lnTo>
                    <a:pt x="5793" y="2497"/>
                  </a:lnTo>
                  <a:lnTo>
                    <a:pt x="5793" y="1834"/>
                  </a:lnTo>
                  <a:close/>
                  <a:moveTo>
                    <a:pt x="8683" y="1834"/>
                  </a:moveTo>
                  <a:lnTo>
                    <a:pt x="8683" y="2497"/>
                  </a:lnTo>
                  <a:lnTo>
                    <a:pt x="7530" y="2497"/>
                  </a:lnTo>
                  <a:lnTo>
                    <a:pt x="7530" y="1834"/>
                  </a:lnTo>
                  <a:close/>
                  <a:moveTo>
                    <a:pt x="1738" y="3082"/>
                  </a:moveTo>
                  <a:lnTo>
                    <a:pt x="1738" y="3745"/>
                  </a:lnTo>
                  <a:lnTo>
                    <a:pt x="586" y="3745"/>
                  </a:lnTo>
                  <a:lnTo>
                    <a:pt x="586" y="3082"/>
                  </a:lnTo>
                  <a:close/>
                  <a:moveTo>
                    <a:pt x="3475" y="3082"/>
                  </a:moveTo>
                  <a:lnTo>
                    <a:pt x="3475" y="3745"/>
                  </a:lnTo>
                  <a:lnTo>
                    <a:pt x="2323" y="3745"/>
                  </a:lnTo>
                  <a:lnTo>
                    <a:pt x="2323" y="3082"/>
                  </a:lnTo>
                  <a:close/>
                  <a:moveTo>
                    <a:pt x="5213" y="3082"/>
                  </a:moveTo>
                  <a:lnTo>
                    <a:pt x="5213" y="3745"/>
                  </a:lnTo>
                  <a:lnTo>
                    <a:pt x="4061" y="3745"/>
                  </a:lnTo>
                  <a:lnTo>
                    <a:pt x="4061" y="3082"/>
                  </a:lnTo>
                  <a:close/>
                  <a:moveTo>
                    <a:pt x="6945" y="3082"/>
                  </a:moveTo>
                  <a:lnTo>
                    <a:pt x="6945" y="3745"/>
                  </a:lnTo>
                  <a:lnTo>
                    <a:pt x="5793" y="3745"/>
                  </a:lnTo>
                  <a:lnTo>
                    <a:pt x="5793" y="3082"/>
                  </a:lnTo>
                  <a:close/>
                  <a:moveTo>
                    <a:pt x="8683" y="3082"/>
                  </a:moveTo>
                  <a:lnTo>
                    <a:pt x="8683" y="3745"/>
                  </a:lnTo>
                  <a:lnTo>
                    <a:pt x="7530" y="3745"/>
                  </a:lnTo>
                  <a:lnTo>
                    <a:pt x="7530" y="3082"/>
                  </a:lnTo>
                  <a:close/>
                  <a:moveTo>
                    <a:pt x="1738" y="4330"/>
                  </a:moveTo>
                  <a:lnTo>
                    <a:pt x="1738" y="4993"/>
                  </a:lnTo>
                  <a:lnTo>
                    <a:pt x="586" y="4993"/>
                  </a:lnTo>
                  <a:lnTo>
                    <a:pt x="586" y="4330"/>
                  </a:lnTo>
                  <a:close/>
                  <a:moveTo>
                    <a:pt x="3475" y="4330"/>
                  </a:moveTo>
                  <a:lnTo>
                    <a:pt x="3475" y="4993"/>
                  </a:lnTo>
                  <a:lnTo>
                    <a:pt x="2323" y="4993"/>
                  </a:lnTo>
                  <a:lnTo>
                    <a:pt x="2323" y="4330"/>
                  </a:lnTo>
                  <a:close/>
                  <a:moveTo>
                    <a:pt x="5213" y="4330"/>
                  </a:moveTo>
                  <a:lnTo>
                    <a:pt x="5213" y="4993"/>
                  </a:lnTo>
                  <a:lnTo>
                    <a:pt x="4061" y="4993"/>
                  </a:lnTo>
                  <a:lnTo>
                    <a:pt x="4061" y="4330"/>
                  </a:lnTo>
                  <a:close/>
                  <a:moveTo>
                    <a:pt x="5501" y="1"/>
                  </a:moveTo>
                  <a:cubicBezTo>
                    <a:pt x="5341" y="1"/>
                    <a:pt x="5213" y="133"/>
                    <a:pt x="5213" y="293"/>
                  </a:cubicBezTo>
                  <a:lnTo>
                    <a:pt x="5213" y="1249"/>
                  </a:lnTo>
                  <a:lnTo>
                    <a:pt x="294" y="1249"/>
                  </a:lnTo>
                  <a:cubicBezTo>
                    <a:pt x="129" y="1249"/>
                    <a:pt x="1" y="1381"/>
                    <a:pt x="1" y="1541"/>
                  </a:cubicBezTo>
                  <a:lnTo>
                    <a:pt x="1" y="5285"/>
                  </a:lnTo>
                  <a:cubicBezTo>
                    <a:pt x="1" y="5450"/>
                    <a:pt x="129" y="5578"/>
                    <a:pt x="294" y="5578"/>
                  </a:cubicBezTo>
                  <a:lnTo>
                    <a:pt x="5501" y="5578"/>
                  </a:lnTo>
                  <a:cubicBezTo>
                    <a:pt x="5665" y="5578"/>
                    <a:pt x="5793" y="5450"/>
                    <a:pt x="5793" y="5285"/>
                  </a:cubicBezTo>
                  <a:lnTo>
                    <a:pt x="5793" y="4330"/>
                  </a:lnTo>
                  <a:lnTo>
                    <a:pt x="8975" y="4330"/>
                  </a:lnTo>
                  <a:cubicBezTo>
                    <a:pt x="9140" y="4330"/>
                    <a:pt x="9268" y="4202"/>
                    <a:pt x="9268" y="4037"/>
                  </a:cubicBezTo>
                  <a:lnTo>
                    <a:pt x="9268" y="293"/>
                  </a:lnTo>
                  <a:cubicBezTo>
                    <a:pt x="9268" y="133"/>
                    <a:pt x="9140" y="1"/>
                    <a:pt x="89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2884078" y="3676723"/>
              <a:ext cx="47252" cy="14341"/>
            </a:xfrm>
            <a:custGeom>
              <a:rect b="b" l="l" r="r" t="t"/>
              <a:pathLst>
                <a:path extrusionOk="0" h="586" w="1931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cubicBezTo>
                    <a:pt x="1" y="453"/>
                    <a:pt x="134" y="586"/>
                    <a:pt x="294" y="586"/>
                  </a:cubicBezTo>
                  <a:lnTo>
                    <a:pt x="1638" y="586"/>
                  </a:lnTo>
                  <a:cubicBezTo>
                    <a:pt x="1798" y="586"/>
                    <a:pt x="1930" y="453"/>
                    <a:pt x="1930" y="293"/>
                  </a:cubicBezTo>
                  <a:cubicBezTo>
                    <a:pt x="1930" y="133"/>
                    <a:pt x="1798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3097339" y="3800451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3" y="590"/>
                    <a:pt x="293" y="590"/>
                  </a:cubicBezTo>
                  <a:cubicBezTo>
                    <a:pt x="458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9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3076977" y="3800451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33" y="590"/>
                    <a:pt x="293" y="590"/>
                  </a:cubicBezTo>
                  <a:cubicBezTo>
                    <a:pt x="458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9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5" name="Google Shape;1065;p34"/>
          <p:cNvGrpSpPr/>
          <p:nvPr/>
        </p:nvGrpSpPr>
        <p:grpSpPr>
          <a:xfrm>
            <a:off x="1989134" y="3397600"/>
            <a:ext cx="488446" cy="435782"/>
            <a:chOff x="1989134" y="3397600"/>
            <a:chExt cx="488446" cy="435782"/>
          </a:xfrm>
        </p:grpSpPr>
        <p:sp>
          <p:nvSpPr>
            <p:cNvPr id="1066" name="Google Shape;1066;p34"/>
            <p:cNvSpPr/>
            <p:nvPr/>
          </p:nvSpPr>
          <p:spPr>
            <a:xfrm>
              <a:off x="1989134" y="3397600"/>
              <a:ext cx="488446" cy="435782"/>
            </a:xfrm>
            <a:custGeom>
              <a:rect b="b" l="l" r="r" t="t"/>
              <a:pathLst>
                <a:path extrusionOk="0" h="17807" w="19961">
                  <a:moveTo>
                    <a:pt x="17464" y="2423"/>
                  </a:moveTo>
                  <a:cubicBezTo>
                    <a:pt x="17528" y="2423"/>
                    <a:pt x="17583" y="2474"/>
                    <a:pt x="17583" y="2538"/>
                  </a:cubicBezTo>
                  <a:lnTo>
                    <a:pt x="17583" y="3260"/>
                  </a:lnTo>
                  <a:cubicBezTo>
                    <a:pt x="17583" y="3324"/>
                    <a:pt x="17528" y="3374"/>
                    <a:pt x="17464" y="3374"/>
                  </a:cubicBezTo>
                  <a:lnTo>
                    <a:pt x="10296" y="3374"/>
                  </a:lnTo>
                  <a:cubicBezTo>
                    <a:pt x="10232" y="3374"/>
                    <a:pt x="10177" y="3324"/>
                    <a:pt x="10177" y="3260"/>
                  </a:cubicBezTo>
                  <a:lnTo>
                    <a:pt x="10177" y="2538"/>
                  </a:lnTo>
                  <a:cubicBezTo>
                    <a:pt x="10177" y="2474"/>
                    <a:pt x="10232" y="2423"/>
                    <a:pt x="10296" y="2423"/>
                  </a:cubicBezTo>
                  <a:lnTo>
                    <a:pt x="10694" y="2423"/>
                  </a:lnTo>
                  <a:lnTo>
                    <a:pt x="10694" y="2702"/>
                  </a:lnTo>
                  <a:cubicBezTo>
                    <a:pt x="10694" y="2862"/>
                    <a:pt x="10826" y="2995"/>
                    <a:pt x="10986" y="2995"/>
                  </a:cubicBezTo>
                  <a:cubicBezTo>
                    <a:pt x="11146" y="2995"/>
                    <a:pt x="11279" y="2862"/>
                    <a:pt x="11279" y="2702"/>
                  </a:cubicBezTo>
                  <a:lnTo>
                    <a:pt x="11279" y="2423"/>
                  </a:lnTo>
                  <a:lnTo>
                    <a:pt x="12138" y="2423"/>
                  </a:lnTo>
                  <a:lnTo>
                    <a:pt x="12138" y="2702"/>
                  </a:lnTo>
                  <a:cubicBezTo>
                    <a:pt x="12138" y="2862"/>
                    <a:pt x="12271" y="2995"/>
                    <a:pt x="12431" y="2995"/>
                  </a:cubicBezTo>
                  <a:cubicBezTo>
                    <a:pt x="12595" y="2995"/>
                    <a:pt x="12723" y="2862"/>
                    <a:pt x="12723" y="2702"/>
                  </a:cubicBezTo>
                  <a:lnTo>
                    <a:pt x="12723" y="2423"/>
                  </a:lnTo>
                  <a:lnTo>
                    <a:pt x="13587" y="2423"/>
                  </a:lnTo>
                  <a:lnTo>
                    <a:pt x="13587" y="2702"/>
                  </a:lnTo>
                  <a:cubicBezTo>
                    <a:pt x="13587" y="2862"/>
                    <a:pt x="13720" y="2995"/>
                    <a:pt x="13880" y="2995"/>
                  </a:cubicBezTo>
                  <a:cubicBezTo>
                    <a:pt x="14040" y="2995"/>
                    <a:pt x="14173" y="2862"/>
                    <a:pt x="14173" y="2702"/>
                  </a:cubicBezTo>
                  <a:lnTo>
                    <a:pt x="14173" y="2423"/>
                  </a:lnTo>
                  <a:lnTo>
                    <a:pt x="15037" y="2423"/>
                  </a:lnTo>
                  <a:lnTo>
                    <a:pt x="15037" y="2702"/>
                  </a:lnTo>
                  <a:cubicBezTo>
                    <a:pt x="15037" y="2862"/>
                    <a:pt x="15165" y="2995"/>
                    <a:pt x="15329" y="2995"/>
                  </a:cubicBezTo>
                  <a:cubicBezTo>
                    <a:pt x="15489" y="2995"/>
                    <a:pt x="15617" y="2862"/>
                    <a:pt x="15617" y="2702"/>
                  </a:cubicBezTo>
                  <a:lnTo>
                    <a:pt x="15617" y="2423"/>
                  </a:lnTo>
                  <a:lnTo>
                    <a:pt x="16481" y="2423"/>
                  </a:lnTo>
                  <a:lnTo>
                    <a:pt x="16481" y="2702"/>
                  </a:lnTo>
                  <a:cubicBezTo>
                    <a:pt x="16481" y="2862"/>
                    <a:pt x="16614" y="2995"/>
                    <a:pt x="16774" y="2995"/>
                  </a:cubicBezTo>
                  <a:cubicBezTo>
                    <a:pt x="16934" y="2995"/>
                    <a:pt x="17066" y="2862"/>
                    <a:pt x="17066" y="2702"/>
                  </a:cubicBezTo>
                  <a:lnTo>
                    <a:pt x="17066" y="2423"/>
                  </a:lnTo>
                  <a:close/>
                  <a:moveTo>
                    <a:pt x="18447" y="3959"/>
                  </a:moveTo>
                  <a:cubicBezTo>
                    <a:pt x="18506" y="3959"/>
                    <a:pt x="18561" y="4014"/>
                    <a:pt x="18561" y="4074"/>
                  </a:cubicBezTo>
                  <a:lnTo>
                    <a:pt x="18561" y="4801"/>
                  </a:lnTo>
                  <a:cubicBezTo>
                    <a:pt x="18561" y="4860"/>
                    <a:pt x="18506" y="4915"/>
                    <a:pt x="18447" y="4915"/>
                  </a:cubicBezTo>
                  <a:lnTo>
                    <a:pt x="11274" y="4915"/>
                  </a:lnTo>
                  <a:cubicBezTo>
                    <a:pt x="11210" y="4915"/>
                    <a:pt x="11155" y="4860"/>
                    <a:pt x="11155" y="4801"/>
                  </a:cubicBezTo>
                  <a:lnTo>
                    <a:pt x="11155" y="4074"/>
                  </a:lnTo>
                  <a:cubicBezTo>
                    <a:pt x="11155" y="4014"/>
                    <a:pt x="11210" y="3959"/>
                    <a:pt x="11274" y="3959"/>
                  </a:cubicBezTo>
                  <a:lnTo>
                    <a:pt x="11672" y="3959"/>
                  </a:lnTo>
                  <a:lnTo>
                    <a:pt x="11672" y="4243"/>
                  </a:lnTo>
                  <a:cubicBezTo>
                    <a:pt x="11672" y="4403"/>
                    <a:pt x="11804" y="4531"/>
                    <a:pt x="11964" y="4531"/>
                  </a:cubicBezTo>
                  <a:cubicBezTo>
                    <a:pt x="12124" y="4531"/>
                    <a:pt x="12257" y="4403"/>
                    <a:pt x="12257" y="4243"/>
                  </a:cubicBezTo>
                  <a:lnTo>
                    <a:pt x="12257" y="3959"/>
                  </a:lnTo>
                  <a:lnTo>
                    <a:pt x="13121" y="3959"/>
                  </a:lnTo>
                  <a:lnTo>
                    <a:pt x="13121" y="4243"/>
                  </a:lnTo>
                  <a:cubicBezTo>
                    <a:pt x="13121" y="4403"/>
                    <a:pt x="13249" y="4531"/>
                    <a:pt x="13414" y="4531"/>
                  </a:cubicBezTo>
                  <a:cubicBezTo>
                    <a:pt x="13574" y="4531"/>
                    <a:pt x="13702" y="4403"/>
                    <a:pt x="13702" y="4243"/>
                  </a:cubicBezTo>
                  <a:lnTo>
                    <a:pt x="13702" y="3959"/>
                  </a:lnTo>
                  <a:lnTo>
                    <a:pt x="14566" y="3959"/>
                  </a:lnTo>
                  <a:lnTo>
                    <a:pt x="14566" y="4243"/>
                  </a:lnTo>
                  <a:cubicBezTo>
                    <a:pt x="14566" y="4403"/>
                    <a:pt x="14698" y="4531"/>
                    <a:pt x="14858" y="4531"/>
                  </a:cubicBezTo>
                  <a:cubicBezTo>
                    <a:pt x="15018" y="4531"/>
                    <a:pt x="15151" y="4403"/>
                    <a:pt x="15151" y="4243"/>
                  </a:cubicBezTo>
                  <a:lnTo>
                    <a:pt x="15151" y="3959"/>
                  </a:lnTo>
                  <a:lnTo>
                    <a:pt x="16015" y="3959"/>
                  </a:lnTo>
                  <a:lnTo>
                    <a:pt x="16015" y="4243"/>
                  </a:lnTo>
                  <a:cubicBezTo>
                    <a:pt x="16015" y="4403"/>
                    <a:pt x="16143" y="4531"/>
                    <a:pt x="16308" y="4531"/>
                  </a:cubicBezTo>
                  <a:cubicBezTo>
                    <a:pt x="16468" y="4531"/>
                    <a:pt x="16600" y="4403"/>
                    <a:pt x="16600" y="4243"/>
                  </a:cubicBezTo>
                  <a:lnTo>
                    <a:pt x="16600" y="3959"/>
                  </a:lnTo>
                  <a:lnTo>
                    <a:pt x="17460" y="3959"/>
                  </a:lnTo>
                  <a:lnTo>
                    <a:pt x="17460" y="4243"/>
                  </a:lnTo>
                  <a:cubicBezTo>
                    <a:pt x="17460" y="4403"/>
                    <a:pt x="17592" y="4531"/>
                    <a:pt x="17752" y="4531"/>
                  </a:cubicBezTo>
                  <a:cubicBezTo>
                    <a:pt x="17912" y="4531"/>
                    <a:pt x="18045" y="4403"/>
                    <a:pt x="18045" y="4243"/>
                  </a:cubicBezTo>
                  <a:lnTo>
                    <a:pt x="18045" y="3959"/>
                  </a:lnTo>
                  <a:close/>
                  <a:moveTo>
                    <a:pt x="17519" y="5500"/>
                  </a:moveTo>
                  <a:cubicBezTo>
                    <a:pt x="17583" y="5500"/>
                    <a:pt x="17638" y="5550"/>
                    <a:pt x="17638" y="5614"/>
                  </a:cubicBezTo>
                  <a:lnTo>
                    <a:pt x="17638" y="6337"/>
                  </a:lnTo>
                  <a:cubicBezTo>
                    <a:pt x="17638" y="6401"/>
                    <a:pt x="17583" y="6451"/>
                    <a:pt x="17519" y="6451"/>
                  </a:cubicBezTo>
                  <a:lnTo>
                    <a:pt x="10346" y="6451"/>
                  </a:lnTo>
                  <a:cubicBezTo>
                    <a:pt x="10287" y="6451"/>
                    <a:pt x="10232" y="6401"/>
                    <a:pt x="10232" y="6337"/>
                  </a:cubicBezTo>
                  <a:lnTo>
                    <a:pt x="10232" y="5614"/>
                  </a:lnTo>
                  <a:cubicBezTo>
                    <a:pt x="10232" y="5550"/>
                    <a:pt x="10287" y="5500"/>
                    <a:pt x="10346" y="5500"/>
                  </a:cubicBezTo>
                  <a:lnTo>
                    <a:pt x="10748" y="5500"/>
                  </a:lnTo>
                  <a:lnTo>
                    <a:pt x="10748" y="5779"/>
                  </a:lnTo>
                  <a:cubicBezTo>
                    <a:pt x="10748" y="5939"/>
                    <a:pt x="10876" y="6071"/>
                    <a:pt x="11041" y="6071"/>
                  </a:cubicBezTo>
                  <a:cubicBezTo>
                    <a:pt x="11201" y="6071"/>
                    <a:pt x="11334" y="5939"/>
                    <a:pt x="11334" y="5779"/>
                  </a:cubicBezTo>
                  <a:lnTo>
                    <a:pt x="11334" y="5500"/>
                  </a:lnTo>
                  <a:lnTo>
                    <a:pt x="12193" y="5500"/>
                  </a:lnTo>
                  <a:lnTo>
                    <a:pt x="12193" y="5779"/>
                  </a:lnTo>
                  <a:cubicBezTo>
                    <a:pt x="12193" y="5939"/>
                    <a:pt x="12326" y="6071"/>
                    <a:pt x="12486" y="6071"/>
                  </a:cubicBezTo>
                  <a:cubicBezTo>
                    <a:pt x="12650" y="6071"/>
                    <a:pt x="12778" y="5939"/>
                    <a:pt x="12778" y="5779"/>
                  </a:cubicBezTo>
                  <a:lnTo>
                    <a:pt x="12778" y="5500"/>
                  </a:lnTo>
                  <a:lnTo>
                    <a:pt x="13642" y="5500"/>
                  </a:lnTo>
                  <a:lnTo>
                    <a:pt x="13642" y="5779"/>
                  </a:lnTo>
                  <a:cubicBezTo>
                    <a:pt x="13642" y="5939"/>
                    <a:pt x="13775" y="6071"/>
                    <a:pt x="13935" y="6071"/>
                  </a:cubicBezTo>
                  <a:cubicBezTo>
                    <a:pt x="14095" y="6071"/>
                    <a:pt x="14227" y="5939"/>
                    <a:pt x="14227" y="5779"/>
                  </a:cubicBezTo>
                  <a:lnTo>
                    <a:pt x="14227" y="5500"/>
                  </a:lnTo>
                  <a:lnTo>
                    <a:pt x="15087" y="5500"/>
                  </a:lnTo>
                  <a:lnTo>
                    <a:pt x="15087" y="5779"/>
                  </a:lnTo>
                  <a:cubicBezTo>
                    <a:pt x="15087" y="5939"/>
                    <a:pt x="15219" y="6071"/>
                    <a:pt x="15379" y="6071"/>
                  </a:cubicBezTo>
                  <a:cubicBezTo>
                    <a:pt x="15544" y="6071"/>
                    <a:pt x="15672" y="5939"/>
                    <a:pt x="15672" y="5779"/>
                  </a:cubicBezTo>
                  <a:lnTo>
                    <a:pt x="15672" y="5500"/>
                  </a:lnTo>
                  <a:lnTo>
                    <a:pt x="16536" y="5500"/>
                  </a:lnTo>
                  <a:lnTo>
                    <a:pt x="16536" y="5779"/>
                  </a:lnTo>
                  <a:cubicBezTo>
                    <a:pt x="16536" y="5939"/>
                    <a:pt x="16669" y="6071"/>
                    <a:pt x="16829" y="6071"/>
                  </a:cubicBezTo>
                  <a:cubicBezTo>
                    <a:pt x="16989" y="6071"/>
                    <a:pt x="17121" y="5939"/>
                    <a:pt x="17121" y="5779"/>
                  </a:cubicBezTo>
                  <a:lnTo>
                    <a:pt x="17121" y="5500"/>
                  </a:lnTo>
                  <a:close/>
                  <a:moveTo>
                    <a:pt x="4773" y="586"/>
                  </a:moveTo>
                  <a:cubicBezTo>
                    <a:pt x="6817" y="586"/>
                    <a:pt x="8476" y="2250"/>
                    <a:pt x="8476" y="4289"/>
                  </a:cubicBezTo>
                  <a:cubicBezTo>
                    <a:pt x="8476" y="6327"/>
                    <a:pt x="6817" y="7992"/>
                    <a:pt x="4773" y="7992"/>
                  </a:cubicBezTo>
                  <a:cubicBezTo>
                    <a:pt x="2734" y="7992"/>
                    <a:pt x="1075" y="6327"/>
                    <a:pt x="1075" y="4289"/>
                  </a:cubicBezTo>
                  <a:cubicBezTo>
                    <a:pt x="1075" y="2250"/>
                    <a:pt x="2734" y="586"/>
                    <a:pt x="4773" y="586"/>
                  </a:cubicBezTo>
                  <a:close/>
                  <a:moveTo>
                    <a:pt x="18118" y="7036"/>
                  </a:moveTo>
                  <a:cubicBezTo>
                    <a:pt x="18182" y="7036"/>
                    <a:pt x="18232" y="7091"/>
                    <a:pt x="18232" y="7150"/>
                  </a:cubicBezTo>
                  <a:lnTo>
                    <a:pt x="18232" y="7877"/>
                  </a:lnTo>
                  <a:cubicBezTo>
                    <a:pt x="18232" y="7937"/>
                    <a:pt x="18182" y="7992"/>
                    <a:pt x="18118" y="7992"/>
                  </a:cubicBezTo>
                  <a:lnTo>
                    <a:pt x="10945" y="7992"/>
                  </a:lnTo>
                  <a:cubicBezTo>
                    <a:pt x="10881" y="7992"/>
                    <a:pt x="10831" y="7937"/>
                    <a:pt x="10831" y="7877"/>
                  </a:cubicBezTo>
                  <a:lnTo>
                    <a:pt x="10831" y="7150"/>
                  </a:lnTo>
                  <a:cubicBezTo>
                    <a:pt x="10831" y="7091"/>
                    <a:pt x="10881" y="7036"/>
                    <a:pt x="10945" y="7036"/>
                  </a:cubicBezTo>
                  <a:lnTo>
                    <a:pt x="11347" y="7036"/>
                  </a:lnTo>
                  <a:lnTo>
                    <a:pt x="11347" y="7320"/>
                  </a:lnTo>
                  <a:cubicBezTo>
                    <a:pt x="11347" y="7480"/>
                    <a:pt x="11475" y="7608"/>
                    <a:pt x="11640" y="7608"/>
                  </a:cubicBezTo>
                  <a:cubicBezTo>
                    <a:pt x="11800" y="7608"/>
                    <a:pt x="11932" y="7480"/>
                    <a:pt x="11932" y="7320"/>
                  </a:cubicBezTo>
                  <a:lnTo>
                    <a:pt x="11932" y="7036"/>
                  </a:lnTo>
                  <a:lnTo>
                    <a:pt x="12792" y="7036"/>
                  </a:lnTo>
                  <a:lnTo>
                    <a:pt x="12792" y="7320"/>
                  </a:lnTo>
                  <a:cubicBezTo>
                    <a:pt x="12792" y="7480"/>
                    <a:pt x="12924" y="7608"/>
                    <a:pt x="13085" y="7608"/>
                  </a:cubicBezTo>
                  <a:cubicBezTo>
                    <a:pt x="13245" y="7608"/>
                    <a:pt x="13377" y="7480"/>
                    <a:pt x="13377" y="7320"/>
                  </a:cubicBezTo>
                  <a:lnTo>
                    <a:pt x="13377" y="7036"/>
                  </a:lnTo>
                  <a:lnTo>
                    <a:pt x="14241" y="7036"/>
                  </a:lnTo>
                  <a:lnTo>
                    <a:pt x="14241" y="7320"/>
                  </a:lnTo>
                  <a:cubicBezTo>
                    <a:pt x="14241" y="7480"/>
                    <a:pt x="14369" y="7608"/>
                    <a:pt x="14534" y="7608"/>
                  </a:cubicBezTo>
                  <a:cubicBezTo>
                    <a:pt x="14694" y="7608"/>
                    <a:pt x="14826" y="7480"/>
                    <a:pt x="14826" y="7320"/>
                  </a:cubicBezTo>
                  <a:lnTo>
                    <a:pt x="14826" y="7036"/>
                  </a:lnTo>
                  <a:lnTo>
                    <a:pt x="15686" y="7036"/>
                  </a:lnTo>
                  <a:lnTo>
                    <a:pt x="15686" y="7320"/>
                  </a:lnTo>
                  <a:cubicBezTo>
                    <a:pt x="15686" y="7480"/>
                    <a:pt x="15818" y="7608"/>
                    <a:pt x="15978" y="7608"/>
                  </a:cubicBezTo>
                  <a:cubicBezTo>
                    <a:pt x="16143" y="7608"/>
                    <a:pt x="16271" y="7480"/>
                    <a:pt x="16271" y="7320"/>
                  </a:cubicBezTo>
                  <a:lnTo>
                    <a:pt x="16271" y="7036"/>
                  </a:lnTo>
                  <a:lnTo>
                    <a:pt x="17135" y="7036"/>
                  </a:lnTo>
                  <a:lnTo>
                    <a:pt x="17135" y="7320"/>
                  </a:lnTo>
                  <a:cubicBezTo>
                    <a:pt x="17135" y="7480"/>
                    <a:pt x="17263" y="7608"/>
                    <a:pt x="17428" y="7608"/>
                  </a:cubicBezTo>
                  <a:cubicBezTo>
                    <a:pt x="17588" y="7608"/>
                    <a:pt x="17720" y="7480"/>
                    <a:pt x="17720" y="7320"/>
                  </a:cubicBezTo>
                  <a:lnTo>
                    <a:pt x="17720" y="7036"/>
                  </a:lnTo>
                  <a:close/>
                  <a:moveTo>
                    <a:pt x="9011" y="8577"/>
                  </a:moveTo>
                  <a:cubicBezTo>
                    <a:pt x="9075" y="8577"/>
                    <a:pt x="9130" y="8627"/>
                    <a:pt x="9130" y="8691"/>
                  </a:cubicBezTo>
                  <a:lnTo>
                    <a:pt x="9130" y="9413"/>
                  </a:lnTo>
                  <a:cubicBezTo>
                    <a:pt x="9130" y="9477"/>
                    <a:pt x="9075" y="9528"/>
                    <a:pt x="9011" y="9528"/>
                  </a:cubicBezTo>
                  <a:lnTo>
                    <a:pt x="1843" y="9528"/>
                  </a:lnTo>
                  <a:cubicBezTo>
                    <a:pt x="1779" y="9528"/>
                    <a:pt x="1724" y="9477"/>
                    <a:pt x="1724" y="9413"/>
                  </a:cubicBezTo>
                  <a:lnTo>
                    <a:pt x="1724" y="8691"/>
                  </a:lnTo>
                  <a:cubicBezTo>
                    <a:pt x="1724" y="8627"/>
                    <a:pt x="1779" y="8577"/>
                    <a:pt x="1843" y="8577"/>
                  </a:cubicBezTo>
                  <a:lnTo>
                    <a:pt x="2241" y="8577"/>
                  </a:lnTo>
                  <a:lnTo>
                    <a:pt x="2241" y="8856"/>
                  </a:lnTo>
                  <a:cubicBezTo>
                    <a:pt x="2241" y="9016"/>
                    <a:pt x="2373" y="9148"/>
                    <a:pt x="2533" y="9148"/>
                  </a:cubicBezTo>
                  <a:cubicBezTo>
                    <a:pt x="2693" y="9148"/>
                    <a:pt x="2826" y="9016"/>
                    <a:pt x="2826" y="8856"/>
                  </a:cubicBezTo>
                  <a:lnTo>
                    <a:pt x="2826" y="8577"/>
                  </a:lnTo>
                  <a:lnTo>
                    <a:pt x="3690" y="8577"/>
                  </a:lnTo>
                  <a:lnTo>
                    <a:pt x="3690" y="8856"/>
                  </a:lnTo>
                  <a:cubicBezTo>
                    <a:pt x="3690" y="9016"/>
                    <a:pt x="3818" y="9148"/>
                    <a:pt x="3978" y="9148"/>
                  </a:cubicBezTo>
                  <a:cubicBezTo>
                    <a:pt x="4142" y="9148"/>
                    <a:pt x="4270" y="9016"/>
                    <a:pt x="4270" y="8856"/>
                  </a:cubicBezTo>
                  <a:lnTo>
                    <a:pt x="4270" y="8577"/>
                  </a:lnTo>
                  <a:lnTo>
                    <a:pt x="5134" y="8577"/>
                  </a:lnTo>
                  <a:lnTo>
                    <a:pt x="5134" y="8856"/>
                  </a:lnTo>
                  <a:cubicBezTo>
                    <a:pt x="5134" y="9016"/>
                    <a:pt x="5267" y="9148"/>
                    <a:pt x="5427" y="9148"/>
                  </a:cubicBezTo>
                  <a:cubicBezTo>
                    <a:pt x="5587" y="9148"/>
                    <a:pt x="5720" y="9016"/>
                    <a:pt x="5720" y="8856"/>
                  </a:cubicBezTo>
                  <a:lnTo>
                    <a:pt x="5720" y="8577"/>
                  </a:lnTo>
                  <a:lnTo>
                    <a:pt x="6584" y="8577"/>
                  </a:lnTo>
                  <a:lnTo>
                    <a:pt x="6584" y="8856"/>
                  </a:lnTo>
                  <a:cubicBezTo>
                    <a:pt x="6584" y="9016"/>
                    <a:pt x="6712" y="9148"/>
                    <a:pt x="6876" y="9148"/>
                  </a:cubicBezTo>
                  <a:cubicBezTo>
                    <a:pt x="7036" y="9148"/>
                    <a:pt x="7169" y="9016"/>
                    <a:pt x="7169" y="8856"/>
                  </a:cubicBezTo>
                  <a:lnTo>
                    <a:pt x="7169" y="8577"/>
                  </a:lnTo>
                  <a:lnTo>
                    <a:pt x="8028" y="8577"/>
                  </a:lnTo>
                  <a:lnTo>
                    <a:pt x="8028" y="8856"/>
                  </a:lnTo>
                  <a:cubicBezTo>
                    <a:pt x="8028" y="9016"/>
                    <a:pt x="8161" y="9148"/>
                    <a:pt x="8321" y="9148"/>
                  </a:cubicBezTo>
                  <a:cubicBezTo>
                    <a:pt x="8481" y="9148"/>
                    <a:pt x="8613" y="9016"/>
                    <a:pt x="8613" y="8856"/>
                  </a:cubicBezTo>
                  <a:lnTo>
                    <a:pt x="8613" y="8577"/>
                  </a:lnTo>
                  <a:close/>
                  <a:moveTo>
                    <a:pt x="18607" y="8577"/>
                  </a:moveTo>
                  <a:cubicBezTo>
                    <a:pt x="18671" y="8577"/>
                    <a:pt x="18721" y="8627"/>
                    <a:pt x="18721" y="8691"/>
                  </a:cubicBezTo>
                  <a:lnTo>
                    <a:pt x="18721" y="9413"/>
                  </a:lnTo>
                  <a:cubicBezTo>
                    <a:pt x="18721" y="9477"/>
                    <a:pt x="18671" y="9528"/>
                    <a:pt x="18607" y="9528"/>
                  </a:cubicBezTo>
                  <a:lnTo>
                    <a:pt x="12106" y="9528"/>
                  </a:lnTo>
                  <a:cubicBezTo>
                    <a:pt x="11855" y="9432"/>
                    <a:pt x="11590" y="9354"/>
                    <a:pt x="11320" y="9304"/>
                  </a:cubicBezTo>
                  <a:lnTo>
                    <a:pt x="11320" y="8691"/>
                  </a:lnTo>
                  <a:cubicBezTo>
                    <a:pt x="11320" y="8627"/>
                    <a:pt x="11370" y="8577"/>
                    <a:pt x="11434" y="8577"/>
                  </a:cubicBezTo>
                  <a:lnTo>
                    <a:pt x="11836" y="8577"/>
                  </a:lnTo>
                  <a:lnTo>
                    <a:pt x="11836" y="8856"/>
                  </a:lnTo>
                  <a:cubicBezTo>
                    <a:pt x="11836" y="9016"/>
                    <a:pt x="11964" y="9148"/>
                    <a:pt x="12129" y="9148"/>
                  </a:cubicBezTo>
                  <a:cubicBezTo>
                    <a:pt x="12289" y="9148"/>
                    <a:pt x="12422" y="9016"/>
                    <a:pt x="12422" y="8856"/>
                  </a:cubicBezTo>
                  <a:lnTo>
                    <a:pt x="12422" y="8577"/>
                  </a:lnTo>
                  <a:lnTo>
                    <a:pt x="13281" y="8577"/>
                  </a:lnTo>
                  <a:lnTo>
                    <a:pt x="13281" y="8856"/>
                  </a:lnTo>
                  <a:cubicBezTo>
                    <a:pt x="13281" y="9016"/>
                    <a:pt x="13414" y="9148"/>
                    <a:pt x="13574" y="9148"/>
                  </a:cubicBezTo>
                  <a:cubicBezTo>
                    <a:pt x="13738" y="9148"/>
                    <a:pt x="13866" y="9016"/>
                    <a:pt x="13866" y="8856"/>
                  </a:cubicBezTo>
                  <a:lnTo>
                    <a:pt x="13866" y="8577"/>
                  </a:lnTo>
                  <a:lnTo>
                    <a:pt x="14730" y="8577"/>
                  </a:lnTo>
                  <a:lnTo>
                    <a:pt x="14730" y="8856"/>
                  </a:lnTo>
                  <a:cubicBezTo>
                    <a:pt x="14730" y="9016"/>
                    <a:pt x="14858" y="9148"/>
                    <a:pt x="15023" y="9148"/>
                  </a:cubicBezTo>
                  <a:cubicBezTo>
                    <a:pt x="15183" y="9148"/>
                    <a:pt x="15315" y="9016"/>
                    <a:pt x="15315" y="8856"/>
                  </a:cubicBezTo>
                  <a:lnTo>
                    <a:pt x="15315" y="8577"/>
                  </a:lnTo>
                  <a:lnTo>
                    <a:pt x="16175" y="8577"/>
                  </a:lnTo>
                  <a:lnTo>
                    <a:pt x="16175" y="8856"/>
                  </a:lnTo>
                  <a:cubicBezTo>
                    <a:pt x="16175" y="9016"/>
                    <a:pt x="16308" y="9148"/>
                    <a:pt x="16468" y="9148"/>
                  </a:cubicBezTo>
                  <a:cubicBezTo>
                    <a:pt x="16632" y="9148"/>
                    <a:pt x="16760" y="9016"/>
                    <a:pt x="16760" y="8856"/>
                  </a:cubicBezTo>
                  <a:lnTo>
                    <a:pt x="16760" y="8577"/>
                  </a:lnTo>
                  <a:lnTo>
                    <a:pt x="17624" y="8577"/>
                  </a:lnTo>
                  <a:lnTo>
                    <a:pt x="17624" y="8856"/>
                  </a:lnTo>
                  <a:cubicBezTo>
                    <a:pt x="17624" y="9016"/>
                    <a:pt x="17752" y="9148"/>
                    <a:pt x="17917" y="9148"/>
                  </a:cubicBezTo>
                  <a:cubicBezTo>
                    <a:pt x="18077" y="9148"/>
                    <a:pt x="18209" y="9016"/>
                    <a:pt x="18209" y="8856"/>
                  </a:cubicBezTo>
                  <a:lnTo>
                    <a:pt x="18209" y="8577"/>
                  </a:lnTo>
                  <a:close/>
                  <a:moveTo>
                    <a:pt x="9011" y="10113"/>
                  </a:moveTo>
                  <a:cubicBezTo>
                    <a:pt x="9075" y="10113"/>
                    <a:pt x="9130" y="10168"/>
                    <a:pt x="9130" y="10227"/>
                  </a:cubicBezTo>
                  <a:lnTo>
                    <a:pt x="9130" y="10954"/>
                  </a:lnTo>
                  <a:cubicBezTo>
                    <a:pt x="9130" y="11013"/>
                    <a:pt x="9075" y="11068"/>
                    <a:pt x="9011" y="11068"/>
                  </a:cubicBezTo>
                  <a:lnTo>
                    <a:pt x="1843" y="11068"/>
                  </a:lnTo>
                  <a:cubicBezTo>
                    <a:pt x="1779" y="11068"/>
                    <a:pt x="1724" y="11013"/>
                    <a:pt x="1724" y="10954"/>
                  </a:cubicBezTo>
                  <a:lnTo>
                    <a:pt x="1724" y="10227"/>
                  </a:lnTo>
                  <a:cubicBezTo>
                    <a:pt x="1724" y="10168"/>
                    <a:pt x="1779" y="10113"/>
                    <a:pt x="1843" y="10113"/>
                  </a:cubicBezTo>
                  <a:lnTo>
                    <a:pt x="2241" y="10113"/>
                  </a:lnTo>
                  <a:lnTo>
                    <a:pt x="2241" y="10392"/>
                  </a:lnTo>
                  <a:cubicBezTo>
                    <a:pt x="2241" y="10556"/>
                    <a:pt x="2373" y="10684"/>
                    <a:pt x="2533" y="10684"/>
                  </a:cubicBezTo>
                  <a:cubicBezTo>
                    <a:pt x="2693" y="10684"/>
                    <a:pt x="2826" y="10556"/>
                    <a:pt x="2826" y="10392"/>
                  </a:cubicBezTo>
                  <a:lnTo>
                    <a:pt x="2826" y="10113"/>
                  </a:lnTo>
                  <a:lnTo>
                    <a:pt x="3690" y="10113"/>
                  </a:lnTo>
                  <a:lnTo>
                    <a:pt x="3690" y="10392"/>
                  </a:lnTo>
                  <a:cubicBezTo>
                    <a:pt x="3690" y="10556"/>
                    <a:pt x="3818" y="10684"/>
                    <a:pt x="3978" y="10684"/>
                  </a:cubicBezTo>
                  <a:cubicBezTo>
                    <a:pt x="4142" y="10684"/>
                    <a:pt x="4270" y="10556"/>
                    <a:pt x="4270" y="10392"/>
                  </a:cubicBezTo>
                  <a:lnTo>
                    <a:pt x="4270" y="10113"/>
                  </a:lnTo>
                  <a:lnTo>
                    <a:pt x="5134" y="10113"/>
                  </a:lnTo>
                  <a:lnTo>
                    <a:pt x="5134" y="10392"/>
                  </a:lnTo>
                  <a:cubicBezTo>
                    <a:pt x="5134" y="10556"/>
                    <a:pt x="5267" y="10684"/>
                    <a:pt x="5427" y="10684"/>
                  </a:cubicBezTo>
                  <a:cubicBezTo>
                    <a:pt x="5587" y="10684"/>
                    <a:pt x="5720" y="10556"/>
                    <a:pt x="5720" y="10392"/>
                  </a:cubicBezTo>
                  <a:lnTo>
                    <a:pt x="5720" y="10113"/>
                  </a:lnTo>
                  <a:lnTo>
                    <a:pt x="6584" y="10113"/>
                  </a:lnTo>
                  <a:lnTo>
                    <a:pt x="6584" y="10392"/>
                  </a:lnTo>
                  <a:cubicBezTo>
                    <a:pt x="6584" y="10556"/>
                    <a:pt x="6712" y="10684"/>
                    <a:pt x="6876" y="10684"/>
                  </a:cubicBezTo>
                  <a:cubicBezTo>
                    <a:pt x="7036" y="10684"/>
                    <a:pt x="7169" y="10556"/>
                    <a:pt x="7169" y="10392"/>
                  </a:cubicBezTo>
                  <a:lnTo>
                    <a:pt x="7169" y="10113"/>
                  </a:lnTo>
                  <a:lnTo>
                    <a:pt x="8028" y="10113"/>
                  </a:lnTo>
                  <a:lnTo>
                    <a:pt x="8028" y="10392"/>
                  </a:lnTo>
                  <a:cubicBezTo>
                    <a:pt x="8028" y="10556"/>
                    <a:pt x="8161" y="10684"/>
                    <a:pt x="8321" y="10684"/>
                  </a:cubicBezTo>
                  <a:cubicBezTo>
                    <a:pt x="8481" y="10684"/>
                    <a:pt x="8613" y="10556"/>
                    <a:pt x="8613" y="10392"/>
                  </a:cubicBezTo>
                  <a:lnTo>
                    <a:pt x="8613" y="10113"/>
                  </a:lnTo>
                  <a:close/>
                  <a:moveTo>
                    <a:pt x="19261" y="10113"/>
                  </a:moveTo>
                  <a:cubicBezTo>
                    <a:pt x="19325" y="10113"/>
                    <a:pt x="19375" y="10168"/>
                    <a:pt x="19375" y="10227"/>
                  </a:cubicBezTo>
                  <a:lnTo>
                    <a:pt x="19375" y="10954"/>
                  </a:lnTo>
                  <a:cubicBezTo>
                    <a:pt x="19375" y="11013"/>
                    <a:pt x="19325" y="11068"/>
                    <a:pt x="19261" y="11068"/>
                  </a:cubicBezTo>
                  <a:lnTo>
                    <a:pt x="14054" y="11068"/>
                  </a:lnTo>
                  <a:cubicBezTo>
                    <a:pt x="13798" y="10702"/>
                    <a:pt x="13491" y="10382"/>
                    <a:pt x="13139" y="10113"/>
                  </a:cubicBezTo>
                  <a:lnTo>
                    <a:pt x="13935" y="10113"/>
                  </a:lnTo>
                  <a:lnTo>
                    <a:pt x="13935" y="10392"/>
                  </a:lnTo>
                  <a:cubicBezTo>
                    <a:pt x="13935" y="10556"/>
                    <a:pt x="14067" y="10684"/>
                    <a:pt x="14227" y="10684"/>
                  </a:cubicBezTo>
                  <a:cubicBezTo>
                    <a:pt x="14387" y="10684"/>
                    <a:pt x="14520" y="10556"/>
                    <a:pt x="14520" y="10392"/>
                  </a:cubicBezTo>
                  <a:lnTo>
                    <a:pt x="14520" y="10113"/>
                  </a:lnTo>
                  <a:lnTo>
                    <a:pt x="15384" y="10113"/>
                  </a:lnTo>
                  <a:lnTo>
                    <a:pt x="15384" y="10392"/>
                  </a:lnTo>
                  <a:cubicBezTo>
                    <a:pt x="15384" y="10556"/>
                    <a:pt x="15512" y="10684"/>
                    <a:pt x="15672" y="10684"/>
                  </a:cubicBezTo>
                  <a:cubicBezTo>
                    <a:pt x="15837" y="10684"/>
                    <a:pt x="15965" y="10556"/>
                    <a:pt x="15965" y="10392"/>
                  </a:cubicBezTo>
                  <a:lnTo>
                    <a:pt x="15965" y="10113"/>
                  </a:lnTo>
                  <a:lnTo>
                    <a:pt x="16829" y="10113"/>
                  </a:lnTo>
                  <a:lnTo>
                    <a:pt x="16829" y="10392"/>
                  </a:lnTo>
                  <a:cubicBezTo>
                    <a:pt x="16829" y="10556"/>
                    <a:pt x="16961" y="10684"/>
                    <a:pt x="17121" y="10684"/>
                  </a:cubicBezTo>
                  <a:cubicBezTo>
                    <a:pt x="17281" y="10684"/>
                    <a:pt x="17414" y="10556"/>
                    <a:pt x="17414" y="10392"/>
                  </a:cubicBezTo>
                  <a:lnTo>
                    <a:pt x="17414" y="10113"/>
                  </a:lnTo>
                  <a:lnTo>
                    <a:pt x="18278" y="10113"/>
                  </a:lnTo>
                  <a:lnTo>
                    <a:pt x="18278" y="10392"/>
                  </a:lnTo>
                  <a:cubicBezTo>
                    <a:pt x="18278" y="10556"/>
                    <a:pt x="18406" y="10684"/>
                    <a:pt x="18570" y="10684"/>
                  </a:cubicBezTo>
                  <a:cubicBezTo>
                    <a:pt x="18730" y="10684"/>
                    <a:pt x="18863" y="10556"/>
                    <a:pt x="18863" y="10392"/>
                  </a:cubicBezTo>
                  <a:lnTo>
                    <a:pt x="18863" y="10113"/>
                  </a:lnTo>
                  <a:close/>
                  <a:moveTo>
                    <a:pt x="8417" y="11653"/>
                  </a:moveTo>
                  <a:cubicBezTo>
                    <a:pt x="8481" y="11653"/>
                    <a:pt x="8531" y="11704"/>
                    <a:pt x="8531" y="11768"/>
                  </a:cubicBezTo>
                  <a:lnTo>
                    <a:pt x="8531" y="12490"/>
                  </a:lnTo>
                  <a:cubicBezTo>
                    <a:pt x="8531" y="12554"/>
                    <a:pt x="8481" y="12604"/>
                    <a:pt x="8417" y="12604"/>
                  </a:cubicBezTo>
                  <a:lnTo>
                    <a:pt x="1244" y="12604"/>
                  </a:lnTo>
                  <a:cubicBezTo>
                    <a:pt x="1180" y="12604"/>
                    <a:pt x="1125" y="12554"/>
                    <a:pt x="1125" y="12490"/>
                  </a:cubicBezTo>
                  <a:lnTo>
                    <a:pt x="1125" y="11768"/>
                  </a:lnTo>
                  <a:cubicBezTo>
                    <a:pt x="1125" y="11704"/>
                    <a:pt x="1180" y="11653"/>
                    <a:pt x="1244" y="11653"/>
                  </a:cubicBezTo>
                  <a:lnTo>
                    <a:pt x="1642" y="11653"/>
                  </a:lnTo>
                  <a:lnTo>
                    <a:pt x="1642" y="11932"/>
                  </a:lnTo>
                  <a:cubicBezTo>
                    <a:pt x="1642" y="12092"/>
                    <a:pt x="1774" y="12225"/>
                    <a:pt x="1934" y="12225"/>
                  </a:cubicBezTo>
                  <a:cubicBezTo>
                    <a:pt x="2094" y="12225"/>
                    <a:pt x="2227" y="12092"/>
                    <a:pt x="2227" y="11932"/>
                  </a:cubicBezTo>
                  <a:lnTo>
                    <a:pt x="2227" y="11653"/>
                  </a:lnTo>
                  <a:lnTo>
                    <a:pt x="3091" y="11653"/>
                  </a:lnTo>
                  <a:lnTo>
                    <a:pt x="3091" y="11932"/>
                  </a:lnTo>
                  <a:cubicBezTo>
                    <a:pt x="3091" y="12092"/>
                    <a:pt x="3219" y="12225"/>
                    <a:pt x="3383" y="12225"/>
                  </a:cubicBezTo>
                  <a:cubicBezTo>
                    <a:pt x="3544" y="12225"/>
                    <a:pt x="3676" y="12092"/>
                    <a:pt x="3676" y="11932"/>
                  </a:cubicBezTo>
                  <a:lnTo>
                    <a:pt x="3676" y="11653"/>
                  </a:lnTo>
                  <a:lnTo>
                    <a:pt x="4536" y="11653"/>
                  </a:lnTo>
                  <a:lnTo>
                    <a:pt x="4536" y="11932"/>
                  </a:lnTo>
                  <a:cubicBezTo>
                    <a:pt x="4536" y="12092"/>
                    <a:pt x="4668" y="12225"/>
                    <a:pt x="4828" y="12225"/>
                  </a:cubicBezTo>
                  <a:cubicBezTo>
                    <a:pt x="4988" y="12225"/>
                    <a:pt x="5121" y="12092"/>
                    <a:pt x="5121" y="11932"/>
                  </a:cubicBezTo>
                  <a:lnTo>
                    <a:pt x="5121" y="11653"/>
                  </a:lnTo>
                  <a:lnTo>
                    <a:pt x="5985" y="11653"/>
                  </a:lnTo>
                  <a:lnTo>
                    <a:pt x="5985" y="11932"/>
                  </a:lnTo>
                  <a:cubicBezTo>
                    <a:pt x="5985" y="12092"/>
                    <a:pt x="6113" y="12225"/>
                    <a:pt x="6277" y="12225"/>
                  </a:cubicBezTo>
                  <a:cubicBezTo>
                    <a:pt x="6437" y="12225"/>
                    <a:pt x="6570" y="12092"/>
                    <a:pt x="6570" y="11932"/>
                  </a:cubicBezTo>
                  <a:lnTo>
                    <a:pt x="6570" y="11653"/>
                  </a:lnTo>
                  <a:lnTo>
                    <a:pt x="7429" y="11653"/>
                  </a:lnTo>
                  <a:lnTo>
                    <a:pt x="7429" y="11932"/>
                  </a:lnTo>
                  <a:cubicBezTo>
                    <a:pt x="7429" y="12092"/>
                    <a:pt x="7562" y="12225"/>
                    <a:pt x="7722" y="12225"/>
                  </a:cubicBezTo>
                  <a:cubicBezTo>
                    <a:pt x="7887" y="12225"/>
                    <a:pt x="8015" y="12092"/>
                    <a:pt x="8015" y="11932"/>
                  </a:cubicBezTo>
                  <a:lnTo>
                    <a:pt x="8015" y="11653"/>
                  </a:lnTo>
                  <a:close/>
                  <a:moveTo>
                    <a:pt x="18662" y="11653"/>
                  </a:moveTo>
                  <a:cubicBezTo>
                    <a:pt x="18726" y="11653"/>
                    <a:pt x="18776" y="11704"/>
                    <a:pt x="18776" y="11768"/>
                  </a:cubicBezTo>
                  <a:lnTo>
                    <a:pt x="18776" y="12490"/>
                  </a:lnTo>
                  <a:cubicBezTo>
                    <a:pt x="18776" y="12554"/>
                    <a:pt x="18726" y="12604"/>
                    <a:pt x="18662" y="12604"/>
                  </a:cubicBezTo>
                  <a:lnTo>
                    <a:pt x="14726" y="12604"/>
                  </a:lnTo>
                  <a:cubicBezTo>
                    <a:pt x="14653" y="12271"/>
                    <a:pt x="14543" y="11951"/>
                    <a:pt x="14397" y="11653"/>
                  </a:cubicBezTo>
                  <a:lnTo>
                    <a:pt x="14785" y="11653"/>
                  </a:lnTo>
                  <a:lnTo>
                    <a:pt x="14785" y="11932"/>
                  </a:lnTo>
                  <a:cubicBezTo>
                    <a:pt x="14785" y="12092"/>
                    <a:pt x="14913" y="12225"/>
                    <a:pt x="15078" y="12225"/>
                  </a:cubicBezTo>
                  <a:cubicBezTo>
                    <a:pt x="15238" y="12225"/>
                    <a:pt x="15370" y="12092"/>
                    <a:pt x="15370" y="11932"/>
                  </a:cubicBezTo>
                  <a:lnTo>
                    <a:pt x="15370" y="11653"/>
                  </a:lnTo>
                  <a:lnTo>
                    <a:pt x="16230" y="11653"/>
                  </a:lnTo>
                  <a:lnTo>
                    <a:pt x="16230" y="11932"/>
                  </a:lnTo>
                  <a:cubicBezTo>
                    <a:pt x="16230" y="12092"/>
                    <a:pt x="16362" y="12225"/>
                    <a:pt x="16522" y="12225"/>
                  </a:cubicBezTo>
                  <a:cubicBezTo>
                    <a:pt x="16687" y="12225"/>
                    <a:pt x="16815" y="12092"/>
                    <a:pt x="16815" y="11932"/>
                  </a:cubicBezTo>
                  <a:lnTo>
                    <a:pt x="16815" y="11653"/>
                  </a:lnTo>
                  <a:lnTo>
                    <a:pt x="17679" y="11653"/>
                  </a:lnTo>
                  <a:lnTo>
                    <a:pt x="17679" y="11932"/>
                  </a:lnTo>
                  <a:cubicBezTo>
                    <a:pt x="17679" y="12092"/>
                    <a:pt x="17807" y="12225"/>
                    <a:pt x="17972" y="12225"/>
                  </a:cubicBezTo>
                  <a:cubicBezTo>
                    <a:pt x="18132" y="12225"/>
                    <a:pt x="18264" y="12092"/>
                    <a:pt x="18264" y="11932"/>
                  </a:cubicBezTo>
                  <a:lnTo>
                    <a:pt x="18264" y="11653"/>
                  </a:lnTo>
                  <a:close/>
                  <a:moveTo>
                    <a:pt x="7873" y="13189"/>
                  </a:moveTo>
                  <a:cubicBezTo>
                    <a:pt x="7937" y="13189"/>
                    <a:pt x="7987" y="13244"/>
                    <a:pt x="7987" y="13304"/>
                  </a:cubicBezTo>
                  <a:lnTo>
                    <a:pt x="7987" y="14026"/>
                  </a:lnTo>
                  <a:cubicBezTo>
                    <a:pt x="7987" y="14090"/>
                    <a:pt x="7937" y="14145"/>
                    <a:pt x="7873" y="14145"/>
                  </a:cubicBezTo>
                  <a:lnTo>
                    <a:pt x="700" y="14145"/>
                  </a:lnTo>
                  <a:cubicBezTo>
                    <a:pt x="636" y="14145"/>
                    <a:pt x="586" y="14090"/>
                    <a:pt x="586" y="14026"/>
                  </a:cubicBezTo>
                  <a:lnTo>
                    <a:pt x="586" y="13304"/>
                  </a:lnTo>
                  <a:cubicBezTo>
                    <a:pt x="586" y="13244"/>
                    <a:pt x="636" y="13189"/>
                    <a:pt x="700" y="13189"/>
                  </a:cubicBezTo>
                  <a:lnTo>
                    <a:pt x="1098" y="13189"/>
                  </a:lnTo>
                  <a:lnTo>
                    <a:pt x="1098" y="13468"/>
                  </a:lnTo>
                  <a:cubicBezTo>
                    <a:pt x="1098" y="13633"/>
                    <a:pt x="1230" y="13761"/>
                    <a:pt x="1390" y="13761"/>
                  </a:cubicBezTo>
                  <a:cubicBezTo>
                    <a:pt x="1550" y="13761"/>
                    <a:pt x="1683" y="13633"/>
                    <a:pt x="1683" y="13468"/>
                  </a:cubicBezTo>
                  <a:lnTo>
                    <a:pt x="1683" y="13189"/>
                  </a:lnTo>
                  <a:lnTo>
                    <a:pt x="2547" y="13189"/>
                  </a:lnTo>
                  <a:lnTo>
                    <a:pt x="2547" y="13468"/>
                  </a:lnTo>
                  <a:cubicBezTo>
                    <a:pt x="2547" y="13633"/>
                    <a:pt x="2675" y="13761"/>
                    <a:pt x="2839" y="13761"/>
                  </a:cubicBezTo>
                  <a:cubicBezTo>
                    <a:pt x="2999" y="13761"/>
                    <a:pt x="3132" y="13633"/>
                    <a:pt x="3132" y="13468"/>
                  </a:cubicBezTo>
                  <a:lnTo>
                    <a:pt x="3132" y="13189"/>
                  </a:lnTo>
                  <a:lnTo>
                    <a:pt x="3992" y="13189"/>
                  </a:lnTo>
                  <a:lnTo>
                    <a:pt x="3992" y="13468"/>
                  </a:lnTo>
                  <a:cubicBezTo>
                    <a:pt x="3992" y="13633"/>
                    <a:pt x="4124" y="13761"/>
                    <a:pt x="4284" y="13761"/>
                  </a:cubicBezTo>
                  <a:cubicBezTo>
                    <a:pt x="4449" y="13761"/>
                    <a:pt x="4577" y="13633"/>
                    <a:pt x="4577" y="13468"/>
                  </a:cubicBezTo>
                  <a:lnTo>
                    <a:pt x="4577" y="13189"/>
                  </a:lnTo>
                  <a:lnTo>
                    <a:pt x="5441" y="13189"/>
                  </a:lnTo>
                  <a:lnTo>
                    <a:pt x="5441" y="13468"/>
                  </a:lnTo>
                  <a:cubicBezTo>
                    <a:pt x="5441" y="13633"/>
                    <a:pt x="5569" y="13761"/>
                    <a:pt x="5733" y="13761"/>
                  </a:cubicBezTo>
                  <a:cubicBezTo>
                    <a:pt x="5893" y="13761"/>
                    <a:pt x="6026" y="13633"/>
                    <a:pt x="6026" y="13468"/>
                  </a:cubicBezTo>
                  <a:lnTo>
                    <a:pt x="6026" y="13189"/>
                  </a:lnTo>
                  <a:lnTo>
                    <a:pt x="6885" y="13189"/>
                  </a:lnTo>
                  <a:lnTo>
                    <a:pt x="6885" y="13468"/>
                  </a:lnTo>
                  <a:cubicBezTo>
                    <a:pt x="6885" y="13633"/>
                    <a:pt x="7018" y="13761"/>
                    <a:pt x="7178" y="13761"/>
                  </a:cubicBezTo>
                  <a:cubicBezTo>
                    <a:pt x="7343" y="13761"/>
                    <a:pt x="7471" y="13633"/>
                    <a:pt x="7471" y="13468"/>
                  </a:cubicBezTo>
                  <a:lnTo>
                    <a:pt x="7471" y="13189"/>
                  </a:lnTo>
                  <a:close/>
                  <a:moveTo>
                    <a:pt x="18118" y="13189"/>
                  </a:moveTo>
                  <a:cubicBezTo>
                    <a:pt x="18182" y="13189"/>
                    <a:pt x="18232" y="13244"/>
                    <a:pt x="18232" y="13304"/>
                  </a:cubicBezTo>
                  <a:lnTo>
                    <a:pt x="18232" y="14026"/>
                  </a:lnTo>
                  <a:cubicBezTo>
                    <a:pt x="18232" y="14090"/>
                    <a:pt x="18182" y="14145"/>
                    <a:pt x="18118" y="14145"/>
                  </a:cubicBezTo>
                  <a:lnTo>
                    <a:pt x="14781" y="14145"/>
                  </a:lnTo>
                  <a:cubicBezTo>
                    <a:pt x="14808" y="13939"/>
                    <a:pt x="14826" y="13729"/>
                    <a:pt x="14826" y="13519"/>
                  </a:cubicBezTo>
                  <a:cubicBezTo>
                    <a:pt x="14826" y="13505"/>
                    <a:pt x="14826" y="13491"/>
                    <a:pt x="14826" y="13477"/>
                  </a:cubicBezTo>
                  <a:cubicBezTo>
                    <a:pt x="14826" y="13477"/>
                    <a:pt x="14826" y="13473"/>
                    <a:pt x="14826" y="13468"/>
                  </a:cubicBezTo>
                  <a:lnTo>
                    <a:pt x="14826" y="13189"/>
                  </a:lnTo>
                  <a:lnTo>
                    <a:pt x="15686" y="13189"/>
                  </a:lnTo>
                  <a:lnTo>
                    <a:pt x="15686" y="13468"/>
                  </a:lnTo>
                  <a:cubicBezTo>
                    <a:pt x="15686" y="13633"/>
                    <a:pt x="15818" y="13761"/>
                    <a:pt x="15978" y="13761"/>
                  </a:cubicBezTo>
                  <a:cubicBezTo>
                    <a:pt x="16143" y="13761"/>
                    <a:pt x="16271" y="13633"/>
                    <a:pt x="16271" y="13468"/>
                  </a:cubicBezTo>
                  <a:lnTo>
                    <a:pt x="16271" y="13189"/>
                  </a:lnTo>
                  <a:lnTo>
                    <a:pt x="17135" y="13189"/>
                  </a:lnTo>
                  <a:lnTo>
                    <a:pt x="17135" y="13468"/>
                  </a:lnTo>
                  <a:cubicBezTo>
                    <a:pt x="17135" y="13633"/>
                    <a:pt x="17263" y="13761"/>
                    <a:pt x="17428" y="13761"/>
                  </a:cubicBezTo>
                  <a:cubicBezTo>
                    <a:pt x="17588" y="13761"/>
                    <a:pt x="17720" y="13633"/>
                    <a:pt x="17720" y="13468"/>
                  </a:cubicBezTo>
                  <a:lnTo>
                    <a:pt x="17720" y="13189"/>
                  </a:lnTo>
                  <a:close/>
                  <a:moveTo>
                    <a:pt x="8417" y="14730"/>
                  </a:moveTo>
                  <a:cubicBezTo>
                    <a:pt x="8481" y="14730"/>
                    <a:pt x="8531" y="14780"/>
                    <a:pt x="8531" y="14844"/>
                  </a:cubicBezTo>
                  <a:lnTo>
                    <a:pt x="8531" y="15567"/>
                  </a:lnTo>
                  <a:cubicBezTo>
                    <a:pt x="8531" y="15631"/>
                    <a:pt x="8481" y="15681"/>
                    <a:pt x="8417" y="15681"/>
                  </a:cubicBezTo>
                  <a:lnTo>
                    <a:pt x="1244" y="15681"/>
                  </a:lnTo>
                  <a:cubicBezTo>
                    <a:pt x="1180" y="15681"/>
                    <a:pt x="1125" y="15631"/>
                    <a:pt x="1125" y="15567"/>
                  </a:cubicBezTo>
                  <a:lnTo>
                    <a:pt x="1125" y="14844"/>
                  </a:lnTo>
                  <a:cubicBezTo>
                    <a:pt x="1125" y="14780"/>
                    <a:pt x="1180" y="14730"/>
                    <a:pt x="1244" y="14730"/>
                  </a:cubicBezTo>
                  <a:lnTo>
                    <a:pt x="1642" y="14730"/>
                  </a:lnTo>
                  <a:lnTo>
                    <a:pt x="1642" y="15009"/>
                  </a:lnTo>
                  <a:cubicBezTo>
                    <a:pt x="1642" y="15169"/>
                    <a:pt x="1774" y="15302"/>
                    <a:pt x="1934" y="15302"/>
                  </a:cubicBezTo>
                  <a:cubicBezTo>
                    <a:pt x="2094" y="15302"/>
                    <a:pt x="2227" y="15169"/>
                    <a:pt x="2227" y="15009"/>
                  </a:cubicBezTo>
                  <a:lnTo>
                    <a:pt x="2227" y="14730"/>
                  </a:lnTo>
                  <a:lnTo>
                    <a:pt x="3091" y="14730"/>
                  </a:lnTo>
                  <a:lnTo>
                    <a:pt x="3091" y="15009"/>
                  </a:lnTo>
                  <a:cubicBezTo>
                    <a:pt x="3091" y="15169"/>
                    <a:pt x="3219" y="15302"/>
                    <a:pt x="3383" y="15302"/>
                  </a:cubicBezTo>
                  <a:cubicBezTo>
                    <a:pt x="3544" y="15302"/>
                    <a:pt x="3676" y="15169"/>
                    <a:pt x="3676" y="15009"/>
                  </a:cubicBezTo>
                  <a:lnTo>
                    <a:pt x="3676" y="14730"/>
                  </a:lnTo>
                  <a:lnTo>
                    <a:pt x="4536" y="14730"/>
                  </a:lnTo>
                  <a:lnTo>
                    <a:pt x="4536" y="15009"/>
                  </a:lnTo>
                  <a:cubicBezTo>
                    <a:pt x="4536" y="15169"/>
                    <a:pt x="4668" y="15302"/>
                    <a:pt x="4828" y="15302"/>
                  </a:cubicBezTo>
                  <a:cubicBezTo>
                    <a:pt x="4988" y="15302"/>
                    <a:pt x="5121" y="15169"/>
                    <a:pt x="5121" y="15009"/>
                  </a:cubicBezTo>
                  <a:lnTo>
                    <a:pt x="5121" y="14730"/>
                  </a:lnTo>
                  <a:lnTo>
                    <a:pt x="5985" y="14730"/>
                  </a:lnTo>
                  <a:lnTo>
                    <a:pt x="5985" y="15009"/>
                  </a:lnTo>
                  <a:cubicBezTo>
                    <a:pt x="5985" y="15169"/>
                    <a:pt x="6113" y="15302"/>
                    <a:pt x="6277" y="15302"/>
                  </a:cubicBezTo>
                  <a:cubicBezTo>
                    <a:pt x="6437" y="15302"/>
                    <a:pt x="6570" y="15169"/>
                    <a:pt x="6570" y="15009"/>
                  </a:cubicBezTo>
                  <a:lnTo>
                    <a:pt x="6570" y="14730"/>
                  </a:lnTo>
                  <a:lnTo>
                    <a:pt x="7429" y="14730"/>
                  </a:lnTo>
                  <a:lnTo>
                    <a:pt x="7429" y="15009"/>
                  </a:lnTo>
                  <a:cubicBezTo>
                    <a:pt x="7429" y="15169"/>
                    <a:pt x="7562" y="15302"/>
                    <a:pt x="7722" y="15302"/>
                  </a:cubicBezTo>
                  <a:cubicBezTo>
                    <a:pt x="7887" y="15302"/>
                    <a:pt x="8015" y="15169"/>
                    <a:pt x="8015" y="15009"/>
                  </a:cubicBezTo>
                  <a:lnTo>
                    <a:pt x="8015" y="14730"/>
                  </a:lnTo>
                  <a:close/>
                  <a:moveTo>
                    <a:pt x="18662" y="14730"/>
                  </a:moveTo>
                  <a:cubicBezTo>
                    <a:pt x="18726" y="14730"/>
                    <a:pt x="18776" y="14780"/>
                    <a:pt x="18776" y="14844"/>
                  </a:cubicBezTo>
                  <a:lnTo>
                    <a:pt x="18776" y="15567"/>
                  </a:lnTo>
                  <a:cubicBezTo>
                    <a:pt x="18776" y="15631"/>
                    <a:pt x="18726" y="15681"/>
                    <a:pt x="18662" y="15681"/>
                  </a:cubicBezTo>
                  <a:lnTo>
                    <a:pt x="14237" y="15681"/>
                  </a:lnTo>
                  <a:cubicBezTo>
                    <a:pt x="14410" y="15384"/>
                    <a:pt x="14552" y="15064"/>
                    <a:pt x="14653" y="14730"/>
                  </a:cubicBezTo>
                  <a:lnTo>
                    <a:pt x="14785" y="14730"/>
                  </a:lnTo>
                  <a:lnTo>
                    <a:pt x="14785" y="15009"/>
                  </a:lnTo>
                  <a:cubicBezTo>
                    <a:pt x="14785" y="15169"/>
                    <a:pt x="14913" y="15302"/>
                    <a:pt x="15078" y="15302"/>
                  </a:cubicBezTo>
                  <a:cubicBezTo>
                    <a:pt x="15238" y="15302"/>
                    <a:pt x="15370" y="15169"/>
                    <a:pt x="15370" y="15009"/>
                  </a:cubicBezTo>
                  <a:lnTo>
                    <a:pt x="15370" y="14730"/>
                  </a:lnTo>
                  <a:lnTo>
                    <a:pt x="16230" y="14730"/>
                  </a:lnTo>
                  <a:lnTo>
                    <a:pt x="16230" y="15009"/>
                  </a:lnTo>
                  <a:cubicBezTo>
                    <a:pt x="16230" y="15169"/>
                    <a:pt x="16362" y="15302"/>
                    <a:pt x="16522" y="15302"/>
                  </a:cubicBezTo>
                  <a:cubicBezTo>
                    <a:pt x="16687" y="15302"/>
                    <a:pt x="16815" y="15169"/>
                    <a:pt x="16815" y="15009"/>
                  </a:cubicBezTo>
                  <a:lnTo>
                    <a:pt x="16815" y="14730"/>
                  </a:lnTo>
                  <a:lnTo>
                    <a:pt x="17679" y="14730"/>
                  </a:lnTo>
                  <a:lnTo>
                    <a:pt x="17679" y="15009"/>
                  </a:lnTo>
                  <a:cubicBezTo>
                    <a:pt x="17679" y="15169"/>
                    <a:pt x="17807" y="15302"/>
                    <a:pt x="17972" y="15302"/>
                  </a:cubicBezTo>
                  <a:cubicBezTo>
                    <a:pt x="18132" y="15302"/>
                    <a:pt x="18264" y="15169"/>
                    <a:pt x="18264" y="15009"/>
                  </a:cubicBezTo>
                  <a:lnTo>
                    <a:pt x="18264" y="14730"/>
                  </a:lnTo>
                  <a:close/>
                  <a:moveTo>
                    <a:pt x="8417" y="16266"/>
                  </a:moveTo>
                  <a:cubicBezTo>
                    <a:pt x="8481" y="16266"/>
                    <a:pt x="8531" y="16321"/>
                    <a:pt x="8531" y="16380"/>
                  </a:cubicBezTo>
                  <a:lnTo>
                    <a:pt x="8531" y="17103"/>
                  </a:lnTo>
                  <a:cubicBezTo>
                    <a:pt x="8531" y="17167"/>
                    <a:pt x="8481" y="17222"/>
                    <a:pt x="8417" y="17222"/>
                  </a:cubicBezTo>
                  <a:lnTo>
                    <a:pt x="1244" y="17222"/>
                  </a:lnTo>
                  <a:cubicBezTo>
                    <a:pt x="1180" y="17222"/>
                    <a:pt x="1125" y="17167"/>
                    <a:pt x="1125" y="17103"/>
                  </a:cubicBezTo>
                  <a:lnTo>
                    <a:pt x="1125" y="16380"/>
                  </a:lnTo>
                  <a:cubicBezTo>
                    <a:pt x="1125" y="16321"/>
                    <a:pt x="1180" y="16266"/>
                    <a:pt x="1244" y="16266"/>
                  </a:cubicBezTo>
                  <a:lnTo>
                    <a:pt x="1642" y="16266"/>
                  </a:lnTo>
                  <a:lnTo>
                    <a:pt x="1642" y="16545"/>
                  </a:lnTo>
                  <a:cubicBezTo>
                    <a:pt x="1642" y="16710"/>
                    <a:pt x="1774" y="16838"/>
                    <a:pt x="1934" y="16838"/>
                  </a:cubicBezTo>
                  <a:cubicBezTo>
                    <a:pt x="2094" y="16838"/>
                    <a:pt x="2227" y="16710"/>
                    <a:pt x="2227" y="16545"/>
                  </a:cubicBezTo>
                  <a:lnTo>
                    <a:pt x="2227" y="16266"/>
                  </a:lnTo>
                  <a:lnTo>
                    <a:pt x="3091" y="16266"/>
                  </a:lnTo>
                  <a:lnTo>
                    <a:pt x="3091" y="16545"/>
                  </a:lnTo>
                  <a:cubicBezTo>
                    <a:pt x="3091" y="16710"/>
                    <a:pt x="3219" y="16838"/>
                    <a:pt x="3383" y="16838"/>
                  </a:cubicBezTo>
                  <a:cubicBezTo>
                    <a:pt x="3544" y="16838"/>
                    <a:pt x="3676" y="16710"/>
                    <a:pt x="3676" y="16545"/>
                  </a:cubicBezTo>
                  <a:lnTo>
                    <a:pt x="3676" y="16266"/>
                  </a:lnTo>
                  <a:lnTo>
                    <a:pt x="4536" y="16266"/>
                  </a:lnTo>
                  <a:lnTo>
                    <a:pt x="4536" y="16545"/>
                  </a:lnTo>
                  <a:cubicBezTo>
                    <a:pt x="4536" y="16710"/>
                    <a:pt x="4668" y="16838"/>
                    <a:pt x="4828" y="16838"/>
                  </a:cubicBezTo>
                  <a:cubicBezTo>
                    <a:pt x="4988" y="16838"/>
                    <a:pt x="5121" y="16710"/>
                    <a:pt x="5121" y="16545"/>
                  </a:cubicBezTo>
                  <a:lnTo>
                    <a:pt x="5121" y="16266"/>
                  </a:lnTo>
                  <a:lnTo>
                    <a:pt x="5985" y="16266"/>
                  </a:lnTo>
                  <a:lnTo>
                    <a:pt x="5985" y="16545"/>
                  </a:lnTo>
                  <a:cubicBezTo>
                    <a:pt x="5985" y="16710"/>
                    <a:pt x="6113" y="16838"/>
                    <a:pt x="6277" y="16838"/>
                  </a:cubicBezTo>
                  <a:cubicBezTo>
                    <a:pt x="6437" y="16838"/>
                    <a:pt x="6570" y="16710"/>
                    <a:pt x="6570" y="16545"/>
                  </a:cubicBezTo>
                  <a:lnTo>
                    <a:pt x="6570" y="16266"/>
                  </a:lnTo>
                  <a:lnTo>
                    <a:pt x="7429" y="16266"/>
                  </a:lnTo>
                  <a:lnTo>
                    <a:pt x="7429" y="16545"/>
                  </a:lnTo>
                  <a:cubicBezTo>
                    <a:pt x="7429" y="16710"/>
                    <a:pt x="7562" y="16838"/>
                    <a:pt x="7722" y="16838"/>
                  </a:cubicBezTo>
                  <a:cubicBezTo>
                    <a:pt x="7887" y="16838"/>
                    <a:pt x="8015" y="16710"/>
                    <a:pt x="8015" y="16545"/>
                  </a:cubicBezTo>
                  <a:lnTo>
                    <a:pt x="8015" y="16266"/>
                  </a:lnTo>
                  <a:close/>
                  <a:moveTo>
                    <a:pt x="10538" y="9816"/>
                  </a:moveTo>
                  <a:cubicBezTo>
                    <a:pt x="12582" y="9816"/>
                    <a:pt x="14241" y="11480"/>
                    <a:pt x="14241" y="13519"/>
                  </a:cubicBezTo>
                  <a:cubicBezTo>
                    <a:pt x="14241" y="15558"/>
                    <a:pt x="12582" y="17222"/>
                    <a:pt x="10538" y="17222"/>
                  </a:cubicBezTo>
                  <a:cubicBezTo>
                    <a:pt x="10044" y="17222"/>
                    <a:pt x="9564" y="17126"/>
                    <a:pt x="9116" y="16938"/>
                  </a:cubicBezTo>
                  <a:lnTo>
                    <a:pt x="9116" y="16380"/>
                  </a:lnTo>
                  <a:cubicBezTo>
                    <a:pt x="9116" y="16335"/>
                    <a:pt x="9112" y="16289"/>
                    <a:pt x="9103" y="16248"/>
                  </a:cubicBezTo>
                  <a:lnTo>
                    <a:pt x="9103" y="16248"/>
                  </a:lnTo>
                  <a:cubicBezTo>
                    <a:pt x="9541" y="16476"/>
                    <a:pt x="10031" y="16600"/>
                    <a:pt x="10538" y="16600"/>
                  </a:cubicBezTo>
                  <a:cubicBezTo>
                    <a:pt x="11974" y="16600"/>
                    <a:pt x="13203" y="15626"/>
                    <a:pt x="13537" y="14236"/>
                  </a:cubicBezTo>
                  <a:cubicBezTo>
                    <a:pt x="13574" y="14076"/>
                    <a:pt x="13478" y="13921"/>
                    <a:pt x="13318" y="13884"/>
                  </a:cubicBezTo>
                  <a:cubicBezTo>
                    <a:pt x="13294" y="13878"/>
                    <a:pt x="13270" y="13875"/>
                    <a:pt x="13247" y="13875"/>
                  </a:cubicBezTo>
                  <a:cubicBezTo>
                    <a:pt x="13116" y="13875"/>
                    <a:pt x="12997" y="13967"/>
                    <a:pt x="12966" y="14099"/>
                  </a:cubicBezTo>
                  <a:cubicBezTo>
                    <a:pt x="12696" y="15228"/>
                    <a:pt x="11699" y="16015"/>
                    <a:pt x="10538" y="16015"/>
                  </a:cubicBezTo>
                  <a:cubicBezTo>
                    <a:pt x="10026" y="16015"/>
                    <a:pt x="9532" y="15864"/>
                    <a:pt x="9116" y="15571"/>
                  </a:cubicBezTo>
                  <a:cubicBezTo>
                    <a:pt x="9116" y="15571"/>
                    <a:pt x="9116" y="15567"/>
                    <a:pt x="9116" y="15567"/>
                  </a:cubicBezTo>
                  <a:lnTo>
                    <a:pt x="9116" y="14844"/>
                  </a:lnTo>
                  <a:cubicBezTo>
                    <a:pt x="9116" y="14506"/>
                    <a:pt x="8874" y="14227"/>
                    <a:pt x="8559" y="14159"/>
                  </a:cubicBezTo>
                  <a:cubicBezTo>
                    <a:pt x="8568" y="14117"/>
                    <a:pt x="8572" y="14072"/>
                    <a:pt x="8572" y="14026"/>
                  </a:cubicBezTo>
                  <a:lnTo>
                    <a:pt x="8572" y="13304"/>
                  </a:lnTo>
                  <a:cubicBezTo>
                    <a:pt x="8572" y="13263"/>
                    <a:pt x="8568" y="13217"/>
                    <a:pt x="8559" y="13176"/>
                  </a:cubicBezTo>
                  <a:cubicBezTo>
                    <a:pt x="8874" y="13107"/>
                    <a:pt x="9116" y="12828"/>
                    <a:pt x="9116" y="12490"/>
                  </a:cubicBezTo>
                  <a:lnTo>
                    <a:pt x="9116" y="11768"/>
                  </a:lnTo>
                  <a:cubicBezTo>
                    <a:pt x="9116" y="11727"/>
                    <a:pt x="9112" y="11685"/>
                    <a:pt x="9103" y="11644"/>
                  </a:cubicBezTo>
                  <a:cubicBezTo>
                    <a:pt x="9372" y="11612"/>
                    <a:pt x="9592" y="11425"/>
                    <a:pt x="9679" y="11173"/>
                  </a:cubicBezTo>
                  <a:cubicBezTo>
                    <a:pt x="9953" y="11073"/>
                    <a:pt x="10241" y="11023"/>
                    <a:pt x="10538" y="11023"/>
                  </a:cubicBezTo>
                  <a:cubicBezTo>
                    <a:pt x="11699" y="11023"/>
                    <a:pt x="12696" y="11809"/>
                    <a:pt x="12966" y="12938"/>
                  </a:cubicBezTo>
                  <a:cubicBezTo>
                    <a:pt x="12998" y="13071"/>
                    <a:pt x="13117" y="13162"/>
                    <a:pt x="13249" y="13162"/>
                  </a:cubicBezTo>
                  <a:cubicBezTo>
                    <a:pt x="13272" y="13162"/>
                    <a:pt x="13295" y="13157"/>
                    <a:pt x="13318" y="13153"/>
                  </a:cubicBezTo>
                  <a:cubicBezTo>
                    <a:pt x="13478" y="13116"/>
                    <a:pt x="13574" y="12956"/>
                    <a:pt x="13537" y="12801"/>
                  </a:cubicBezTo>
                  <a:cubicBezTo>
                    <a:pt x="13203" y="11407"/>
                    <a:pt x="11969" y="10437"/>
                    <a:pt x="10538" y="10437"/>
                  </a:cubicBezTo>
                  <a:cubicBezTo>
                    <a:pt x="10255" y="10437"/>
                    <a:pt x="9980" y="10474"/>
                    <a:pt x="9715" y="10547"/>
                  </a:cubicBezTo>
                  <a:lnTo>
                    <a:pt x="9715" y="10227"/>
                  </a:lnTo>
                  <a:cubicBezTo>
                    <a:pt x="9715" y="10122"/>
                    <a:pt x="9688" y="10017"/>
                    <a:pt x="9642" y="9925"/>
                  </a:cubicBezTo>
                  <a:cubicBezTo>
                    <a:pt x="9935" y="9852"/>
                    <a:pt x="10236" y="9816"/>
                    <a:pt x="10538" y="9816"/>
                  </a:cubicBezTo>
                  <a:close/>
                  <a:moveTo>
                    <a:pt x="4773" y="0"/>
                  </a:moveTo>
                  <a:cubicBezTo>
                    <a:pt x="2410" y="0"/>
                    <a:pt x="490" y="1925"/>
                    <a:pt x="490" y="4289"/>
                  </a:cubicBezTo>
                  <a:cubicBezTo>
                    <a:pt x="490" y="5866"/>
                    <a:pt x="1345" y="7246"/>
                    <a:pt x="2615" y="7992"/>
                  </a:cubicBezTo>
                  <a:lnTo>
                    <a:pt x="1843" y="7992"/>
                  </a:lnTo>
                  <a:cubicBezTo>
                    <a:pt x="1454" y="7992"/>
                    <a:pt x="1139" y="8302"/>
                    <a:pt x="1139" y="8691"/>
                  </a:cubicBezTo>
                  <a:lnTo>
                    <a:pt x="1139" y="9413"/>
                  </a:lnTo>
                  <a:cubicBezTo>
                    <a:pt x="1139" y="9564"/>
                    <a:pt x="1189" y="9706"/>
                    <a:pt x="1271" y="9820"/>
                  </a:cubicBezTo>
                  <a:cubicBezTo>
                    <a:pt x="1189" y="9934"/>
                    <a:pt x="1139" y="10076"/>
                    <a:pt x="1139" y="10227"/>
                  </a:cubicBezTo>
                  <a:lnTo>
                    <a:pt x="1139" y="10954"/>
                  </a:lnTo>
                  <a:cubicBezTo>
                    <a:pt x="1139" y="10995"/>
                    <a:pt x="1143" y="11036"/>
                    <a:pt x="1153" y="11073"/>
                  </a:cubicBezTo>
                  <a:cubicBezTo>
                    <a:pt x="810" y="11119"/>
                    <a:pt x="545" y="11411"/>
                    <a:pt x="545" y="11768"/>
                  </a:cubicBezTo>
                  <a:lnTo>
                    <a:pt x="545" y="12490"/>
                  </a:lnTo>
                  <a:cubicBezTo>
                    <a:pt x="545" y="12536"/>
                    <a:pt x="549" y="12577"/>
                    <a:pt x="554" y="12623"/>
                  </a:cubicBezTo>
                  <a:cubicBezTo>
                    <a:pt x="238" y="12687"/>
                    <a:pt x="0" y="12970"/>
                    <a:pt x="0" y="13304"/>
                  </a:cubicBezTo>
                  <a:lnTo>
                    <a:pt x="0" y="14026"/>
                  </a:lnTo>
                  <a:cubicBezTo>
                    <a:pt x="0" y="14364"/>
                    <a:pt x="238" y="14648"/>
                    <a:pt x="554" y="14712"/>
                  </a:cubicBezTo>
                  <a:cubicBezTo>
                    <a:pt x="549" y="14758"/>
                    <a:pt x="545" y="14799"/>
                    <a:pt x="545" y="14844"/>
                  </a:cubicBezTo>
                  <a:lnTo>
                    <a:pt x="545" y="15567"/>
                  </a:lnTo>
                  <a:cubicBezTo>
                    <a:pt x="545" y="15718"/>
                    <a:pt x="590" y="15859"/>
                    <a:pt x="673" y="15974"/>
                  </a:cubicBezTo>
                  <a:cubicBezTo>
                    <a:pt x="590" y="16088"/>
                    <a:pt x="545" y="16230"/>
                    <a:pt x="545" y="16380"/>
                  </a:cubicBezTo>
                  <a:lnTo>
                    <a:pt x="545" y="17103"/>
                  </a:lnTo>
                  <a:cubicBezTo>
                    <a:pt x="545" y="17491"/>
                    <a:pt x="855" y="17807"/>
                    <a:pt x="1244" y="17807"/>
                  </a:cubicBezTo>
                  <a:lnTo>
                    <a:pt x="8417" y="17807"/>
                  </a:lnTo>
                  <a:cubicBezTo>
                    <a:pt x="8650" y="17807"/>
                    <a:pt x="8856" y="17688"/>
                    <a:pt x="8984" y="17514"/>
                  </a:cubicBezTo>
                  <a:cubicBezTo>
                    <a:pt x="9477" y="17706"/>
                    <a:pt x="9999" y="17807"/>
                    <a:pt x="10538" y="17807"/>
                  </a:cubicBezTo>
                  <a:cubicBezTo>
                    <a:pt x="10771" y="17807"/>
                    <a:pt x="11000" y="17784"/>
                    <a:pt x="11219" y="17752"/>
                  </a:cubicBezTo>
                  <a:cubicBezTo>
                    <a:pt x="11306" y="17784"/>
                    <a:pt x="11398" y="17807"/>
                    <a:pt x="11489" y="17807"/>
                  </a:cubicBezTo>
                  <a:lnTo>
                    <a:pt x="15050" y="17807"/>
                  </a:lnTo>
                  <a:cubicBezTo>
                    <a:pt x="15210" y="17807"/>
                    <a:pt x="15343" y="17674"/>
                    <a:pt x="15343" y="17514"/>
                  </a:cubicBezTo>
                  <a:cubicBezTo>
                    <a:pt x="15343" y="17350"/>
                    <a:pt x="15210" y="17222"/>
                    <a:pt x="15050" y="17222"/>
                  </a:cubicBezTo>
                  <a:lnTo>
                    <a:pt x="12696" y="17222"/>
                  </a:lnTo>
                  <a:cubicBezTo>
                    <a:pt x="12947" y="17075"/>
                    <a:pt x="13176" y="16906"/>
                    <a:pt x="13391" y="16714"/>
                  </a:cubicBezTo>
                  <a:cubicBezTo>
                    <a:pt x="13441" y="16792"/>
                    <a:pt x="13533" y="16838"/>
                    <a:pt x="13629" y="16838"/>
                  </a:cubicBezTo>
                  <a:cubicBezTo>
                    <a:pt x="13789" y="16838"/>
                    <a:pt x="13921" y="16710"/>
                    <a:pt x="13921" y="16545"/>
                  </a:cubicBezTo>
                  <a:lnTo>
                    <a:pt x="13921" y="16266"/>
                  </a:lnTo>
                  <a:lnTo>
                    <a:pt x="14785" y="16266"/>
                  </a:lnTo>
                  <a:lnTo>
                    <a:pt x="14785" y="16545"/>
                  </a:lnTo>
                  <a:cubicBezTo>
                    <a:pt x="14785" y="16710"/>
                    <a:pt x="14913" y="16838"/>
                    <a:pt x="15078" y="16838"/>
                  </a:cubicBezTo>
                  <a:cubicBezTo>
                    <a:pt x="15238" y="16838"/>
                    <a:pt x="15370" y="16710"/>
                    <a:pt x="15370" y="16545"/>
                  </a:cubicBezTo>
                  <a:lnTo>
                    <a:pt x="15370" y="16266"/>
                  </a:lnTo>
                  <a:lnTo>
                    <a:pt x="16230" y="16266"/>
                  </a:lnTo>
                  <a:lnTo>
                    <a:pt x="16230" y="16545"/>
                  </a:lnTo>
                  <a:cubicBezTo>
                    <a:pt x="16230" y="16710"/>
                    <a:pt x="16362" y="16838"/>
                    <a:pt x="16522" y="16838"/>
                  </a:cubicBezTo>
                  <a:cubicBezTo>
                    <a:pt x="16687" y="16838"/>
                    <a:pt x="16815" y="16710"/>
                    <a:pt x="16815" y="16545"/>
                  </a:cubicBezTo>
                  <a:lnTo>
                    <a:pt x="16815" y="16266"/>
                  </a:lnTo>
                  <a:lnTo>
                    <a:pt x="17679" y="16266"/>
                  </a:lnTo>
                  <a:lnTo>
                    <a:pt x="17679" y="16545"/>
                  </a:lnTo>
                  <a:cubicBezTo>
                    <a:pt x="17679" y="16710"/>
                    <a:pt x="17807" y="16838"/>
                    <a:pt x="17972" y="16838"/>
                  </a:cubicBezTo>
                  <a:cubicBezTo>
                    <a:pt x="18132" y="16838"/>
                    <a:pt x="18264" y="16710"/>
                    <a:pt x="18264" y="16545"/>
                  </a:cubicBezTo>
                  <a:lnTo>
                    <a:pt x="18264" y="16266"/>
                  </a:lnTo>
                  <a:lnTo>
                    <a:pt x="18662" y="16266"/>
                  </a:lnTo>
                  <a:cubicBezTo>
                    <a:pt x="18726" y="16266"/>
                    <a:pt x="18776" y="16321"/>
                    <a:pt x="18776" y="16380"/>
                  </a:cubicBezTo>
                  <a:lnTo>
                    <a:pt x="18776" y="17103"/>
                  </a:lnTo>
                  <a:cubicBezTo>
                    <a:pt x="18776" y="17167"/>
                    <a:pt x="18726" y="17222"/>
                    <a:pt x="18662" y="17222"/>
                  </a:cubicBezTo>
                  <a:lnTo>
                    <a:pt x="16349" y="17222"/>
                  </a:lnTo>
                  <a:cubicBezTo>
                    <a:pt x="16189" y="17222"/>
                    <a:pt x="16056" y="17350"/>
                    <a:pt x="16056" y="17514"/>
                  </a:cubicBezTo>
                  <a:cubicBezTo>
                    <a:pt x="16056" y="17674"/>
                    <a:pt x="16189" y="17807"/>
                    <a:pt x="16349" y="17807"/>
                  </a:cubicBezTo>
                  <a:lnTo>
                    <a:pt x="18662" y="17807"/>
                  </a:lnTo>
                  <a:cubicBezTo>
                    <a:pt x="19050" y="17807"/>
                    <a:pt x="19361" y="17491"/>
                    <a:pt x="19361" y="17103"/>
                  </a:cubicBezTo>
                  <a:lnTo>
                    <a:pt x="19361" y="16380"/>
                  </a:lnTo>
                  <a:cubicBezTo>
                    <a:pt x="19361" y="16230"/>
                    <a:pt x="19311" y="16088"/>
                    <a:pt x="19229" y="15974"/>
                  </a:cubicBezTo>
                  <a:cubicBezTo>
                    <a:pt x="19311" y="15859"/>
                    <a:pt x="19361" y="15718"/>
                    <a:pt x="19361" y="15567"/>
                  </a:cubicBezTo>
                  <a:lnTo>
                    <a:pt x="19361" y="14844"/>
                  </a:lnTo>
                  <a:cubicBezTo>
                    <a:pt x="19361" y="14506"/>
                    <a:pt x="19124" y="14227"/>
                    <a:pt x="18808" y="14159"/>
                  </a:cubicBezTo>
                  <a:cubicBezTo>
                    <a:pt x="18813" y="14117"/>
                    <a:pt x="18817" y="14072"/>
                    <a:pt x="18817" y="14026"/>
                  </a:cubicBezTo>
                  <a:lnTo>
                    <a:pt x="18817" y="13304"/>
                  </a:lnTo>
                  <a:cubicBezTo>
                    <a:pt x="18817" y="13263"/>
                    <a:pt x="18813" y="13217"/>
                    <a:pt x="18808" y="13176"/>
                  </a:cubicBezTo>
                  <a:cubicBezTo>
                    <a:pt x="19124" y="13107"/>
                    <a:pt x="19361" y="12828"/>
                    <a:pt x="19361" y="12490"/>
                  </a:cubicBezTo>
                  <a:lnTo>
                    <a:pt x="19361" y="11768"/>
                  </a:lnTo>
                  <a:cubicBezTo>
                    <a:pt x="19361" y="11727"/>
                    <a:pt x="19357" y="11685"/>
                    <a:pt x="19352" y="11644"/>
                  </a:cubicBezTo>
                  <a:cubicBezTo>
                    <a:pt x="19695" y="11599"/>
                    <a:pt x="19960" y="11306"/>
                    <a:pt x="19960" y="10949"/>
                  </a:cubicBezTo>
                  <a:lnTo>
                    <a:pt x="19960" y="10227"/>
                  </a:lnTo>
                  <a:cubicBezTo>
                    <a:pt x="19960" y="9857"/>
                    <a:pt x="19668" y="9550"/>
                    <a:pt x="19297" y="9532"/>
                  </a:cubicBezTo>
                  <a:cubicBezTo>
                    <a:pt x="19302" y="9491"/>
                    <a:pt x="19306" y="9454"/>
                    <a:pt x="19306" y="9413"/>
                  </a:cubicBezTo>
                  <a:lnTo>
                    <a:pt x="19306" y="8691"/>
                  </a:lnTo>
                  <a:cubicBezTo>
                    <a:pt x="19306" y="8371"/>
                    <a:pt x="19096" y="8106"/>
                    <a:pt x="18804" y="8019"/>
                  </a:cubicBezTo>
                  <a:cubicBezTo>
                    <a:pt x="18813" y="7973"/>
                    <a:pt x="18817" y="7923"/>
                    <a:pt x="18817" y="7877"/>
                  </a:cubicBezTo>
                  <a:lnTo>
                    <a:pt x="18817" y="7150"/>
                  </a:lnTo>
                  <a:cubicBezTo>
                    <a:pt x="18817" y="6798"/>
                    <a:pt x="18552" y="6506"/>
                    <a:pt x="18209" y="6460"/>
                  </a:cubicBezTo>
                  <a:cubicBezTo>
                    <a:pt x="18218" y="6419"/>
                    <a:pt x="18218" y="6378"/>
                    <a:pt x="18218" y="6337"/>
                  </a:cubicBezTo>
                  <a:lnTo>
                    <a:pt x="18218" y="5614"/>
                  </a:lnTo>
                  <a:cubicBezTo>
                    <a:pt x="18218" y="5573"/>
                    <a:pt x="18218" y="5537"/>
                    <a:pt x="18209" y="5500"/>
                  </a:cubicBezTo>
                  <a:lnTo>
                    <a:pt x="18447" y="5500"/>
                  </a:lnTo>
                  <a:cubicBezTo>
                    <a:pt x="18831" y="5500"/>
                    <a:pt x="19146" y="5185"/>
                    <a:pt x="19146" y="4801"/>
                  </a:cubicBezTo>
                  <a:lnTo>
                    <a:pt x="19146" y="4074"/>
                  </a:lnTo>
                  <a:cubicBezTo>
                    <a:pt x="19146" y="3690"/>
                    <a:pt x="18831" y="3374"/>
                    <a:pt x="18447" y="3374"/>
                  </a:cubicBezTo>
                  <a:lnTo>
                    <a:pt x="18154" y="3374"/>
                  </a:lnTo>
                  <a:cubicBezTo>
                    <a:pt x="18164" y="3338"/>
                    <a:pt x="18168" y="3301"/>
                    <a:pt x="18168" y="3260"/>
                  </a:cubicBezTo>
                  <a:lnTo>
                    <a:pt x="18168" y="2538"/>
                  </a:lnTo>
                  <a:cubicBezTo>
                    <a:pt x="18168" y="2154"/>
                    <a:pt x="17853" y="1838"/>
                    <a:pt x="17464" y="1838"/>
                  </a:cubicBezTo>
                  <a:lnTo>
                    <a:pt x="10296" y="1838"/>
                  </a:lnTo>
                  <a:cubicBezTo>
                    <a:pt x="9907" y="1838"/>
                    <a:pt x="9592" y="2154"/>
                    <a:pt x="9592" y="2538"/>
                  </a:cubicBezTo>
                  <a:lnTo>
                    <a:pt x="9592" y="3260"/>
                  </a:lnTo>
                  <a:cubicBezTo>
                    <a:pt x="9592" y="3644"/>
                    <a:pt x="9907" y="3959"/>
                    <a:pt x="10296" y="3959"/>
                  </a:cubicBezTo>
                  <a:lnTo>
                    <a:pt x="10584" y="3959"/>
                  </a:lnTo>
                  <a:cubicBezTo>
                    <a:pt x="10575" y="3996"/>
                    <a:pt x="10570" y="4037"/>
                    <a:pt x="10570" y="4074"/>
                  </a:cubicBezTo>
                  <a:lnTo>
                    <a:pt x="10570" y="4801"/>
                  </a:lnTo>
                  <a:cubicBezTo>
                    <a:pt x="10570" y="4837"/>
                    <a:pt x="10575" y="4878"/>
                    <a:pt x="10584" y="4915"/>
                  </a:cubicBezTo>
                  <a:lnTo>
                    <a:pt x="10346" y="4915"/>
                  </a:lnTo>
                  <a:cubicBezTo>
                    <a:pt x="9962" y="4915"/>
                    <a:pt x="9647" y="5230"/>
                    <a:pt x="9647" y="5614"/>
                  </a:cubicBezTo>
                  <a:lnTo>
                    <a:pt x="9647" y="6337"/>
                  </a:lnTo>
                  <a:cubicBezTo>
                    <a:pt x="9647" y="6693"/>
                    <a:pt x="9912" y="6986"/>
                    <a:pt x="10259" y="7031"/>
                  </a:cubicBezTo>
                  <a:cubicBezTo>
                    <a:pt x="10250" y="7068"/>
                    <a:pt x="10246" y="7109"/>
                    <a:pt x="10246" y="7150"/>
                  </a:cubicBezTo>
                  <a:lnTo>
                    <a:pt x="10246" y="7877"/>
                  </a:lnTo>
                  <a:cubicBezTo>
                    <a:pt x="10246" y="8193"/>
                    <a:pt x="10460" y="8462"/>
                    <a:pt x="10748" y="8545"/>
                  </a:cubicBezTo>
                  <a:cubicBezTo>
                    <a:pt x="10739" y="8595"/>
                    <a:pt x="10735" y="8641"/>
                    <a:pt x="10735" y="8691"/>
                  </a:cubicBezTo>
                  <a:lnTo>
                    <a:pt x="10735" y="9235"/>
                  </a:lnTo>
                  <a:cubicBezTo>
                    <a:pt x="10671" y="9235"/>
                    <a:pt x="10607" y="9230"/>
                    <a:pt x="10538" y="9230"/>
                  </a:cubicBezTo>
                  <a:cubicBezTo>
                    <a:pt x="10259" y="9230"/>
                    <a:pt x="9985" y="9258"/>
                    <a:pt x="9715" y="9313"/>
                  </a:cubicBezTo>
                  <a:lnTo>
                    <a:pt x="9715" y="8691"/>
                  </a:lnTo>
                  <a:cubicBezTo>
                    <a:pt x="9715" y="8302"/>
                    <a:pt x="9400" y="7992"/>
                    <a:pt x="9011" y="7992"/>
                  </a:cubicBezTo>
                  <a:lnTo>
                    <a:pt x="6931" y="7992"/>
                  </a:lnTo>
                  <a:cubicBezTo>
                    <a:pt x="8207" y="7246"/>
                    <a:pt x="9061" y="5866"/>
                    <a:pt x="9061" y="4289"/>
                  </a:cubicBezTo>
                  <a:cubicBezTo>
                    <a:pt x="9061" y="1925"/>
                    <a:pt x="7137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2220848" y="3682082"/>
              <a:ext cx="52366" cy="92677"/>
            </a:xfrm>
            <a:custGeom>
              <a:rect b="b" l="l" r="r" t="t"/>
              <a:pathLst>
                <a:path extrusionOk="0" h="3787" w="2140">
                  <a:moveTo>
                    <a:pt x="1070" y="1"/>
                  </a:moveTo>
                  <a:cubicBezTo>
                    <a:pt x="910" y="1"/>
                    <a:pt x="778" y="129"/>
                    <a:pt x="778" y="294"/>
                  </a:cubicBezTo>
                  <a:lnTo>
                    <a:pt x="778" y="440"/>
                  </a:lnTo>
                  <a:cubicBezTo>
                    <a:pt x="343" y="495"/>
                    <a:pt x="0" y="870"/>
                    <a:pt x="0" y="1322"/>
                  </a:cubicBezTo>
                  <a:cubicBezTo>
                    <a:pt x="0" y="1811"/>
                    <a:pt x="403" y="2209"/>
                    <a:pt x="892" y="2209"/>
                  </a:cubicBezTo>
                  <a:lnTo>
                    <a:pt x="1248" y="2209"/>
                  </a:lnTo>
                  <a:cubicBezTo>
                    <a:pt x="1418" y="2209"/>
                    <a:pt x="1555" y="2346"/>
                    <a:pt x="1555" y="2515"/>
                  </a:cubicBezTo>
                  <a:cubicBezTo>
                    <a:pt x="1555" y="2680"/>
                    <a:pt x="1418" y="2817"/>
                    <a:pt x="1248" y="2817"/>
                  </a:cubicBezTo>
                  <a:lnTo>
                    <a:pt x="892" y="2817"/>
                  </a:lnTo>
                  <a:cubicBezTo>
                    <a:pt x="768" y="2817"/>
                    <a:pt x="659" y="2744"/>
                    <a:pt x="608" y="2630"/>
                  </a:cubicBezTo>
                  <a:cubicBezTo>
                    <a:pt x="563" y="2519"/>
                    <a:pt x="453" y="2453"/>
                    <a:pt x="339" y="2453"/>
                  </a:cubicBezTo>
                  <a:cubicBezTo>
                    <a:pt x="302" y="2453"/>
                    <a:pt x="265" y="2460"/>
                    <a:pt x="229" y="2474"/>
                  </a:cubicBezTo>
                  <a:cubicBezTo>
                    <a:pt x="78" y="2538"/>
                    <a:pt x="9" y="2712"/>
                    <a:pt x="73" y="2858"/>
                  </a:cubicBezTo>
                  <a:cubicBezTo>
                    <a:pt x="197" y="3155"/>
                    <a:pt x="467" y="3357"/>
                    <a:pt x="778" y="3393"/>
                  </a:cubicBezTo>
                  <a:lnTo>
                    <a:pt x="778" y="3494"/>
                  </a:lnTo>
                  <a:cubicBezTo>
                    <a:pt x="778" y="3658"/>
                    <a:pt x="910" y="3786"/>
                    <a:pt x="1070" y="3786"/>
                  </a:cubicBezTo>
                  <a:cubicBezTo>
                    <a:pt x="1230" y="3786"/>
                    <a:pt x="1363" y="3658"/>
                    <a:pt x="1363" y="3494"/>
                  </a:cubicBezTo>
                  <a:lnTo>
                    <a:pt x="1363" y="3393"/>
                  </a:lnTo>
                  <a:cubicBezTo>
                    <a:pt x="1802" y="3338"/>
                    <a:pt x="2140" y="2963"/>
                    <a:pt x="2140" y="2515"/>
                  </a:cubicBezTo>
                  <a:cubicBezTo>
                    <a:pt x="2140" y="2022"/>
                    <a:pt x="1742" y="1624"/>
                    <a:pt x="1248" y="1624"/>
                  </a:cubicBezTo>
                  <a:lnTo>
                    <a:pt x="892" y="1624"/>
                  </a:lnTo>
                  <a:cubicBezTo>
                    <a:pt x="723" y="1624"/>
                    <a:pt x="586" y="1487"/>
                    <a:pt x="586" y="1322"/>
                  </a:cubicBezTo>
                  <a:cubicBezTo>
                    <a:pt x="586" y="1153"/>
                    <a:pt x="723" y="1020"/>
                    <a:pt x="892" y="1020"/>
                  </a:cubicBezTo>
                  <a:lnTo>
                    <a:pt x="1248" y="1020"/>
                  </a:lnTo>
                  <a:cubicBezTo>
                    <a:pt x="1354" y="1020"/>
                    <a:pt x="1445" y="1066"/>
                    <a:pt x="1504" y="1153"/>
                  </a:cubicBezTo>
                  <a:cubicBezTo>
                    <a:pt x="1559" y="1236"/>
                    <a:pt x="1651" y="1281"/>
                    <a:pt x="1744" y="1281"/>
                  </a:cubicBezTo>
                  <a:cubicBezTo>
                    <a:pt x="1800" y="1281"/>
                    <a:pt x="1857" y="1265"/>
                    <a:pt x="1907" y="1231"/>
                  </a:cubicBezTo>
                  <a:cubicBezTo>
                    <a:pt x="2044" y="1139"/>
                    <a:pt x="2076" y="956"/>
                    <a:pt x="1989" y="824"/>
                  </a:cubicBezTo>
                  <a:cubicBezTo>
                    <a:pt x="1843" y="609"/>
                    <a:pt x="1614" y="472"/>
                    <a:pt x="1363" y="440"/>
                  </a:cubicBezTo>
                  <a:lnTo>
                    <a:pt x="1363" y="294"/>
                  </a:lnTo>
                  <a:cubicBezTo>
                    <a:pt x="1363" y="129"/>
                    <a:pt x="1230" y="1"/>
                    <a:pt x="10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2079881" y="3456210"/>
              <a:ext cx="52268" cy="92677"/>
            </a:xfrm>
            <a:custGeom>
              <a:rect b="b" l="l" r="r" t="t"/>
              <a:pathLst>
                <a:path extrusionOk="0" h="3787" w="2136">
                  <a:moveTo>
                    <a:pt x="1065" y="1"/>
                  </a:moveTo>
                  <a:cubicBezTo>
                    <a:pt x="905" y="1"/>
                    <a:pt x="773" y="129"/>
                    <a:pt x="773" y="293"/>
                  </a:cubicBezTo>
                  <a:lnTo>
                    <a:pt x="773" y="440"/>
                  </a:lnTo>
                  <a:cubicBezTo>
                    <a:pt x="338" y="495"/>
                    <a:pt x="0" y="869"/>
                    <a:pt x="0" y="1322"/>
                  </a:cubicBezTo>
                  <a:cubicBezTo>
                    <a:pt x="0" y="1811"/>
                    <a:pt x="398" y="2209"/>
                    <a:pt x="887" y="2209"/>
                  </a:cubicBezTo>
                  <a:lnTo>
                    <a:pt x="1248" y="2209"/>
                  </a:lnTo>
                  <a:cubicBezTo>
                    <a:pt x="1413" y="2209"/>
                    <a:pt x="1550" y="2346"/>
                    <a:pt x="1550" y="2515"/>
                  </a:cubicBezTo>
                  <a:cubicBezTo>
                    <a:pt x="1550" y="2680"/>
                    <a:pt x="1413" y="2817"/>
                    <a:pt x="1248" y="2817"/>
                  </a:cubicBezTo>
                  <a:lnTo>
                    <a:pt x="887" y="2817"/>
                  </a:lnTo>
                  <a:cubicBezTo>
                    <a:pt x="764" y="2817"/>
                    <a:pt x="654" y="2744"/>
                    <a:pt x="608" y="2630"/>
                  </a:cubicBezTo>
                  <a:cubicBezTo>
                    <a:pt x="560" y="2519"/>
                    <a:pt x="449" y="2453"/>
                    <a:pt x="334" y="2453"/>
                  </a:cubicBezTo>
                  <a:cubicBezTo>
                    <a:pt x="297" y="2453"/>
                    <a:pt x="260" y="2460"/>
                    <a:pt x="224" y="2474"/>
                  </a:cubicBezTo>
                  <a:cubicBezTo>
                    <a:pt x="73" y="2538"/>
                    <a:pt x="5" y="2712"/>
                    <a:pt x="69" y="2858"/>
                  </a:cubicBezTo>
                  <a:cubicBezTo>
                    <a:pt x="192" y="3155"/>
                    <a:pt x="462" y="3356"/>
                    <a:pt x="773" y="3393"/>
                  </a:cubicBezTo>
                  <a:lnTo>
                    <a:pt x="773" y="3494"/>
                  </a:lnTo>
                  <a:cubicBezTo>
                    <a:pt x="773" y="3658"/>
                    <a:pt x="905" y="3786"/>
                    <a:pt x="1065" y="3786"/>
                  </a:cubicBezTo>
                  <a:cubicBezTo>
                    <a:pt x="1230" y="3786"/>
                    <a:pt x="1358" y="3658"/>
                    <a:pt x="1358" y="3494"/>
                  </a:cubicBezTo>
                  <a:lnTo>
                    <a:pt x="1358" y="3393"/>
                  </a:lnTo>
                  <a:cubicBezTo>
                    <a:pt x="1797" y="3338"/>
                    <a:pt x="2135" y="2963"/>
                    <a:pt x="2135" y="2515"/>
                  </a:cubicBezTo>
                  <a:cubicBezTo>
                    <a:pt x="2135" y="2022"/>
                    <a:pt x="1737" y="1624"/>
                    <a:pt x="1248" y="1624"/>
                  </a:cubicBezTo>
                  <a:lnTo>
                    <a:pt x="887" y="1624"/>
                  </a:lnTo>
                  <a:cubicBezTo>
                    <a:pt x="718" y="1624"/>
                    <a:pt x="585" y="1487"/>
                    <a:pt x="585" y="1322"/>
                  </a:cubicBezTo>
                  <a:cubicBezTo>
                    <a:pt x="585" y="1153"/>
                    <a:pt x="718" y="1020"/>
                    <a:pt x="887" y="1020"/>
                  </a:cubicBezTo>
                  <a:lnTo>
                    <a:pt x="1248" y="1020"/>
                  </a:lnTo>
                  <a:cubicBezTo>
                    <a:pt x="1349" y="1020"/>
                    <a:pt x="1440" y="1071"/>
                    <a:pt x="1500" y="1153"/>
                  </a:cubicBezTo>
                  <a:cubicBezTo>
                    <a:pt x="1557" y="1236"/>
                    <a:pt x="1648" y="1281"/>
                    <a:pt x="1742" y="1281"/>
                  </a:cubicBezTo>
                  <a:cubicBezTo>
                    <a:pt x="1798" y="1281"/>
                    <a:pt x="1855" y="1265"/>
                    <a:pt x="1906" y="1231"/>
                  </a:cubicBezTo>
                  <a:cubicBezTo>
                    <a:pt x="2039" y="1139"/>
                    <a:pt x="2076" y="961"/>
                    <a:pt x="1984" y="824"/>
                  </a:cubicBezTo>
                  <a:cubicBezTo>
                    <a:pt x="1838" y="613"/>
                    <a:pt x="1609" y="472"/>
                    <a:pt x="1358" y="440"/>
                  </a:cubicBezTo>
                  <a:lnTo>
                    <a:pt x="1358" y="293"/>
                  </a:lnTo>
                  <a:cubicBezTo>
                    <a:pt x="1358" y="129"/>
                    <a:pt x="1230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2030518" y="3427137"/>
              <a:ext cx="150833" cy="150824"/>
            </a:xfrm>
            <a:custGeom>
              <a:rect b="b" l="l" r="r" t="t"/>
              <a:pathLst>
                <a:path extrusionOk="0" h="6163" w="6164">
                  <a:moveTo>
                    <a:pt x="3082" y="0"/>
                  </a:moveTo>
                  <a:cubicBezTo>
                    <a:pt x="1386" y="0"/>
                    <a:pt x="1" y="1381"/>
                    <a:pt x="1" y="3082"/>
                  </a:cubicBezTo>
                  <a:cubicBezTo>
                    <a:pt x="1" y="4782"/>
                    <a:pt x="1386" y="6163"/>
                    <a:pt x="3082" y="6163"/>
                  </a:cubicBezTo>
                  <a:cubicBezTo>
                    <a:pt x="4783" y="6163"/>
                    <a:pt x="6164" y="4782"/>
                    <a:pt x="6164" y="3082"/>
                  </a:cubicBezTo>
                  <a:cubicBezTo>
                    <a:pt x="6164" y="2538"/>
                    <a:pt x="6022" y="2003"/>
                    <a:pt x="5748" y="1532"/>
                  </a:cubicBezTo>
                  <a:cubicBezTo>
                    <a:pt x="5692" y="1440"/>
                    <a:pt x="5594" y="1389"/>
                    <a:pt x="5494" y="1389"/>
                  </a:cubicBezTo>
                  <a:cubicBezTo>
                    <a:pt x="5444" y="1389"/>
                    <a:pt x="5395" y="1401"/>
                    <a:pt x="5350" y="1427"/>
                  </a:cubicBezTo>
                  <a:cubicBezTo>
                    <a:pt x="5208" y="1509"/>
                    <a:pt x="5162" y="1687"/>
                    <a:pt x="5245" y="1829"/>
                  </a:cubicBezTo>
                  <a:cubicBezTo>
                    <a:pt x="5464" y="2208"/>
                    <a:pt x="5583" y="2643"/>
                    <a:pt x="5583" y="3082"/>
                  </a:cubicBezTo>
                  <a:cubicBezTo>
                    <a:pt x="5583" y="4458"/>
                    <a:pt x="4458" y="5578"/>
                    <a:pt x="3082" y="5578"/>
                  </a:cubicBezTo>
                  <a:cubicBezTo>
                    <a:pt x="1706" y="5578"/>
                    <a:pt x="586" y="4458"/>
                    <a:pt x="586" y="3082"/>
                  </a:cubicBezTo>
                  <a:cubicBezTo>
                    <a:pt x="586" y="1705"/>
                    <a:pt x="1706" y="585"/>
                    <a:pt x="3082" y="585"/>
                  </a:cubicBezTo>
                  <a:cubicBezTo>
                    <a:pt x="3567" y="585"/>
                    <a:pt x="4033" y="723"/>
                    <a:pt x="4440" y="983"/>
                  </a:cubicBezTo>
                  <a:cubicBezTo>
                    <a:pt x="4490" y="1017"/>
                    <a:pt x="4546" y="1032"/>
                    <a:pt x="4600" y="1032"/>
                  </a:cubicBezTo>
                  <a:cubicBezTo>
                    <a:pt x="4695" y="1032"/>
                    <a:pt x="4787" y="985"/>
                    <a:pt x="4842" y="901"/>
                  </a:cubicBezTo>
                  <a:cubicBezTo>
                    <a:pt x="4934" y="764"/>
                    <a:pt x="4893" y="581"/>
                    <a:pt x="4755" y="494"/>
                  </a:cubicBezTo>
                  <a:cubicBezTo>
                    <a:pt x="4257" y="169"/>
                    <a:pt x="3681" y="0"/>
                    <a:pt x="3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0" name="Google Shape;1070;p34"/>
          <p:cNvGrpSpPr/>
          <p:nvPr/>
        </p:nvGrpSpPr>
        <p:grpSpPr>
          <a:xfrm>
            <a:off x="7334594" y="3371195"/>
            <a:ext cx="488544" cy="488593"/>
            <a:chOff x="7334594" y="3371195"/>
            <a:chExt cx="488544" cy="488593"/>
          </a:xfrm>
        </p:grpSpPr>
        <p:sp>
          <p:nvSpPr>
            <p:cNvPr id="1071" name="Google Shape;1071;p34"/>
            <p:cNvSpPr/>
            <p:nvPr/>
          </p:nvSpPr>
          <p:spPr>
            <a:xfrm>
              <a:off x="7457549" y="3427137"/>
              <a:ext cx="338542" cy="209803"/>
            </a:xfrm>
            <a:custGeom>
              <a:rect b="b" l="l" r="r" t="t"/>
              <a:pathLst>
                <a:path extrusionOk="0" h="8573" w="13835">
                  <a:moveTo>
                    <a:pt x="13503" y="0"/>
                  </a:moveTo>
                  <a:cubicBezTo>
                    <a:pt x="13420" y="0"/>
                    <a:pt x="13338" y="36"/>
                    <a:pt x="13281" y="105"/>
                  </a:cubicBezTo>
                  <a:lnTo>
                    <a:pt x="10698" y="3219"/>
                  </a:lnTo>
                  <a:lnTo>
                    <a:pt x="9176" y="2624"/>
                  </a:lnTo>
                  <a:cubicBezTo>
                    <a:pt x="9142" y="2610"/>
                    <a:pt x="9107" y="2604"/>
                    <a:pt x="9071" y="2604"/>
                  </a:cubicBezTo>
                  <a:cubicBezTo>
                    <a:pt x="8992" y="2604"/>
                    <a:pt x="8913" y="2637"/>
                    <a:pt x="8856" y="2698"/>
                  </a:cubicBezTo>
                  <a:lnTo>
                    <a:pt x="4705" y="7201"/>
                  </a:lnTo>
                  <a:lnTo>
                    <a:pt x="2725" y="6071"/>
                  </a:lnTo>
                  <a:cubicBezTo>
                    <a:pt x="2680" y="6047"/>
                    <a:pt x="2631" y="6035"/>
                    <a:pt x="2582" y="6035"/>
                  </a:cubicBezTo>
                  <a:cubicBezTo>
                    <a:pt x="2513" y="6035"/>
                    <a:pt x="2444" y="6060"/>
                    <a:pt x="2387" y="6108"/>
                  </a:cubicBezTo>
                  <a:lnTo>
                    <a:pt x="133" y="8060"/>
                  </a:lnTo>
                  <a:cubicBezTo>
                    <a:pt x="14" y="8165"/>
                    <a:pt x="1" y="8348"/>
                    <a:pt x="106" y="8471"/>
                  </a:cubicBezTo>
                  <a:cubicBezTo>
                    <a:pt x="165" y="8535"/>
                    <a:pt x="243" y="8572"/>
                    <a:pt x="325" y="8572"/>
                  </a:cubicBezTo>
                  <a:cubicBezTo>
                    <a:pt x="394" y="8572"/>
                    <a:pt x="462" y="8549"/>
                    <a:pt x="517" y="8499"/>
                  </a:cubicBezTo>
                  <a:lnTo>
                    <a:pt x="2616" y="6684"/>
                  </a:lnTo>
                  <a:lnTo>
                    <a:pt x="4618" y="7822"/>
                  </a:lnTo>
                  <a:cubicBezTo>
                    <a:pt x="4664" y="7849"/>
                    <a:pt x="4714" y="7862"/>
                    <a:pt x="4764" y="7862"/>
                  </a:cubicBezTo>
                  <a:cubicBezTo>
                    <a:pt x="4842" y="7862"/>
                    <a:pt x="4920" y="7829"/>
                    <a:pt x="4979" y="7767"/>
                  </a:cubicBezTo>
                  <a:lnTo>
                    <a:pt x="9149" y="3242"/>
                  </a:lnTo>
                  <a:lnTo>
                    <a:pt x="10685" y="3840"/>
                  </a:lnTo>
                  <a:cubicBezTo>
                    <a:pt x="10719" y="3854"/>
                    <a:pt x="10756" y="3861"/>
                    <a:pt x="10792" y="3861"/>
                  </a:cubicBezTo>
                  <a:cubicBezTo>
                    <a:pt x="10876" y="3861"/>
                    <a:pt x="10960" y="3825"/>
                    <a:pt x="11014" y="3758"/>
                  </a:cubicBezTo>
                  <a:lnTo>
                    <a:pt x="13729" y="480"/>
                  </a:lnTo>
                  <a:cubicBezTo>
                    <a:pt x="13834" y="352"/>
                    <a:pt x="13816" y="169"/>
                    <a:pt x="13693" y="69"/>
                  </a:cubicBezTo>
                  <a:cubicBezTo>
                    <a:pt x="13636" y="23"/>
                    <a:pt x="13569" y="0"/>
                    <a:pt x="13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7334594" y="3371195"/>
              <a:ext cx="488544" cy="488593"/>
            </a:xfrm>
            <a:custGeom>
              <a:rect b="b" l="l" r="r" t="t"/>
              <a:pathLst>
                <a:path extrusionOk="0" h="19965" w="19965">
                  <a:moveTo>
                    <a:pt x="16687" y="9071"/>
                  </a:moveTo>
                  <a:cubicBezTo>
                    <a:pt x="16724" y="9071"/>
                    <a:pt x="16756" y="9103"/>
                    <a:pt x="16756" y="9139"/>
                  </a:cubicBezTo>
                  <a:lnTo>
                    <a:pt x="16756" y="9779"/>
                  </a:lnTo>
                  <a:cubicBezTo>
                    <a:pt x="16756" y="9816"/>
                    <a:pt x="16724" y="9848"/>
                    <a:pt x="16687" y="9848"/>
                  </a:cubicBezTo>
                  <a:lnTo>
                    <a:pt x="14205" y="9848"/>
                  </a:lnTo>
                  <a:cubicBezTo>
                    <a:pt x="14163" y="9848"/>
                    <a:pt x="14136" y="9816"/>
                    <a:pt x="14136" y="9779"/>
                  </a:cubicBezTo>
                  <a:lnTo>
                    <a:pt x="14136" y="9139"/>
                  </a:lnTo>
                  <a:cubicBezTo>
                    <a:pt x="14136" y="9103"/>
                    <a:pt x="14163" y="9071"/>
                    <a:pt x="14205" y="9071"/>
                  </a:cubicBezTo>
                  <a:close/>
                  <a:moveTo>
                    <a:pt x="16175" y="10433"/>
                  </a:moveTo>
                  <a:cubicBezTo>
                    <a:pt x="16216" y="10433"/>
                    <a:pt x="16243" y="10465"/>
                    <a:pt x="16243" y="10501"/>
                  </a:cubicBezTo>
                  <a:lnTo>
                    <a:pt x="16243" y="11141"/>
                  </a:lnTo>
                  <a:cubicBezTo>
                    <a:pt x="16243" y="11178"/>
                    <a:pt x="16216" y="11210"/>
                    <a:pt x="16175" y="11210"/>
                  </a:cubicBezTo>
                  <a:lnTo>
                    <a:pt x="13693" y="11210"/>
                  </a:lnTo>
                  <a:cubicBezTo>
                    <a:pt x="13656" y="11210"/>
                    <a:pt x="13624" y="11178"/>
                    <a:pt x="13624" y="11141"/>
                  </a:cubicBezTo>
                  <a:lnTo>
                    <a:pt x="13624" y="10501"/>
                  </a:lnTo>
                  <a:cubicBezTo>
                    <a:pt x="13624" y="10465"/>
                    <a:pt x="13656" y="10433"/>
                    <a:pt x="13693" y="10433"/>
                  </a:cubicBezTo>
                  <a:close/>
                  <a:moveTo>
                    <a:pt x="9916" y="11795"/>
                  </a:moveTo>
                  <a:cubicBezTo>
                    <a:pt x="9953" y="11795"/>
                    <a:pt x="9985" y="11827"/>
                    <a:pt x="9985" y="11864"/>
                  </a:cubicBezTo>
                  <a:lnTo>
                    <a:pt x="9985" y="12504"/>
                  </a:lnTo>
                  <a:cubicBezTo>
                    <a:pt x="9985" y="12540"/>
                    <a:pt x="9953" y="12572"/>
                    <a:pt x="9916" y="12572"/>
                  </a:cubicBezTo>
                  <a:lnTo>
                    <a:pt x="7434" y="12572"/>
                  </a:lnTo>
                  <a:cubicBezTo>
                    <a:pt x="7393" y="12572"/>
                    <a:pt x="7365" y="12540"/>
                    <a:pt x="7365" y="12504"/>
                  </a:cubicBezTo>
                  <a:lnTo>
                    <a:pt x="7365" y="11864"/>
                  </a:lnTo>
                  <a:cubicBezTo>
                    <a:pt x="7365" y="11827"/>
                    <a:pt x="7393" y="11795"/>
                    <a:pt x="7434" y="11795"/>
                  </a:cubicBezTo>
                  <a:close/>
                  <a:moveTo>
                    <a:pt x="16842" y="11795"/>
                  </a:moveTo>
                  <a:cubicBezTo>
                    <a:pt x="16879" y="11795"/>
                    <a:pt x="16911" y="11827"/>
                    <a:pt x="16911" y="11864"/>
                  </a:cubicBezTo>
                  <a:lnTo>
                    <a:pt x="16911" y="12504"/>
                  </a:lnTo>
                  <a:cubicBezTo>
                    <a:pt x="16911" y="12540"/>
                    <a:pt x="16879" y="12572"/>
                    <a:pt x="16842" y="12572"/>
                  </a:cubicBezTo>
                  <a:lnTo>
                    <a:pt x="14360" y="12572"/>
                  </a:lnTo>
                  <a:cubicBezTo>
                    <a:pt x="14319" y="12572"/>
                    <a:pt x="14291" y="12540"/>
                    <a:pt x="14291" y="12504"/>
                  </a:cubicBezTo>
                  <a:lnTo>
                    <a:pt x="14291" y="11864"/>
                  </a:lnTo>
                  <a:cubicBezTo>
                    <a:pt x="14291" y="11827"/>
                    <a:pt x="14323" y="11795"/>
                    <a:pt x="14360" y="11795"/>
                  </a:cubicBezTo>
                  <a:close/>
                  <a:moveTo>
                    <a:pt x="9560" y="13158"/>
                  </a:moveTo>
                  <a:cubicBezTo>
                    <a:pt x="9601" y="13158"/>
                    <a:pt x="9628" y="13185"/>
                    <a:pt x="9628" y="13226"/>
                  </a:cubicBezTo>
                  <a:lnTo>
                    <a:pt x="9628" y="13866"/>
                  </a:lnTo>
                  <a:cubicBezTo>
                    <a:pt x="9628" y="13903"/>
                    <a:pt x="9601" y="13935"/>
                    <a:pt x="9560" y="13935"/>
                  </a:cubicBezTo>
                  <a:lnTo>
                    <a:pt x="7077" y="13935"/>
                  </a:lnTo>
                  <a:cubicBezTo>
                    <a:pt x="7041" y="13935"/>
                    <a:pt x="7009" y="13903"/>
                    <a:pt x="7009" y="13866"/>
                  </a:cubicBezTo>
                  <a:lnTo>
                    <a:pt x="7009" y="13226"/>
                  </a:lnTo>
                  <a:cubicBezTo>
                    <a:pt x="7009" y="13185"/>
                    <a:pt x="7041" y="13158"/>
                    <a:pt x="7077" y="13158"/>
                  </a:cubicBezTo>
                  <a:close/>
                  <a:moveTo>
                    <a:pt x="16330" y="13158"/>
                  </a:moveTo>
                  <a:cubicBezTo>
                    <a:pt x="16371" y="13158"/>
                    <a:pt x="16399" y="13185"/>
                    <a:pt x="16399" y="13226"/>
                  </a:cubicBezTo>
                  <a:lnTo>
                    <a:pt x="16399" y="13866"/>
                  </a:lnTo>
                  <a:cubicBezTo>
                    <a:pt x="16399" y="13903"/>
                    <a:pt x="16371" y="13935"/>
                    <a:pt x="16330" y="13935"/>
                  </a:cubicBezTo>
                  <a:lnTo>
                    <a:pt x="13848" y="13935"/>
                  </a:lnTo>
                  <a:cubicBezTo>
                    <a:pt x="13811" y="13935"/>
                    <a:pt x="13779" y="13903"/>
                    <a:pt x="13779" y="13866"/>
                  </a:cubicBezTo>
                  <a:lnTo>
                    <a:pt x="13779" y="13226"/>
                  </a:lnTo>
                  <a:cubicBezTo>
                    <a:pt x="13779" y="13185"/>
                    <a:pt x="13811" y="13158"/>
                    <a:pt x="13848" y="13158"/>
                  </a:cubicBezTo>
                  <a:close/>
                  <a:moveTo>
                    <a:pt x="15905" y="14520"/>
                  </a:moveTo>
                  <a:cubicBezTo>
                    <a:pt x="15946" y="14520"/>
                    <a:pt x="15974" y="14547"/>
                    <a:pt x="15974" y="14588"/>
                  </a:cubicBezTo>
                  <a:lnTo>
                    <a:pt x="15974" y="15224"/>
                  </a:lnTo>
                  <a:cubicBezTo>
                    <a:pt x="15974" y="15265"/>
                    <a:pt x="15946" y="15292"/>
                    <a:pt x="15905" y="15292"/>
                  </a:cubicBezTo>
                  <a:lnTo>
                    <a:pt x="13423" y="15292"/>
                  </a:lnTo>
                  <a:cubicBezTo>
                    <a:pt x="13386" y="15292"/>
                    <a:pt x="13354" y="15265"/>
                    <a:pt x="13354" y="15224"/>
                  </a:cubicBezTo>
                  <a:lnTo>
                    <a:pt x="13354" y="14588"/>
                  </a:lnTo>
                  <a:cubicBezTo>
                    <a:pt x="13354" y="14547"/>
                    <a:pt x="13386" y="14520"/>
                    <a:pt x="13423" y="14520"/>
                  </a:cubicBezTo>
                  <a:close/>
                  <a:moveTo>
                    <a:pt x="4746" y="15878"/>
                  </a:moveTo>
                  <a:cubicBezTo>
                    <a:pt x="4782" y="15878"/>
                    <a:pt x="4814" y="15910"/>
                    <a:pt x="4814" y="15946"/>
                  </a:cubicBezTo>
                  <a:lnTo>
                    <a:pt x="4814" y="16586"/>
                  </a:lnTo>
                  <a:cubicBezTo>
                    <a:pt x="4814" y="16623"/>
                    <a:pt x="4782" y="16655"/>
                    <a:pt x="4746" y="16655"/>
                  </a:cubicBezTo>
                  <a:lnTo>
                    <a:pt x="2263" y="16655"/>
                  </a:lnTo>
                  <a:cubicBezTo>
                    <a:pt x="2227" y="16655"/>
                    <a:pt x="2195" y="16623"/>
                    <a:pt x="2195" y="16586"/>
                  </a:cubicBezTo>
                  <a:lnTo>
                    <a:pt x="2195" y="15946"/>
                  </a:lnTo>
                  <a:cubicBezTo>
                    <a:pt x="2195" y="15910"/>
                    <a:pt x="2227" y="15878"/>
                    <a:pt x="2263" y="15878"/>
                  </a:cubicBezTo>
                  <a:close/>
                  <a:moveTo>
                    <a:pt x="10694" y="14520"/>
                  </a:moveTo>
                  <a:cubicBezTo>
                    <a:pt x="10735" y="14520"/>
                    <a:pt x="10762" y="14547"/>
                    <a:pt x="10762" y="14588"/>
                  </a:cubicBezTo>
                  <a:lnTo>
                    <a:pt x="10762" y="15224"/>
                  </a:lnTo>
                  <a:cubicBezTo>
                    <a:pt x="10762" y="15265"/>
                    <a:pt x="10735" y="15292"/>
                    <a:pt x="10694" y="15292"/>
                  </a:cubicBezTo>
                  <a:lnTo>
                    <a:pt x="9839" y="15292"/>
                  </a:lnTo>
                  <a:cubicBezTo>
                    <a:pt x="9679" y="15292"/>
                    <a:pt x="9546" y="15425"/>
                    <a:pt x="9546" y="15585"/>
                  </a:cubicBezTo>
                  <a:cubicBezTo>
                    <a:pt x="9546" y="15750"/>
                    <a:pt x="9679" y="15878"/>
                    <a:pt x="9839" y="15878"/>
                  </a:cubicBezTo>
                  <a:lnTo>
                    <a:pt x="10342" y="15878"/>
                  </a:lnTo>
                  <a:cubicBezTo>
                    <a:pt x="10378" y="15878"/>
                    <a:pt x="10410" y="15910"/>
                    <a:pt x="10410" y="15946"/>
                  </a:cubicBezTo>
                  <a:lnTo>
                    <a:pt x="10410" y="16586"/>
                  </a:lnTo>
                  <a:cubicBezTo>
                    <a:pt x="10410" y="16623"/>
                    <a:pt x="10378" y="16655"/>
                    <a:pt x="10342" y="16655"/>
                  </a:cubicBezTo>
                  <a:lnTo>
                    <a:pt x="7859" y="16655"/>
                  </a:lnTo>
                  <a:cubicBezTo>
                    <a:pt x="7818" y="16655"/>
                    <a:pt x="7791" y="16623"/>
                    <a:pt x="7791" y="16586"/>
                  </a:cubicBezTo>
                  <a:lnTo>
                    <a:pt x="7791" y="15946"/>
                  </a:lnTo>
                  <a:cubicBezTo>
                    <a:pt x="7791" y="15910"/>
                    <a:pt x="7818" y="15878"/>
                    <a:pt x="7859" y="15878"/>
                  </a:cubicBezTo>
                  <a:lnTo>
                    <a:pt x="8540" y="15878"/>
                  </a:lnTo>
                  <a:cubicBezTo>
                    <a:pt x="8700" y="15878"/>
                    <a:pt x="8833" y="15750"/>
                    <a:pt x="8833" y="15585"/>
                  </a:cubicBezTo>
                  <a:cubicBezTo>
                    <a:pt x="8833" y="15425"/>
                    <a:pt x="8700" y="15292"/>
                    <a:pt x="8540" y="15292"/>
                  </a:cubicBezTo>
                  <a:lnTo>
                    <a:pt x="8211" y="15292"/>
                  </a:lnTo>
                  <a:cubicBezTo>
                    <a:pt x="8175" y="15292"/>
                    <a:pt x="8143" y="15265"/>
                    <a:pt x="8143" y="15224"/>
                  </a:cubicBezTo>
                  <a:lnTo>
                    <a:pt x="8143" y="14588"/>
                  </a:lnTo>
                  <a:cubicBezTo>
                    <a:pt x="8143" y="14547"/>
                    <a:pt x="8175" y="14520"/>
                    <a:pt x="8211" y="14520"/>
                  </a:cubicBezTo>
                  <a:close/>
                  <a:moveTo>
                    <a:pt x="15905" y="15878"/>
                  </a:moveTo>
                  <a:cubicBezTo>
                    <a:pt x="15946" y="15878"/>
                    <a:pt x="15974" y="15910"/>
                    <a:pt x="15974" y="15946"/>
                  </a:cubicBezTo>
                  <a:lnTo>
                    <a:pt x="15974" y="16586"/>
                  </a:lnTo>
                  <a:cubicBezTo>
                    <a:pt x="15974" y="16623"/>
                    <a:pt x="15946" y="16655"/>
                    <a:pt x="15905" y="16655"/>
                  </a:cubicBezTo>
                  <a:lnTo>
                    <a:pt x="13423" y="16655"/>
                  </a:lnTo>
                  <a:cubicBezTo>
                    <a:pt x="13386" y="16655"/>
                    <a:pt x="13354" y="16623"/>
                    <a:pt x="13354" y="16586"/>
                  </a:cubicBezTo>
                  <a:lnTo>
                    <a:pt x="13354" y="15946"/>
                  </a:lnTo>
                  <a:cubicBezTo>
                    <a:pt x="13354" y="15910"/>
                    <a:pt x="13386" y="15878"/>
                    <a:pt x="13423" y="15878"/>
                  </a:cubicBezTo>
                  <a:close/>
                  <a:moveTo>
                    <a:pt x="5098" y="17240"/>
                  </a:moveTo>
                  <a:cubicBezTo>
                    <a:pt x="5139" y="17240"/>
                    <a:pt x="5166" y="17272"/>
                    <a:pt x="5166" y="17309"/>
                  </a:cubicBezTo>
                  <a:lnTo>
                    <a:pt x="5166" y="17949"/>
                  </a:lnTo>
                  <a:cubicBezTo>
                    <a:pt x="5166" y="17985"/>
                    <a:pt x="5139" y="18017"/>
                    <a:pt x="5098" y="18017"/>
                  </a:cubicBezTo>
                  <a:lnTo>
                    <a:pt x="2615" y="18017"/>
                  </a:lnTo>
                  <a:cubicBezTo>
                    <a:pt x="2579" y="18017"/>
                    <a:pt x="2547" y="17985"/>
                    <a:pt x="2547" y="17949"/>
                  </a:cubicBezTo>
                  <a:lnTo>
                    <a:pt x="2547" y="17309"/>
                  </a:lnTo>
                  <a:cubicBezTo>
                    <a:pt x="2547" y="17272"/>
                    <a:pt x="2579" y="17240"/>
                    <a:pt x="2615" y="17240"/>
                  </a:cubicBezTo>
                  <a:close/>
                  <a:moveTo>
                    <a:pt x="9916" y="17240"/>
                  </a:moveTo>
                  <a:cubicBezTo>
                    <a:pt x="9953" y="17240"/>
                    <a:pt x="9985" y="17272"/>
                    <a:pt x="9985" y="17309"/>
                  </a:cubicBezTo>
                  <a:lnTo>
                    <a:pt x="9985" y="17949"/>
                  </a:lnTo>
                  <a:cubicBezTo>
                    <a:pt x="9985" y="17985"/>
                    <a:pt x="9953" y="18017"/>
                    <a:pt x="9916" y="18017"/>
                  </a:cubicBezTo>
                  <a:lnTo>
                    <a:pt x="7434" y="18017"/>
                  </a:lnTo>
                  <a:cubicBezTo>
                    <a:pt x="7393" y="18017"/>
                    <a:pt x="7365" y="17985"/>
                    <a:pt x="7365" y="17949"/>
                  </a:cubicBezTo>
                  <a:lnTo>
                    <a:pt x="7365" y="17309"/>
                  </a:lnTo>
                  <a:cubicBezTo>
                    <a:pt x="7365" y="17272"/>
                    <a:pt x="7393" y="17240"/>
                    <a:pt x="7434" y="17240"/>
                  </a:cubicBezTo>
                  <a:close/>
                  <a:moveTo>
                    <a:pt x="15905" y="17240"/>
                  </a:moveTo>
                  <a:cubicBezTo>
                    <a:pt x="15946" y="17240"/>
                    <a:pt x="15974" y="17272"/>
                    <a:pt x="15974" y="17309"/>
                  </a:cubicBezTo>
                  <a:lnTo>
                    <a:pt x="15974" y="17949"/>
                  </a:lnTo>
                  <a:cubicBezTo>
                    <a:pt x="15974" y="17985"/>
                    <a:pt x="15946" y="18017"/>
                    <a:pt x="15905" y="18017"/>
                  </a:cubicBezTo>
                  <a:lnTo>
                    <a:pt x="13423" y="18017"/>
                  </a:lnTo>
                  <a:cubicBezTo>
                    <a:pt x="13386" y="18017"/>
                    <a:pt x="13354" y="17985"/>
                    <a:pt x="13354" y="17949"/>
                  </a:cubicBezTo>
                  <a:lnTo>
                    <a:pt x="13354" y="17309"/>
                  </a:lnTo>
                  <a:cubicBezTo>
                    <a:pt x="13354" y="17272"/>
                    <a:pt x="13386" y="17240"/>
                    <a:pt x="13423" y="17240"/>
                  </a:cubicBezTo>
                  <a:close/>
                  <a:moveTo>
                    <a:pt x="4609" y="18602"/>
                  </a:moveTo>
                  <a:cubicBezTo>
                    <a:pt x="4645" y="18602"/>
                    <a:pt x="4677" y="18634"/>
                    <a:pt x="4677" y="18671"/>
                  </a:cubicBezTo>
                  <a:lnTo>
                    <a:pt x="4677" y="19311"/>
                  </a:lnTo>
                  <a:cubicBezTo>
                    <a:pt x="4677" y="19348"/>
                    <a:pt x="4645" y="19380"/>
                    <a:pt x="4609" y="19380"/>
                  </a:cubicBezTo>
                  <a:lnTo>
                    <a:pt x="2126" y="19380"/>
                  </a:lnTo>
                  <a:cubicBezTo>
                    <a:pt x="2085" y="19380"/>
                    <a:pt x="2058" y="19348"/>
                    <a:pt x="2058" y="19311"/>
                  </a:cubicBezTo>
                  <a:lnTo>
                    <a:pt x="2058" y="18671"/>
                  </a:lnTo>
                  <a:cubicBezTo>
                    <a:pt x="2058" y="18634"/>
                    <a:pt x="2085" y="18602"/>
                    <a:pt x="2126" y="18602"/>
                  </a:cubicBezTo>
                  <a:close/>
                  <a:moveTo>
                    <a:pt x="10639" y="18602"/>
                  </a:moveTo>
                  <a:cubicBezTo>
                    <a:pt x="10675" y="18602"/>
                    <a:pt x="10707" y="18634"/>
                    <a:pt x="10707" y="18671"/>
                  </a:cubicBezTo>
                  <a:lnTo>
                    <a:pt x="10707" y="19311"/>
                  </a:lnTo>
                  <a:cubicBezTo>
                    <a:pt x="10707" y="19348"/>
                    <a:pt x="10675" y="19380"/>
                    <a:pt x="10639" y="19380"/>
                  </a:cubicBezTo>
                  <a:lnTo>
                    <a:pt x="8156" y="19380"/>
                  </a:lnTo>
                  <a:cubicBezTo>
                    <a:pt x="8120" y="19380"/>
                    <a:pt x="8088" y="19348"/>
                    <a:pt x="8088" y="19311"/>
                  </a:cubicBezTo>
                  <a:lnTo>
                    <a:pt x="8088" y="18671"/>
                  </a:lnTo>
                  <a:cubicBezTo>
                    <a:pt x="8088" y="18634"/>
                    <a:pt x="8120" y="18602"/>
                    <a:pt x="8156" y="18602"/>
                  </a:cubicBezTo>
                  <a:close/>
                  <a:moveTo>
                    <a:pt x="16628" y="18602"/>
                  </a:moveTo>
                  <a:cubicBezTo>
                    <a:pt x="16669" y="18602"/>
                    <a:pt x="16696" y="18634"/>
                    <a:pt x="16696" y="18671"/>
                  </a:cubicBezTo>
                  <a:lnTo>
                    <a:pt x="16696" y="19311"/>
                  </a:lnTo>
                  <a:cubicBezTo>
                    <a:pt x="16696" y="19348"/>
                    <a:pt x="16669" y="19380"/>
                    <a:pt x="16628" y="19380"/>
                  </a:cubicBezTo>
                  <a:lnTo>
                    <a:pt x="14145" y="19380"/>
                  </a:lnTo>
                  <a:cubicBezTo>
                    <a:pt x="14109" y="19380"/>
                    <a:pt x="14077" y="19348"/>
                    <a:pt x="14077" y="19311"/>
                  </a:cubicBezTo>
                  <a:lnTo>
                    <a:pt x="14077" y="18671"/>
                  </a:lnTo>
                  <a:cubicBezTo>
                    <a:pt x="14077" y="18634"/>
                    <a:pt x="14109" y="18602"/>
                    <a:pt x="14145" y="18602"/>
                  </a:cubicBezTo>
                  <a:close/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19672"/>
                  </a:lnTo>
                  <a:cubicBezTo>
                    <a:pt x="0" y="19832"/>
                    <a:pt x="133" y="19965"/>
                    <a:pt x="293" y="19965"/>
                  </a:cubicBezTo>
                  <a:lnTo>
                    <a:pt x="19672" y="19965"/>
                  </a:lnTo>
                  <a:cubicBezTo>
                    <a:pt x="19832" y="19965"/>
                    <a:pt x="19965" y="19832"/>
                    <a:pt x="19965" y="19672"/>
                  </a:cubicBezTo>
                  <a:cubicBezTo>
                    <a:pt x="19965" y="19508"/>
                    <a:pt x="19832" y="19380"/>
                    <a:pt x="19672" y="19380"/>
                  </a:cubicBezTo>
                  <a:lnTo>
                    <a:pt x="17281" y="19380"/>
                  </a:lnTo>
                  <a:cubicBezTo>
                    <a:pt x="17281" y="19357"/>
                    <a:pt x="17281" y="19334"/>
                    <a:pt x="17281" y="19311"/>
                  </a:cubicBezTo>
                  <a:lnTo>
                    <a:pt x="17281" y="18671"/>
                  </a:lnTo>
                  <a:cubicBezTo>
                    <a:pt x="17281" y="18310"/>
                    <a:pt x="16989" y="18017"/>
                    <a:pt x="16628" y="18017"/>
                  </a:cubicBezTo>
                  <a:lnTo>
                    <a:pt x="16554" y="18017"/>
                  </a:lnTo>
                  <a:cubicBezTo>
                    <a:pt x="16559" y="17994"/>
                    <a:pt x="16559" y="17971"/>
                    <a:pt x="16559" y="17949"/>
                  </a:cubicBezTo>
                  <a:lnTo>
                    <a:pt x="16559" y="17309"/>
                  </a:lnTo>
                  <a:cubicBezTo>
                    <a:pt x="16559" y="17176"/>
                    <a:pt x="16518" y="17053"/>
                    <a:pt x="16449" y="16947"/>
                  </a:cubicBezTo>
                  <a:cubicBezTo>
                    <a:pt x="16518" y="16847"/>
                    <a:pt x="16559" y="16719"/>
                    <a:pt x="16559" y="16586"/>
                  </a:cubicBezTo>
                  <a:lnTo>
                    <a:pt x="16559" y="15946"/>
                  </a:lnTo>
                  <a:cubicBezTo>
                    <a:pt x="16559" y="15814"/>
                    <a:pt x="16518" y="15690"/>
                    <a:pt x="16449" y="15585"/>
                  </a:cubicBezTo>
                  <a:cubicBezTo>
                    <a:pt x="16518" y="15485"/>
                    <a:pt x="16559" y="15361"/>
                    <a:pt x="16559" y="15224"/>
                  </a:cubicBezTo>
                  <a:lnTo>
                    <a:pt x="16559" y="14588"/>
                  </a:lnTo>
                  <a:cubicBezTo>
                    <a:pt x="16559" y="14552"/>
                    <a:pt x="16554" y="14515"/>
                    <a:pt x="16550" y="14479"/>
                  </a:cubicBezTo>
                  <a:cubicBezTo>
                    <a:pt x="16801" y="14387"/>
                    <a:pt x="16984" y="14150"/>
                    <a:pt x="16984" y="13866"/>
                  </a:cubicBezTo>
                  <a:lnTo>
                    <a:pt x="16984" y="13226"/>
                  </a:lnTo>
                  <a:cubicBezTo>
                    <a:pt x="16984" y="13199"/>
                    <a:pt x="16984" y="13167"/>
                    <a:pt x="16980" y="13144"/>
                  </a:cubicBezTo>
                  <a:cubicBezTo>
                    <a:pt x="17272" y="13080"/>
                    <a:pt x="17496" y="12815"/>
                    <a:pt x="17496" y="12504"/>
                  </a:cubicBezTo>
                  <a:lnTo>
                    <a:pt x="17496" y="11864"/>
                  </a:lnTo>
                  <a:cubicBezTo>
                    <a:pt x="17496" y="11503"/>
                    <a:pt x="17204" y="11210"/>
                    <a:pt x="16842" y="11210"/>
                  </a:cubicBezTo>
                  <a:lnTo>
                    <a:pt x="16824" y="11210"/>
                  </a:lnTo>
                  <a:cubicBezTo>
                    <a:pt x="16829" y="11187"/>
                    <a:pt x="16829" y="11164"/>
                    <a:pt x="16829" y="11141"/>
                  </a:cubicBezTo>
                  <a:lnTo>
                    <a:pt x="16829" y="10501"/>
                  </a:lnTo>
                  <a:cubicBezTo>
                    <a:pt x="16829" y="10474"/>
                    <a:pt x="16829" y="10447"/>
                    <a:pt x="16824" y="10419"/>
                  </a:cubicBezTo>
                  <a:cubicBezTo>
                    <a:pt x="17117" y="10355"/>
                    <a:pt x="17341" y="10095"/>
                    <a:pt x="17341" y="9779"/>
                  </a:cubicBezTo>
                  <a:lnTo>
                    <a:pt x="17341" y="9139"/>
                  </a:lnTo>
                  <a:cubicBezTo>
                    <a:pt x="17341" y="8943"/>
                    <a:pt x="17249" y="8764"/>
                    <a:pt x="17108" y="8645"/>
                  </a:cubicBezTo>
                  <a:cubicBezTo>
                    <a:pt x="17135" y="8572"/>
                    <a:pt x="17149" y="8499"/>
                    <a:pt x="17149" y="8417"/>
                  </a:cubicBezTo>
                  <a:lnTo>
                    <a:pt x="17149" y="7781"/>
                  </a:lnTo>
                  <a:cubicBezTo>
                    <a:pt x="17149" y="7420"/>
                    <a:pt x="16856" y="7128"/>
                    <a:pt x="16495" y="7128"/>
                  </a:cubicBezTo>
                  <a:lnTo>
                    <a:pt x="15818" y="7128"/>
                  </a:lnTo>
                  <a:cubicBezTo>
                    <a:pt x="15654" y="7128"/>
                    <a:pt x="15526" y="7256"/>
                    <a:pt x="15526" y="7420"/>
                  </a:cubicBezTo>
                  <a:cubicBezTo>
                    <a:pt x="15526" y="7580"/>
                    <a:pt x="15654" y="7713"/>
                    <a:pt x="15818" y="7713"/>
                  </a:cubicBezTo>
                  <a:lnTo>
                    <a:pt x="16495" y="7713"/>
                  </a:lnTo>
                  <a:cubicBezTo>
                    <a:pt x="16536" y="7713"/>
                    <a:pt x="16563" y="7740"/>
                    <a:pt x="16563" y="7781"/>
                  </a:cubicBezTo>
                  <a:lnTo>
                    <a:pt x="16563" y="8417"/>
                  </a:lnTo>
                  <a:cubicBezTo>
                    <a:pt x="16563" y="8458"/>
                    <a:pt x="16536" y="8485"/>
                    <a:pt x="16495" y="8485"/>
                  </a:cubicBezTo>
                  <a:lnTo>
                    <a:pt x="14013" y="8485"/>
                  </a:lnTo>
                  <a:cubicBezTo>
                    <a:pt x="13976" y="8485"/>
                    <a:pt x="13944" y="8458"/>
                    <a:pt x="13944" y="8417"/>
                  </a:cubicBezTo>
                  <a:lnTo>
                    <a:pt x="13944" y="7781"/>
                  </a:lnTo>
                  <a:cubicBezTo>
                    <a:pt x="13944" y="7740"/>
                    <a:pt x="13976" y="7713"/>
                    <a:pt x="14013" y="7713"/>
                  </a:cubicBezTo>
                  <a:lnTo>
                    <a:pt x="14520" y="7713"/>
                  </a:lnTo>
                  <a:cubicBezTo>
                    <a:pt x="14680" y="7713"/>
                    <a:pt x="14813" y="7580"/>
                    <a:pt x="14813" y="7420"/>
                  </a:cubicBezTo>
                  <a:cubicBezTo>
                    <a:pt x="14813" y="7256"/>
                    <a:pt x="14680" y="7128"/>
                    <a:pt x="14520" y="7128"/>
                  </a:cubicBezTo>
                  <a:lnTo>
                    <a:pt x="14013" y="7128"/>
                  </a:lnTo>
                  <a:cubicBezTo>
                    <a:pt x="13651" y="7128"/>
                    <a:pt x="13359" y="7420"/>
                    <a:pt x="13359" y="7781"/>
                  </a:cubicBezTo>
                  <a:lnTo>
                    <a:pt x="13359" y="8417"/>
                  </a:lnTo>
                  <a:cubicBezTo>
                    <a:pt x="13359" y="8618"/>
                    <a:pt x="13450" y="8796"/>
                    <a:pt x="13592" y="8915"/>
                  </a:cubicBezTo>
                  <a:cubicBezTo>
                    <a:pt x="13565" y="8988"/>
                    <a:pt x="13551" y="9061"/>
                    <a:pt x="13551" y="9139"/>
                  </a:cubicBezTo>
                  <a:lnTo>
                    <a:pt x="13551" y="9779"/>
                  </a:lnTo>
                  <a:cubicBezTo>
                    <a:pt x="13551" y="9807"/>
                    <a:pt x="13551" y="9834"/>
                    <a:pt x="13555" y="9861"/>
                  </a:cubicBezTo>
                  <a:cubicBezTo>
                    <a:pt x="13263" y="9925"/>
                    <a:pt x="13039" y="10191"/>
                    <a:pt x="13039" y="10501"/>
                  </a:cubicBezTo>
                  <a:lnTo>
                    <a:pt x="13039" y="11141"/>
                  </a:lnTo>
                  <a:cubicBezTo>
                    <a:pt x="13039" y="11503"/>
                    <a:pt x="13331" y="11795"/>
                    <a:pt x="13693" y="11795"/>
                  </a:cubicBezTo>
                  <a:lnTo>
                    <a:pt x="13711" y="11795"/>
                  </a:lnTo>
                  <a:cubicBezTo>
                    <a:pt x="13706" y="11818"/>
                    <a:pt x="13706" y="11841"/>
                    <a:pt x="13706" y="11864"/>
                  </a:cubicBezTo>
                  <a:lnTo>
                    <a:pt x="13706" y="12504"/>
                  </a:lnTo>
                  <a:cubicBezTo>
                    <a:pt x="13706" y="12531"/>
                    <a:pt x="13706" y="12559"/>
                    <a:pt x="13711" y="12586"/>
                  </a:cubicBezTo>
                  <a:cubicBezTo>
                    <a:pt x="13418" y="12650"/>
                    <a:pt x="13194" y="12911"/>
                    <a:pt x="13194" y="13226"/>
                  </a:cubicBezTo>
                  <a:lnTo>
                    <a:pt x="13194" y="13866"/>
                  </a:lnTo>
                  <a:cubicBezTo>
                    <a:pt x="13194" y="13903"/>
                    <a:pt x="13199" y="13935"/>
                    <a:pt x="13203" y="13971"/>
                  </a:cubicBezTo>
                  <a:cubicBezTo>
                    <a:pt x="12952" y="14063"/>
                    <a:pt x="12769" y="14305"/>
                    <a:pt x="12769" y="14588"/>
                  </a:cubicBezTo>
                  <a:lnTo>
                    <a:pt x="12769" y="15224"/>
                  </a:lnTo>
                  <a:cubicBezTo>
                    <a:pt x="12769" y="15361"/>
                    <a:pt x="12810" y="15485"/>
                    <a:pt x="12879" y="15585"/>
                  </a:cubicBezTo>
                  <a:cubicBezTo>
                    <a:pt x="12810" y="15690"/>
                    <a:pt x="12769" y="15814"/>
                    <a:pt x="12769" y="15946"/>
                  </a:cubicBezTo>
                  <a:lnTo>
                    <a:pt x="12769" y="16586"/>
                  </a:lnTo>
                  <a:cubicBezTo>
                    <a:pt x="12769" y="16719"/>
                    <a:pt x="12810" y="16847"/>
                    <a:pt x="12879" y="16947"/>
                  </a:cubicBezTo>
                  <a:cubicBezTo>
                    <a:pt x="12810" y="17053"/>
                    <a:pt x="12769" y="17176"/>
                    <a:pt x="12769" y="17309"/>
                  </a:cubicBezTo>
                  <a:lnTo>
                    <a:pt x="12769" y="17949"/>
                  </a:lnTo>
                  <a:cubicBezTo>
                    <a:pt x="12769" y="18310"/>
                    <a:pt x="13062" y="18602"/>
                    <a:pt x="13423" y="18602"/>
                  </a:cubicBezTo>
                  <a:lnTo>
                    <a:pt x="13496" y="18602"/>
                  </a:lnTo>
                  <a:cubicBezTo>
                    <a:pt x="13496" y="18625"/>
                    <a:pt x="13491" y="18648"/>
                    <a:pt x="13491" y="18671"/>
                  </a:cubicBezTo>
                  <a:lnTo>
                    <a:pt x="13491" y="19311"/>
                  </a:lnTo>
                  <a:cubicBezTo>
                    <a:pt x="13491" y="19334"/>
                    <a:pt x="13496" y="19357"/>
                    <a:pt x="13496" y="19380"/>
                  </a:cubicBezTo>
                  <a:lnTo>
                    <a:pt x="11288" y="19380"/>
                  </a:lnTo>
                  <a:cubicBezTo>
                    <a:pt x="11292" y="19357"/>
                    <a:pt x="11292" y="19334"/>
                    <a:pt x="11292" y="19311"/>
                  </a:cubicBezTo>
                  <a:lnTo>
                    <a:pt x="11292" y="18671"/>
                  </a:lnTo>
                  <a:cubicBezTo>
                    <a:pt x="11292" y="18310"/>
                    <a:pt x="11000" y="18017"/>
                    <a:pt x="10639" y="18017"/>
                  </a:cubicBezTo>
                  <a:lnTo>
                    <a:pt x="10566" y="18017"/>
                  </a:lnTo>
                  <a:cubicBezTo>
                    <a:pt x="10566" y="17994"/>
                    <a:pt x="10570" y="17971"/>
                    <a:pt x="10570" y="17949"/>
                  </a:cubicBezTo>
                  <a:lnTo>
                    <a:pt x="10570" y="17309"/>
                  </a:lnTo>
                  <a:cubicBezTo>
                    <a:pt x="10570" y="17272"/>
                    <a:pt x="10566" y="17235"/>
                    <a:pt x="10561" y="17203"/>
                  </a:cubicBezTo>
                  <a:cubicBezTo>
                    <a:pt x="10812" y="17112"/>
                    <a:pt x="10995" y="16870"/>
                    <a:pt x="10995" y="16586"/>
                  </a:cubicBezTo>
                  <a:lnTo>
                    <a:pt x="10995" y="15946"/>
                  </a:lnTo>
                  <a:cubicBezTo>
                    <a:pt x="10995" y="15901"/>
                    <a:pt x="10991" y="15855"/>
                    <a:pt x="10982" y="15814"/>
                  </a:cubicBezTo>
                  <a:cubicBezTo>
                    <a:pt x="11196" y="15709"/>
                    <a:pt x="11347" y="15485"/>
                    <a:pt x="11347" y="15224"/>
                  </a:cubicBezTo>
                  <a:lnTo>
                    <a:pt x="11347" y="14588"/>
                  </a:lnTo>
                  <a:cubicBezTo>
                    <a:pt x="11347" y="14227"/>
                    <a:pt x="11055" y="13935"/>
                    <a:pt x="10694" y="13935"/>
                  </a:cubicBezTo>
                  <a:lnTo>
                    <a:pt x="10209" y="13935"/>
                  </a:lnTo>
                  <a:cubicBezTo>
                    <a:pt x="10213" y="13912"/>
                    <a:pt x="10213" y="13889"/>
                    <a:pt x="10213" y="13866"/>
                  </a:cubicBezTo>
                  <a:lnTo>
                    <a:pt x="10213" y="13226"/>
                  </a:lnTo>
                  <a:cubicBezTo>
                    <a:pt x="10213" y="13180"/>
                    <a:pt x="10209" y="13135"/>
                    <a:pt x="10200" y="13089"/>
                  </a:cubicBezTo>
                  <a:cubicBezTo>
                    <a:pt x="10419" y="12984"/>
                    <a:pt x="10570" y="12760"/>
                    <a:pt x="10570" y="12504"/>
                  </a:cubicBezTo>
                  <a:lnTo>
                    <a:pt x="10570" y="11864"/>
                  </a:lnTo>
                  <a:cubicBezTo>
                    <a:pt x="10570" y="11503"/>
                    <a:pt x="10278" y="11210"/>
                    <a:pt x="9916" y="11210"/>
                  </a:cubicBezTo>
                  <a:lnTo>
                    <a:pt x="7434" y="11210"/>
                  </a:lnTo>
                  <a:cubicBezTo>
                    <a:pt x="7073" y="11210"/>
                    <a:pt x="6780" y="11503"/>
                    <a:pt x="6780" y="11864"/>
                  </a:cubicBezTo>
                  <a:lnTo>
                    <a:pt x="6780" y="12504"/>
                  </a:lnTo>
                  <a:cubicBezTo>
                    <a:pt x="6780" y="12550"/>
                    <a:pt x="6785" y="12595"/>
                    <a:pt x="6794" y="12636"/>
                  </a:cubicBezTo>
                  <a:cubicBezTo>
                    <a:pt x="6574" y="12746"/>
                    <a:pt x="6424" y="12966"/>
                    <a:pt x="6424" y="13226"/>
                  </a:cubicBezTo>
                  <a:lnTo>
                    <a:pt x="6424" y="13866"/>
                  </a:lnTo>
                  <a:cubicBezTo>
                    <a:pt x="6424" y="14223"/>
                    <a:pt x="6716" y="14520"/>
                    <a:pt x="7077" y="14520"/>
                  </a:cubicBezTo>
                  <a:lnTo>
                    <a:pt x="7562" y="14520"/>
                  </a:lnTo>
                  <a:cubicBezTo>
                    <a:pt x="7562" y="14538"/>
                    <a:pt x="7557" y="14561"/>
                    <a:pt x="7557" y="14588"/>
                  </a:cubicBezTo>
                  <a:lnTo>
                    <a:pt x="7557" y="15224"/>
                  </a:lnTo>
                  <a:cubicBezTo>
                    <a:pt x="7557" y="15274"/>
                    <a:pt x="7562" y="15315"/>
                    <a:pt x="7571" y="15361"/>
                  </a:cubicBezTo>
                  <a:cubicBezTo>
                    <a:pt x="7356" y="15466"/>
                    <a:pt x="7205" y="15690"/>
                    <a:pt x="7205" y="15946"/>
                  </a:cubicBezTo>
                  <a:lnTo>
                    <a:pt x="7205" y="16586"/>
                  </a:lnTo>
                  <a:cubicBezTo>
                    <a:pt x="7205" y="16623"/>
                    <a:pt x="7210" y="16659"/>
                    <a:pt x="7215" y="16696"/>
                  </a:cubicBezTo>
                  <a:cubicBezTo>
                    <a:pt x="6958" y="16783"/>
                    <a:pt x="6780" y="17025"/>
                    <a:pt x="6780" y="17309"/>
                  </a:cubicBezTo>
                  <a:lnTo>
                    <a:pt x="6780" y="17949"/>
                  </a:lnTo>
                  <a:cubicBezTo>
                    <a:pt x="6780" y="18310"/>
                    <a:pt x="7073" y="18602"/>
                    <a:pt x="7434" y="18602"/>
                  </a:cubicBezTo>
                  <a:lnTo>
                    <a:pt x="7507" y="18602"/>
                  </a:lnTo>
                  <a:cubicBezTo>
                    <a:pt x="7503" y="18625"/>
                    <a:pt x="7503" y="18648"/>
                    <a:pt x="7503" y="18671"/>
                  </a:cubicBezTo>
                  <a:lnTo>
                    <a:pt x="7503" y="19311"/>
                  </a:lnTo>
                  <a:cubicBezTo>
                    <a:pt x="7503" y="19334"/>
                    <a:pt x="7503" y="19357"/>
                    <a:pt x="7507" y="19380"/>
                  </a:cubicBezTo>
                  <a:lnTo>
                    <a:pt x="5258" y="19380"/>
                  </a:lnTo>
                  <a:cubicBezTo>
                    <a:pt x="5258" y="19357"/>
                    <a:pt x="5262" y="19334"/>
                    <a:pt x="5262" y="19311"/>
                  </a:cubicBezTo>
                  <a:lnTo>
                    <a:pt x="5262" y="18671"/>
                  </a:lnTo>
                  <a:cubicBezTo>
                    <a:pt x="5262" y="18639"/>
                    <a:pt x="5258" y="18611"/>
                    <a:pt x="5253" y="18584"/>
                  </a:cubicBezTo>
                  <a:cubicBezTo>
                    <a:pt x="5541" y="18511"/>
                    <a:pt x="5752" y="18255"/>
                    <a:pt x="5752" y="17949"/>
                  </a:cubicBezTo>
                  <a:lnTo>
                    <a:pt x="5752" y="17309"/>
                  </a:lnTo>
                  <a:cubicBezTo>
                    <a:pt x="5752" y="17053"/>
                    <a:pt x="5601" y="16829"/>
                    <a:pt x="5386" y="16723"/>
                  </a:cubicBezTo>
                  <a:cubicBezTo>
                    <a:pt x="5395" y="16678"/>
                    <a:pt x="5400" y="16632"/>
                    <a:pt x="5400" y="16586"/>
                  </a:cubicBezTo>
                  <a:lnTo>
                    <a:pt x="5400" y="15946"/>
                  </a:lnTo>
                  <a:cubicBezTo>
                    <a:pt x="5400" y="15590"/>
                    <a:pt x="5107" y="15292"/>
                    <a:pt x="4746" y="15292"/>
                  </a:cubicBezTo>
                  <a:lnTo>
                    <a:pt x="2263" y="15292"/>
                  </a:lnTo>
                  <a:cubicBezTo>
                    <a:pt x="1902" y="15292"/>
                    <a:pt x="1610" y="15590"/>
                    <a:pt x="1610" y="15946"/>
                  </a:cubicBezTo>
                  <a:lnTo>
                    <a:pt x="1610" y="16586"/>
                  </a:lnTo>
                  <a:cubicBezTo>
                    <a:pt x="1610" y="16847"/>
                    <a:pt x="1761" y="17066"/>
                    <a:pt x="1975" y="17176"/>
                  </a:cubicBezTo>
                  <a:cubicBezTo>
                    <a:pt x="1966" y="17217"/>
                    <a:pt x="1962" y="17263"/>
                    <a:pt x="1962" y="17309"/>
                  </a:cubicBezTo>
                  <a:lnTo>
                    <a:pt x="1962" y="17949"/>
                  </a:lnTo>
                  <a:cubicBezTo>
                    <a:pt x="1962" y="17981"/>
                    <a:pt x="1966" y="18008"/>
                    <a:pt x="1971" y="18035"/>
                  </a:cubicBezTo>
                  <a:cubicBezTo>
                    <a:pt x="1683" y="18109"/>
                    <a:pt x="1473" y="18365"/>
                    <a:pt x="1473" y="18671"/>
                  </a:cubicBezTo>
                  <a:lnTo>
                    <a:pt x="1473" y="19311"/>
                  </a:lnTo>
                  <a:cubicBezTo>
                    <a:pt x="1473" y="19334"/>
                    <a:pt x="1473" y="19357"/>
                    <a:pt x="1473" y="19380"/>
                  </a:cubicBezTo>
                  <a:lnTo>
                    <a:pt x="586" y="19380"/>
                  </a:lnTo>
                  <a:lnTo>
                    <a:pt x="586" y="15078"/>
                  </a:lnTo>
                  <a:lnTo>
                    <a:pt x="4568" y="11631"/>
                  </a:lnTo>
                  <a:cubicBezTo>
                    <a:pt x="4686" y="11525"/>
                    <a:pt x="4700" y="11343"/>
                    <a:pt x="4595" y="11219"/>
                  </a:cubicBezTo>
                  <a:cubicBezTo>
                    <a:pt x="4537" y="11151"/>
                    <a:pt x="4456" y="11117"/>
                    <a:pt x="4374" y="11117"/>
                  </a:cubicBezTo>
                  <a:cubicBezTo>
                    <a:pt x="4307" y="11117"/>
                    <a:pt x="4239" y="11140"/>
                    <a:pt x="4184" y="11187"/>
                  </a:cubicBezTo>
                  <a:lnTo>
                    <a:pt x="586" y="14305"/>
                  </a:lnTo>
                  <a:lnTo>
                    <a:pt x="586" y="9866"/>
                  </a:lnTo>
                  <a:lnTo>
                    <a:pt x="993" y="9866"/>
                  </a:lnTo>
                  <a:cubicBezTo>
                    <a:pt x="1153" y="9866"/>
                    <a:pt x="1285" y="9738"/>
                    <a:pt x="1285" y="9573"/>
                  </a:cubicBezTo>
                  <a:cubicBezTo>
                    <a:pt x="1285" y="9413"/>
                    <a:pt x="1153" y="9281"/>
                    <a:pt x="993" y="9281"/>
                  </a:cubicBezTo>
                  <a:lnTo>
                    <a:pt x="586" y="9281"/>
                  </a:lnTo>
                  <a:lnTo>
                    <a:pt x="586" y="7196"/>
                  </a:lnTo>
                  <a:lnTo>
                    <a:pt x="993" y="7196"/>
                  </a:lnTo>
                  <a:cubicBezTo>
                    <a:pt x="1153" y="7196"/>
                    <a:pt x="1285" y="7064"/>
                    <a:pt x="1285" y="6904"/>
                  </a:cubicBezTo>
                  <a:cubicBezTo>
                    <a:pt x="1285" y="6744"/>
                    <a:pt x="1153" y="6611"/>
                    <a:pt x="993" y="6611"/>
                  </a:cubicBezTo>
                  <a:lnTo>
                    <a:pt x="586" y="6611"/>
                  </a:lnTo>
                  <a:lnTo>
                    <a:pt x="586" y="4522"/>
                  </a:lnTo>
                  <a:lnTo>
                    <a:pt x="993" y="4522"/>
                  </a:lnTo>
                  <a:cubicBezTo>
                    <a:pt x="1153" y="4522"/>
                    <a:pt x="1285" y="4394"/>
                    <a:pt x="1285" y="4234"/>
                  </a:cubicBezTo>
                  <a:cubicBezTo>
                    <a:pt x="1285" y="4069"/>
                    <a:pt x="1153" y="3941"/>
                    <a:pt x="993" y="3941"/>
                  </a:cubicBezTo>
                  <a:lnTo>
                    <a:pt x="586" y="3941"/>
                  </a:lnTo>
                  <a:lnTo>
                    <a:pt x="586" y="1852"/>
                  </a:lnTo>
                  <a:lnTo>
                    <a:pt x="993" y="1852"/>
                  </a:lnTo>
                  <a:cubicBezTo>
                    <a:pt x="1153" y="1852"/>
                    <a:pt x="1285" y="1724"/>
                    <a:pt x="1285" y="1559"/>
                  </a:cubicBezTo>
                  <a:cubicBezTo>
                    <a:pt x="1285" y="1399"/>
                    <a:pt x="1153" y="1267"/>
                    <a:pt x="993" y="1267"/>
                  </a:cubicBezTo>
                  <a:lnTo>
                    <a:pt x="586" y="1267"/>
                  </a:lnTo>
                  <a:lnTo>
                    <a:pt x="586" y="293"/>
                  </a:lnTo>
                  <a:cubicBezTo>
                    <a:pt x="586" y="133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7513495" y="3541811"/>
              <a:ext cx="14339" cy="21267"/>
            </a:xfrm>
            <a:custGeom>
              <a:rect b="b" l="l" r="r" t="t"/>
              <a:pathLst>
                <a:path extrusionOk="0" h="869" w="58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576"/>
                  </a:lnTo>
                  <a:cubicBezTo>
                    <a:pt x="1" y="736"/>
                    <a:pt x="133" y="869"/>
                    <a:pt x="293" y="869"/>
                  </a:cubicBezTo>
                  <a:cubicBezTo>
                    <a:pt x="458" y="869"/>
                    <a:pt x="586" y="736"/>
                    <a:pt x="586" y="576"/>
                  </a:cubicBezTo>
                  <a:lnTo>
                    <a:pt x="586" y="293"/>
                  </a:lnTo>
                  <a:cubicBezTo>
                    <a:pt x="586" y="133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7672376" y="3457335"/>
              <a:ext cx="14339" cy="21169"/>
            </a:xfrm>
            <a:custGeom>
              <a:rect b="b" l="l" r="r" t="t"/>
              <a:pathLst>
                <a:path extrusionOk="0" h="865" w="586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lnTo>
                    <a:pt x="0" y="572"/>
                  </a:lnTo>
                  <a:cubicBezTo>
                    <a:pt x="0" y="737"/>
                    <a:pt x="133" y="865"/>
                    <a:pt x="293" y="865"/>
                  </a:cubicBezTo>
                  <a:cubicBezTo>
                    <a:pt x="453" y="865"/>
                    <a:pt x="585" y="737"/>
                    <a:pt x="585" y="572"/>
                  </a:cubicBezTo>
                  <a:lnTo>
                    <a:pt x="585" y="289"/>
                  </a:lnTo>
                  <a:cubicBezTo>
                    <a:pt x="585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7434960" y="3426012"/>
              <a:ext cx="48108" cy="84039"/>
            </a:xfrm>
            <a:custGeom>
              <a:rect b="b" l="l" r="r" t="t"/>
              <a:pathLst>
                <a:path extrusionOk="0" h="3434" w="1966">
                  <a:moveTo>
                    <a:pt x="983" y="1"/>
                  </a:moveTo>
                  <a:cubicBezTo>
                    <a:pt x="823" y="1"/>
                    <a:pt x="691" y="133"/>
                    <a:pt x="691" y="293"/>
                  </a:cubicBezTo>
                  <a:lnTo>
                    <a:pt x="691" y="398"/>
                  </a:lnTo>
                  <a:cubicBezTo>
                    <a:pt x="302" y="462"/>
                    <a:pt x="0" y="801"/>
                    <a:pt x="0" y="1207"/>
                  </a:cubicBezTo>
                  <a:cubicBezTo>
                    <a:pt x="0" y="1660"/>
                    <a:pt x="371" y="2030"/>
                    <a:pt x="823" y="2030"/>
                  </a:cubicBezTo>
                  <a:lnTo>
                    <a:pt x="1143" y="2030"/>
                  </a:lnTo>
                  <a:cubicBezTo>
                    <a:pt x="1271" y="2030"/>
                    <a:pt x="1381" y="2135"/>
                    <a:pt x="1381" y="2268"/>
                  </a:cubicBezTo>
                  <a:cubicBezTo>
                    <a:pt x="1381" y="2396"/>
                    <a:pt x="1271" y="2506"/>
                    <a:pt x="1143" y="2506"/>
                  </a:cubicBezTo>
                  <a:lnTo>
                    <a:pt x="823" y="2506"/>
                  </a:lnTo>
                  <a:cubicBezTo>
                    <a:pt x="727" y="2506"/>
                    <a:pt x="640" y="2446"/>
                    <a:pt x="604" y="2359"/>
                  </a:cubicBezTo>
                  <a:cubicBezTo>
                    <a:pt x="556" y="2247"/>
                    <a:pt x="450" y="2180"/>
                    <a:pt x="336" y="2180"/>
                  </a:cubicBezTo>
                  <a:cubicBezTo>
                    <a:pt x="297" y="2180"/>
                    <a:pt x="258" y="2188"/>
                    <a:pt x="220" y="2204"/>
                  </a:cubicBezTo>
                  <a:cubicBezTo>
                    <a:pt x="73" y="2268"/>
                    <a:pt x="5" y="2437"/>
                    <a:pt x="64" y="2588"/>
                  </a:cubicBezTo>
                  <a:cubicBezTo>
                    <a:pt x="179" y="2849"/>
                    <a:pt x="416" y="3032"/>
                    <a:pt x="691" y="3077"/>
                  </a:cubicBezTo>
                  <a:lnTo>
                    <a:pt x="691" y="3141"/>
                  </a:lnTo>
                  <a:cubicBezTo>
                    <a:pt x="691" y="3301"/>
                    <a:pt x="823" y="3434"/>
                    <a:pt x="983" y="3434"/>
                  </a:cubicBezTo>
                  <a:cubicBezTo>
                    <a:pt x="1143" y="3434"/>
                    <a:pt x="1276" y="3301"/>
                    <a:pt x="1276" y="3141"/>
                  </a:cubicBezTo>
                  <a:lnTo>
                    <a:pt x="1276" y="3077"/>
                  </a:lnTo>
                  <a:cubicBezTo>
                    <a:pt x="1664" y="3013"/>
                    <a:pt x="1966" y="2675"/>
                    <a:pt x="1966" y="2268"/>
                  </a:cubicBezTo>
                  <a:cubicBezTo>
                    <a:pt x="1966" y="1815"/>
                    <a:pt x="1596" y="1445"/>
                    <a:pt x="1143" y="1445"/>
                  </a:cubicBezTo>
                  <a:lnTo>
                    <a:pt x="823" y="1445"/>
                  </a:lnTo>
                  <a:cubicBezTo>
                    <a:pt x="691" y="1445"/>
                    <a:pt x="585" y="1340"/>
                    <a:pt x="585" y="1207"/>
                  </a:cubicBezTo>
                  <a:cubicBezTo>
                    <a:pt x="585" y="1079"/>
                    <a:pt x="691" y="970"/>
                    <a:pt x="823" y="970"/>
                  </a:cubicBezTo>
                  <a:lnTo>
                    <a:pt x="1143" y="970"/>
                  </a:lnTo>
                  <a:cubicBezTo>
                    <a:pt x="1221" y="970"/>
                    <a:pt x="1294" y="1011"/>
                    <a:pt x="1340" y="1075"/>
                  </a:cubicBezTo>
                  <a:cubicBezTo>
                    <a:pt x="1397" y="1161"/>
                    <a:pt x="1488" y="1205"/>
                    <a:pt x="1582" y="1205"/>
                  </a:cubicBezTo>
                  <a:cubicBezTo>
                    <a:pt x="1638" y="1205"/>
                    <a:pt x="1695" y="1190"/>
                    <a:pt x="1747" y="1157"/>
                  </a:cubicBezTo>
                  <a:cubicBezTo>
                    <a:pt x="1879" y="1066"/>
                    <a:pt x="1916" y="883"/>
                    <a:pt x="1824" y="750"/>
                  </a:cubicBezTo>
                  <a:cubicBezTo>
                    <a:pt x="1696" y="558"/>
                    <a:pt x="1495" y="435"/>
                    <a:pt x="1276" y="398"/>
                  </a:cubicBezTo>
                  <a:lnTo>
                    <a:pt x="1276" y="293"/>
                  </a:lnTo>
                  <a:cubicBezTo>
                    <a:pt x="1276" y="133"/>
                    <a:pt x="1143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7391201" y="3400170"/>
              <a:ext cx="135613" cy="135724"/>
            </a:xfrm>
            <a:custGeom>
              <a:rect b="b" l="l" r="r" t="t"/>
              <a:pathLst>
                <a:path extrusionOk="0" h="5546" w="5542">
                  <a:moveTo>
                    <a:pt x="2771" y="586"/>
                  </a:moveTo>
                  <a:cubicBezTo>
                    <a:pt x="3978" y="586"/>
                    <a:pt x="4956" y="1569"/>
                    <a:pt x="4956" y="2771"/>
                  </a:cubicBezTo>
                  <a:cubicBezTo>
                    <a:pt x="4956" y="3978"/>
                    <a:pt x="3978" y="4961"/>
                    <a:pt x="2771" y="4961"/>
                  </a:cubicBezTo>
                  <a:cubicBezTo>
                    <a:pt x="1564" y="4961"/>
                    <a:pt x="586" y="3978"/>
                    <a:pt x="586" y="2771"/>
                  </a:cubicBezTo>
                  <a:cubicBezTo>
                    <a:pt x="586" y="1569"/>
                    <a:pt x="1564" y="586"/>
                    <a:pt x="2771" y="586"/>
                  </a:cubicBezTo>
                  <a:close/>
                  <a:moveTo>
                    <a:pt x="2771" y="0"/>
                  </a:moveTo>
                  <a:cubicBezTo>
                    <a:pt x="1244" y="0"/>
                    <a:pt x="1" y="1244"/>
                    <a:pt x="1" y="2771"/>
                  </a:cubicBezTo>
                  <a:cubicBezTo>
                    <a:pt x="1" y="4302"/>
                    <a:pt x="1244" y="5546"/>
                    <a:pt x="2771" y="5546"/>
                  </a:cubicBezTo>
                  <a:cubicBezTo>
                    <a:pt x="4298" y="5546"/>
                    <a:pt x="5542" y="4302"/>
                    <a:pt x="5542" y="2771"/>
                  </a:cubicBezTo>
                  <a:cubicBezTo>
                    <a:pt x="5542" y="1244"/>
                    <a:pt x="4298" y="0"/>
                    <a:pt x="2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7544478" y="3421533"/>
              <a:ext cx="37390" cy="25207"/>
            </a:xfrm>
            <a:custGeom>
              <a:rect b="b" l="l" r="r" t="t"/>
              <a:pathLst>
                <a:path extrusionOk="0" h="1030" w="1528">
                  <a:moveTo>
                    <a:pt x="764" y="1"/>
                  </a:moveTo>
                  <a:cubicBezTo>
                    <a:pt x="687" y="1"/>
                    <a:pt x="613" y="33"/>
                    <a:pt x="559" y="88"/>
                  </a:cubicBezTo>
                  <a:lnTo>
                    <a:pt x="115" y="531"/>
                  </a:lnTo>
                  <a:cubicBezTo>
                    <a:pt x="1" y="645"/>
                    <a:pt x="1" y="828"/>
                    <a:pt x="115" y="942"/>
                  </a:cubicBezTo>
                  <a:cubicBezTo>
                    <a:pt x="172" y="1000"/>
                    <a:pt x="247" y="1028"/>
                    <a:pt x="321" y="1028"/>
                  </a:cubicBezTo>
                  <a:cubicBezTo>
                    <a:pt x="395" y="1028"/>
                    <a:pt x="469" y="1000"/>
                    <a:pt x="527" y="942"/>
                  </a:cubicBezTo>
                  <a:lnTo>
                    <a:pt x="764" y="705"/>
                  </a:lnTo>
                  <a:lnTo>
                    <a:pt x="1002" y="942"/>
                  </a:lnTo>
                  <a:cubicBezTo>
                    <a:pt x="1057" y="1002"/>
                    <a:pt x="1135" y="1029"/>
                    <a:pt x="1208" y="1029"/>
                  </a:cubicBezTo>
                  <a:cubicBezTo>
                    <a:pt x="1281" y="1029"/>
                    <a:pt x="1359" y="1002"/>
                    <a:pt x="1413" y="942"/>
                  </a:cubicBezTo>
                  <a:cubicBezTo>
                    <a:pt x="1528" y="828"/>
                    <a:pt x="1528" y="645"/>
                    <a:pt x="1413" y="531"/>
                  </a:cubicBezTo>
                  <a:lnTo>
                    <a:pt x="970" y="88"/>
                  </a:lnTo>
                  <a:cubicBezTo>
                    <a:pt x="915" y="33"/>
                    <a:pt x="842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7544478" y="3455427"/>
              <a:ext cx="37390" cy="25207"/>
            </a:xfrm>
            <a:custGeom>
              <a:rect b="b" l="l" r="r" t="t"/>
              <a:pathLst>
                <a:path extrusionOk="0" h="1030" w="1528">
                  <a:moveTo>
                    <a:pt x="764" y="1"/>
                  </a:moveTo>
                  <a:cubicBezTo>
                    <a:pt x="687" y="1"/>
                    <a:pt x="613" y="33"/>
                    <a:pt x="559" y="88"/>
                  </a:cubicBezTo>
                  <a:lnTo>
                    <a:pt x="115" y="531"/>
                  </a:lnTo>
                  <a:cubicBezTo>
                    <a:pt x="1" y="645"/>
                    <a:pt x="1" y="828"/>
                    <a:pt x="115" y="943"/>
                  </a:cubicBezTo>
                  <a:cubicBezTo>
                    <a:pt x="172" y="1000"/>
                    <a:pt x="247" y="1028"/>
                    <a:pt x="321" y="1028"/>
                  </a:cubicBezTo>
                  <a:cubicBezTo>
                    <a:pt x="395" y="1028"/>
                    <a:pt x="469" y="1000"/>
                    <a:pt x="527" y="943"/>
                  </a:cubicBezTo>
                  <a:lnTo>
                    <a:pt x="764" y="705"/>
                  </a:lnTo>
                  <a:lnTo>
                    <a:pt x="1002" y="943"/>
                  </a:lnTo>
                  <a:cubicBezTo>
                    <a:pt x="1057" y="1002"/>
                    <a:pt x="1135" y="1029"/>
                    <a:pt x="1208" y="1029"/>
                  </a:cubicBezTo>
                  <a:cubicBezTo>
                    <a:pt x="1281" y="1029"/>
                    <a:pt x="1359" y="1002"/>
                    <a:pt x="1413" y="943"/>
                  </a:cubicBezTo>
                  <a:cubicBezTo>
                    <a:pt x="1528" y="828"/>
                    <a:pt x="1528" y="645"/>
                    <a:pt x="1413" y="531"/>
                  </a:cubicBezTo>
                  <a:lnTo>
                    <a:pt x="970" y="88"/>
                  </a:lnTo>
                  <a:cubicBezTo>
                    <a:pt x="915" y="33"/>
                    <a:pt x="842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7544478" y="3489344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764" y="0"/>
                  </a:moveTo>
                  <a:cubicBezTo>
                    <a:pt x="687" y="0"/>
                    <a:pt x="613" y="32"/>
                    <a:pt x="559" y="87"/>
                  </a:cubicBezTo>
                  <a:lnTo>
                    <a:pt x="115" y="530"/>
                  </a:lnTo>
                  <a:cubicBezTo>
                    <a:pt x="1" y="645"/>
                    <a:pt x="1" y="828"/>
                    <a:pt x="115" y="942"/>
                  </a:cubicBezTo>
                  <a:cubicBezTo>
                    <a:pt x="172" y="999"/>
                    <a:pt x="247" y="1028"/>
                    <a:pt x="321" y="1028"/>
                  </a:cubicBezTo>
                  <a:cubicBezTo>
                    <a:pt x="395" y="1028"/>
                    <a:pt x="469" y="999"/>
                    <a:pt x="527" y="942"/>
                  </a:cubicBezTo>
                  <a:lnTo>
                    <a:pt x="764" y="704"/>
                  </a:lnTo>
                  <a:lnTo>
                    <a:pt x="1002" y="942"/>
                  </a:lnTo>
                  <a:cubicBezTo>
                    <a:pt x="1057" y="1001"/>
                    <a:pt x="1135" y="1029"/>
                    <a:pt x="1208" y="1029"/>
                  </a:cubicBezTo>
                  <a:cubicBezTo>
                    <a:pt x="1281" y="1029"/>
                    <a:pt x="1359" y="1001"/>
                    <a:pt x="1413" y="942"/>
                  </a:cubicBezTo>
                  <a:cubicBezTo>
                    <a:pt x="1528" y="828"/>
                    <a:pt x="1528" y="645"/>
                    <a:pt x="1413" y="530"/>
                  </a:cubicBezTo>
                  <a:lnTo>
                    <a:pt x="970" y="87"/>
                  </a:lnTo>
                  <a:cubicBezTo>
                    <a:pt x="915" y="32"/>
                    <a:pt x="842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0" name="Google Shape;1080;p34"/>
          <p:cNvGrpSpPr/>
          <p:nvPr/>
        </p:nvGrpSpPr>
        <p:grpSpPr>
          <a:xfrm>
            <a:off x="1320862" y="3435360"/>
            <a:ext cx="495028" cy="360211"/>
            <a:chOff x="1320862" y="3435360"/>
            <a:chExt cx="495028" cy="360211"/>
          </a:xfrm>
        </p:grpSpPr>
        <p:sp>
          <p:nvSpPr>
            <p:cNvPr id="1081" name="Google Shape;1081;p34"/>
            <p:cNvSpPr/>
            <p:nvPr/>
          </p:nvSpPr>
          <p:spPr>
            <a:xfrm>
              <a:off x="1496728" y="3640358"/>
              <a:ext cx="45221" cy="78018"/>
            </a:xfrm>
            <a:custGeom>
              <a:rect b="b" l="l" r="r" t="t"/>
              <a:pathLst>
                <a:path extrusionOk="0" h="3188" w="1848">
                  <a:moveTo>
                    <a:pt x="924" y="1"/>
                  </a:moveTo>
                  <a:cubicBezTo>
                    <a:pt x="764" y="1"/>
                    <a:pt x="632" y="133"/>
                    <a:pt x="632" y="293"/>
                  </a:cubicBezTo>
                  <a:lnTo>
                    <a:pt x="632" y="371"/>
                  </a:lnTo>
                  <a:cubicBezTo>
                    <a:pt x="275" y="440"/>
                    <a:pt x="5" y="750"/>
                    <a:pt x="5" y="1130"/>
                  </a:cubicBezTo>
                  <a:cubicBezTo>
                    <a:pt x="5" y="1560"/>
                    <a:pt x="353" y="1907"/>
                    <a:pt x="778" y="1907"/>
                  </a:cubicBezTo>
                  <a:lnTo>
                    <a:pt x="1070" y="1907"/>
                  </a:lnTo>
                  <a:cubicBezTo>
                    <a:pt x="1176" y="1907"/>
                    <a:pt x="1262" y="1989"/>
                    <a:pt x="1262" y="2095"/>
                  </a:cubicBezTo>
                  <a:cubicBezTo>
                    <a:pt x="1262" y="2200"/>
                    <a:pt x="1176" y="2287"/>
                    <a:pt x="1070" y="2287"/>
                  </a:cubicBezTo>
                  <a:lnTo>
                    <a:pt x="778" y="2287"/>
                  </a:lnTo>
                  <a:cubicBezTo>
                    <a:pt x="700" y="2287"/>
                    <a:pt x="632" y="2241"/>
                    <a:pt x="604" y="2172"/>
                  </a:cubicBezTo>
                  <a:cubicBezTo>
                    <a:pt x="556" y="2060"/>
                    <a:pt x="450" y="1993"/>
                    <a:pt x="336" y="1993"/>
                  </a:cubicBezTo>
                  <a:cubicBezTo>
                    <a:pt x="298" y="1993"/>
                    <a:pt x="258" y="2001"/>
                    <a:pt x="220" y="2017"/>
                  </a:cubicBezTo>
                  <a:cubicBezTo>
                    <a:pt x="69" y="2076"/>
                    <a:pt x="1" y="2250"/>
                    <a:pt x="65" y="2401"/>
                  </a:cubicBezTo>
                  <a:cubicBezTo>
                    <a:pt x="165" y="2639"/>
                    <a:pt x="380" y="2808"/>
                    <a:pt x="632" y="2858"/>
                  </a:cubicBezTo>
                  <a:lnTo>
                    <a:pt x="632" y="2895"/>
                  </a:lnTo>
                  <a:cubicBezTo>
                    <a:pt x="632" y="3055"/>
                    <a:pt x="764" y="3187"/>
                    <a:pt x="924" y="3187"/>
                  </a:cubicBezTo>
                  <a:cubicBezTo>
                    <a:pt x="1089" y="3187"/>
                    <a:pt x="1217" y="3055"/>
                    <a:pt x="1217" y="2895"/>
                  </a:cubicBezTo>
                  <a:lnTo>
                    <a:pt x="1217" y="2858"/>
                  </a:lnTo>
                  <a:cubicBezTo>
                    <a:pt x="1573" y="2789"/>
                    <a:pt x="1848" y="2474"/>
                    <a:pt x="1848" y="2095"/>
                  </a:cubicBezTo>
                  <a:cubicBezTo>
                    <a:pt x="1848" y="1669"/>
                    <a:pt x="1500" y="1322"/>
                    <a:pt x="1070" y="1322"/>
                  </a:cubicBezTo>
                  <a:lnTo>
                    <a:pt x="778" y="1322"/>
                  </a:lnTo>
                  <a:cubicBezTo>
                    <a:pt x="673" y="1322"/>
                    <a:pt x="590" y="1235"/>
                    <a:pt x="590" y="1130"/>
                  </a:cubicBezTo>
                  <a:cubicBezTo>
                    <a:pt x="590" y="1025"/>
                    <a:pt x="673" y="938"/>
                    <a:pt x="778" y="938"/>
                  </a:cubicBezTo>
                  <a:lnTo>
                    <a:pt x="1070" y="938"/>
                  </a:lnTo>
                  <a:cubicBezTo>
                    <a:pt x="1134" y="938"/>
                    <a:pt x="1194" y="970"/>
                    <a:pt x="1230" y="1025"/>
                  </a:cubicBezTo>
                  <a:cubicBezTo>
                    <a:pt x="1288" y="1108"/>
                    <a:pt x="1379" y="1153"/>
                    <a:pt x="1473" y="1153"/>
                  </a:cubicBezTo>
                  <a:cubicBezTo>
                    <a:pt x="1529" y="1153"/>
                    <a:pt x="1586" y="1137"/>
                    <a:pt x="1637" y="1103"/>
                  </a:cubicBezTo>
                  <a:cubicBezTo>
                    <a:pt x="1770" y="1011"/>
                    <a:pt x="1807" y="828"/>
                    <a:pt x="1715" y="696"/>
                  </a:cubicBezTo>
                  <a:cubicBezTo>
                    <a:pt x="1596" y="522"/>
                    <a:pt x="1418" y="408"/>
                    <a:pt x="1217" y="366"/>
                  </a:cubicBezTo>
                  <a:lnTo>
                    <a:pt x="1217" y="293"/>
                  </a:lnTo>
                  <a:cubicBezTo>
                    <a:pt x="1217" y="133"/>
                    <a:pt x="108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1456788" y="3616865"/>
              <a:ext cx="125091" cy="125006"/>
            </a:xfrm>
            <a:custGeom>
              <a:rect b="b" l="l" r="r" t="t"/>
              <a:pathLst>
                <a:path extrusionOk="0" h="5108" w="5112">
                  <a:moveTo>
                    <a:pt x="2556" y="586"/>
                  </a:moveTo>
                  <a:cubicBezTo>
                    <a:pt x="3644" y="586"/>
                    <a:pt x="4527" y="1468"/>
                    <a:pt x="4527" y="2556"/>
                  </a:cubicBezTo>
                  <a:cubicBezTo>
                    <a:pt x="4527" y="3640"/>
                    <a:pt x="3644" y="4527"/>
                    <a:pt x="2556" y="4527"/>
                  </a:cubicBezTo>
                  <a:cubicBezTo>
                    <a:pt x="1473" y="4527"/>
                    <a:pt x="586" y="3640"/>
                    <a:pt x="586" y="2556"/>
                  </a:cubicBezTo>
                  <a:cubicBezTo>
                    <a:pt x="586" y="1468"/>
                    <a:pt x="1473" y="586"/>
                    <a:pt x="2556" y="586"/>
                  </a:cubicBezTo>
                  <a:close/>
                  <a:moveTo>
                    <a:pt x="2556" y="1"/>
                  </a:moveTo>
                  <a:cubicBezTo>
                    <a:pt x="1148" y="1"/>
                    <a:pt x="1" y="1144"/>
                    <a:pt x="1" y="2556"/>
                  </a:cubicBezTo>
                  <a:cubicBezTo>
                    <a:pt x="1" y="3964"/>
                    <a:pt x="1148" y="5107"/>
                    <a:pt x="2556" y="5107"/>
                  </a:cubicBezTo>
                  <a:cubicBezTo>
                    <a:pt x="3964" y="5107"/>
                    <a:pt x="5112" y="3964"/>
                    <a:pt x="5112" y="2556"/>
                  </a:cubicBezTo>
                  <a:cubicBezTo>
                    <a:pt x="5112" y="1144"/>
                    <a:pt x="3964" y="1"/>
                    <a:pt x="25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1390563" y="3652790"/>
              <a:ext cx="53149" cy="53154"/>
            </a:xfrm>
            <a:custGeom>
              <a:rect b="b" l="l" r="r" t="t"/>
              <a:pathLst>
                <a:path extrusionOk="0" h="2172" w="2172">
                  <a:moveTo>
                    <a:pt x="1084" y="585"/>
                  </a:moveTo>
                  <a:cubicBezTo>
                    <a:pt x="1363" y="585"/>
                    <a:pt x="1587" y="809"/>
                    <a:pt x="1587" y="1088"/>
                  </a:cubicBezTo>
                  <a:cubicBezTo>
                    <a:pt x="1587" y="1363"/>
                    <a:pt x="1363" y="1587"/>
                    <a:pt x="1084" y="1587"/>
                  </a:cubicBezTo>
                  <a:cubicBezTo>
                    <a:pt x="809" y="1587"/>
                    <a:pt x="585" y="1363"/>
                    <a:pt x="585" y="1088"/>
                  </a:cubicBezTo>
                  <a:cubicBezTo>
                    <a:pt x="585" y="809"/>
                    <a:pt x="809" y="585"/>
                    <a:pt x="1084" y="585"/>
                  </a:cubicBezTo>
                  <a:close/>
                  <a:moveTo>
                    <a:pt x="1084" y="0"/>
                  </a:moveTo>
                  <a:cubicBezTo>
                    <a:pt x="489" y="0"/>
                    <a:pt x="0" y="489"/>
                    <a:pt x="0" y="1088"/>
                  </a:cubicBezTo>
                  <a:cubicBezTo>
                    <a:pt x="0" y="1683"/>
                    <a:pt x="489" y="2172"/>
                    <a:pt x="1084" y="2172"/>
                  </a:cubicBezTo>
                  <a:cubicBezTo>
                    <a:pt x="1683" y="2172"/>
                    <a:pt x="2172" y="1683"/>
                    <a:pt x="2172" y="1088"/>
                  </a:cubicBezTo>
                  <a:cubicBezTo>
                    <a:pt x="2172" y="489"/>
                    <a:pt x="1683" y="0"/>
                    <a:pt x="10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1587574" y="3732322"/>
              <a:ext cx="81926" cy="14341"/>
            </a:xfrm>
            <a:custGeom>
              <a:rect b="b" l="l" r="r" t="t"/>
              <a:pathLst>
                <a:path extrusionOk="0" h="586" w="3348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3055" y="586"/>
                  </a:lnTo>
                  <a:cubicBezTo>
                    <a:pt x="3215" y="586"/>
                    <a:pt x="3347" y="453"/>
                    <a:pt x="3347" y="293"/>
                  </a:cubicBezTo>
                  <a:cubicBezTo>
                    <a:pt x="3347" y="133"/>
                    <a:pt x="3215" y="1"/>
                    <a:pt x="3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1369197" y="3612069"/>
              <a:ext cx="82023" cy="14341"/>
            </a:xfrm>
            <a:custGeom>
              <a:rect b="b" l="l" r="r" t="t"/>
              <a:pathLst>
                <a:path extrusionOk="0" h="586" w="3352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058" y="585"/>
                  </a:lnTo>
                  <a:cubicBezTo>
                    <a:pt x="3218" y="585"/>
                    <a:pt x="3351" y="453"/>
                    <a:pt x="3351" y="293"/>
                  </a:cubicBezTo>
                  <a:cubicBezTo>
                    <a:pt x="3351" y="133"/>
                    <a:pt x="3218" y="0"/>
                    <a:pt x="3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1320862" y="3435360"/>
              <a:ext cx="495028" cy="360211"/>
            </a:xfrm>
            <a:custGeom>
              <a:rect b="b" l="l" r="r" t="t"/>
              <a:pathLst>
                <a:path extrusionOk="0" h="14719" w="20230">
                  <a:moveTo>
                    <a:pt x="9665" y="3395"/>
                  </a:moveTo>
                  <a:cubicBezTo>
                    <a:pt x="9701" y="3952"/>
                    <a:pt x="9774" y="4574"/>
                    <a:pt x="9902" y="5223"/>
                  </a:cubicBezTo>
                  <a:lnTo>
                    <a:pt x="828" y="5223"/>
                  </a:lnTo>
                  <a:cubicBezTo>
                    <a:pt x="745" y="5223"/>
                    <a:pt x="663" y="5232"/>
                    <a:pt x="585" y="5255"/>
                  </a:cubicBezTo>
                  <a:lnTo>
                    <a:pt x="585" y="4716"/>
                  </a:lnTo>
                  <a:lnTo>
                    <a:pt x="6163" y="4716"/>
                  </a:lnTo>
                  <a:cubicBezTo>
                    <a:pt x="6323" y="4716"/>
                    <a:pt x="6455" y="4583"/>
                    <a:pt x="6455" y="4423"/>
                  </a:cubicBezTo>
                  <a:cubicBezTo>
                    <a:pt x="6455" y="4263"/>
                    <a:pt x="6323" y="4131"/>
                    <a:pt x="6163" y="4131"/>
                  </a:cubicBezTo>
                  <a:lnTo>
                    <a:pt x="585" y="4131"/>
                  </a:lnTo>
                  <a:lnTo>
                    <a:pt x="585" y="3632"/>
                  </a:lnTo>
                  <a:cubicBezTo>
                    <a:pt x="585" y="3500"/>
                    <a:pt x="695" y="3395"/>
                    <a:pt x="828" y="3395"/>
                  </a:cubicBezTo>
                  <a:close/>
                  <a:moveTo>
                    <a:pt x="11960" y="9594"/>
                  </a:moveTo>
                  <a:cubicBezTo>
                    <a:pt x="12188" y="9841"/>
                    <a:pt x="12430" y="10065"/>
                    <a:pt x="12691" y="10270"/>
                  </a:cubicBezTo>
                  <a:cubicBezTo>
                    <a:pt x="12600" y="10394"/>
                    <a:pt x="12449" y="10472"/>
                    <a:pt x="12289" y="10472"/>
                  </a:cubicBezTo>
                  <a:cubicBezTo>
                    <a:pt x="12014" y="10472"/>
                    <a:pt x="11790" y="10248"/>
                    <a:pt x="11790" y="9973"/>
                  </a:cubicBezTo>
                  <a:cubicBezTo>
                    <a:pt x="11790" y="9827"/>
                    <a:pt x="11854" y="9690"/>
                    <a:pt x="11960" y="9594"/>
                  </a:cubicBezTo>
                  <a:close/>
                  <a:moveTo>
                    <a:pt x="4247" y="12076"/>
                  </a:moveTo>
                  <a:lnTo>
                    <a:pt x="4247" y="13068"/>
                  </a:lnTo>
                  <a:lnTo>
                    <a:pt x="3621" y="13068"/>
                  </a:lnTo>
                  <a:lnTo>
                    <a:pt x="3621" y="12076"/>
                  </a:lnTo>
                  <a:close/>
                  <a:moveTo>
                    <a:pt x="14797" y="584"/>
                  </a:moveTo>
                  <a:cubicBezTo>
                    <a:pt x="14798" y="584"/>
                    <a:pt x="14801" y="585"/>
                    <a:pt x="14803" y="588"/>
                  </a:cubicBezTo>
                  <a:lnTo>
                    <a:pt x="19334" y="1328"/>
                  </a:lnTo>
                  <a:cubicBezTo>
                    <a:pt x="19343" y="1328"/>
                    <a:pt x="19343" y="1333"/>
                    <a:pt x="19343" y="1333"/>
                  </a:cubicBezTo>
                  <a:cubicBezTo>
                    <a:pt x="19439" y="2613"/>
                    <a:pt x="19672" y="9077"/>
                    <a:pt x="14803" y="10746"/>
                  </a:cubicBezTo>
                  <a:cubicBezTo>
                    <a:pt x="14801" y="10748"/>
                    <a:pt x="14798" y="10749"/>
                    <a:pt x="14796" y="10749"/>
                  </a:cubicBezTo>
                  <a:cubicBezTo>
                    <a:pt x="14794" y="10749"/>
                    <a:pt x="14792" y="10748"/>
                    <a:pt x="14789" y="10746"/>
                  </a:cubicBezTo>
                  <a:cubicBezTo>
                    <a:pt x="13486" y="10298"/>
                    <a:pt x="12440" y="9466"/>
                    <a:pt x="11676" y="8277"/>
                  </a:cubicBezTo>
                  <a:cubicBezTo>
                    <a:pt x="11620" y="8189"/>
                    <a:pt x="11526" y="8140"/>
                    <a:pt x="11429" y="8140"/>
                  </a:cubicBezTo>
                  <a:cubicBezTo>
                    <a:pt x="11376" y="8140"/>
                    <a:pt x="11322" y="8155"/>
                    <a:pt x="11274" y="8186"/>
                  </a:cubicBezTo>
                  <a:cubicBezTo>
                    <a:pt x="11137" y="8273"/>
                    <a:pt x="11095" y="8455"/>
                    <a:pt x="11182" y="8588"/>
                  </a:cubicBezTo>
                  <a:cubicBezTo>
                    <a:pt x="11310" y="8785"/>
                    <a:pt x="11443" y="8972"/>
                    <a:pt x="11580" y="9150"/>
                  </a:cubicBezTo>
                  <a:cubicBezTo>
                    <a:pt x="11347" y="9352"/>
                    <a:pt x="11205" y="9649"/>
                    <a:pt x="11205" y="9973"/>
                  </a:cubicBezTo>
                  <a:cubicBezTo>
                    <a:pt x="11205" y="10568"/>
                    <a:pt x="11690" y="11057"/>
                    <a:pt x="12289" y="11057"/>
                  </a:cubicBezTo>
                  <a:cubicBezTo>
                    <a:pt x="12645" y="11057"/>
                    <a:pt x="12965" y="10883"/>
                    <a:pt x="13166" y="10609"/>
                  </a:cubicBezTo>
                  <a:cubicBezTo>
                    <a:pt x="13596" y="10888"/>
                    <a:pt x="14067" y="11112"/>
                    <a:pt x="14570" y="11290"/>
                  </a:cubicBezTo>
                  <a:lnTo>
                    <a:pt x="14570" y="13068"/>
                  </a:lnTo>
                  <a:lnTo>
                    <a:pt x="8220" y="13068"/>
                  </a:lnTo>
                  <a:cubicBezTo>
                    <a:pt x="8060" y="13068"/>
                    <a:pt x="7927" y="13201"/>
                    <a:pt x="7927" y="13361"/>
                  </a:cubicBezTo>
                  <a:cubicBezTo>
                    <a:pt x="7927" y="13521"/>
                    <a:pt x="8060" y="13653"/>
                    <a:pt x="8220" y="13653"/>
                  </a:cubicBezTo>
                  <a:lnTo>
                    <a:pt x="14862" y="13653"/>
                  </a:lnTo>
                  <a:cubicBezTo>
                    <a:pt x="15023" y="13653"/>
                    <a:pt x="15155" y="13521"/>
                    <a:pt x="15155" y="13361"/>
                  </a:cubicBezTo>
                  <a:lnTo>
                    <a:pt x="15155" y="11244"/>
                  </a:lnTo>
                  <a:cubicBezTo>
                    <a:pt x="15320" y="11180"/>
                    <a:pt x="15480" y="11112"/>
                    <a:pt x="15635" y="11043"/>
                  </a:cubicBezTo>
                  <a:lnTo>
                    <a:pt x="15635" y="13896"/>
                  </a:lnTo>
                  <a:cubicBezTo>
                    <a:pt x="15635" y="14028"/>
                    <a:pt x="15525" y="14138"/>
                    <a:pt x="15393" y="14138"/>
                  </a:cubicBezTo>
                  <a:lnTo>
                    <a:pt x="828" y="14138"/>
                  </a:lnTo>
                  <a:cubicBezTo>
                    <a:pt x="695" y="14138"/>
                    <a:pt x="585" y="14028"/>
                    <a:pt x="585" y="13896"/>
                  </a:cubicBezTo>
                  <a:lnTo>
                    <a:pt x="585" y="6046"/>
                  </a:lnTo>
                  <a:cubicBezTo>
                    <a:pt x="585" y="5914"/>
                    <a:pt x="695" y="5809"/>
                    <a:pt x="828" y="5809"/>
                  </a:cubicBezTo>
                  <a:lnTo>
                    <a:pt x="10030" y="5809"/>
                  </a:lnTo>
                  <a:cubicBezTo>
                    <a:pt x="10071" y="5969"/>
                    <a:pt x="10113" y="6129"/>
                    <a:pt x="10163" y="6289"/>
                  </a:cubicBezTo>
                  <a:lnTo>
                    <a:pt x="1362" y="6289"/>
                  </a:lnTo>
                  <a:cubicBezTo>
                    <a:pt x="1202" y="6289"/>
                    <a:pt x="1070" y="6421"/>
                    <a:pt x="1070" y="6581"/>
                  </a:cubicBezTo>
                  <a:lnTo>
                    <a:pt x="1070" y="13361"/>
                  </a:lnTo>
                  <a:cubicBezTo>
                    <a:pt x="1070" y="13521"/>
                    <a:pt x="1202" y="13653"/>
                    <a:pt x="1362" y="13653"/>
                  </a:cubicBezTo>
                  <a:lnTo>
                    <a:pt x="6931" y="13653"/>
                  </a:lnTo>
                  <a:cubicBezTo>
                    <a:pt x="7091" y="13653"/>
                    <a:pt x="7223" y="13521"/>
                    <a:pt x="7223" y="13361"/>
                  </a:cubicBezTo>
                  <a:cubicBezTo>
                    <a:pt x="7223" y="13201"/>
                    <a:pt x="7091" y="13068"/>
                    <a:pt x="6931" y="13068"/>
                  </a:cubicBezTo>
                  <a:lnTo>
                    <a:pt x="4832" y="13068"/>
                  </a:lnTo>
                  <a:lnTo>
                    <a:pt x="4832" y="11939"/>
                  </a:lnTo>
                  <a:cubicBezTo>
                    <a:pt x="4832" y="11692"/>
                    <a:pt x="4631" y="11491"/>
                    <a:pt x="4384" y="11491"/>
                  </a:cubicBezTo>
                  <a:lnTo>
                    <a:pt x="3484" y="11491"/>
                  </a:lnTo>
                  <a:cubicBezTo>
                    <a:pt x="3237" y="11491"/>
                    <a:pt x="3036" y="11692"/>
                    <a:pt x="3036" y="11939"/>
                  </a:cubicBezTo>
                  <a:lnTo>
                    <a:pt x="3036" y="13068"/>
                  </a:lnTo>
                  <a:lnTo>
                    <a:pt x="1655" y="13068"/>
                  </a:lnTo>
                  <a:lnTo>
                    <a:pt x="1655" y="6874"/>
                  </a:lnTo>
                  <a:lnTo>
                    <a:pt x="10355" y="6874"/>
                  </a:lnTo>
                  <a:cubicBezTo>
                    <a:pt x="10419" y="7052"/>
                    <a:pt x="10487" y="7230"/>
                    <a:pt x="10565" y="7409"/>
                  </a:cubicBezTo>
                  <a:cubicBezTo>
                    <a:pt x="10613" y="7518"/>
                    <a:pt x="10719" y="7583"/>
                    <a:pt x="10832" y="7583"/>
                  </a:cubicBezTo>
                  <a:cubicBezTo>
                    <a:pt x="10871" y="7583"/>
                    <a:pt x="10911" y="7576"/>
                    <a:pt x="10949" y="7559"/>
                  </a:cubicBezTo>
                  <a:cubicBezTo>
                    <a:pt x="11095" y="7495"/>
                    <a:pt x="11164" y="7326"/>
                    <a:pt x="11100" y="7175"/>
                  </a:cubicBezTo>
                  <a:cubicBezTo>
                    <a:pt x="10081" y="4807"/>
                    <a:pt x="10190" y="2105"/>
                    <a:pt x="10250" y="1333"/>
                  </a:cubicBezTo>
                  <a:cubicBezTo>
                    <a:pt x="10250" y="1333"/>
                    <a:pt x="10250" y="1328"/>
                    <a:pt x="10259" y="1328"/>
                  </a:cubicBezTo>
                  <a:lnTo>
                    <a:pt x="14794" y="588"/>
                  </a:lnTo>
                  <a:cubicBezTo>
                    <a:pt x="14794" y="585"/>
                    <a:pt x="14795" y="584"/>
                    <a:pt x="14797" y="584"/>
                  </a:cubicBezTo>
                  <a:close/>
                  <a:moveTo>
                    <a:pt x="14796" y="0"/>
                  </a:moveTo>
                  <a:cubicBezTo>
                    <a:pt x="14763" y="0"/>
                    <a:pt x="14730" y="3"/>
                    <a:pt x="14698" y="7"/>
                  </a:cubicBezTo>
                  <a:lnTo>
                    <a:pt x="10167" y="752"/>
                  </a:lnTo>
                  <a:cubicBezTo>
                    <a:pt x="9893" y="798"/>
                    <a:pt x="9687" y="1017"/>
                    <a:pt x="9665" y="1292"/>
                  </a:cubicBezTo>
                  <a:cubicBezTo>
                    <a:pt x="9646" y="1575"/>
                    <a:pt x="9614" y="2119"/>
                    <a:pt x="9637" y="2810"/>
                  </a:cubicBezTo>
                  <a:lnTo>
                    <a:pt x="828" y="2810"/>
                  </a:lnTo>
                  <a:cubicBezTo>
                    <a:pt x="370" y="2810"/>
                    <a:pt x="0" y="3180"/>
                    <a:pt x="0" y="3632"/>
                  </a:cubicBezTo>
                  <a:lnTo>
                    <a:pt x="0" y="13896"/>
                  </a:lnTo>
                  <a:cubicBezTo>
                    <a:pt x="0" y="14348"/>
                    <a:pt x="370" y="14719"/>
                    <a:pt x="828" y="14719"/>
                  </a:cubicBezTo>
                  <a:lnTo>
                    <a:pt x="15393" y="14719"/>
                  </a:lnTo>
                  <a:cubicBezTo>
                    <a:pt x="15850" y="14719"/>
                    <a:pt x="16220" y="14348"/>
                    <a:pt x="16220" y="13896"/>
                  </a:cubicBezTo>
                  <a:lnTo>
                    <a:pt x="16220" y="10737"/>
                  </a:lnTo>
                  <a:cubicBezTo>
                    <a:pt x="20230" y="8364"/>
                    <a:pt x="20019" y="2531"/>
                    <a:pt x="19928" y="1292"/>
                  </a:cubicBezTo>
                  <a:cubicBezTo>
                    <a:pt x="19905" y="1017"/>
                    <a:pt x="19699" y="798"/>
                    <a:pt x="19430" y="752"/>
                  </a:cubicBezTo>
                  <a:lnTo>
                    <a:pt x="14894" y="7"/>
                  </a:lnTo>
                  <a:cubicBezTo>
                    <a:pt x="14862" y="3"/>
                    <a:pt x="14829" y="0"/>
                    <a:pt x="14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1581431" y="3460419"/>
              <a:ext cx="203052" cy="211638"/>
            </a:xfrm>
            <a:custGeom>
              <a:rect b="b" l="l" r="r" t="t"/>
              <a:pathLst>
                <a:path extrusionOk="0" h="8648" w="8298">
                  <a:moveTo>
                    <a:pt x="3827" y="643"/>
                  </a:moveTo>
                  <a:lnTo>
                    <a:pt x="3827" y="7523"/>
                  </a:lnTo>
                  <a:cubicBezTo>
                    <a:pt x="3525" y="7596"/>
                    <a:pt x="3251" y="7770"/>
                    <a:pt x="3050" y="8017"/>
                  </a:cubicBezTo>
                  <a:cubicBezTo>
                    <a:pt x="1975" y="7189"/>
                    <a:pt x="1235" y="5882"/>
                    <a:pt x="851" y="4126"/>
                  </a:cubicBezTo>
                  <a:cubicBezTo>
                    <a:pt x="732" y="3568"/>
                    <a:pt x="650" y="2974"/>
                    <a:pt x="604" y="2352"/>
                  </a:cubicBezTo>
                  <a:cubicBezTo>
                    <a:pt x="1226" y="2206"/>
                    <a:pt x="1669" y="1658"/>
                    <a:pt x="1710" y="999"/>
                  </a:cubicBezTo>
                  <a:lnTo>
                    <a:pt x="3827" y="643"/>
                  </a:lnTo>
                  <a:close/>
                  <a:moveTo>
                    <a:pt x="4149" y="0"/>
                  </a:moveTo>
                  <a:cubicBezTo>
                    <a:pt x="4123" y="0"/>
                    <a:pt x="4097" y="3"/>
                    <a:pt x="4069" y="7"/>
                  </a:cubicBezTo>
                  <a:lnTo>
                    <a:pt x="1518" y="441"/>
                  </a:lnTo>
                  <a:cubicBezTo>
                    <a:pt x="1294" y="478"/>
                    <a:pt x="1125" y="675"/>
                    <a:pt x="1125" y="908"/>
                  </a:cubicBezTo>
                  <a:cubicBezTo>
                    <a:pt x="1125" y="1347"/>
                    <a:pt x="819" y="1731"/>
                    <a:pt x="412" y="1795"/>
                  </a:cubicBezTo>
                  <a:cubicBezTo>
                    <a:pt x="170" y="1836"/>
                    <a:pt x="0" y="2046"/>
                    <a:pt x="14" y="2288"/>
                  </a:cubicBezTo>
                  <a:cubicBezTo>
                    <a:pt x="60" y="2974"/>
                    <a:pt x="147" y="3637"/>
                    <a:pt x="279" y="4250"/>
                  </a:cubicBezTo>
                  <a:cubicBezTo>
                    <a:pt x="704" y="6197"/>
                    <a:pt x="1550" y="7646"/>
                    <a:pt x="2798" y="8556"/>
                  </a:cubicBezTo>
                  <a:cubicBezTo>
                    <a:pt x="2876" y="8616"/>
                    <a:pt x="2970" y="8646"/>
                    <a:pt x="3068" y="8646"/>
                  </a:cubicBezTo>
                  <a:cubicBezTo>
                    <a:pt x="3097" y="8646"/>
                    <a:pt x="3126" y="8644"/>
                    <a:pt x="3155" y="8638"/>
                  </a:cubicBezTo>
                  <a:cubicBezTo>
                    <a:pt x="3278" y="8620"/>
                    <a:pt x="3393" y="8547"/>
                    <a:pt x="3466" y="8442"/>
                  </a:cubicBezTo>
                  <a:cubicBezTo>
                    <a:pt x="3626" y="8209"/>
                    <a:pt x="3882" y="8067"/>
                    <a:pt x="4151" y="8067"/>
                  </a:cubicBezTo>
                  <a:cubicBezTo>
                    <a:pt x="4421" y="8067"/>
                    <a:pt x="4677" y="8209"/>
                    <a:pt x="4833" y="8442"/>
                  </a:cubicBezTo>
                  <a:cubicBezTo>
                    <a:pt x="4906" y="8547"/>
                    <a:pt x="5020" y="8620"/>
                    <a:pt x="5148" y="8638"/>
                  </a:cubicBezTo>
                  <a:cubicBezTo>
                    <a:pt x="5171" y="8643"/>
                    <a:pt x="5198" y="8648"/>
                    <a:pt x="5226" y="8648"/>
                  </a:cubicBezTo>
                  <a:cubicBezTo>
                    <a:pt x="5326" y="8648"/>
                    <a:pt x="5422" y="8616"/>
                    <a:pt x="5505" y="8556"/>
                  </a:cubicBezTo>
                  <a:cubicBezTo>
                    <a:pt x="6748" y="7646"/>
                    <a:pt x="7594" y="6197"/>
                    <a:pt x="8019" y="4250"/>
                  </a:cubicBezTo>
                  <a:cubicBezTo>
                    <a:pt x="8152" y="3637"/>
                    <a:pt x="8243" y="2979"/>
                    <a:pt x="8284" y="2288"/>
                  </a:cubicBezTo>
                  <a:cubicBezTo>
                    <a:pt x="8298" y="2046"/>
                    <a:pt x="8129" y="1836"/>
                    <a:pt x="7887" y="1795"/>
                  </a:cubicBezTo>
                  <a:cubicBezTo>
                    <a:pt x="7480" y="1731"/>
                    <a:pt x="7173" y="1347"/>
                    <a:pt x="7173" y="908"/>
                  </a:cubicBezTo>
                  <a:cubicBezTo>
                    <a:pt x="7173" y="675"/>
                    <a:pt x="7009" y="478"/>
                    <a:pt x="6780" y="441"/>
                  </a:cubicBezTo>
                  <a:lnTo>
                    <a:pt x="6323" y="364"/>
                  </a:lnTo>
                  <a:cubicBezTo>
                    <a:pt x="6306" y="361"/>
                    <a:pt x="6289" y="359"/>
                    <a:pt x="6272" y="359"/>
                  </a:cubicBezTo>
                  <a:cubicBezTo>
                    <a:pt x="6132" y="359"/>
                    <a:pt x="6009" y="459"/>
                    <a:pt x="5985" y="601"/>
                  </a:cubicBezTo>
                  <a:cubicBezTo>
                    <a:pt x="5957" y="761"/>
                    <a:pt x="6067" y="912"/>
                    <a:pt x="6222" y="940"/>
                  </a:cubicBezTo>
                  <a:lnTo>
                    <a:pt x="6593" y="999"/>
                  </a:lnTo>
                  <a:cubicBezTo>
                    <a:pt x="6629" y="1658"/>
                    <a:pt x="7077" y="2206"/>
                    <a:pt x="7695" y="2352"/>
                  </a:cubicBezTo>
                  <a:cubicBezTo>
                    <a:pt x="7653" y="2974"/>
                    <a:pt x="7567" y="3568"/>
                    <a:pt x="7448" y="4126"/>
                  </a:cubicBezTo>
                  <a:cubicBezTo>
                    <a:pt x="7064" y="5882"/>
                    <a:pt x="6328" y="7189"/>
                    <a:pt x="5249" y="8017"/>
                  </a:cubicBezTo>
                  <a:cubicBezTo>
                    <a:pt x="5034" y="7751"/>
                    <a:pt x="4737" y="7573"/>
                    <a:pt x="4412" y="7509"/>
                  </a:cubicBezTo>
                  <a:lnTo>
                    <a:pt x="4412" y="633"/>
                  </a:lnTo>
                  <a:lnTo>
                    <a:pt x="4961" y="725"/>
                  </a:lnTo>
                  <a:cubicBezTo>
                    <a:pt x="4978" y="728"/>
                    <a:pt x="4995" y="729"/>
                    <a:pt x="5011" y="729"/>
                  </a:cubicBezTo>
                  <a:cubicBezTo>
                    <a:pt x="5151" y="729"/>
                    <a:pt x="5274" y="630"/>
                    <a:pt x="5299" y="487"/>
                  </a:cubicBezTo>
                  <a:cubicBezTo>
                    <a:pt x="5322" y="327"/>
                    <a:pt x="5217" y="176"/>
                    <a:pt x="5057" y="149"/>
                  </a:cubicBezTo>
                  <a:lnTo>
                    <a:pt x="4229" y="7"/>
                  </a:lnTo>
                  <a:cubicBezTo>
                    <a:pt x="4202" y="3"/>
                    <a:pt x="4175" y="0"/>
                    <a:pt x="4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8" name="Google Shape;1088;p34"/>
          <p:cNvGrpSpPr/>
          <p:nvPr/>
        </p:nvGrpSpPr>
        <p:grpSpPr>
          <a:xfrm>
            <a:off x="1989134" y="2626673"/>
            <a:ext cx="488446" cy="439697"/>
            <a:chOff x="1989134" y="2626673"/>
            <a:chExt cx="488446" cy="439697"/>
          </a:xfrm>
        </p:grpSpPr>
        <p:sp>
          <p:nvSpPr>
            <p:cNvPr id="1089" name="Google Shape;1089;p34"/>
            <p:cNvSpPr/>
            <p:nvPr/>
          </p:nvSpPr>
          <p:spPr>
            <a:xfrm>
              <a:off x="1989134" y="2626673"/>
              <a:ext cx="488446" cy="439697"/>
            </a:xfrm>
            <a:custGeom>
              <a:rect b="b" l="l" r="r" t="t"/>
              <a:pathLst>
                <a:path extrusionOk="0" h="17967" w="19961">
                  <a:moveTo>
                    <a:pt x="7932" y="1157"/>
                  </a:moveTo>
                  <a:lnTo>
                    <a:pt x="7932" y="1157"/>
                  </a:lnTo>
                  <a:cubicBezTo>
                    <a:pt x="7635" y="1399"/>
                    <a:pt x="7352" y="1683"/>
                    <a:pt x="7082" y="1998"/>
                  </a:cubicBezTo>
                  <a:cubicBezTo>
                    <a:pt x="7013" y="1911"/>
                    <a:pt x="6940" y="1824"/>
                    <a:pt x="6858" y="1747"/>
                  </a:cubicBezTo>
                  <a:cubicBezTo>
                    <a:pt x="6840" y="1728"/>
                    <a:pt x="6821" y="1715"/>
                    <a:pt x="6803" y="1696"/>
                  </a:cubicBezTo>
                  <a:cubicBezTo>
                    <a:pt x="7169" y="1486"/>
                    <a:pt x="7544" y="1308"/>
                    <a:pt x="7932" y="1157"/>
                  </a:cubicBezTo>
                  <a:close/>
                  <a:moveTo>
                    <a:pt x="14008" y="1148"/>
                  </a:moveTo>
                  <a:cubicBezTo>
                    <a:pt x="14630" y="1386"/>
                    <a:pt x="15219" y="1701"/>
                    <a:pt x="15768" y="2080"/>
                  </a:cubicBezTo>
                  <a:cubicBezTo>
                    <a:pt x="15521" y="2112"/>
                    <a:pt x="15270" y="2144"/>
                    <a:pt x="15014" y="2167"/>
                  </a:cubicBezTo>
                  <a:cubicBezTo>
                    <a:pt x="14703" y="1779"/>
                    <a:pt x="14365" y="1440"/>
                    <a:pt x="14008" y="1148"/>
                  </a:cubicBezTo>
                  <a:close/>
                  <a:moveTo>
                    <a:pt x="9756" y="791"/>
                  </a:moveTo>
                  <a:lnTo>
                    <a:pt x="9756" y="791"/>
                  </a:lnTo>
                  <a:cubicBezTo>
                    <a:pt x="9482" y="1184"/>
                    <a:pt x="9240" y="1706"/>
                    <a:pt x="9029" y="2323"/>
                  </a:cubicBezTo>
                  <a:cubicBezTo>
                    <a:pt x="8563" y="2304"/>
                    <a:pt x="8101" y="2272"/>
                    <a:pt x="7649" y="2236"/>
                  </a:cubicBezTo>
                  <a:cubicBezTo>
                    <a:pt x="8280" y="1536"/>
                    <a:pt x="8997" y="1047"/>
                    <a:pt x="9756" y="791"/>
                  </a:cubicBezTo>
                  <a:close/>
                  <a:moveTo>
                    <a:pt x="12193" y="791"/>
                  </a:moveTo>
                  <a:lnTo>
                    <a:pt x="12193" y="791"/>
                  </a:lnTo>
                  <a:cubicBezTo>
                    <a:pt x="12956" y="1047"/>
                    <a:pt x="13674" y="1541"/>
                    <a:pt x="14305" y="2236"/>
                  </a:cubicBezTo>
                  <a:cubicBezTo>
                    <a:pt x="13853" y="2272"/>
                    <a:pt x="13391" y="2300"/>
                    <a:pt x="12920" y="2323"/>
                  </a:cubicBezTo>
                  <a:cubicBezTo>
                    <a:pt x="12705" y="1683"/>
                    <a:pt x="12463" y="1171"/>
                    <a:pt x="12193" y="791"/>
                  </a:cubicBezTo>
                  <a:close/>
                  <a:moveTo>
                    <a:pt x="10977" y="586"/>
                  </a:moveTo>
                  <a:cubicBezTo>
                    <a:pt x="11425" y="586"/>
                    <a:pt x="11914" y="1239"/>
                    <a:pt x="12312" y="2346"/>
                  </a:cubicBezTo>
                  <a:cubicBezTo>
                    <a:pt x="11873" y="2359"/>
                    <a:pt x="11425" y="2368"/>
                    <a:pt x="10977" y="2368"/>
                  </a:cubicBezTo>
                  <a:cubicBezTo>
                    <a:pt x="10529" y="2368"/>
                    <a:pt x="10081" y="2359"/>
                    <a:pt x="9642" y="2346"/>
                  </a:cubicBezTo>
                  <a:cubicBezTo>
                    <a:pt x="10044" y="1235"/>
                    <a:pt x="10529" y="586"/>
                    <a:pt x="10977" y="586"/>
                  </a:cubicBezTo>
                  <a:close/>
                  <a:moveTo>
                    <a:pt x="16417" y="2583"/>
                  </a:moveTo>
                  <a:cubicBezTo>
                    <a:pt x="16655" y="2784"/>
                    <a:pt x="16879" y="3004"/>
                    <a:pt x="17098" y="3232"/>
                  </a:cubicBezTo>
                  <a:cubicBezTo>
                    <a:pt x="16682" y="3246"/>
                    <a:pt x="16280" y="3370"/>
                    <a:pt x="15928" y="3580"/>
                  </a:cubicBezTo>
                  <a:cubicBezTo>
                    <a:pt x="15768" y="3274"/>
                    <a:pt x="15599" y="2986"/>
                    <a:pt x="15416" y="2716"/>
                  </a:cubicBezTo>
                  <a:cubicBezTo>
                    <a:pt x="15759" y="2675"/>
                    <a:pt x="16093" y="2629"/>
                    <a:pt x="16417" y="2583"/>
                  </a:cubicBezTo>
                  <a:close/>
                  <a:moveTo>
                    <a:pt x="7498" y="2812"/>
                  </a:moveTo>
                  <a:cubicBezTo>
                    <a:pt x="7941" y="2848"/>
                    <a:pt x="8394" y="2876"/>
                    <a:pt x="8856" y="2899"/>
                  </a:cubicBezTo>
                  <a:cubicBezTo>
                    <a:pt x="8627" y="3713"/>
                    <a:pt x="8453" y="4645"/>
                    <a:pt x="8335" y="5633"/>
                  </a:cubicBezTo>
                  <a:cubicBezTo>
                    <a:pt x="7781" y="5573"/>
                    <a:pt x="7237" y="5491"/>
                    <a:pt x="6721" y="5395"/>
                  </a:cubicBezTo>
                  <a:cubicBezTo>
                    <a:pt x="7265" y="4933"/>
                    <a:pt x="7599" y="4247"/>
                    <a:pt x="7599" y="3511"/>
                  </a:cubicBezTo>
                  <a:cubicBezTo>
                    <a:pt x="7599" y="3269"/>
                    <a:pt x="7567" y="3036"/>
                    <a:pt x="7498" y="2812"/>
                  </a:cubicBezTo>
                  <a:close/>
                  <a:moveTo>
                    <a:pt x="14749" y="2784"/>
                  </a:moveTo>
                  <a:cubicBezTo>
                    <a:pt x="15009" y="3132"/>
                    <a:pt x="15242" y="3520"/>
                    <a:pt x="15457" y="3946"/>
                  </a:cubicBezTo>
                  <a:cubicBezTo>
                    <a:pt x="15453" y="3946"/>
                    <a:pt x="15453" y="3950"/>
                    <a:pt x="15448" y="3955"/>
                  </a:cubicBezTo>
                  <a:cubicBezTo>
                    <a:pt x="15032" y="4366"/>
                    <a:pt x="14781" y="4906"/>
                    <a:pt x="14730" y="5482"/>
                  </a:cubicBezTo>
                  <a:cubicBezTo>
                    <a:pt x="14369" y="5541"/>
                    <a:pt x="13999" y="5591"/>
                    <a:pt x="13624" y="5633"/>
                  </a:cubicBezTo>
                  <a:cubicBezTo>
                    <a:pt x="13501" y="4627"/>
                    <a:pt x="13322" y="3703"/>
                    <a:pt x="13098" y="2899"/>
                  </a:cubicBezTo>
                  <a:cubicBezTo>
                    <a:pt x="13665" y="2871"/>
                    <a:pt x="14218" y="2835"/>
                    <a:pt x="14749" y="2784"/>
                  </a:cubicBezTo>
                  <a:close/>
                  <a:moveTo>
                    <a:pt x="12499" y="2926"/>
                  </a:moveTo>
                  <a:cubicBezTo>
                    <a:pt x="12732" y="3726"/>
                    <a:pt x="12915" y="4663"/>
                    <a:pt x="13039" y="5692"/>
                  </a:cubicBezTo>
                  <a:cubicBezTo>
                    <a:pt x="12367" y="5747"/>
                    <a:pt x="11681" y="5779"/>
                    <a:pt x="10977" y="5779"/>
                  </a:cubicBezTo>
                  <a:cubicBezTo>
                    <a:pt x="10278" y="5779"/>
                    <a:pt x="9587" y="5747"/>
                    <a:pt x="8915" y="5692"/>
                  </a:cubicBezTo>
                  <a:cubicBezTo>
                    <a:pt x="9039" y="4668"/>
                    <a:pt x="9221" y="3731"/>
                    <a:pt x="9455" y="2926"/>
                  </a:cubicBezTo>
                  <a:cubicBezTo>
                    <a:pt x="9958" y="2944"/>
                    <a:pt x="10465" y="2954"/>
                    <a:pt x="10977" y="2954"/>
                  </a:cubicBezTo>
                  <a:cubicBezTo>
                    <a:pt x="11489" y="2954"/>
                    <a:pt x="12001" y="2944"/>
                    <a:pt x="12499" y="2926"/>
                  </a:cubicBezTo>
                  <a:close/>
                  <a:moveTo>
                    <a:pt x="5139" y="1632"/>
                  </a:moveTo>
                  <a:cubicBezTo>
                    <a:pt x="5633" y="1632"/>
                    <a:pt x="6094" y="1820"/>
                    <a:pt x="6451" y="2167"/>
                  </a:cubicBezTo>
                  <a:cubicBezTo>
                    <a:pt x="6817" y="2524"/>
                    <a:pt x="7018" y="2999"/>
                    <a:pt x="7018" y="3511"/>
                  </a:cubicBezTo>
                  <a:cubicBezTo>
                    <a:pt x="7018" y="4334"/>
                    <a:pt x="6465" y="5075"/>
                    <a:pt x="5674" y="5308"/>
                  </a:cubicBezTo>
                  <a:cubicBezTo>
                    <a:pt x="5550" y="5345"/>
                    <a:pt x="5464" y="5459"/>
                    <a:pt x="5464" y="5591"/>
                  </a:cubicBezTo>
                  <a:lnTo>
                    <a:pt x="5464" y="6762"/>
                  </a:lnTo>
                  <a:cubicBezTo>
                    <a:pt x="5464" y="6945"/>
                    <a:pt x="5317" y="7091"/>
                    <a:pt x="5139" y="7091"/>
                  </a:cubicBezTo>
                  <a:cubicBezTo>
                    <a:pt x="4956" y="7091"/>
                    <a:pt x="4810" y="6945"/>
                    <a:pt x="4810" y="6762"/>
                  </a:cubicBezTo>
                  <a:lnTo>
                    <a:pt x="4810" y="5591"/>
                  </a:lnTo>
                  <a:cubicBezTo>
                    <a:pt x="4810" y="5459"/>
                    <a:pt x="4723" y="5345"/>
                    <a:pt x="4600" y="5308"/>
                  </a:cubicBezTo>
                  <a:cubicBezTo>
                    <a:pt x="3790" y="5070"/>
                    <a:pt x="3237" y="4307"/>
                    <a:pt x="3260" y="3456"/>
                  </a:cubicBezTo>
                  <a:cubicBezTo>
                    <a:pt x="3287" y="2455"/>
                    <a:pt x="4092" y="1655"/>
                    <a:pt x="5093" y="1632"/>
                  </a:cubicBezTo>
                  <a:close/>
                  <a:moveTo>
                    <a:pt x="3434" y="5290"/>
                  </a:moveTo>
                  <a:cubicBezTo>
                    <a:pt x="3658" y="5505"/>
                    <a:pt x="3928" y="5678"/>
                    <a:pt x="4225" y="5797"/>
                  </a:cubicBezTo>
                  <a:lnTo>
                    <a:pt x="4225" y="6762"/>
                  </a:lnTo>
                  <a:cubicBezTo>
                    <a:pt x="4225" y="7169"/>
                    <a:pt x="4490" y="7512"/>
                    <a:pt x="4856" y="7630"/>
                  </a:cubicBezTo>
                  <a:cubicBezTo>
                    <a:pt x="4819" y="7978"/>
                    <a:pt x="4796" y="8334"/>
                    <a:pt x="4792" y="8691"/>
                  </a:cubicBezTo>
                  <a:lnTo>
                    <a:pt x="2583" y="8691"/>
                  </a:lnTo>
                  <a:cubicBezTo>
                    <a:pt x="2625" y="7512"/>
                    <a:pt x="2917" y="6346"/>
                    <a:pt x="3434" y="5290"/>
                  </a:cubicBezTo>
                  <a:close/>
                  <a:moveTo>
                    <a:pt x="6049" y="5852"/>
                  </a:moveTo>
                  <a:cubicBezTo>
                    <a:pt x="6748" y="6007"/>
                    <a:pt x="7498" y="6131"/>
                    <a:pt x="8271" y="6213"/>
                  </a:cubicBezTo>
                  <a:cubicBezTo>
                    <a:pt x="8193" y="7022"/>
                    <a:pt x="8147" y="7864"/>
                    <a:pt x="8138" y="8691"/>
                  </a:cubicBezTo>
                  <a:lnTo>
                    <a:pt x="5372" y="8691"/>
                  </a:lnTo>
                  <a:cubicBezTo>
                    <a:pt x="5381" y="8334"/>
                    <a:pt x="5404" y="7973"/>
                    <a:pt x="5445" y="7621"/>
                  </a:cubicBezTo>
                  <a:cubicBezTo>
                    <a:pt x="5797" y="7493"/>
                    <a:pt x="6049" y="7155"/>
                    <a:pt x="6049" y="6762"/>
                  </a:cubicBezTo>
                  <a:lnTo>
                    <a:pt x="6049" y="5852"/>
                  </a:lnTo>
                  <a:close/>
                  <a:moveTo>
                    <a:pt x="13103" y="6273"/>
                  </a:moveTo>
                  <a:cubicBezTo>
                    <a:pt x="13158" y="6812"/>
                    <a:pt x="13194" y="7370"/>
                    <a:pt x="13213" y="7941"/>
                  </a:cubicBezTo>
                  <a:cubicBezTo>
                    <a:pt x="13144" y="7937"/>
                    <a:pt x="13071" y="7937"/>
                    <a:pt x="12998" y="7937"/>
                  </a:cubicBezTo>
                  <a:cubicBezTo>
                    <a:pt x="12367" y="7955"/>
                    <a:pt x="11772" y="8211"/>
                    <a:pt x="11320" y="8659"/>
                  </a:cubicBezTo>
                  <a:cubicBezTo>
                    <a:pt x="11306" y="8668"/>
                    <a:pt x="11297" y="8682"/>
                    <a:pt x="11288" y="8691"/>
                  </a:cubicBezTo>
                  <a:lnTo>
                    <a:pt x="8723" y="8691"/>
                  </a:lnTo>
                  <a:cubicBezTo>
                    <a:pt x="8732" y="7859"/>
                    <a:pt x="8773" y="7045"/>
                    <a:pt x="8851" y="6273"/>
                  </a:cubicBezTo>
                  <a:cubicBezTo>
                    <a:pt x="9546" y="6332"/>
                    <a:pt x="10259" y="6359"/>
                    <a:pt x="10977" y="6359"/>
                  </a:cubicBezTo>
                  <a:cubicBezTo>
                    <a:pt x="11699" y="6359"/>
                    <a:pt x="12412" y="6332"/>
                    <a:pt x="13103" y="6273"/>
                  </a:cubicBezTo>
                  <a:close/>
                  <a:moveTo>
                    <a:pt x="14753" y="6071"/>
                  </a:moveTo>
                  <a:cubicBezTo>
                    <a:pt x="14886" y="6926"/>
                    <a:pt x="15462" y="7658"/>
                    <a:pt x="16271" y="7982"/>
                  </a:cubicBezTo>
                  <a:lnTo>
                    <a:pt x="16271" y="8691"/>
                  </a:lnTo>
                  <a:lnTo>
                    <a:pt x="14831" y="8691"/>
                  </a:lnTo>
                  <a:cubicBezTo>
                    <a:pt x="14813" y="8673"/>
                    <a:pt x="14794" y="8654"/>
                    <a:pt x="14776" y="8636"/>
                  </a:cubicBezTo>
                  <a:cubicBezTo>
                    <a:pt x="14497" y="8366"/>
                    <a:pt x="14163" y="8165"/>
                    <a:pt x="13802" y="8051"/>
                  </a:cubicBezTo>
                  <a:cubicBezTo>
                    <a:pt x="13784" y="7425"/>
                    <a:pt x="13743" y="6807"/>
                    <a:pt x="13688" y="6218"/>
                  </a:cubicBezTo>
                  <a:cubicBezTo>
                    <a:pt x="14049" y="6177"/>
                    <a:pt x="14401" y="6126"/>
                    <a:pt x="14753" y="6071"/>
                  </a:cubicBezTo>
                  <a:close/>
                  <a:moveTo>
                    <a:pt x="19174" y="7146"/>
                  </a:moveTo>
                  <a:cubicBezTo>
                    <a:pt x="19288" y="7653"/>
                    <a:pt x="19352" y="8170"/>
                    <a:pt x="19370" y="8691"/>
                  </a:cubicBezTo>
                  <a:lnTo>
                    <a:pt x="18100" y="8691"/>
                  </a:lnTo>
                  <a:lnTo>
                    <a:pt x="18100" y="7982"/>
                  </a:lnTo>
                  <a:cubicBezTo>
                    <a:pt x="18534" y="7809"/>
                    <a:pt x="18904" y="7512"/>
                    <a:pt x="19174" y="7146"/>
                  </a:cubicBezTo>
                  <a:close/>
                  <a:moveTo>
                    <a:pt x="17185" y="3818"/>
                  </a:moveTo>
                  <a:cubicBezTo>
                    <a:pt x="17679" y="3818"/>
                    <a:pt x="18145" y="4005"/>
                    <a:pt x="18497" y="4353"/>
                  </a:cubicBezTo>
                  <a:cubicBezTo>
                    <a:pt x="18863" y="4709"/>
                    <a:pt x="19064" y="5185"/>
                    <a:pt x="19064" y="5697"/>
                  </a:cubicBezTo>
                  <a:cubicBezTo>
                    <a:pt x="19064" y="6519"/>
                    <a:pt x="18511" y="7260"/>
                    <a:pt x="17720" y="7493"/>
                  </a:cubicBezTo>
                  <a:cubicBezTo>
                    <a:pt x="17597" y="7534"/>
                    <a:pt x="17514" y="7644"/>
                    <a:pt x="17514" y="7777"/>
                  </a:cubicBezTo>
                  <a:lnTo>
                    <a:pt x="17514" y="8947"/>
                  </a:lnTo>
                  <a:cubicBezTo>
                    <a:pt x="17514" y="9130"/>
                    <a:pt x="17368" y="9276"/>
                    <a:pt x="17185" y="9276"/>
                  </a:cubicBezTo>
                  <a:cubicBezTo>
                    <a:pt x="17002" y="9276"/>
                    <a:pt x="16856" y="9130"/>
                    <a:pt x="16856" y="8947"/>
                  </a:cubicBezTo>
                  <a:lnTo>
                    <a:pt x="16856" y="7777"/>
                  </a:lnTo>
                  <a:cubicBezTo>
                    <a:pt x="16856" y="7644"/>
                    <a:pt x="16774" y="7534"/>
                    <a:pt x="16650" y="7493"/>
                  </a:cubicBezTo>
                  <a:cubicBezTo>
                    <a:pt x="15837" y="7256"/>
                    <a:pt x="15283" y="6492"/>
                    <a:pt x="15306" y="5642"/>
                  </a:cubicBezTo>
                  <a:cubicBezTo>
                    <a:pt x="15334" y="4645"/>
                    <a:pt x="16138" y="3841"/>
                    <a:pt x="17140" y="3818"/>
                  </a:cubicBezTo>
                  <a:close/>
                  <a:moveTo>
                    <a:pt x="4792" y="9276"/>
                  </a:moveTo>
                  <a:cubicBezTo>
                    <a:pt x="4796" y="9578"/>
                    <a:pt x="4814" y="9875"/>
                    <a:pt x="4842" y="10172"/>
                  </a:cubicBezTo>
                  <a:cubicBezTo>
                    <a:pt x="4536" y="10099"/>
                    <a:pt x="4220" y="10058"/>
                    <a:pt x="3900" y="10058"/>
                  </a:cubicBezTo>
                  <a:cubicBezTo>
                    <a:pt x="3475" y="10058"/>
                    <a:pt x="3063" y="10126"/>
                    <a:pt x="2675" y="10259"/>
                  </a:cubicBezTo>
                  <a:cubicBezTo>
                    <a:pt x="2625" y="9934"/>
                    <a:pt x="2597" y="9605"/>
                    <a:pt x="2583" y="9276"/>
                  </a:cubicBezTo>
                  <a:close/>
                  <a:moveTo>
                    <a:pt x="10867" y="9276"/>
                  </a:moveTo>
                  <a:cubicBezTo>
                    <a:pt x="10698" y="9601"/>
                    <a:pt x="10602" y="9962"/>
                    <a:pt x="10593" y="10332"/>
                  </a:cubicBezTo>
                  <a:cubicBezTo>
                    <a:pt x="10584" y="10794"/>
                    <a:pt x="10698" y="11228"/>
                    <a:pt x="10913" y="11608"/>
                  </a:cubicBezTo>
                  <a:cubicBezTo>
                    <a:pt x="10214" y="11612"/>
                    <a:pt x="9523" y="11640"/>
                    <a:pt x="8851" y="11699"/>
                  </a:cubicBezTo>
                  <a:cubicBezTo>
                    <a:pt x="8773" y="10927"/>
                    <a:pt x="8732" y="10113"/>
                    <a:pt x="8723" y="9276"/>
                  </a:cubicBezTo>
                  <a:close/>
                  <a:moveTo>
                    <a:pt x="16335" y="9276"/>
                  </a:moveTo>
                  <a:cubicBezTo>
                    <a:pt x="16385" y="9409"/>
                    <a:pt x="16468" y="9528"/>
                    <a:pt x="16568" y="9619"/>
                  </a:cubicBezTo>
                  <a:cubicBezTo>
                    <a:pt x="16522" y="10510"/>
                    <a:pt x="16385" y="11370"/>
                    <a:pt x="16161" y="12179"/>
                  </a:cubicBezTo>
                  <a:cubicBezTo>
                    <a:pt x="15782" y="12088"/>
                    <a:pt x="15389" y="12005"/>
                    <a:pt x="14977" y="11937"/>
                  </a:cubicBezTo>
                  <a:cubicBezTo>
                    <a:pt x="15320" y="11512"/>
                    <a:pt x="15521" y="10972"/>
                    <a:pt x="15521" y="10401"/>
                  </a:cubicBezTo>
                  <a:cubicBezTo>
                    <a:pt x="15521" y="10003"/>
                    <a:pt x="15425" y="9619"/>
                    <a:pt x="15251" y="9276"/>
                  </a:cubicBezTo>
                  <a:close/>
                  <a:moveTo>
                    <a:pt x="13057" y="8522"/>
                  </a:moveTo>
                  <a:cubicBezTo>
                    <a:pt x="13551" y="8522"/>
                    <a:pt x="14017" y="8709"/>
                    <a:pt x="14369" y="9057"/>
                  </a:cubicBezTo>
                  <a:cubicBezTo>
                    <a:pt x="14735" y="9413"/>
                    <a:pt x="14936" y="9889"/>
                    <a:pt x="14936" y="10401"/>
                  </a:cubicBezTo>
                  <a:cubicBezTo>
                    <a:pt x="14936" y="11224"/>
                    <a:pt x="14383" y="11964"/>
                    <a:pt x="13592" y="12202"/>
                  </a:cubicBezTo>
                  <a:cubicBezTo>
                    <a:pt x="13469" y="12239"/>
                    <a:pt x="13386" y="12353"/>
                    <a:pt x="13386" y="12481"/>
                  </a:cubicBezTo>
                  <a:lnTo>
                    <a:pt x="13386" y="13651"/>
                  </a:lnTo>
                  <a:cubicBezTo>
                    <a:pt x="13386" y="13834"/>
                    <a:pt x="13235" y="13980"/>
                    <a:pt x="13057" y="13980"/>
                  </a:cubicBezTo>
                  <a:cubicBezTo>
                    <a:pt x="12874" y="13980"/>
                    <a:pt x="12728" y="13834"/>
                    <a:pt x="12728" y="13651"/>
                  </a:cubicBezTo>
                  <a:lnTo>
                    <a:pt x="12728" y="12481"/>
                  </a:lnTo>
                  <a:cubicBezTo>
                    <a:pt x="12728" y="12353"/>
                    <a:pt x="12646" y="12239"/>
                    <a:pt x="12522" y="12202"/>
                  </a:cubicBezTo>
                  <a:cubicBezTo>
                    <a:pt x="11708" y="11960"/>
                    <a:pt x="11155" y="11196"/>
                    <a:pt x="11178" y="10350"/>
                  </a:cubicBezTo>
                  <a:cubicBezTo>
                    <a:pt x="11206" y="9349"/>
                    <a:pt x="12010" y="8545"/>
                    <a:pt x="13011" y="8522"/>
                  </a:cubicBezTo>
                  <a:close/>
                  <a:moveTo>
                    <a:pt x="10977" y="12193"/>
                  </a:moveTo>
                  <a:cubicBezTo>
                    <a:pt x="11114" y="12193"/>
                    <a:pt x="11247" y="12197"/>
                    <a:pt x="11375" y="12197"/>
                  </a:cubicBezTo>
                  <a:cubicBezTo>
                    <a:pt x="11594" y="12403"/>
                    <a:pt x="11855" y="12572"/>
                    <a:pt x="12143" y="12691"/>
                  </a:cubicBezTo>
                  <a:lnTo>
                    <a:pt x="12143" y="13651"/>
                  </a:lnTo>
                  <a:cubicBezTo>
                    <a:pt x="12143" y="14012"/>
                    <a:pt x="12353" y="14323"/>
                    <a:pt x="12650" y="14470"/>
                  </a:cubicBezTo>
                  <a:cubicBezTo>
                    <a:pt x="12604" y="14671"/>
                    <a:pt x="12554" y="14863"/>
                    <a:pt x="12499" y="15046"/>
                  </a:cubicBezTo>
                  <a:cubicBezTo>
                    <a:pt x="12001" y="15027"/>
                    <a:pt x="11489" y="15018"/>
                    <a:pt x="10977" y="15018"/>
                  </a:cubicBezTo>
                  <a:cubicBezTo>
                    <a:pt x="10465" y="15018"/>
                    <a:pt x="9958" y="15027"/>
                    <a:pt x="9455" y="15046"/>
                  </a:cubicBezTo>
                  <a:cubicBezTo>
                    <a:pt x="9221" y="14241"/>
                    <a:pt x="9039" y="13304"/>
                    <a:pt x="8915" y="12280"/>
                  </a:cubicBezTo>
                  <a:cubicBezTo>
                    <a:pt x="9587" y="12225"/>
                    <a:pt x="10278" y="12193"/>
                    <a:pt x="10977" y="12193"/>
                  </a:cubicBezTo>
                  <a:close/>
                  <a:moveTo>
                    <a:pt x="8335" y="12335"/>
                  </a:moveTo>
                  <a:cubicBezTo>
                    <a:pt x="8453" y="13327"/>
                    <a:pt x="8627" y="14259"/>
                    <a:pt x="8856" y="15073"/>
                  </a:cubicBezTo>
                  <a:cubicBezTo>
                    <a:pt x="8435" y="15091"/>
                    <a:pt x="8024" y="15119"/>
                    <a:pt x="7621" y="15151"/>
                  </a:cubicBezTo>
                  <a:cubicBezTo>
                    <a:pt x="7740" y="14776"/>
                    <a:pt x="7804" y="14378"/>
                    <a:pt x="7804" y="13962"/>
                  </a:cubicBezTo>
                  <a:cubicBezTo>
                    <a:pt x="7804" y="13436"/>
                    <a:pt x="7699" y="12920"/>
                    <a:pt x="7498" y="12444"/>
                  </a:cubicBezTo>
                  <a:cubicBezTo>
                    <a:pt x="7772" y="12403"/>
                    <a:pt x="8051" y="12367"/>
                    <a:pt x="8335" y="12335"/>
                  </a:cubicBezTo>
                  <a:close/>
                  <a:moveTo>
                    <a:pt x="14433" y="12444"/>
                  </a:moveTo>
                  <a:cubicBezTo>
                    <a:pt x="14977" y="12522"/>
                    <a:pt x="15498" y="12623"/>
                    <a:pt x="15992" y="12741"/>
                  </a:cubicBezTo>
                  <a:cubicBezTo>
                    <a:pt x="15695" y="13624"/>
                    <a:pt x="15297" y="14428"/>
                    <a:pt x="14799" y="15123"/>
                  </a:cubicBezTo>
                  <a:cubicBezTo>
                    <a:pt x="14785" y="15146"/>
                    <a:pt x="14767" y="15164"/>
                    <a:pt x="14749" y="15187"/>
                  </a:cubicBezTo>
                  <a:cubicBezTo>
                    <a:pt x="14218" y="15137"/>
                    <a:pt x="13665" y="15100"/>
                    <a:pt x="13098" y="15068"/>
                  </a:cubicBezTo>
                  <a:cubicBezTo>
                    <a:pt x="13149" y="14904"/>
                    <a:pt x="13194" y="14730"/>
                    <a:pt x="13235" y="14547"/>
                  </a:cubicBezTo>
                  <a:cubicBezTo>
                    <a:pt x="13651" y="14465"/>
                    <a:pt x="13971" y="14095"/>
                    <a:pt x="13971" y="13651"/>
                  </a:cubicBezTo>
                  <a:lnTo>
                    <a:pt x="13971" y="12691"/>
                  </a:lnTo>
                  <a:cubicBezTo>
                    <a:pt x="14136" y="12623"/>
                    <a:pt x="14287" y="12540"/>
                    <a:pt x="14433" y="12444"/>
                  </a:cubicBezTo>
                  <a:close/>
                  <a:moveTo>
                    <a:pt x="16559" y="12888"/>
                  </a:moveTo>
                  <a:cubicBezTo>
                    <a:pt x="17126" y="13043"/>
                    <a:pt x="17642" y="13226"/>
                    <a:pt x="18109" y="13427"/>
                  </a:cubicBezTo>
                  <a:cubicBezTo>
                    <a:pt x="17647" y="14172"/>
                    <a:pt x="17071" y="14831"/>
                    <a:pt x="16417" y="15388"/>
                  </a:cubicBezTo>
                  <a:cubicBezTo>
                    <a:pt x="16093" y="15338"/>
                    <a:pt x="15759" y="15297"/>
                    <a:pt x="15416" y="15256"/>
                  </a:cubicBezTo>
                  <a:cubicBezTo>
                    <a:pt x="15887" y="14556"/>
                    <a:pt x="16271" y="13752"/>
                    <a:pt x="16559" y="12888"/>
                  </a:cubicBezTo>
                  <a:close/>
                  <a:moveTo>
                    <a:pt x="7178" y="16083"/>
                  </a:moveTo>
                  <a:cubicBezTo>
                    <a:pt x="7416" y="16353"/>
                    <a:pt x="7672" y="16600"/>
                    <a:pt x="7932" y="16815"/>
                  </a:cubicBezTo>
                  <a:cubicBezTo>
                    <a:pt x="7603" y="16687"/>
                    <a:pt x="7283" y="16536"/>
                    <a:pt x="6972" y="16367"/>
                  </a:cubicBezTo>
                  <a:cubicBezTo>
                    <a:pt x="7045" y="16275"/>
                    <a:pt x="7114" y="16184"/>
                    <a:pt x="7178" y="16083"/>
                  </a:cubicBezTo>
                  <a:close/>
                  <a:moveTo>
                    <a:pt x="15018" y="15800"/>
                  </a:moveTo>
                  <a:cubicBezTo>
                    <a:pt x="15270" y="15827"/>
                    <a:pt x="15521" y="15859"/>
                    <a:pt x="15763" y="15887"/>
                  </a:cubicBezTo>
                  <a:cubicBezTo>
                    <a:pt x="15224" y="16262"/>
                    <a:pt x="14643" y="16572"/>
                    <a:pt x="14026" y="16815"/>
                  </a:cubicBezTo>
                  <a:cubicBezTo>
                    <a:pt x="14374" y="16527"/>
                    <a:pt x="14707" y="16188"/>
                    <a:pt x="15018" y="15800"/>
                  </a:cubicBezTo>
                  <a:close/>
                  <a:moveTo>
                    <a:pt x="9029" y="15649"/>
                  </a:moveTo>
                  <a:cubicBezTo>
                    <a:pt x="9240" y="16266"/>
                    <a:pt x="9482" y="16787"/>
                    <a:pt x="9756" y="17180"/>
                  </a:cubicBezTo>
                  <a:cubicBezTo>
                    <a:pt x="9002" y="16924"/>
                    <a:pt x="8280" y="16435"/>
                    <a:pt x="7649" y="15736"/>
                  </a:cubicBezTo>
                  <a:cubicBezTo>
                    <a:pt x="8101" y="15699"/>
                    <a:pt x="8563" y="15667"/>
                    <a:pt x="9029" y="15649"/>
                  </a:cubicBezTo>
                  <a:close/>
                  <a:moveTo>
                    <a:pt x="12924" y="15649"/>
                  </a:moveTo>
                  <a:cubicBezTo>
                    <a:pt x="13395" y="15667"/>
                    <a:pt x="13857" y="15699"/>
                    <a:pt x="14305" y="15736"/>
                  </a:cubicBezTo>
                  <a:cubicBezTo>
                    <a:pt x="13674" y="16440"/>
                    <a:pt x="12952" y="16929"/>
                    <a:pt x="12188" y="17185"/>
                  </a:cubicBezTo>
                  <a:cubicBezTo>
                    <a:pt x="12458" y="16806"/>
                    <a:pt x="12705" y="16289"/>
                    <a:pt x="12924" y="15649"/>
                  </a:cubicBezTo>
                  <a:close/>
                  <a:moveTo>
                    <a:pt x="8138" y="9276"/>
                  </a:moveTo>
                  <a:cubicBezTo>
                    <a:pt x="8147" y="10108"/>
                    <a:pt x="8193" y="10945"/>
                    <a:pt x="8271" y="11754"/>
                  </a:cubicBezTo>
                  <a:cubicBezTo>
                    <a:pt x="7914" y="11795"/>
                    <a:pt x="7562" y="11841"/>
                    <a:pt x="7215" y="11900"/>
                  </a:cubicBezTo>
                  <a:cubicBezTo>
                    <a:pt x="7100" y="11717"/>
                    <a:pt x="6972" y="11544"/>
                    <a:pt x="6831" y="11384"/>
                  </a:cubicBezTo>
                  <a:cubicBezTo>
                    <a:pt x="6773" y="11319"/>
                    <a:pt x="6691" y="11285"/>
                    <a:pt x="6609" y="11285"/>
                  </a:cubicBezTo>
                  <a:cubicBezTo>
                    <a:pt x="6541" y="11285"/>
                    <a:pt x="6473" y="11308"/>
                    <a:pt x="6419" y="11356"/>
                  </a:cubicBezTo>
                  <a:cubicBezTo>
                    <a:pt x="6296" y="11466"/>
                    <a:pt x="6286" y="11649"/>
                    <a:pt x="6392" y="11772"/>
                  </a:cubicBezTo>
                  <a:cubicBezTo>
                    <a:pt x="6927" y="12376"/>
                    <a:pt x="7219" y="13153"/>
                    <a:pt x="7219" y="13962"/>
                  </a:cubicBezTo>
                  <a:cubicBezTo>
                    <a:pt x="7219" y="15791"/>
                    <a:pt x="5733" y="17281"/>
                    <a:pt x="3900" y="17281"/>
                  </a:cubicBezTo>
                  <a:cubicBezTo>
                    <a:pt x="2071" y="17281"/>
                    <a:pt x="586" y="15791"/>
                    <a:pt x="586" y="13962"/>
                  </a:cubicBezTo>
                  <a:cubicBezTo>
                    <a:pt x="586" y="12133"/>
                    <a:pt x="2071" y="10643"/>
                    <a:pt x="3900" y="10643"/>
                  </a:cubicBezTo>
                  <a:cubicBezTo>
                    <a:pt x="4444" y="10643"/>
                    <a:pt x="4979" y="10776"/>
                    <a:pt x="5454" y="11032"/>
                  </a:cubicBezTo>
                  <a:cubicBezTo>
                    <a:pt x="5497" y="11054"/>
                    <a:pt x="5543" y="11064"/>
                    <a:pt x="5588" y="11064"/>
                  </a:cubicBezTo>
                  <a:cubicBezTo>
                    <a:pt x="5694" y="11064"/>
                    <a:pt x="5798" y="11007"/>
                    <a:pt x="5852" y="10908"/>
                  </a:cubicBezTo>
                  <a:cubicBezTo>
                    <a:pt x="5925" y="10767"/>
                    <a:pt x="5870" y="10588"/>
                    <a:pt x="5729" y="10515"/>
                  </a:cubicBezTo>
                  <a:cubicBezTo>
                    <a:pt x="5637" y="10465"/>
                    <a:pt x="5546" y="10419"/>
                    <a:pt x="5450" y="10378"/>
                  </a:cubicBezTo>
                  <a:cubicBezTo>
                    <a:pt x="5409" y="10017"/>
                    <a:pt x="5381" y="9646"/>
                    <a:pt x="5372" y="9276"/>
                  </a:cubicBezTo>
                  <a:close/>
                  <a:moveTo>
                    <a:pt x="10977" y="15603"/>
                  </a:moveTo>
                  <a:cubicBezTo>
                    <a:pt x="11425" y="15603"/>
                    <a:pt x="11873" y="15612"/>
                    <a:pt x="12312" y="15626"/>
                  </a:cubicBezTo>
                  <a:cubicBezTo>
                    <a:pt x="12175" y="16006"/>
                    <a:pt x="12024" y="16335"/>
                    <a:pt x="11868" y="16604"/>
                  </a:cubicBezTo>
                  <a:cubicBezTo>
                    <a:pt x="11663" y="16961"/>
                    <a:pt x="11338" y="17386"/>
                    <a:pt x="10977" y="17386"/>
                  </a:cubicBezTo>
                  <a:cubicBezTo>
                    <a:pt x="10529" y="17386"/>
                    <a:pt x="10044" y="16737"/>
                    <a:pt x="9642" y="15626"/>
                  </a:cubicBezTo>
                  <a:cubicBezTo>
                    <a:pt x="10081" y="15612"/>
                    <a:pt x="10529" y="15603"/>
                    <a:pt x="10977" y="15603"/>
                  </a:cubicBezTo>
                  <a:close/>
                  <a:moveTo>
                    <a:pt x="10977" y="0"/>
                  </a:moveTo>
                  <a:cubicBezTo>
                    <a:pt x="10954" y="0"/>
                    <a:pt x="10927" y="5"/>
                    <a:pt x="10904" y="5"/>
                  </a:cubicBezTo>
                  <a:lnTo>
                    <a:pt x="10899" y="5"/>
                  </a:lnTo>
                  <a:cubicBezTo>
                    <a:pt x="9263" y="19"/>
                    <a:pt x="7667" y="476"/>
                    <a:pt x="6282" y="1326"/>
                  </a:cubicBezTo>
                  <a:cubicBezTo>
                    <a:pt x="5932" y="1142"/>
                    <a:pt x="5540" y="1047"/>
                    <a:pt x="5135" y="1047"/>
                  </a:cubicBezTo>
                  <a:cubicBezTo>
                    <a:pt x="5117" y="1047"/>
                    <a:pt x="5098" y="1047"/>
                    <a:pt x="5080" y="1047"/>
                  </a:cubicBezTo>
                  <a:cubicBezTo>
                    <a:pt x="4449" y="1061"/>
                    <a:pt x="3850" y="1317"/>
                    <a:pt x="3402" y="1765"/>
                  </a:cubicBezTo>
                  <a:cubicBezTo>
                    <a:pt x="2949" y="2218"/>
                    <a:pt x="2693" y="2812"/>
                    <a:pt x="2675" y="3443"/>
                  </a:cubicBezTo>
                  <a:cubicBezTo>
                    <a:pt x="2661" y="3927"/>
                    <a:pt x="2794" y="4394"/>
                    <a:pt x="3031" y="4787"/>
                  </a:cubicBezTo>
                  <a:cubicBezTo>
                    <a:pt x="2355" y="6076"/>
                    <a:pt x="1994" y="7521"/>
                    <a:pt x="1994" y="8984"/>
                  </a:cubicBezTo>
                  <a:cubicBezTo>
                    <a:pt x="1994" y="9491"/>
                    <a:pt x="2035" y="9994"/>
                    <a:pt x="2122" y="10492"/>
                  </a:cubicBezTo>
                  <a:cubicBezTo>
                    <a:pt x="860" y="11137"/>
                    <a:pt x="0" y="12453"/>
                    <a:pt x="0" y="13962"/>
                  </a:cubicBezTo>
                  <a:cubicBezTo>
                    <a:pt x="0" y="16115"/>
                    <a:pt x="1751" y="17866"/>
                    <a:pt x="3900" y="17866"/>
                  </a:cubicBezTo>
                  <a:cubicBezTo>
                    <a:pt x="4929" y="17866"/>
                    <a:pt x="5866" y="17464"/>
                    <a:pt x="6565" y="16810"/>
                  </a:cubicBezTo>
                  <a:cubicBezTo>
                    <a:pt x="7905" y="17569"/>
                    <a:pt x="9427" y="17967"/>
                    <a:pt x="10977" y="17967"/>
                  </a:cubicBezTo>
                  <a:cubicBezTo>
                    <a:pt x="14831" y="17967"/>
                    <a:pt x="18250" y="15521"/>
                    <a:pt x="19485" y="11873"/>
                  </a:cubicBezTo>
                  <a:cubicBezTo>
                    <a:pt x="19540" y="11722"/>
                    <a:pt x="19457" y="11557"/>
                    <a:pt x="19302" y="11503"/>
                  </a:cubicBezTo>
                  <a:cubicBezTo>
                    <a:pt x="19272" y="11493"/>
                    <a:pt x="19241" y="11488"/>
                    <a:pt x="19211" y="11488"/>
                  </a:cubicBezTo>
                  <a:cubicBezTo>
                    <a:pt x="19088" y="11488"/>
                    <a:pt x="18972" y="11565"/>
                    <a:pt x="18932" y="11685"/>
                  </a:cubicBezTo>
                  <a:cubicBezTo>
                    <a:pt x="18785" y="12115"/>
                    <a:pt x="18607" y="12527"/>
                    <a:pt x="18401" y="12920"/>
                  </a:cubicBezTo>
                  <a:cubicBezTo>
                    <a:pt x="17903" y="12696"/>
                    <a:pt x="17341" y="12499"/>
                    <a:pt x="16728" y="12325"/>
                  </a:cubicBezTo>
                  <a:cubicBezTo>
                    <a:pt x="16943" y="11544"/>
                    <a:pt x="17085" y="10712"/>
                    <a:pt x="17140" y="9857"/>
                  </a:cubicBezTo>
                  <a:cubicBezTo>
                    <a:pt x="17153" y="9861"/>
                    <a:pt x="17172" y="9861"/>
                    <a:pt x="17185" y="9861"/>
                  </a:cubicBezTo>
                  <a:cubicBezTo>
                    <a:pt x="17574" y="9861"/>
                    <a:pt x="17903" y="9619"/>
                    <a:pt x="18036" y="9276"/>
                  </a:cubicBezTo>
                  <a:lnTo>
                    <a:pt x="19370" y="9276"/>
                  </a:lnTo>
                  <a:cubicBezTo>
                    <a:pt x="19357" y="9678"/>
                    <a:pt x="19316" y="10076"/>
                    <a:pt x="19247" y="10469"/>
                  </a:cubicBezTo>
                  <a:cubicBezTo>
                    <a:pt x="19215" y="10629"/>
                    <a:pt x="19325" y="10780"/>
                    <a:pt x="19480" y="10808"/>
                  </a:cubicBezTo>
                  <a:cubicBezTo>
                    <a:pt x="19499" y="10812"/>
                    <a:pt x="19517" y="10812"/>
                    <a:pt x="19535" y="10812"/>
                  </a:cubicBezTo>
                  <a:cubicBezTo>
                    <a:pt x="19672" y="10812"/>
                    <a:pt x="19796" y="10712"/>
                    <a:pt x="19823" y="10570"/>
                  </a:cubicBezTo>
                  <a:cubicBezTo>
                    <a:pt x="19915" y="10049"/>
                    <a:pt x="19960" y="9518"/>
                    <a:pt x="19960" y="8984"/>
                  </a:cubicBezTo>
                  <a:cubicBezTo>
                    <a:pt x="19960" y="8083"/>
                    <a:pt x="19828" y="7192"/>
                    <a:pt x="19563" y="6337"/>
                  </a:cubicBezTo>
                  <a:cubicBezTo>
                    <a:pt x="19617" y="6131"/>
                    <a:pt x="19649" y="5916"/>
                    <a:pt x="19649" y="5697"/>
                  </a:cubicBezTo>
                  <a:cubicBezTo>
                    <a:pt x="19649" y="5025"/>
                    <a:pt x="19384" y="4398"/>
                    <a:pt x="18904" y="3932"/>
                  </a:cubicBezTo>
                  <a:cubicBezTo>
                    <a:pt x="18639" y="3671"/>
                    <a:pt x="18324" y="3479"/>
                    <a:pt x="17981" y="3365"/>
                  </a:cubicBezTo>
                  <a:cubicBezTo>
                    <a:pt x="16266" y="1226"/>
                    <a:pt x="13720" y="0"/>
                    <a:pt x="10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2082108" y="2679801"/>
              <a:ext cx="65580" cy="65586"/>
            </a:xfrm>
            <a:custGeom>
              <a:rect b="b" l="l" r="r" t="t"/>
              <a:pathLst>
                <a:path extrusionOk="0" h="2680" w="2680">
                  <a:moveTo>
                    <a:pt x="1340" y="586"/>
                  </a:moveTo>
                  <a:cubicBezTo>
                    <a:pt x="1756" y="586"/>
                    <a:pt x="2094" y="924"/>
                    <a:pt x="2094" y="1340"/>
                  </a:cubicBezTo>
                  <a:cubicBezTo>
                    <a:pt x="2094" y="1756"/>
                    <a:pt x="1756" y="2095"/>
                    <a:pt x="1340" y="2095"/>
                  </a:cubicBezTo>
                  <a:cubicBezTo>
                    <a:pt x="924" y="2095"/>
                    <a:pt x="586" y="1756"/>
                    <a:pt x="586" y="1340"/>
                  </a:cubicBezTo>
                  <a:cubicBezTo>
                    <a:pt x="586" y="924"/>
                    <a:pt x="924" y="586"/>
                    <a:pt x="1340" y="586"/>
                  </a:cubicBezTo>
                  <a:close/>
                  <a:moveTo>
                    <a:pt x="1340" y="1"/>
                  </a:moveTo>
                  <a:cubicBezTo>
                    <a:pt x="599" y="1"/>
                    <a:pt x="1" y="600"/>
                    <a:pt x="1" y="1340"/>
                  </a:cubicBezTo>
                  <a:cubicBezTo>
                    <a:pt x="1" y="2076"/>
                    <a:pt x="599" y="2680"/>
                    <a:pt x="1340" y="2680"/>
                  </a:cubicBezTo>
                  <a:cubicBezTo>
                    <a:pt x="2076" y="2680"/>
                    <a:pt x="2679" y="2076"/>
                    <a:pt x="2679" y="1340"/>
                  </a:cubicBezTo>
                  <a:cubicBezTo>
                    <a:pt x="2679" y="600"/>
                    <a:pt x="2076" y="1"/>
                    <a:pt x="1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2275889" y="2848410"/>
              <a:ext cx="65580" cy="65586"/>
            </a:xfrm>
            <a:custGeom>
              <a:rect b="b" l="l" r="r" t="t"/>
              <a:pathLst>
                <a:path extrusionOk="0" h="2680" w="2680">
                  <a:moveTo>
                    <a:pt x="1340" y="585"/>
                  </a:moveTo>
                  <a:cubicBezTo>
                    <a:pt x="1756" y="585"/>
                    <a:pt x="2094" y="924"/>
                    <a:pt x="2094" y="1340"/>
                  </a:cubicBezTo>
                  <a:cubicBezTo>
                    <a:pt x="2094" y="1756"/>
                    <a:pt x="1756" y="2094"/>
                    <a:pt x="1340" y="2094"/>
                  </a:cubicBezTo>
                  <a:cubicBezTo>
                    <a:pt x="924" y="2094"/>
                    <a:pt x="586" y="1756"/>
                    <a:pt x="586" y="1340"/>
                  </a:cubicBezTo>
                  <a:cubicBezTo>
                    <a:pt x="586" y="924"/>
                    <a:pt x="924" y="585"/>
                    <a:pt x="1340" y="585"/>
                  </a:cubicBezTo>
                  <a:close/>
                  <a:moveTo>
                    <a:pt x="1340" y="0"/>
                  </a:moveTo>
                  <a:cubicBezTo>
                    <a:pt x="599" y="0"/>
                    <a:pt x="1" y="599"/>
                    <a:pt x="1" y="1340"/>
                  </a:cubicBezTo>
                  <a:cubicBezTo>
                    <a:pt x="1" y="2080"/>
                    <a:pt x="599" y="2679"/>
                    <a:pt x="1340" y="2679"/>
                  </a:cubicBezTo>
                  <a:cubicBezTo>
                    <a:pt x="2076" y="2679"/>
                    <a:pt x="2680" y="2080"/>
                    <a:pt x="2680" y="1340"/>
                  </a:cubicBezTo>
                  <a:cubicBezTo>
                    <a:pt x="2680" y="599"/>
                    <a:pt x="2076" y="0"/>
                    <a:pt x="1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2376915" y="2733296"/>
              <a:ext cx="65580" cy="65586"/>
            </a:xfrm>
            <a:custGeom>
              <a:rect b="b" l="l" r="r" t="t"/>
              <a:pathLst>
                <a:path extrusionOk="0" h="2680" w="2680">
                  <a:moveTo>
                    <a:pt x="1340" y="585"/>
                  </a:moveTo>
                  <a:cubicBezTo>
                    <a:pt x="1756" y="585"/>
                    <a:pt x="2095" y="924"/>
                    <a:pt x="2095" y="1340"/>
                  </a:cubicBezTo>
                  <a:cubicBezTo>
                    <a:pt x="2095" y="1756"/>
                    <a:pt x="1756" y="2094"/>
                    <a:pt x="1340" y="2094"/>
                  </a:cubicBezTo>
                  <a:cubicBezTo>
                    <a:pt x="924" y="2094"/>
                    <a:pt x="586" y="1756"/>
                    <a:pt x="586" y="1340"/>
                  </a:cubicBezTo>
                  <a:cubicBezTo>
                    <a:pt x="586" y="924"/>
                    <a:pt x="924" y="585"/>
                    <a:pt x="1340" y="585"/>
                  </a:cubicBezTo>
                  <a:close/>
                  <a:moveTo>
                    <a:pt x="1340" y="0"/>
                  </a:moveTo>
                  <a:cubicBezTo>
                    <a:pt x="600" y="0"/>
                    <a:pt x="1" y="599"/>
                    <a:pt x="1" y="1340"/>
                  </a:cubicBezTo>
                  <a:cubicBezTo>
                    <a:pt x="1" y="2076"/>
                    <a:pt x="600" y="2679"/>
                    <a:pt x="1340" y="2679"/>
                  </a:cubicBezTo>
                  <a:cubicBezTo>
                    <a:pt x="2081" y="2679"/>
                    <a:pt x="2680" y="2076"/>
                    <a:pt x="2680" y="1340"/>
                  </a:cubicBezTo>
                  <a:cubicBezTo>
                    <a:pt x="2680" y="599"/>
                    <a:pt x="2081" y="0"/>
                    <a:pt x="1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2060302" y="2925715"/>
              <a:ext cx="48671" cy="85262"/>
            </a:xfrm>
            <a:custGeom>
              <a:rect b="b" l="l" r="r" t="t"/>
              <a:pathLst>
                <a:path extrusionOk="0" h="3484" w="1989">
                  <a:moveTo>
                    <a:pt x="992" y="0"/>
                  </a:moveTo>
                  <a:cubicBezTo>
                    <a:pt x="832" y="0"/>
                    <a:pt x="700" y="133"/>
                    <a:pt x="700" y="293"/>
                  </a:cubicBezTo>
                  <a:lnTo>
                    <a:pt x="700" y="407"/>
                  </a:lnTo>
                  <a:cubicBezTo>
                    <a:pt x="306" y="467"/>
                    <a:pt x="0" y="809"/>
                    <a:pt x="0" y="1225"/>
                  </a:cubicBezTo>
                  <a:cubicBezTo>
                    <a:pt x="0" y="1683"/>
                    <a:pt x="375" y="2058"/>
                    <a:pt x="832" y="2058"/>
                  </a:cubicBezTo>
                  <a:lnTo>
                    <a:pt x="1157" y="2058"/>
                  </a:lnTo>
                  <a:cubicBezTo>
                    <a:pt x="1294" y="2058"/>
                    <a:pt x="1404" y="2167"/>
                    <a:pt x="1404" y="2304"/>
                  </a:cubicBezTo>
                  <a:cubicBezTo>
                    <a:pt x="1404" y="2437"/>
                    <a:pt x="1294" y="2547"/>
                    <a:pt x="1157" y="2547"/>
                  </a:cubicBezTo>
                  <a:lnTo>
                    <a:pt x="832" y="2547"/>
                  </a:lnTo>
                  <a:cubicBezTo>
                    <a:pt x="732" y="2547"/>
                    <a:pt x="645" y="2487"/>
                    <a:pt x="603" y="2396"/>
                  </a:cubicBezTo>
                  <a:cubicBezTo>
                    <a:pt x="556" y="2287"/>
                    <a:pt x="450" y="2221"/>
                    <a:pt x="336" y="2221"/>
                  </a:cubicBezTo>
                  <a:cubicBezTo>
                    <a:pt x="298" y="2221"/>
                    <a:pt x="258" y="2229"/>
                    <a:pt x="219" y="2245"/>
                  </a:cubicBezTo>
                  <a:cubicBezTo>
                    <a:pt x="73" y="2304"/>
                    <a:pt x="5" y="2478"/>
                    <a:pt x="64" y="2624"/>
                  </a:cubicBezTo>
                  <a:cubicBezTo>
                    <a:pt x="178" y="2894"/>
                    <a:pt x="421" y="3077"/>
                    <a:pt x="700" y="3123"/>
                  </a:cubicBezTo>
                  <a:lnTo>
                    <a:pt x="700" y="3191"/>
                  </a:lnTo>
                  <a:cubicBezTo>
                    <a:pt x="700" y="3351"/>
                    <a:pt x="832" y="3484"/>
                    <a:pt x="992" y="3484"/>
                  </a:cubicBezTo>
                  <a:cubicBezTo>
                    <a:pt x="1157" y="3484"/>
                    <a:pt x="1285" y="3351"/>
                    <a:pt x="1285" y="3191"/>
                  </a:cubicBezTo>
                  <a:lnTo>
                    <a:pt x="1285" y="3123"/>
                  </a:lnTo>
                  <a:cubicBezTo>
                    <a:pt x="1682" y="3059"/>
                    <a:pt x="1989" y="2716"/>
                    <a:pt x="1989" y="2304"/>
                  </a:cubicBezTo>
                  <a:cubicBezTo>
                    <a:pt x="1989" y="1843"/>
                    <a:pt x="1614" y="1472"/>
                    <a:pt x="1157" y="1472"/>
                  </a:cubicBezTo>
                  <a:lnTo>
                    <a:pt x="832" y="1472"/>
                  </a:lnTo>
                  <a:cubicBezTo>
                    <a:pt x="695" y="1472"/>
                    <a:pt x="585" y="1363"/>
                    <a:pt x="585" y="1225"/>
                  </a:cubicBezTo>
                  <a:cubicBezTo>
                    <a:pt x="585" y="1088"/>
                    <a:pt x="695" y="979"/>
                    <a:pt x="832" y="979"/>
                  </a:cubicBezTo>
                  <a:lnTo>
                    <a:pt x="1157" y="979"/>
                  </a:lnTo>
                  <a:cubicBezTo>
                    <a:pt x="1239" y="979"/>
                    <a:pt x="1317" y="1020"/>
                    <a:pt x="1362" y="1088"/>
                  </a:cubicBezTo>
                  <a:cubicBezTo>
                    <a:pt x="1417" y="1171"/>
                    <a:pt x="1509" y="1217"/>
                    <a:pt x="1602" y="1217"/>
                  </a:cubicBezTo>
                  <a:cubicBezTo>
                    <a:pt x="1658" y="1217"/>
                    <a:pt x="1715" y="1200"/>
                    <a:pt x="1765" y="1166"/>
                  </a:cubicBezTo>
                  <a:cubicBezTo>
                    <a:pt x="1902" y="1075"/>
                    <a:pt x="1934" y="896"/>
                    <a:pt x="1847" y="759"/>
                  </a:cubicBezTo>
                  <a:cubicBezTo>
                    <a:pt x="1714" y="567"/>
                    <a:pt x="1513" y="439"/>
                    <a:pt x="1285" y="403"/>
                  </a:cubicBezTo>
                  <a:lnTo>
                    <a:pt x="1285" y="293"/>
                  </a:lnTo>
                  <a:cubicBezTo>
                    <a:pt x="1285" y="133"/>
                    <a:pt x="1157" y="0"/>
                    <a:pt x="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2016984" y="2899408"/>
              <a:ext cx="136518" cy="137878"/>
            </a:xfrm>
            <a:custGeom>
              <a:rect b="b" l="l" r="r" t="t"/>
              <a:pathLst>
                <a:path extrusionOk="0" h="5634" w="5579">
                  <a:moveTo>
                    <a:pt x="2762" y="1"/>
                  </a:moveTo>
                  <a:cubicBezTo>
                    <a:pt x="1482" y="1"/>
                    <a:pt x="362" y="870"/>
                    <a:pt x="42" y="2104"/>
                  </a:cubicBezTo>
                  <a:cubicBezTo>
                    <a:pt x="1" y="2264"/>
                    <a:pt x="92" y="2419"/>
                    <a:pt x="248" y="2460"/>
                  </a:cubicBezTo>
                  <a:cubicBezTo>
                    <a:pt x="274" y="2467"/>
                    <a:pt x="300" y="2470"/>
                    <a:pt x="325" y="2470"/>
                  </a:cubicBezTo>
                  <a:cubicBezTo>
                    <a:pt x="456" y="2470"/>
                    <a:pt x="574" y="2385"/>
                    <a:pt x="604" y="2255"/>
                  </a:cubicBezTo>
                  <a:cubicBezTo>
                    <a:pt x="860" y="1272"/>
                    <a:pt x="1747" y="586"/>
                    <a:pt x="2762" y="586"/>
                  </a:cubicBezTo>
                  <a:cubicBezTo>
                    <a:pt x="3992" y="586"/>
                    <a:pt x="4993" y="1587"/>
                    <a:pt x="4993" y="2817"/>
                  </a:cubicBezTo>
                  <a:cubicBezTo>
                    <a:pt x="4993" y="4047"/>
                    <a:pt x="3992" y="5048"/>
                    <a:pt x="2762" y="5048"/>
                  </a:cubicBezTo>
                  <a:cubicBezTo>
                    <a:pt x="1761" y="5048"/>
                    <a:pt x="874" y="4371"/>
                    <a:pt x="613" y="3402"/>
                  </a:cubicBezTo>
                  <a:cubicBezTo>
                    <a:pt x="579" y="3272"/>
                    <a:pt x="458" y="3187"/>
                    <a:pt x="328" y="3187"/>
                  </a:cubicBezTo>
                  <a:cubicBezTo>
                    <a:pt x="303" y="3187"/>
                    <a:pt x="277" y="3190"/>
                    <a:pt x="252" y="3197"/>
                  </a:cubicBezTo>
                  <a:cubicBezTo>
                    <a:pt x="97" y="3238"/>
                    <a:pt x="5" y="3398"/>
                    <a:pt x="47" y="3553"/>
                  </a:cubicBezTo>
                  <a:cubicBezTo>
                    <a:pt x="380" y="4778"/>
                    <a:pt x="1496" y="5633"/>
                    <a:pt x="2762" y="5633"/>
                  </a:cubicBezTo>
                  <a:cubicBezTo>
                    <a:pt x="4316" y="5633"/>
                    <a:pt x="5578" y="4371"/>
                    <a:pt x="5578" y="2817"/>
                  </a:cubicBezTo>
                  <a:cubicBezTo>
                    <a:pt x="5578" y="1267"/>
                    <a:pt x="4316" y="1"/>
                    <a:pt x="2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5" name="Google Shape;1095;p34"/>
          <p:cNvGrpSpPr/>
          <p:nvPr/>
        </p:nvGrpSpPr>
        <p:grpSpPr>
          <a:xfrm>
            <a:off x="2688976" y="2602275"/>
            <a:ext cx="425215" cy="488593"/>
            <a:chOff x="2688976" y="2602275"/>
            <a:chExt cx="425215" cy="488593"/>
          </a:xfrm>
        </p:grpSpPr>
        <p:sp>
          <p:nvSpPr>
            <p:cNvPr id="1096" name="Google Shape;1096;p34"/>
            <p:cNvSpPr/>
            <p:nvPr/>
          </p:nvSpPr>
          <p:spPr>
            <a:xfrm>
              <a:off x="2725441" y="2749178"/>
              <a:ext cx="199479" cy="305123"/>
            </a:xfrm>
            <a:custGeom>
              <a:rect b="b" l="l" r="r" t="t"/>
              <a:pathLst>
                <a:path extrusionOk="0" h="12468" w="8152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11781"/>
                  </a:lnTo>
                  <a:cubicBezTo>
                    <a:pt x="0" y="12161"/>
                    <a:pt x="307" y="12467"/>
                    <a:pt x="686" y="12467"/>
                  </a:cubicBezTo>
                  <a:lnTo>
                    <a:pt x="7859" y="12467"/>
                  </a:lnTo>
                  <a:cubicBezTo>
                    <a:pt x="8024" y="12467"/>
                    <a:pt x="8152" y="12334"/>
                    <a:pt x="8152" y="12174"/>
                  </a:cubicBezTo>
                  <a:cubicBezTo>
                    <a:pt x="8152" y="12014"/>
                    <a:pt x="8024" y="11882"/>
                    <a:pt x="7859" y="11882"/>
                  </a:cubicBezTo>
                  <a:lnTo>
                    <a:pt x="686" y="11882"/>
                  </a:lnTo>
                  <a:cubicBezTo>
                    <a:pt x="631" y="11882"/>
                    <a:pt x="586" y="11836"/>
                    <a:pt x="586" y="11781"/>
                  </a:cubicBezTo>
                  <a:lnTo>
                    <a:pt x="586" y="293"/>
                  </a:lnTo>
                  <a:cubicBezTo>
                    <a:pt x="586" y="133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2802312" y="2633721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0"/>
                    <a:pt x="293" y="590"/>
                  </a:cubicBezTo>
                  <a:cubicBezTo>
                    <a:pt x="453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2912736" y="2633721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33" y="590"/>
                    <a:pt x="293" y="590"/>
                  </a:cubicBezTo>
                  <a:cubicBezTo>
                    <a:pt x="457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33"/>
                    <a:pt x="457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2950425" y="2692330"/>
              <a:ext cx="23760" cy="14365"/>
            </a:xfrm>
            <a:custGeom>
              <a:rect b="b" l="l" r="r" t="t"/>
              <a:pathLst>
                <a:path extrusionOk="0" h="587" w="971">
                  <a:moveTo>
                    <a:pt x="294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94" y="586"/>
                  </a:cubicBezTo>
                  <a:lnTo>
                    <a:pt x="678" y="586"/>
                  </a:lnTo>
                  <a:cubicBezTo>
                    <a:pt x="838" y="586"/>
                    <a:pt x="970" y="453"/>
                    <a:pt x="970" y="293"/>
                  </a:cubicBezTo>
                  <a:cubicBezTo>
                    <a:pt x="970" y="129"/>
                    <a:pt x="838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2688976" y="2602275"/>
              <a:ext cx="425215" cy="488593"/>
            </a:xfrm>
            <a:custGeom>
              <a:rect b="b" l="l" r="r" t="t"/>
              <a:pathLst>
                <a:path extrusionOk="0" h="19965" w="17377">
                  <a:moveTo>
                    <a:pt x="10099" y="586"/>
                  </a:moveTo>
                  <a:cubicBezTo>
                    <a:pt x="10177" y="586"/>
                    <a:pt x="10241" y="650"/>
                    <a:pt x="10241" y="728"/>
                  </a:cubicBezTo>
                  <a:lnTo>
                    <a:pt x="10241" y="865"/>
                  </a:lnTo>
                  <a:cubicBezTo>
                    <a:pt x="10241" y="865"/>
                    <a:pt x="10241" y="869"/>
                    <a:pt x="10241" y="869"/>
                  </a:cubicBezTo>
                  <a:lnTo>
                    <a:pt x="10241" y="2456"/>
                  </a:lnTo>
                  <a:cubicBezTo>
                    <a:pt x="10241" y="2693"/>
                    <a:pt x="10044" y="2885"/>
                    <a:pt x="9811" y="2885"/>
                  </a:cubicBezTo>
                  <a:cubicBezTo>
                    <a:pt x="9651" y="2885"/>
                    <a:pt x="9504" y="2799"/>
                    <a:pt x="9427" y="2657"/>
                  </a:cubicBezTo>
                  <a:cubicBezTo>
                    <a:pt x="9312" y="2437"/>
                    <a:pt x="9079" y="2296"/>
                    <a:pt x="8823" y="2296"/>
                  </a:cubicBezTo>
                  <a:lnTo>
                    <a:pt x="5536" y="2296"/>
                  </a:lnTo>
                  <a:cubicBezTo>
                    <a:pt x="5280" y="2296"/>
                    <a:pt x="5047" y="2437"/>
                    <a:pt x="4928" y="2657"/>
                  </a:cubicBezTo>
                  <a:cubicBezTo>
                    <a:pt x="4854" y="2800"/>
                    <a:pt x="4710" y="2886"/>
                    <a:pt x="4550" y="2886"/>
                  </a:cubicBezTo>
                  <a:cubicBezTo>
                    <a:pt x="4542" y="2886"/>
                    <a:pt x="4534" y="2886"/>
                    <a:pt x="4526" y="2885"/>
                  </a:cubicBezTo>
                  <a:cubicBezTo>
                    <a:pt x="4302" y="2872"/>
                    <a:pt x="4119" y="2671"/>
                    <a:pt x="4119" y="2437"/>
                  </a:cubicBezTo>
                  <a:lnTo>
                    <a:pt x="4119" y="728"/>
                  </a:lnTo>
                  <a:cubicBezTo>
                    <a:pt x="4119" y="650"/>
                    <a:pt x="4183" y="586"/>
                    <a:pt x="4261" y="586"/>
                  </a:cubicBezTo>
                  <a:close/>
                  <a:moveTo>
                    <a:pt x="13208" y="1162"/>
                  </a:moveTo>
                  <a:cubicBezTo>
                    <a:pt x="13523" y="1162"/>
                    <a:pt x="13774" y="1418"/>
                    <a:pt x="13774" y="1729"/>
                  </a:cubicBezTo>
                  <a:lnTo>
                    <a:pt x="13774" y="11773"/>
                  </a:lnTo>
                  <a:cubicBezTo>
                    <a:pt x="13459" y="11832"/>
                    <a:pt x="13153" y="11942"/>
                    <a:pt x="12869" y="12102"/>
                  </a:cubicBezTo>
                  <a:lnTo>
                    <a:pt x="12869" y="2753"/>
                  </a:lnTo>
                  <a:cubicBezTo>
                    <a:pt x="12869" y="2378"/>
                    <a:pt x="12558" y="2072"/>
                    <a:pt x="12183" y="2072"/>
                  </a:cubicBezTo>
                  <a:lnTo>
                    <a:pt x="10826" y="2072"/>
                  </a:lnTo>
                  <a:lnTo>
                    <a:pt x="10826" y="1162"/>
                  </a:lnTo>
                  <a:close/>
                  <a:moveTo>
                    <a:pt x="3534" y="1162"/>
                  </a:moveTo>
                  <a:lnTo>
                    <a:pt x="3534" y="2072"/>
                  </a:lnTo>
                  <a:lnTo>
                    <a:pt x="2176" y="2072"/>
                  </a:lnTo>
                  <a:cubicBezTo>
                    <a:pt x="1801" y="2072"/>
                    <a:pt x="1490" y="2378"/>
                    <a:pt x="1490" y="2753"/>
                  </a:cubicBezTo>
                  <a:lnTo>
                    <a:pt x="1490" y="4998"/>
                  </a:lnTo>
                  <a:cubicBezTo>
                    <a:pt x="1490" y="5158"/>
                    <a:pt x="1623" y="5290"/>
                    <a:pt x="1783" y="5290"/>
                  </a:cubicBezTo>
                  <a:cubicBezTo>
                    <a:pt x="1948" y="5290"/>
                    <a:pt x="2076" y="5158"/>
                    <a:pt x="2076" y="4998"/>
                  </a:cubicBezTo>
                  <a:lnTo>
                    <a:pt x="2076" y="2753"/>
                  </a:lnTo>
                  <a:cubicBezTo>
                    <a:pt x="2076" y="2698"/>
                    <a:pt x="2121" y="2652"/>
                    <a:pt x="2176" y="2652"/>
                  </a:cubicBezTo>
                  <a:lnTo>
                    <a:pt x="3557" y="2652"/>
                  </a:lnTo>
                  <a:cubicBezTo>
                    <a:pt x="3653" y="3105"/>
                    <a:pt x="4032" y="3448"/>
                    <a:pt x="4499" y="3471"/>
                  </a:cubicBezTo>
                  <a:cubicBezTo>
                    <a:pt x="4514" y="3471"/>
                    <a:pt x="4530" y="3472"/>
                    <a:pt x="4545" y="3472"/>
                  </a:cubicBezTo>
                  <a:cubicBezTo>
                    <a:pt x="4917" y="3472"/>
                    <a:pt x="5269" y="3265"/>
                    <a:pt x="5445" y="2931"/>
                  </a:cubicBezTo>
                  <a:cubicBezTo>
                    <a:pt x="5463" y="2904"/>
                    <a:pt x="5495" y="2881"/>
                    <a:pt x="5536" y="2881"/>
                  </a:cubicBezTo>
                  <a:lnTo>
                    <a:pt x="8823" y="2881"/>
                  </a:lnTo>
                  <a:cubicBezTo>
                    <a:pt x="8860" y="2881"/>
                    <a:pt x="8896" y="2904"/>
                    <a:pt x="8910" y="2931"/>
                  </a:cubicBezTo>
                  <a:cubicBezTo>
                    <a:pt x="9088" y="3265"/>
                    <a:pt x="9431" y="3471"/>
                    <a:pt x="9811" y="3471"/>
                  </a:cubicBezTo>
                  <a:cubicBezTo>
                    <a:pt x="10300" y="3471"/>
                    <a:pt x="10711" y="3119"/>
                    <a:pt x="10803" y="2652"/>
                  </a:cubicBezTo>
                  <a:lnTo>
                    <a:pt x="12183" y="2652"/>
                  </a:lnTo>
                  <a:cubicBezTo>
                    <a:pt x="12238" y="2652"/>
                    <a:pt x="12284" y="2698"/>
                    <a:pt x="12284" y="2753"/>
                  </a:cubicBezTo>
                  <a:lnTo>
                    <a:pt x="12284" y="12522"/>
                  </a:lnTo>
                  <a:cubicBezTo>
                    <a:pt x="12252" y="12550"/>
                    <a:pt x="12215" y="12582"/>
                    <a:pt x="12188" y="12614"/>
                  </a:cubicBezTo>
                  <a:cubicBezTo>
                    <a:pt x="11630" y="13167"/>
                    <a:pt x="11310" y="13903"/>
                    <a:pt x="11292" y="14685"/>
                  </a:cubicBezTo>
                  <a:cubicBezTo>
                    <a:pt x="11265" y="15585"/>
                    <a:pt x="11644" y="16431"/>
                    <a:pt x="12284" y="17012"/>
                  </a:cubicBezTo>
                  <a:lnTo>
                    <a:pt x="12284" y="17784"/>
                  </a:lnTo>
                  <a:cubicBezTo>
                    <a:pt x="12284" y="17839"/>
                    <a:pt x="12238" y="17885"/>
                    <a:pt x="12183" y="17885"/>
                  </a:cubicBezTo>
                  <a:lnTo>
                    <a:pt x="10647" y="17885"/>
                  </a:lnTo>
                  <a:cubicBezTo>
                    <a:pt x="10487" y="17885"/>
                    <a:pt x="10355" y="18017"/>
                    <a:pt x="10355" y="18177"/>
                  </a:cubicBezTo>
                  <a:cubicBezTo>
                    <a:pt x="10355" y="18337"/>
                    <a:pt x="10487" y="18470"/>
                    <a:pt x="10647" y="18470"/>
                  </a:cubicBezTo>
                  <a:lnTo>
                    <a:pt x="12183" y="18470"/>
                  </a:lnTo>
                  <a:cubicBezTo>
                    <a:pt x="12558" y="18470"/>
                    <a:pt x="12869" y="18164"/>
                    <a:pt x="12869" y="17784"/>
                  </a:cubicBezTo>
                  <a:lnTo>
                    <a:pt x="12869" y="17432"/>
                  </a:lnTo>
                  <a:cubicBezTo>
                    <a:pt x="12993" y="17501"/>
                    <a:pt x="13121" y="17560"/>
                    <a:pt x="13253" y="17611"/>
                  </a:cubicBezTo>
                  <a:lnTo>
                    <a:pt x="13253" y="18886"/>
                  </a:lnTo>
                  <a:cubicBezTo>
                    <a:pt x="13253" y="19055"/>
                    <a:pt x="13294" y="19215"/>
                    <a:pt x="13363" y="19357"/>
                  </a:cubicBezTo>
                  <a:cubicBezTo>
                    <a:pt x="13313" y="19371"/>
                    <a:pt x="13262" y="19380"/>
                    <a:pt x="13208" y="19380"/>
                  </a:cubicBezTo>
                  <a:lnTo>
                    <a:pt x="1152" y="19380"/>
                  </a:lnTo>
                  <a:cubicBezTo>
                    <a:pt x="837" y="19380"/>
                    <a:pt x="581" y="19124"/>
                    <a:pt x="581" y="18808"/>
                  </a:cubicBezTo>
                  <a:lnTo>
                    <a:pt x="581" y="1729"/>
                  </a:lnTo>
                  <a:cubicBezTo>
                    <a:pt x="581" y="1418"/>
                    <a:pt x="837" y="1162"/>
                    <a:pt x="1152" y="1162"/>
                  </a:cubicBezTo>
                  <a:close/>
                  <a:moveTo>
                    <a:pt x="4261" y="1"/>
                  </a:moveTo>
                  <a:cubicBezTo>
                    <a:pt x="3913" y="1"/>
                    <a:pt x="3621" y="248"/>
                    <a:pt x="3552" y="577"/>
                  </a:cubicBezTo>
                  <a:lnTo>
                    <a:pt x="1152" y="577"/>
                  </a:lnTo>
                  <a:cubicBezTo>
                    <a:pt x="517" y="577"/>
                    <a:pt x="0" y="1093"/>
                    <a:pt x="0" y="1729"/>
                  </a:cubicBezTo>
                  <a:lnTo>
                    <a:pt x="0" y="18808"/>
                  </a:lnTo>
                  <a:cubicBezTo>
                    <a:pt x="0" y="19448"/>
                    <a:pt x="517" y="19965"/>
                    <a:pt x="1152" y="19965"/>
                  </a:cubicBezTo>
                  <a:lnTo>
                    <a:pt x="13208" y="19965"/>
                  </a:lnTo>
                  <a:cubicBezTo>
                    <a:pt x="13413" y="19965"/>
                    <a:pt x="13610" y="19910"/>
                    <a:pt x="13779" y="19810"/>
                  </a:cubicBezTo>
                  <a:cubicBezTo>
                    <a:pt x="13944" y="19910"/>
                    <a:pt x="14131" y="19965"/>
                    <a:pt x="14332" y="19965"/>
                  </a:cubicBezTo>
                  <a:cubicBezTo>
                    <a:pt x="14926" y="19965"/>
                    <a:pt x="15411" y="19480"/>
                    <a:pt x="15411" y="18886"/>
                  </a:cubicBezTo>
                  <a:lnTo>
                    <a:pt x="15411" y="17611"/>
                  </a:lnTo>
                  <a:cubicBezTo>
                    <a:pt x="15941" y="17409"/>
                    <a:pt x="16417" y="17053"/>
                    <a:pt x="16760" y="16600"/>
                  </a:cubicBezTo>
                  <a:cubicBezTo>
                    <a:pt x="17162" y="16070"/>
                    <a:pt x="17377" y="15435"/>
                    <a:pt x="17377" y="14767"/>
                  </a:cubicBezTo>
                  <a:cubicBezTo>
                    <a:pt x="17377" y="14168"/>
                    <a:pt x="17203" y="13592"/>
                    <a:pt x="16874" y="13094"/>
                  </a:cubicBezTo>
                  <a:cubicBezTo>
                    <a:pt x="16819" y="13010"/>
                    <a:pt x="16725" y="12964"/>
                    <a:pt x="16631" y="12964"/>
                  </a:cubicBezTo>
                  <a:cubicBezTo>
                    <a:pt x="16576" y="12964"/>
                    <a:pt x="16520" y="12980"/>
                    <a:pt x="16472" y="13012"/>
                  </a:cubicBezTo>
                  <a:cubicBezTo>
                    <a:pt x="16335" y="13098"/>
                    <a:pt x="16298" y="13281"/>
                    <a:pt x="16385" y="13418"/>
                  </a:cubicBezTo>
                  <a:cubicBezTo>
                    <a:pt x="16650" y="13816"/>
                    <a:pt x="16792" y="14282"/>
                    <a:pt x="16792" y="14767"/>
                  </a:cubicBezTo>
                  <a:cubicBezTo>
                    <a:pt x="16792" y="15846"/>
                    <a:pt x="16069" y="16811"/>
                    <a:pt x="15036" y="17121"/>
                  </a:cubicBezTo>
                  <a:cubicBezTo>
                    <a:pt x="14913" y="17158"/>
                    <a:pt x="14826" y="17272"/>
                    <a:pt x="14826" y="17400"/>
                  </a:cubicBezTo>
                  <a:lnTo>
                    <a:pt x="14826" y="18886"/>
                  </a:lnTo>
                  <a:cubicBezTo>
                    <a:pt x="14826" y="19156"/>
                    <a:pt x="14606" y="19380"/>
                    <a:pt x="14332" y="19380"/>
                  </a:cubicBezTo>
                  <a:cubicBezTo>
                    <a:pt x="14058" y="19380"/>
                    <a:pt x="13838" y="19156"/>
                    <a:pt x="13838" y="18886"/>
                  </a:cubicBezTo>
                  <a:lnTo>
                    <a:pt x="13838" y="17400"/>
                  </a:lnTo>
                  <a:cubicBezTo>
                    <a:pt x="13838" y="17272"/>
                    <a:pt x="13752" y="17158"/>
                    <a:pt x="13628" y="17121"/>
                  </a:cubicBezTo>
                  <a:cubicBezTo>
                    <a:pt x="12567" y="16806"/>
                    <a:pt x="11845" y="15809"/>
                    <a:pt x="11877" y="14698"/>
                  </a:cubicBezTo>
                  <a:cubicBezTo>
                    <a:pt x="11909" y="13386"/>
                    <a:pt x="12961" y="12340"/>
                    <a:pt x="14273" y="12308"/>
                  </a:cubicBezTo>
                  <a:cubicBezTo>
                    <a:pt x="14290" y="12307"/>
                    <a:pt x="14307" y="12307"/>
                    <a:pt x="14324" y="12307"/>
                  </a:cubicBezTo>
                  <a:cubicBezTo>
                    <a:pt x="14754" y="12307"/>
                    <a:pt x="15175" y="12417"/>
                    <a:pt x="15548" y="12628"/>
                  </a:cubicBezTo>
                  <a:cubicBezTo>
                    <a:pt x="15595" y="12654"/>
                    <a:pt x="15645" y="12667"/>
                    <a:pt x="15694" y="12667"/>
                  </a:cubicBezTo>
                  <a:cubicBezTo>
                    <a:pt x="15796" y="12667"/>
                    <a:pt x="15894" y="12613"/>
                    <a:pt x="15946" y="12518"/>
                  </a:cubicBezTo>
                  <a:cubicBezTo>
                    <a:pt x="16028" y="12381"/>
                    <a:pt x="15978" y="12202"/>
                    <a:pt x="15836" y="12120"/>
                  </a:cubicBezTo>
                  <a:cubicBezTo>
                    <a:pt x="15388" y="11864"/>
                    <a:pt x="14881" y="11727"/>
                    <a:pt x="14360" y="11722"/>
                  </a:cubicBezTo>
                  <a:lnTo>
                    <a:pt x="14360" y="1729"/>
                  </a:lnTo>
                  <a:cubicBezTo>
                    <a:pt x="14360" y="1093"/>
                    <a:pt x="13843" y="577"/>
                    <a:pt x="13208" y="577"/>
                  </a:cubicBezTo>
                  <a:lnTo>
                    <a:pt x="10807" y="577"/>
                  </a:lnTo>
                  <a:cubicBezTo>
                    <a:pt x="10739" y="248"/>
                    <a:pt x="10446" y="1"/>
                    <a:pt x="100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3000106" y="2923929"/>
              <a:ext cx="79234" cy="79340"/>
            </a:xfrm>
            <a:custGeom>
              <a:rect b="b" l="l" r="r" t="t"/>
              <a:pathLst>
                <a:path extrusionOk="0" h="3242" w="3238">
                  <a:moveTo>
                    <a:pt x="1619" y="585"/>
                  </a:moveTo>
                  <a:cubicBezTo>
                    <a:pt x="2191" y="585"/>
                    <a:pt x="2652" y="1052"/>
                    <a:pt x="2652" y="1623"/>
                  </a:cubicBezTo>
                  <a:cubicBezTo>
                    <a:pt x="2652" y="2190"/>
                    <a:pt x="2191" y="2656"/>
                    <a:pt x="1619" y="2656"/>
                  </a:cubicBezTo>
                  <a:cubicBezTo>
                    <a:pt x="1048" y="2656"/>
                    <a:pt x="586" y="2190"/>
                    <a:pt x="586" y="1623"/>
                  </a:cubicBezTo>
                  <a:cubicBezTo>
                    <a:pt x="586" y="1052"/>
                    <a:pt x="1048" y="585"/>
                    <a:pt x="1619" y="585"/>
                  </a:cubicBezTo>
                  <a:close/>
                  <a:moveTo>
                    <a:pt x="1619" y="0"/>
                  </a:moveTo>
                  <a:cubicBezTo>
                    <a:pt x="728" y="0"/>
                    <a:pt x="1" y="727"/>
                    <a:pt x="1" y="1623"/>
                  </a:cubicBezTo>
                  <a:cubicBezTo>
                    <a:pt x="1" y="2515"/>
                    <a:pt x="728" y="3241"/>
                    <a:pt x="1619" y="3241"/>
                  </a:cubicBezTo>
                  <a:cubicBezTo>
                    <a:pt x="2511" y="3241"/>
                    <a:pt x="3237" y="2515"/>
                    <a:pt x="3237" y="1623"/>
                  </a:cubicBezTo>
                  <a:cubicBezTo>
                    <a:pt x="3237" y="727"/>
                    <a:pt x="2511" y="0"/>
                    <a:pt x="1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2888336" y="2851983"/>
              <a:ext cx="76322" cy="76428"/>
            </a:xfrm>
            <a:custGeom>
              <a:rect b="b" l="l" r="r" t="t"/>
              <a:pathLst>
                <a:path extrusionOk="0" h="3123" w="3119">
                  <a:moveTo>
                    <a:pt x="2309" y="586"/>
                  </a:moveTo>
                  <a:cubicBezTo>
                    <a:pt x="2369" y="586"/>
                    <a:pt x="2428" y="609"/>
                    <a:pt x="2469" y="650"/>
                  </a:cubicBezTo>
                  <a:cubicBezTo>
                    <a:pt x="2511" y="695"/>
                    <a:pt x="2533" y="750"/>
                    <a:pt x="2533" y="810"/>
                  </a:cubicBezTo>
                  <a:cubicBezTo>
                    <a:pt x="2533" y="869"/>
                    <a:pt x="2511" y="924"/>
                    <a:pt x="2469" y="965"/>
                  </a:cubicBezTo>
                  <a:lnTo>
                    <a:pt x="2076" y="1354"/>
                  </a:lnTo>
                  <a:cubicBezTo>
                    <a:pt x="1962" y="1468"/>
                    <a:pt x="1962" y="1656"/>
                    <a:pt x="2076" y="1770"/>
                  </a:cubicBezTo>
                  <a:lnTo>
                    <a:pt x="2469" y="2158"/>
                  </a:lnTo>
                  <a:cubicBezTo>
                    <a:pt x="2511" y="2200"/>
                    <a:pt x="2533" y="2254"/>
                    <a:pt x="2533" y="2314"/>
                  </a:cubicBezTo>
                  <a:cubicBezTo>
                    <a:pt x="2533" y="2373"/>
                    <a:pt x="2511" y="2428"/>
                    <a:pt x="2469" y="2469"/>
                  </a:cubicBezTo>
                  <a:cubicBezTo>
                    <a:pt x="2428" y="2515"/>
                    <a:pt x="2369" y="2538"/>
                    <a:pt x="2309" y="2538"/>
                  </a:cubicBezTo>
                  <a:cubicBezTo>
                    <a:pt x="2255" y="2538"/>
                    <a:pt x="2195" y="2515"/>
                    <a:pt x="2154" y="2469"/>
                  </a:cubicBezTo>
                  <a:lnTo>
                    <a:pt x="1765" y="2081"/>
                  </a:lnTo>
                  <a:cubicBezTo>
                    <a:pt x="1711" y="2026"/>
                    <a:pt x="1637" y="1994"/>
                    <a:pt x="1560" y="1994"/>
                  </a:cubicBezTo>
                  <a:cubicBezTo>
                    <a:pt x="1482" y="1994"/>
                    <a:pt x="1404" y="2026"/>
                    <a:pt x="1349" y="2081"/>
                  </a:cubicBezTo>
                  <a:lnTo>
                    <a:pt x="961" y="2469"/>
                  </a:lnTo>
                  <a:cubicBezTo>
                    <a:pt x="920" y="2515"/>
                    <a:pt x="865" y="2538"/>
                    <a:pt x="805" y="2538"/>
                  </a:cubicBezTo>
                  <a:cubicBezTo>
                    <a:pt x="746" y="2538"/>
                    <a:pt x="691" y="2515"/>
                    <a:pt x="650" y="2469"/>
                  </a:cubicBezTo>
                  <a:cubicBezTo>
                    <a:pt x="609" y="2428"/>
                    <a:pt x="586" y="2373"/>
                    <a:pt x="586" y="2314"/>
                  </a:cubicBezTo>
                  <a:cubicBezTo>
                    <a:pt x="586" y="2254"/>
                    <a:pt x="609" y="2200"/>
                    <a:pt x="650" y="2158"/>
                  </a:cubicBezTo>
                  <a:lnTo>
                    <a:pt x="1038" y="1770"/>
                  </a:lnTo>
                  <a:cubicBezTo>
                    <a:pt x="1153" y="1656"/>
                    <a:pt x="1153" y="1468"/>
                    <a:pt x="1038" y="1354"/>
                  </a:cubicBezTo>
                  <a:lnTo>
                    <a:pt x="650" y="965"/>
                  </a:lnTo>
                  <a:cubicBezTo>
                    <a:pt x="609" y="924"/>
                    <a:pt x="586" y="869"/>
                    <a:pt x="586" y="810"/>
                  </a:cubicBezTo>
                  <a:cubicBezTo>
                    <a:pt x="586" y="750"/>
                    <a:pt x="609" y="695"/>
                    <a:pt x="650" y="650"/>
                  </a:cubicBezTo>
                  <a:cubicBezTo>
                    <a:pt x="691" y="609"/>
                    <a:pt x="746" y="586"/>
                    <a:pt x="805" y="586"/>
                  </a:cubicBezTo>
                  <a:cubicBezTo>
                    <a:pt x="865" y="586"/>
                    <a:pt x="920" y="609"/>
                    <a:pt x="961" y="650"/>
                  </a:cubicBezTo>
                  <a:lnTo>
                    <a:pt x="1349" y="1043"/>
                  </a:lnTo>
                  <a:cubicBezTo>
                    <a:pt x="1406" y="1100"/>
                    <a:pt x="1482" y="1129"/>
                    <a:pt x="1557" y="1129"/>
                  </a:cubicBezTo>
                  <a:cubicBezTo>
                    <a:pt x="1633" y="1129"/>
                    <a:pt x="1708" y="1100"/>
                    <a:pt x="1765" y="1043"/>
                  </a:cubicBezTo>
                  <a:lnTo>
                    <a:pt x="2154" y="650"/>
                  </a:lnTo>
                  <a:cubicBezTo>
                    <a:pt x="2195" y="609"/>
                    <a:pt x="2255" y="586"/>
                    <a:pt x="2309" y="586"/>
                  </a:cubicBezTo>
                  <a:close/>
                  <a:moveTo>
                    <a:pt x="805" y="1"/>
                  </a:moveTo>
                  <a:cubicBezTo>
                    <a:pt x="590" y="1"/>
                    <a:pt x="389" y="87"/>
                    <a:pt x="234" y="238"/>
                  </a:cubicBezTo>
                  <a:cubicBezTo>
                    <a:pt x="83" y="389"/>
                    <a:pt x="1" y="595"/>
                    <a:pt x="1" y="810"/>
                  </a:cubicBezTo>
                  <a:cubicBezTo>
                    <a:pt x="1" y="1025"/>
                    <a:pt x="83" y="1226"/>
                    <a:pt x="234" y="1377"/>
                  </a:cubicBezTo>
                  <a:lnTo>
                    <a:pt x="417" y="1560"/>
                  </a:lnTo>
                  <a:lnTo>
                    <a:pt x="234" y="1747"/>
                  </a:lnTo>
                  <a:cubicBezTo>
                    <a:pt x="83" y="1898"/>
                    <a:pt x="1" y="2099"/>
                    <a:pt x="1" y="2314"/>
                  </a:cubicBezTo>
                  <a:cubicBezTo>
                    <a:pt x="1" y="2529"/>
                    <a:pt x="83" y="2734"/>
                    <a:pt x="234" y="2885"/>
                  </a:cubicBezTo>
                  <a:cubicBezTo>
                    <a:pt x="389" y="3036"/>
                    <a:pt x="590" y="3123"/>
                    <a:pt x="805" y="3123"/>
                  </a:cubicBezTo>
                  <a:cubicBezTo>
                    <a:pt x="1020" y="3123"/>
                    <a:pt x="1221" y="3036"/>
                    <a:pt x="1377" y="2885"/>
                  </a:cubicBezTo>
                  <a:lnTo>
                    <a:pt x="1560" y="2702"/>
                  </a:lnTo>
                  <a:lnTo>
                    <a:pt x="1743" y="2885"/>
                  </a:lnTo>
                  <a:cubicBezTo>
                    <a:pt x="1893" y="3036"/>
                    <a:pt x="2095" y="3123"/>
                    <a:pt x="2309" y="3123"/>
                  </a:cubicBezTo>
                  <a:cubicBezTo>
                    <a:pt x="2529" y="3123"/>
                    <a:pt x="2730" y="3036"/>
                    <a:pt x="2881" y="2885"/>
                  </a:cubicBezTo>
                  <a:cubicBezTo>
                    <a:pt x="3032" y="2734"/>
                    <a:pt x="3119" y="2529"/>
                    <a:pt x="3119" y="2314"/>
                  </a:cubicBezTo>
                  <a:cubicBezTo>
                    <a:pt x="3119" y="2099"/>
                    <a:pt x="3032" y="1898"/>
                    <a:pt x="2881" y="1747"/>
                  </a:cubicBezTo>
                  <a:lnTo>
                    <a:pt x="2698" y="1560"/>
                  </a:lnTo>
                  <a:lnTo>
                    <a:pt x="2881" y="1377"/>
                  </a:lnTo>
                  <a:cubicBezTo>
                    <a:pt x="3032" y="1226"/>
                    <a:pt x="3119" y="1025"/>
                    <a:pt x="3119" y="810"/>
                  </a:cubicBezTo>
                  <a:cubicBezTo>
                    <a:pt x="3119" y="595"/>
                    <a:pt x="3032" y="389"/>
                    <a:pt x="2881" y="238"/>
                  </a:cubicBezTo>
                  <a:cubicBezTo>
                    <a:pt x="2730" y="87"/>
                    <a:pt x="2529" y="1"/>
                    <a:pt x="2309" y="1"/>
                  </a:cubicBezTo>
                  <a:cubicBezTo>
                    <a:pt x="2095" y="1"/>
                    <a:pt x="1893" y="87"/>
                    <a:pt x="1743" y="238"/>
                  </a:cubicBezTo>
                  <a:lnTo>
                    <a:pt x="1560" y="421"/>
                  </a:lnTo>
                  <a:lnTo>
                    <a:pt x="1377" y="238"/>
                  </a:lnTo>
                  <a:cubicBezTo>
                    <a:pt x="1221" y="87"/>
                    <a:pt x="1020" y="1"/>
                    <a:pt x="8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2772308" y="2938122"/>
              <a:ext cx="76444" cy="76330"/>
            </a:xfrm>
            <a:custGeom>
              <a:rect b="b" l="l" r="r" t="t"/>
              <a:pathLst>
                <a:path extrusionOk="0" h="3119" w="3124">
                  <a:moveTo>
                    <a:pt x="2316" y="585"/>
                  </a:moveTo>
                  <a:cubicBezTo>
                    <a:pt x="2372" y="585"/>
                    <a:pt x="2428" y="606"/>
                    <a:pt x="2470" y="650"/>
                  </a:cubicBezTo>
                  <a:cubicBezTo>
                    <a:pt x="2515" y="691"/>
                    <a:pt x="2538" y="746"/>
                    <a:pt x="2538" y="805"/>
                  </a:cubicBezTo>
                  <a:cubicBezTo>
                    <a:pt x="2538" y="865"/>
                    <a:pt x="2515" y="920"/>
                    <a:pt x="2470" y="961"/>
                  </a:cubicBezTo>
                  <a:lnTo>
                    <a:pt x="2081" y="1354"/>
                  </a:lnTo>
                  <a:cubicBezTo>
                    <a:pt x="2026" y="1409"/>
                    <a:pt x="1994" y="1482"/>
                    <a:pt x="1994" y="1560"/>
                  </a:cubicBezTo>
                  <a:cubicBezTo>
                    <a:pt x="1994" y="1637"/>
                    <a:pt x="2026" y="1711"/>
                    <a:pt x="2081" y="1765"/>
                  </a:cubicBezTo>
                  <a:lnTo>
                    <a:pt x="2470" y="2154"/>
                  </a:lnTo>
                  <a:cubicBezTo>
                    <a:pt x="2515" y="2200"/>
                    <a:pt x="2538" y="2255"/>
                    <a:pt x="2538" y="2314"/>
                  </a:cubicBezTo>
                  <a:cubicBezTo>
                    <a:pt x="2538" y="2373"/>
                    <a:pt x="2515" y="2428"/>
                    <a:pt x="2470" y="2469"/>
                  </a:cubicBezTo>
                  <a:cubicBezTo>
                    <a:pt x="2428" y="2511"/>
                    <a:pt x="2374" y="2533"/>
                    <a:pt x="2314" y="2533"/>
                  </a:cubicBezTo>
                  <a:cubicBezTo>
                    <a:pt x="2255" y="2533"/>
                    <a:pt x="2200" y="2511"/>
                    <a:pt x="2159" y="2469"/>
                  </a:cubicBezTo>
                  <a:lnTo>
                    <a:pt x="1770" y="2081"/>
                  </a:lnTo>
                  <a:cubicBezTo>
                    <a:pt x="1715" y="2026"/>
                    <a:pt x="1638" y="1994"/>
                    <a:pt x="1560" y="1994"/>
                  </a:cubicBezTo>
                  <a:cubicBezTo>
                    <a:pt x="1482" y="1994"/>
                    <a:pt x="1409" y="2026"/>
                    <a:pt x="1354" y="2081"/>
                  </a:cubicBezTo>
                  <a:lnTo>
                    <a:pt x="966" y="2469"/>
                  </a:lnTo>
                  <a:cubicBezTo>
                    <a:pt x="924" y="2511"/>
                    <a:pt x="870" y="2533"/>
                    <a:pt x="810" y="2533"/>
                  </a:cubicBezTo>
                  <a:cubicBezTo>
                    <a:pt x="751" y="2533"/>
                    <a:pt x="696" y="2511"/>
                    <a:pt x="650" y="2469"/>
                  </a:cubicBezTo>
                  <a:cubicBezTo>
                    <a:pt x="609" y="2428"/>
                    <a:pt x="586" y="2373"/>
                    <a:pt x="586" y="2314"/>
                  </a:cubicBezTo>
                  <a:cubicBezTo>
                    <a:pt x="586" y="2255"/>
                    <a:pt x="609" y="2200"/>
                    <a:pt x="650" y="2154"/>
                  </a:cubicBezTo>
                  <a:lnTo>
                    <a:pt x="1043" y="1765"/>
                  </a:lnTo>
                  <a:cubicBezTo>
                    <a:pt x="1098" y="1711"/>
                    <a:pt x="1126" y="1637"/>
                    <a:pt x="1126" y="1560"/>
                  </a:cubicBezTo>
                  <a:cubicBezTo>
                    <a:pt x="1126" y="1482"/>
                    <a:pt x="1098" y="1409"/>
                    <a:pt x="1043" y="1354"/>
                  </a:cubicBezTo>
                  <a:lnTo>
                    <a:pt x="650" y="961"/>
                  </a:lnTo>
                  <a:cubicBezTo>
                    <a:pt x="609" y="920"/>
                    <a:pt x="586" y="865"/>
                    <a:pt x="586" y="805"/>
                  </a:cubicBezTo>
                  <a:cubicBezTo>
                    <a:pt x="586" y="746"/>
                    <a:pt x="609" y="691"/>
                    <a:pt x="650" y="650"/>
                  </a:cubicBezTo>
                  <a:cubicBezTo>
                    <a:pt x="694" y="606"/>
                    <a:pt x="751" y="585"/>
                    <a:pt x="808" y="585"/>
                  </a:cubicBezTo>
                  <a:cubicBezTo>
                    <a:pt x="865" y="585"/>
                    <a:pt x="922" y="606"/>
                    <a:pt x="966" y="650"/>
                  </a:cubicBezTo>
                  <a:lnTo>
                    <a:pt x="1354" y="1038"/>
                  </a:lnTo>
                  <a:cubicBezTo>
                    <a:pt x="1409" y="1093"/>
                    <a:pt x="1482" y="1125"/>
                    <a:pt x="1560" y="1125"/>
                  </a:cubicBezTo>
                  <a:cubicBezTo>
                    <a:pt x="1638" y="1125"/>
                    <a:pt x="1715" y="1093"/>
                    <a:pt x="1770" y="1038"/>
                  </a:cubicBezTo>
                  <a:lnTo>
                    <a:pt x="2159" y="650"/>
                  </a:lnTo>
                  <a:cubicBezTo>
                    <a:pt x="2202" y="606"/>
                    <a:pt x="2259" y="585"/>
                    <a:pt x="2316" y="585"/>
                  </a:cubicBezTo>
                  <a:close/>
                  <a:moveTo>
                    <a:pt x="810" y="1"/>
                  </a:moveTo>
                  <a:cubicBezTo>
                    <a:pt x="603" y="1"/>
                    <a:pt x="396" y="78"/>
                    <a:pt x="239" y="234"/>
                  </a:cubicBezTo>
                  <a:cubicBezTo>
                    <a:pt x="88" y="389"/>
                    <a:pt x="1" y="590"/>
                    <a:pt x="1" y="805"/>
                  </a:cubicBezTo>
                  <a:cubicBezTo>
                    <a:pt x="1" y="1020"/>
                    <a:pt x="88" y="1226"/>
                    <a:pt x="239" y="1377"/>
                  </a:cubicBezTo>
                  <a:lnTo>
                    <a:pt x="422" y="1560"/>
                  </a:lnTo>
                  <a:lnTo>
                    <a:pt x="239" y="1743"/>
                  </a:lnTo>
                  <a:cubicBezTo>
                    <a:pt x="88" y="1893"/>
                    <a:pt x="1" y="2099"/>
                    <a:pt x="1" y="2314"/>
                  </a:cubicBezTo>
                  <a:cubicBezTo>
                    <a:pt x="1" y="2529"/>
                    <a:pt x="88" y="2730"/>
                    <a:pt x="239" y="2881"/>
                  </a:cubicBezTo>
                  <a:cubicBezTo>
                    <a:pt x="390" y="3036"/>
                    <a:pt x="595" y="3119"/>
                    <a:pt x="810" y="3119"/>
                  </a:cubicBezTo>
                  <a:cubicBezTo>
                    <a:pt x="1025" y="3119"/>
                    <a:pt x="1226" y="3036"/>
                    <a:pt x="1377" y="2881"/>
                  </a:cubicBezTo>
                  <a:lnTo>
                    <a:pt x="1560" y="2698"/>
                  </a:lnTo>
                  <a:lnTo>
                    <a:pt x="1743" y="2881"/>
                  </a:lnTo>
                  <a:cubicBezTo>
                    <a:pt x="1898" y="3036"/>
                    <a:pt x="2099" y="3119"/>
                    <a:pt x="2314" y="3119"/>
                  </a:cubicBezTo>
                  <a:cubicBezTo>
                    <a:pt x="2529" y="3119"/>
                    <a:pt x="2735" y="3036"/>
                    <a:pt x="2886" y="2881"/>
                  </a:cubicBezTo>
                  <a:cubicBezTo>
                    <a:pt x="3036" y="2730"/>
                    <a:pt x="3123" y="2529"/>
                    <a:pt x="3123" y="2314"/>
                  </a:cubicBezTo>
                  <a:cubicBezTo>
                    <a:pt x="3123" y="2099"/>
                    <a:pt x="3036" y="1893"/>
                    <a:pt x="2886" y="1743"/>
                  </a:cubicBezTo>
                  <a:lnTo>
                    <a:pt x="2703" y="1560"/>
                  </a:lnTo>
                  <a:lnTo>
                    <a:pt x="2886" y="1377"/>
                  </a:lnTo>
                  <a:cubicBezTo>
                    <a:pt x="3036" y="1226"/>
                    <a:pt x="3123" y="1020"/>
                    <a:pt x="3123" y="805"/>
                  </a:cubicBezTo>
                  <a:cubicBezTo>
                    <a:pt x="3123" y="590"/>
                    <a:pt x="3036" y="389"/>
                    <a:pt x="2886" y="234"/>
                  </a:cubicBezTo>
                  <a:cubicBezTo>
                    <a:pt x="2728" y="78"/>
                    <a:pt x="2521" y="1"/>
                    <a:pt x="2314" y="1"/>
                  </a:cubicBezTo>
                  <a:cubicBezTo>
                    <a:pt x="2107" y="1"/>
                    <a:pt x="1900" y="78"/>
                    <a:pt x="1743" y="234"/>
                  </a:cubicBezTo>
                  <a:lnTo>
                    <a:pt x="1560" y="421"/>
                  </a:lnTo>
                  <a:lnTo>
                    <a:pt x="1377" y="234"/>
                  </a:lnTo>
                  <a:cubicBezTo>
                    <a:pt x="1222" y="78"/>
                    <a:pt x="1016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2799840" y="2752432"/>
              <a:ext cx="157097" cy="268953"/>
            </a:xfrm>
            <a:custGeom>
              <a:rect b="b" l="l" r="r" t="t"/>
              <a:pathLst>
                <a:path extrusionOk="0" h="10990" w="6420">
                  <a:moveTo>
                    <a:pt x="4893" y="0"/>
                  </a:moveTo>
                  <a:cubicBezTo>
                    <a:pt x="4755" y="0"/>
                    <a:pt x="4629" y="99"/>
                    <a:pt x="4604" y="238"/>
                  </a:cubicBezTo>
                  <a:cubicBezTo>
                    <a:pt x="4572" y="398"/>
                    <a:pt x="4677" y="553"/>
                    <a:pt x="4837" y="580"/>
                  </a:cubicBezTo>
                  <a:cubicBezTo>
                    <a:pt x="5404" y="686"/>
                    <a:pt x="5779" y="996"/>
                    <a:pt x="5797" y="1376"/>
                  </a:cubicBezTo>
                  <a:cubicBezTo>
                    <a:pt x="5816" y="1806"/>
                    <a:pt x="5363" y="2395"/>
                    <a:pt x="4019" y="2775"/>
                  </a:cubicBezTo>
                  <a:cubicBezTo>
                    <a:pt x="3900" y="2811"/>
                    <a:pt x="3786" y="2843"/>
                    <a:pt x="3667" y="2875"/>
                  </a:cubicBezTo>
                  <a:cubicBezTo>
                    <a:pt x="2648" y="3163"/>
                    <a:pt x="1843" y="3392"/>
                    <a:pt x="1249" y="3666"/>
                  </a:cubicBezTo>
                  <a:cubicBezTo>
                    <a:pt x="810" y="3877"/>
                    <a:pt x="215" y="4229"/>
                    <a:pt x="129" y="4914"/>
                  </a:cubicBezTo>
                  <a:cubicBezTo>
                    <a:pt x="1" y="5906"/>
                    <a:pt x="846" y="6501"/>
                    <a:pt x="1747" y="7132"/>
                  </a:cubicBezTo>
                  <a:cubicBezTo>
                    <a:pt x="2872" y="7922"/>
                    <a:pt x="4142" y="8814"/>
                    <a:pt x="4142" y="10697"/>
                  </a:cubicBezTo>
                  <a:cubicBezTo>
                    <a:pt x="4142" y="10857"/>
                    <a:pt x="4275" y="10990"/>
                    <a:pt x="4435" y="10990"/>
                  </a:cubicBezTo>
                  <a:cubicBezTo>
                    <a:pt x="4600" y="10990"/>
                    <a:pt x="4728" y="10857"/>
                    <a:pt x="4728" y="10697"/>
                  </a:cubicBezTo>
                  <a:cubicBezTo>
                    <a:pt x="4728" y="8508"/>
                    <a:pt x="3260" y="7479"/>
                    <a:pt x="2081" y="6652"/>
                  </a:cubicBezTo>
                  <a:cubicBezTo>
                    <a:pt x="1180" y="6021"/>
                    <a:pt x="627" y="5600"/>
                    <a:pt x="705" y="4987"/>
                  </a:cubicBezTo>
                  <a:cubicBezTo>
                    <a:pt x="796" y="4293"/>
                    <a:pt x="2003" y="3954"/>
                    <a:pt x="3827" y="3438"/>
                  </a:cubicBezTo>
                  <a:cubicBezTo>
                    <a:pt x="3941" y="3406"/>
                    <a:pt x="4060" y="3374"/>
                    <a:pt x="4179" y="3337"/>
                  </a:cubicBezTo>
                  <a:cubicBezTo>
                    <a:pt x="5596" y="2939"/>
                    <a:pt x="6419" y="2194"/>
                    <a:pt x="6383" y="1348"/>
                  </a:cubicBezTo>
                  <a:cubicBezTo>
                    <a:pt x="6351" y="690"/>
                    <a:pt x="5788" y="160"/>
                    <a:pt x="4942" y="4"/>
                  </a:cubicBezTo>
                  <a:cubicBezTo>
                    <a:pt x="4926" y="1"/>
                    <a:pt x="4909" y="0"/>
                    <a:pt x="48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2813496" y="2716068"/>
              <a:ext cx="45000" cy="77333"/>
            </a:xfrm>
            <a:custGeom>
              <a:rect b="b" l="l" r="r" t="t"/>
              <a:pathLst>
                <a:path extrusionOk="0" h="3160" w="1839">
                  <a:moveTo>
                    <a:pt x="919" y="0"/>
                  </a:moveTo>
                  <a:cubicBezTo>
                    <a:pt x="759" y="0"/>
                    <a:pt x="627" y="133"/>
                    <a:pt x="627" y="293"/>
                  </a:cubicBezTo>
                  <a:lnTo>
                    <a:pt x="627" y="366"/>
                  </a:lnTo>
                  <a:cubicBezTo>
                    <a:pt x="275" y="434"/>
                    <a:pt x="5" y="745"/>
                    <a:pt x="5" y="1120"/>
                  </a:cubicBezTo>
                  <a:cubicBezTo>
                    <a:pt x="5" y="1545"/>
                    <a:pt x="352" y="1893"/>
                    <a:pt x="777" y="1893"/>
                  </a:cubicBezTo>
                  <a:lnTo>
                    <a:pt x="1065" y="1893"/>
                  </a:lnTo>
                  <a:cubicBezTo>
                    <a:pt x="1166" y="1893"/>
                    <a:pt x="1253" y="1975"/>
                    <a:pt x="1253" y="2080"/>
                  </a:cubicBezTo>
                  <a:cubicBezTo>
                    <a:pt x="1253" y="2181"/>
                    <a:pt x="1166" y="2263"/>
                    <a:pt x="1065" y="2263"/>
                  </a:cubicBezTo>
                  <a:lnTo>
                    <a:pt x="777" y="2263"/>
                  </a:lnTo>
                  <a:cubicBezTo>
                    <a:pt x="700" y="2263"/>
                    <a:pt x="631" y="2222"/>
                    <a:pt x="604" y="2149"/>
                  </a:cubicBezTo>
                  <a:cubicBezTo>
                    <a:pt x="555" y="2038"/>
                    <a:pt x="447" y="1972"/>
                    <a:pt x="332" y="1972"/>
                  </a:cubicBezTo>
                  <a:cubicBezTo>
                    <a:pt x="294" y="1972"/>
                    <a:pt x="257" y="1979"/>
                    <a:pt x="220" y="1993"/>
                  </a:cubicBezTo>
                  <a:cubicBezTo>
                    <a:pt x="73" y="2057"/>
                    <a:pt x="0" y="2231"/>
                    <a:pt x="64" y="2377"/>
                  </a:cubicBezTo>
                  <a:cubicBezTo>
                    <a:pt x="165" y="2620"/>
                    <a:pt x="380" y="2784"/>
                    <a:pt x="627" y="2834"/>
                  </a:cubicBezTo>
                  <a:lnTo>
                    <a:pt x="627" y="2866"/>
                  </a:lnTo>
                  <a:cubicBezTo>
                    <a:pt x="627" y="3031"/>
                    <a:pt x="759" y="3159"/>
                    <a:pt x="919" y="3159"/>
                  </a:cubicBezTo>
                  <a:cubicBezTo>
                    <a:pt x="1084" y="3159"/>
                    <a:pt x="1212" y="3031"/>
                    <a:pt x="1212" y="2866"/>
                  </a:cubicBezTo>
                  <a:lnTo>
                    <a:pt x="1212" y="2834"/>
                  </a:lnTo>
                  <a:cubicBezTo>
                    <a:pt x="1568" y="2766"/>
                    <a:pt x="1838" y="2455"/>
                    <a:pt x="1838" y="2080"/>
                  </a:cubicBezTo>
                  <a:cubicBezTo>
                    <a:pt x="1838" y="1655"/>
                    <a:pt x="1491" y="1308"/>
                    <a:pt x="1065" y="1308"/>
                  </a:cubicBezTo>
                  <a:lnTo>
                    <a:pt x="777" y="1308"/>
                  </a:lnTo>
                  <a:cubicBezTo>
                    <a:pt x="672" y="1308"/>
                    <a:pt x="590" y="1225"/>
                    <a:pt x="590" y="1120"/>
                  </a:cubicBezTo>
                  <a:cubicBezTo>
                    <a:pt x="590" y="1020"/>
                    <a:pt x="672" y="933"/>
                    <a:pt x="777" y="933"/>
                  </a:cubicBezTo>
                  <a:lnTo>
                    <a:pt x="1065" y="933"/>
                  </a:lnTo>
                  <a:cubicBezTo>
                    <a:pt x="1129" y="933"/>
                    <a:pt x="1184" y="965"/>
                    <a:pt x="1221" y="1015"/>
                  </a:cubicBezTo>
                  <a:cubicBezTo>
                    <a:pt x="1278" y="1101"/>
                    <a:pt x="1370" y="1146"/>
                    <a:pt x="1464" y="1146"/>
                  </a:cubicBezTo>
                  <a:cubicBezTo>
                    <a:pt x="1520" y="1146"/>
                    <a:pt x="1577" y="1130"/>
                    <a:pt x="1628" y="1097"/>
                  </a:cubicBezTo>
                  <a:cubicBezTo>
                    <a:pt x="1760" y="1006"/>
                    <a:pt x="1797" y="823"/>
                    <a:pt x="1706" y="690"/>
                  </a:cubicBezTo>
                  <a:cubicBezTo>
                    <a:pt x="1591" y="517"/>
                    <a:pt x="1413" y="402"/>
                    <a:pt x="1212" y="366"/>
                  </a:cubicBezTo>
                  <a:lnTo>
                    <a:pt x="1212" y="293"/>
                  </a:lnTo>
                  <a:cubicBezTo>
                    <a:pt x="1212" y="133"/>
                    <a:pt x="1084" y="0"/>
                    <a:pt x="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2773996" y="2692673"/>
              <a:ext cx="124087" cy="124100"/>
            </a:xfrm>
            <a:custGeom>
              <a:rect b="b" l="l" r="r" t="t"/>
              <a:pathLst>
                <a:path extrusionOk="0" h="5071" w="5071">
                  <a:moveTo>
                    <a:pt x="2533" y="586"/>
                  </a:moveTo>
                  <a:cubicBezTo>
                    <a:pt x="3608" y="586"/>
                    <a:pt x="4485" y="1464"/>
                    <a:pt x="4485" y="2538"/>
                  </a:cubicBezTo>
                  <a:cubicBezTo>
                    <a:pt x="4485" y="3612"/>
                    <a:pt x="3608" y="4485"/>
                    <a:pt x="2533" y="4485"/>
                  </a:cubicBezTo>
                  <a:cubicBezTo>
                    <a:pt x="1459" y="4485"/>
                    <a:pt x="586" y="3612"/>
                    <a:pt x="586" y="2538"/>
                  </a:cubicBezTo>
                  <a:cubicBezTo>
                    <a:pt x="586" y="1464"/>
                    <a:pt x="1459" y="586"/>
                    <a:pt x="2533" y="586"/>
                  </a:cubicBezTo>
                  <a:close/>
                  <a:moveTo>
                    <a:pt x="2533" y="1"/>
                  </a:moveTo>
                  <a:cubicBezTo>
                    <a:pt x="1139" y="1"/>
                    <a:pt x="0" y="1139"/>
                    <a:pt x="0" y="2538"/>
                  </a:cubicBezTo>
                  <a:cubicBezTo>
                    <a:pt x="0" y="3932"/>
                    <a:pt x="1139" y="5071"/>
                    <a:pt x="2533" y="5071"/>
                  </a:cubicBezTo>
                  <a:cubicBezTo>
                    <a:pt x="3932" y="5071"/>
                    <a:pt x="5070" y="3932"/>
                    <a:pt x="5070" y="2538"/>
                  </a:cubicBezTo>
                  <a:cubicBezTo>
                    <a:pt x="5070" y="1139"/>
                    <a:pt x="3932" y="1"/>
                    <a:pt x="25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7" name="Google Shape;1107;p34"/>
          <p:cNvGrpSpPr/>
          <p:nvPr/>
        </p:nvGrpSpPr>
        <p:grpSpPr>
          <a:xfrm>
            <a:off x="3368994" y="2602275"/>
            <a:ext cx="402067" cy="488593"/>
            <a:chOff x="3368994" y="2602275"/>
            <a:chExt cx="402067" cy="488593"/>
          </a:xfrm>
        </p:grpSpPr>
        <p:sp>
          <p:nvSpPr>
            <p:cNvPr id="1108" name="Google Shape;1108;p34"/>
            <p:cNvSpPr/>
            <p:nvPr/>
          </p:nvSpPr>
          <p:spPr>
            <a:xfrm>
              <a:off x="3368994" y="2602275"/>
              <a:ext cx="402067" cy="488593"/>
            </a:xfrm>
            <a:custGeom>
              <a:rect b="b" l="l" r="r" t="t"/>
              <a:pathLst>
                <a:path extrusionOk="0" h="19965" w="16431">
                  <a:moveTo>
                    <a:pt x="4467" y="586"/>
                  </a:moveTo>
                  <a:lnTo>
                    <a:pt x="4467" y="1601"/>
                  </a:lnTo>
                  <a:lnTo>
                    <a:pt x="3073" y="1601"/>
                  </a:lnTo>
                  <a:lnTo>
                    <a:pt x="3073" y="691"/>
                  </a:lnTo>
                  <a:cubicBezTo>
                    <a:pt x="3073" y="632"/>
                    <a:pt x="3123" y="586"/>
                    <a:pt x="3178" y="586"/>
                  </a:cubicBezTo>
                  <a:close/>
                  <a:moveTo>
                    <a:pt x="5774" y="586"/>
                  </a:moveTo>
                  <a:lnTo>
                    <a:pt x="5774" y="1601"/>
                  </a:lnTo>
                  <a:lnTo>
                    <a:pt x="5052" y="1601"/>
                  </a:lnTo>
                  <a:lnTo>
                    <a:pt x="5052" y="586"/>
                  </a:lnTo>
                  <a:close/>
                  <a:moveTo>
                    <a:pt x="9080" y="586"/>
                  </a:moveTo>
                  <a:cubicBezTo>
                    <a:pt x="9135" y="586"/>
                    <a:pt x="9185" y="632"/>
                    <a:pt x="9185" y="691"/>
                  </a:cubicBezTo>
                  <a:lnTo>
                    <a:pt x="9185" y="1601"/>
                  </a:lnTo>
                  <a:lnTo>
                    <a:pt x="6360" y="1601"/>
                  </a:lnTo>
                  <a:lnTo>
                    <a:pt x="6360" y="586"/>
                  </a:lnTo>
                  <a:close/>
                  <a:moveTo>
                    <a:pt x="12509" y="5563"/>
                  </a:moveTo>
                  <a:cubicBezTo>
                    <a:pt x="12521" y="5563"/>
                    <a:pt x="12533" y="5565"/>
                    <a:pt x="12545" y="5569"/>
                  </a:cubicBezTo>
                  <a:lnTo>
                    <a:pt x="13295" y="5820"/>
                  </a:lnTo>
                  <a:lnTo>
                    <a:pt x="9770" y="12961"/>
                  </a:lnTo>
                  <a:lnTo>
                    <a:pt x="9770" y="10986"/>
                  </a:lnTo>
                  <a:lnTo>
                    <a:pt x="12417" y="5619"/>
                  </a:lnTo>
                  <a:cubicBezTo>
                    <a:pt x="12435" y="5584"/>
                    <a:pt x="12471" y="5563"/>
                    <a:pt x="12509" y="5563"/>
                  </a:cubicBezTo>
                  <a:close/>
                  <a:moveTo>
                    <a:pt x="3178" y="1"/>
                  </a:moveTo>
                  <a:cubicBezTo>
                    <a:pt x="2798" y="1"/>
                    <a:pt x="2487" y="312"/>
                    <a:pt x="2487" y="691"/>
                  </a:cubicBezTo>
                  <a:lnTo>
                    <a:pt x="2487" y="1861"/>
                  </a:lnTo>
                  <a:cubicBezTo>
                    <a:pt x="2428" y="2122"/>
                    <a:pt x="1902" y="4225"/>
                    <a:pt x="398" y="5418"/>
                  </a:cubicBezTo>
                  <a:cubicBezTo>
                    <a:pt x="124" y="5633"/>
                    <a:pt x="0" y="5994"/>
                    <a:pt x="78" y="6332"/>
                  </a:cubicBezTo>
                  <a:lnTo>
                    <a:pt x="2949" y="18529"/>
                  </a:lnTo>
                  <a:cubicBezTo>
                    <a:pt x="3146" y="19375"/>
                    <a:pt x="3895" y="19965"/>
                    <a:pt x="4764" y="19965"/>
                  </a:cubicBezTo>
                  <a:lnTo>
                    <a:pt x="11014" y="19965"/>
                  </a:lnTo>
                  <a:cubicBezTo>
                    <a:pt x="11846" y="19951"/>
                    <a:pt x="12563" y="19380"/>
                    <a:pt x="12796" y="18539"/>
                  </a:cubicBezTo>
                  <a:cubicBezTo>
                    <a:pt x="13162" y="17204"/>
                    <a:pt x="13999" y="14433"/>
                    <a:pt x="15210" y="10520"/>
                  </a:cubicBezTo>
                  <a:cubicBezTo>
                    <a:pt x="15256" y="10365"/>
                    <a:pt x="15169" y="10200"/>
                    <a:pt x="15014" y="10154"/>
                  </a:cubicBezTo>
                  <a:cubicBezTo>
                    <a:pt x="14986" y="10146"/>
                    <a:pt x="14957" y="10142"/>
                    <a:pt x="14929" y="10142"/>
                  </a:cubicBezTo>
                  <a:cubicBezTo>
                    <a:pt x="14806" y="10142"/>
                    <a:pt x="14689" y="10220"/>
                    <a:pt x="14648" y="10346"/>
                  </a:cubicBezTo>
                  <a:cubicBezTo>
                    <a:pt x="13802" y="13080"/>
                    <a:pt x="12700" y="16692"/>
                    <a:pt x="12230" y="18383"/>
                  </a:cubicBezTo>
                  <a:cubicBezTo>
                    <a:pt x="12065" y="18973"/>
                    <a:pt x="11571" y="19375"/>
                    <a:pt x="10995" y="19380"/>
                  </a:cubicBezTo>
                  <a:cubicBezTo>
                    <a:pt x="10694" y="19375"/>
                    <a:pt x="9770" y="19279"/>
                    <a:pt x="9770" y="18150"/>
                  </a:cubicBezTo>
                  <a:lnTo>
                    <a:pt x="9770" y="16550"/>
                  </a:lnTo>
                  <a:cubicBezTo>
                    <a:pt x="9770" y="16390"/>
                    <a:pt x="9637" y="16262"/>
                    <a:pt x="9477" y="16262"/>
                  </a:cubicBezTo>
                  <a:cubicBezTo>
                    <a:pt x="9313" y="16262"/>
                    <a:pt x="9185" y="16390"/>
                    <a:pt x="9185" y="16550"/>
                  </a:cubicBezTo>
                  <a:lnTo>
                    <a:pt x="9185" y="18150"/>
                  </a:lnTo>
                  <a:cubicBezTo>
                    <a:pt x="9185" y="18694"/>
                    <a:pt x="9345" y="19092"/>
                    <a:pt x="9592" y="19380"/>
                  </a:cubicBezTo>
                  <a:lnTo>
                    <a:pt x="4764" y="19380"/>
                  </a:lnTo>
                  <a:cubicBezTo>
                    <a:pt x="4165" y="19380"/>
                    <a:pt x="3653" y="18973"/>
                    <a:pt x="3516" y="18392"/>
                  </a:cubicBezTo>
                  <a:lnTo>
                    <a:pt x="650" y="6200"/>
                  </a:lnTo>
                  <a:cubicBezTo>
                    <a:pt x="618" y="6081"/>
                    <a:pt x="663" y="5953"/>
                    <a:pt x="759" y="5875"/>
                  </a:cubicBezTo>
                  <a:cubicBezTo>
                    <a:pt x="2231" y="4710"/>
                    <a:pt x="2835" y="2840"/>
                    <a:pt x="3013" y="2186"/>
                  </a:cubicBezTo>
                  <a:lnTo>
                    <a:pt x="9185" y="2186"/>
                  </a:lnTo>
                  <a:lnTo>
                    <a:pt x="9185" y="15252"/>
                  </a:lnTo>
                  <a:cubicBezTo>
                    <a:pt x="9185" y="15416"/>
                    <a:pt x="9313" y="15544"/>
                    <a:pt x="9477" y="15544"/>
                  </a:cubicBezTo>
                  <a:cubicBezTo>
                    <a:pt x="9637" y="15544"/>
                    <a:pt x="9770" y="15416"/>
                    <a:pt x="9770" y="15252"/>
                  </a:cubicBezTo>
                  <a:lnTo>
                    <a:pt x="9770" y="14282"/>
                  </a:lnTo>
                  <a:lnTo>
                    <a:pt x="13853" y="6012"/>
                  </a:lnTo>
                  <a:lnTo>
                    <a:pt x="15695" y="6643"/>
                  </a:lnTo>
                  <a:cubicBezTo>
                    <a:pt x="15750" y="6662"/>
                    <a:pt x="15777" y="6716"/>
                    <a:pt x="15763" y="6771"/>
                  </a:cubicBezTo>
                  <a:cubicBezTo>
                    <a:pt x="15690" y="7000"/>
                    <a:pt x="15425" y="7846"/>
                    <a:pt x="15032" y="9107"/>
                  </a:cubicBezTo>
                  <a:cubicBezTo>
                    <a:pt x="14986" y="9263"/>
                    <a:pt x="15073" y="9427"/>
                    <a:pt x="15224" y="9473"/>
                  </a:cubicBezTo>
                  <a:cubicBezTo>
                    <a:pt x="15254" y="9483"/>
                    <a:pt x="15284" y="9487"/>
                    <a:pt x="15314" y="9487"/>
                  </a:cubicBezTo>
                  <a:cubicBezTo>
                    <a:pt x="15438" y="9487"/>
                    <a:pt x="15553" y="9407"/>
                    <a:pt x="15590" y="9281"/>
                  </a:cubicBezTo>
                  <a:cubicBezTo>
                    <a:pt x="15983" y="8019"/>
                    <a:pt x="16248" y="7174"/>
                    <a:pt x="16321" y="6945"/>
                  </a:cubicBezTo>
                  <a:cubicBezTo>
                    <a:pt x="16431" y="6588"/>
                    <a:pt x="16243" y="6209"/>
                    <a:pt x="15887" y="6090"/>
                  </a:cubicBezTo>
                  <a:lnTo>
                    <a:pt x="12732" y="5011"/>
                  </a:lnTo>
                  <a:cubicBezTo>
                    <a:pt x="12661" y="4987"/>
                    <a:pt x="12588" y="4976"/>
                    <a:pt x="12515" y="4976"/>
                  </a:cubicBezTo>
                  <a:cubicBezTo>
                    <a:pt x="12259" y="4976"/>
                    <a:pt x="12013" y="5120"/>
                    <a:pt x="11896" y="5359"/>
                  </a:cubicBezTo>
                  <a:lnTo>
                    <a:pt x="9770" y="9665"/>
                  </a:lnTo>
                  <a:lnTo>
                    <a:pt x="9770" y="1893"/>
                  </a:lnTo>
                  <a:lnTo>
                    <a:pt x="9770" y="691"/>
                  </a:lnTo>
                  <a:cubicBezTo>
                    <a:pt x="9770" y="312"/>
                    <a:pt x="9459" y="1"/>
                    <a:pt x="9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3418210" y="2737994"/>
              <a:ext cx="151396" cy="38960"/>
            </a:xfrm>
            <a:custGeom>
              <a:rect b="b" l="l" r="r" t="t"/>
              <a:pathLst>
                <a:path extrusionOk="0" h="1592" w="6187">
                  <a:moveTo>
                    <a:pt x="691" y="0"/>
                  </a:moveTo>
                  <a:cubicBezTo>
                    <a:pt x="312" y="0"/>
                    <a:pt x="1" y="311"/>
                    <a:pt x="1" y="690"/>
                  </a:cubicBezTo>
                  <a:lnTo>
                    <a:pt x="1" y="901"/>
                  </a:lnTo>
                  <a:cubicBezTo>
                    <a:pt x="1" y="1280"/>
                    <a:pt x="312" y="1591"/>
                    <a:pt x="691" y="1591"/>
                  </a:cubicBezTo>
                  <a:lnTo>
                    <a:pt x="5496" y="1591"/>
                  </a:lnTo>
                  <a:cubicBezTo>
                    <a:pt x="5876" y="1591"/>
                    <a:pt x="6186" y="1280"/>
                    <a:pt x="6186" y="901"/>
                  </a:cubicBezTo>
                  <a:lnTo>
                    <a:pt x="6186" y="690"/>
                  </a:lnTo>
                  <a:cubicBezTo>
                    <a:pt x="6186" y="311"/>
                    <a:pt x="5876" y="0"/>
                    <a:pt x="5496" y="0"/>
                  </a:cubicBezTo>
                  <a:lnTo>
                    <a:pt x="2662" y="0"/>
                  </a:lnTo>
                  <a:cubicBezTo>
                    <a:pt x="2502" y="0"/>
                    <a:pt x="2369" y="133"/>
                    <a:pt x="2369" y="293"/>
                  </a:cubicBezTo>
                  <a:cubicBezTo>
                    <a:pt x="2369" y="453"/>
                    <a:pt x="2502" y="585"/>
                    <a:pt x="2662" y="585"/>
                  </a:cubicBezTo>
                  <a:lnTo>
                    <a:pt x="5496" y="585"/>
                  </a:lnTo>
                  <a:cubicBezTo>
                    <a:pt x="5556" y="585"/>
                    <a:pt x="5601" y="631"/>
                    <a:pt x="5601" y="690"/>
                  </a:cubicBezTo>
                  <a:lnTo>
                    <a:pt x="5601" y="901"/>
                  </a:lnTo>
                  <a:cubicBezTo>
                    <a:pt x="5601" y="960"/>
                    <a:pt x="5556" y="1006"/>
                    <a:pt x="5496" y="1006"/>
                  </a:cubicBezTo>
                  <a:lnTo>
                    <a:pt x="691" y="1006"/>
                  </a:lnTo>
                  <a:cubicBezTo>
                    <a:pt x="636" y="1006"/>
                    <a:pt x="586" y="960"/>
                    <a:pt x="586" y="901"/>
                  </a:cubicBezTo>
                  <a:lnTo>
                    <a:pt x="586" y="690"/>
                  </a:lnTo>
                  <a:cubicBezTo>
                    <a:pt x="586" y="631"/>
                    <a:pt x="636" y="585"/>
                    <a:pt x="691" y="585"/>
                  </a:cubicBezTo>
                  <a:lnTo>
                    <a:pt x="1363" y="585"/>
                  </a:lnTo>
                  <a:cubicBezTo>
                    <a:pt x="1528" y="585"/>
                    <a:pt x="1656" y="453"/>
                    <a:pt x="1656" y="293"/>
                  </a:cubicBezTo>
                  <a:cubicBezTo>
                    <a:pt x="1656" y="133"/>
                    <a:pt x="1528" y="0"/>
                    <a:pt x="1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3508615" y="2677231"/>
              <a:ext cx="69617" cy="47012"/>
            </a:xfrm>
            <a:custGeom>
              <a:rect b="b" l="l" r="r" t="t"/>
              <a:pathLst>
                <a:path extrusionOk="0" h="1921" w="2845">
                  <a:moveTo>
                    <a:pt x="2122" y="586"/>
                  </a:moveTo>
                  <a:cubicBezTo>
                    <a:pt x="2200" y="586"/>
                    <a:pt x="2259" y="645"/>
                    <a:pt x="2259" y="723"/>
                  </a:cubicBezTo>
                  <a:lnTo>
                    <a:pt x="2259" y="1198"/>
                  </a:lnTo>
                  <a:cubicBezTo>
                    <a:pt x="2259" y="1272"/>
                    <a:pt x="2200" y="1336"/>
                    <a:pt x="2122" y="1336"/>
                  </a:cubicBezTo>
                  <a:lnTo>
                    <a:pt x="719" y="1336"/>
                  </a:lnTo>
                  <a:cubicBezTo>
                    <a:pt x="645" y="1336"/>
                    <a:pt x="581" y="1272"/>
                    <a:pt x="581" y="1198"/>
                  </a:cubicBezTo>
                  <a:lnTo>
                    <a:pt x="581" y="723"/>
                  </a:lnTo>
                  <a:cubicBezTo>
                    <a:pt x="581" y="645"/>
                    <a:pt x="645" y="586"/>
                    <a:pt x="719" y="586"/>
                  </a:cubicBezTo>
                  <a:close/>
                  <a:moveTo>
                    <a:pt x="719" y="1"/>
                  </a:moveTo>
                  <a:cubicBezTo>
                    <a:pt x="321" y="1"/>
                    <a:pt x="1" y="325"/>
                    <a:pt x="1" y="723"/>
                  </a:cubicBezTo>
                  <a:lnTo>
                    <a:pt x="1" y="1198"/>
                  </a:lnTo>
                  <a:cubicBezTo>
                    <a:pt x="1" y="1596"/>
                    <a:pt x="321" y="1921"/>
                    <a:pt x="719" y="1921"/>
                  </a:cubicBezTo>
                  <a:lnTo>
                    <a:pt x="2122" y="1921"/>
                  </a:lnTo>
                  <a:cubicBezTo>
                    <a:pt x="2520" y="1921"/>
                    <a:pt x="2844" y="1596"/>
                    <a:pt x="2844" y="1198"/>
                  </a:cubicBezTo>
                  <a:lnTo>
                    <a:pt x="2844" y="723"/>
                  </a:lnTo>
                  <a:cubicBezTo>
                    <a:pt x="2844" y="325"/>
                    <a:pt x="2520" y="1"/>
                    <a:pt x="2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1" name="Google Shape;1111;p34"/>
          <p:cNvGrpSpPr/>
          <p:nvPr/>
        </p:nvGrpSpPr>
        <p:grpSpPr>
          <a:xfrm>
            <a:off x="3991622" y="2660297"/>
            <a:ext cx="492581" cy="372520"/>
            <a:chOff x="3991622" y="2660297"/>
            <a:chExt cx="492581" cy="372520"/>
          </a:xfrm>
        </p:grpSpPr>
        <p:sp>
          <p:nvSpPr>
            <p:cNvPr id="1112" name="Google Shape;1112;p34"/>
            <p:cNvSpPr/>
            <p:nvPr/>
          </p:nvSpPr>
          <p:spPr>
            <a:xfrm>
              <a:off x="3991622" y="2660297"/>
              <a:ext cx="492581" cy="372520"/>
            </a:xfrm>
            <a:custGeom>
              <a:rect b="b" l="l" r="r" t="t"/>
              <a:pathLst>
                <a:path extrusionOk="0" h="15222" w="20130">
                  <a:moveTo>
                    <a:pt x="11421" y="574"/>
                  </a:moveTo>
                  <a:cubicBezTo>
                    <a:pt x="11416" y="757"/>
                    <a:pt x="11402" y="1026"/>
                    <a:pt x="11379" y="1365"/>
                  </a:cubicBezTo>
                  <a:lnTo>
                    <a:pt x="8755" y="1365"/>
                  </a:lnTo>
                  <a:cubicBezTo>
                    <a:pt x="8732" y="1026"/>
                    <a:pt x="8719" y="757"/>
                    <a:pt x="8710" y="574"/>
                  </a:cubicBezTo>
                  <a:close/>
                  <a:moveTo>
                    <a:pt x="8129" y="711"/>
                  </a:moveTo>
                  <a:cubicBezTo>
                    <a:pt x="8184" y="1900"/>
                    <a:pt x="8431" y="5383"/>
                    <a:pt x="9532" y="8844"/>
                  </a:cubicBezTo>
                  <a:cubicBezTo>
                    <a:pt x="9327" y="8606"/>
                    <a:pt x="9057" y="8268"/>
                    <a:pt x="8728" y="7788"/>
                  </a:cubicBezTo>
                  <a:cubicBezTo>
                    <a:pt x="7987" y="6723"/>
                    <a:pt x="7224" y="5388"/>
                    <a:pt x="6579" y="4021"/>
                  </a:cubicBezTo>
                  <a:lnTo>
                    <a:pt x="7402" y="3445"/>
                  </a:lnTo>
                  <a:cubicBezTo>
                    <a:pt x="7484" y="3390"/>
                    <a:pt x="7530" y="3294"/>
                    <a:pt x="7526" y="3198"/>
                  </a:cubicBezTo>
                  <a:cubicBezTo>
                    <a:pt x="7521" y="3097"/>
                    <a:pt x="7471" y="3006"/>
                    <a:pt x="7384" y="2956"/>
                  </a:cubicBezTo>
                  <a:lnTo>
                    <a:pt x="6483" y="2421"/>
                  </a:lnTo>
                  <a:cubicBezTo>
                    <a:pt x="6680" y="2000"/>
                    <a:pt x="7164" y="1186"/>
                    <a:pt x="8129" y="711"/>
                  </a:cubicBezTo>
                  <a:close/>
                  <a:moveTo>
                    <a:pt x="12001" y="711"/>
                  </a:moveTo>
                  <a:cubicBezTo>
                    <a:pt x="12966" y="1186"/>
                    <a:pt x="13450" y="2000"/>
                    <a:pt x="13647" y="2421"/>
                  </a:cubicBezTo>
                  <a:lnTo>
                    <a:pt x="12746" y="2956"/>
                  </a:lnTo>
                  <a:cubicBezTo>
                    <a:pt x="12659" y="3006"/>
                    <a:pt x="12609" y="3097"/>
                    <a:pt x="12605" y="3198"/>
                  </a:cubicBezTo>
                  <a:cubicBezTo>
                    <a:pt x="12600" y="3294"/>
                    <a:pt x="12646" y="3390"/>
                    <a:pt x="12728" y="3445"/>
                  </a:cubicBezTo>
                  <a:lnTo>
                    <a:pt x="13551" y="4021"/>
                  </a:lnTo>
                  <a:cubicBezTo>
                    <a:pt x="12906" y="5388"/>
                    <a:pt x="12143" y="6723"/>
                    <a:pt x="11402" y="7788"/>
                  </a:cubicBezTo>
                  <a:cubicBezTo>
                    <a:pt x="11073" y="8268"/>
                    <a:pt x="10803" y="8606"/>
                    <a:pt x="10598" y="8844"/>
                  </a:cubicBezTo>
                  <a:cubicBezTo>
                    <a:pt x="10941" y="7760"/>
                    <a:pt x="11233" y="6586"/>
                    <a:pt x="11462" y="5342"/>
                  </a:cubicBezTo>
                  <a:cubicBezTo>
                    <a:pt x="11494" y="5182"/>
                    <a:pt x="11389" y="5031"/>
                    <a:pt x="11229" y="4999"/>
                  </a:cubicBezTo>
                  <a:cubicBezTo>
                    <a:pt x="11211" y="4996"/>
                    <a:pt x="11194" y="4995"/>
                    <a:pt x="11178" y="4995"/>
                  </a:cubicBezTo>
                  <a:cubicBezTo>
                    <a:pt x="11038" y="4995"/>
                    <a:pt x="10914" y="5094"/>
                    <a:pt x="10886" y="5232"/>
                  </a:cubicBezTo>
                  <a:cubicBezTo>
                    <a:pt x="10666" y="6421"/>
                    <a:pt x="10392" y="7546"/>
                    <a:pt x="10063" y="8588"/>
                  </a:cubicBezTo>
                  <a:cubicBezTo>
                    <a:pt x="9272" y="6064"/>
                    <a:pt x="8938" y="3541"/>
                    <a:pt x="8801" y="1950"/>
                  </a:cubicBezTo>
                  <a:lnTo>
                    <a:pt x="11334" y="1950"/>
                  </a:lnTo>
                  <a:cubicBezTo>
                    <a:pt x="11283" y="2517"/>
                    <a:pt x="11210" y="3207"/>
                    <a:pt x="11096" y="3966"/>
                  </a:cubicBezTo>
                  <a:cubicBezTo>
                    <a:pt x="11073" y="4126"/>
                    <a:pt x="11183" y="4272"/>
                    <a:pt x="11343" y="4300"/>
                  </a:cubicBezTo>
                  <a:cubicBezTo>
                    <a:pt x="11357" y="4302"/>
                    <a:pt x="11370" y="4303"/>
                    <a:pt x="11384" y="4303"/>
                  </a:cubicBezTo>
                  <a:cubicBezTo>
                    <a:pt x="11528" y="4303"/>
                    <a:pt x="11656" y="4195"/>
                    <a:pt x="11677" y="4053"/>
                  </a:cubicBezTo>
                  <a:cubicBezTo>
                    <a:pt x="11896" y="2531"/>
                    <a:pt x="11974" y="1324"/>
                    <a:pt x="12001" y="711"/>
                  </a:cubicBezTo>
                  <a:close/>
                  <a:moveTo>
                    <a:pt x="10904" y="0"/>
                  </a:moveTo>
                  <a:cubicBezTo>
                    <a:pt x="9866" y="0"/>
                    <a:pt x="8312" y="2"/>
                    <a:pt x="8312" y="2"/>
                  </a:cubicBezTo>
                  <a:cubicBezTo>
                    <a:pt x="7905" y="144"/>
                    <a:pt x="7562" y="341"/>
                    <a:pt x="7269" y="556"/>
                  </a:cubicBezTo>
                  <a:lnTo>
                    <a:pt x="4901" y="1196"/>
                  </a:lnTo>
                  <a:cubicBezTo>
                    <a:pt x="4499" y="1301"/>
                    <a:pt x="4170" y="1598"/>
                    <a:pt x="4014" y="1982"/>
                  </a:cubicBezTo>
                  <a:lnTo>
                    <a:pt x="2190" y="6572"/>
                  </a:lnTo>
                  <a:cubicBezTo>
                    <a:pt x="2131" y="6723"/>
                    <a:pt x="2204" y="6892"/>
                    <a:pt x="2355" y="6951"/>
                  </a:cubicBezTo>
                  <a:cubicBezTo>
                    <a:pt x="2392" y="6965"/>
                    <a:pt x="2428" y="6970"/>
                    <a:pt x="2460" y="6970"/>
                  </a:cubicBezTo>
                  <a:cubicBezTo>
                    <a:pt x="2579" y="6970"/>
                    <a:pt x="2689" y="6901"/>
                    <a:pt x="2734" y="6787"/>
                  </a:cubicBezTo>
                  <a:lnTo>
                    <a:pt x="4559" y="2201"/>
                  </a:lnTo>
                  <a:cubicBezTo>
                    <a:pt x="4645" y="1982"/>
                    <a:pt x="4828" y="1817"/>
                    <a:pt x="5052" y="1758"/>
                  </a:cubicBezTo>
                  <a:lnTo>
                    <a:pt x="6428" y="1388"/>
                  </a:lnTo>
                  <a:lnTo>
                    <a:pt x="6428" y="1388"/>
                  </a:lnTo>
                  <a:cubicBezTo>
                    <a:pt x="6168" y="1735"/>
                    <a:pt x="6003" y="2055"/>
                    <a:pt x="5912" y="2261"/>
                  </a:cubicBezTo>
                  <a:cubicBezTo>
                    <a:pt x="5816" y="2485"/>
                    <a:pt x="5898" y="2750"/>
                    <a:pt x="6113" y="2878"/>
                  </a:cubicBezTo>
                  <a:lnTo>
                    <a:pt x="6698" y="3225"/>
                  </a:lnTo>
                  <a:lnTo>
                    <a:pt x="6181" y="3591"/>
                  </a:lnTo>
                  <a:cubicBezTo>
                    <a:pt x="5985" y="3728"/>
                    <a:pt x="5916" y="3984"/>
                    <a:pt x="6017" y="4199"/>
                  </a:cubicBezTo>
                  <a:cubicBezTo>
                    <a:pt x="6725" y="5708"/>
                    <a:pt x="7567" y="7166"/>
                    <a:pt x="8380" y="8314"/>
                  </a:cubicBezTo>
                  <a:cubicBezTo>
                    <a:pt x="9112" y="9338"/>
                    <a:pt x="9528" y="9717"/>
                    <a:pt x="9770" y="9850"/>
                  </a:cubicBezTo>
                  <a:cubicBezTo>
                    <a:pt x="9770" y="9850"/>
                    <a:pt x="9770" y="13393"/>
                    <a:pt x="9775" y="13411"/>
                  </a:cubicBezTo>
                  <a:cubicBezTo>
                    <a:pt x="9756" y="13754"/>
                    <a:pt x="9606" y="14078"/>
                    <a:pt x="9350" y="14307"/>
                  </a:cubicBezTo>
                  <a:cubicBezTo>
                    <a:pt x="9112" y="14520"/>
                    <a:pt x="8800" y="14638"/>
                    <a:pt x="8482" y="14638"/>
                  </a:cubicBezTo>
                  <a:cubicBezTo>
                    <a:pt x="8439" y="14638"/>
                    <a:pt x="8396" y="14636"/>
                    <a:pt x="8353" y="14632"/>
                  </a:cubicBezTo>
                  <a:lnTo>
                    <a:pt x="5816" y="14357"/>
                  </a:lnTo>
                  <a:cubicBezTo>
                    <a:pt x="5564" y="14330"/>
                    <a:pt x="5372" y="14120"/>
                    <a:pt x="5372" y="13864"/>
                  </a:cubicBezTo>
                  <a:lnTo>
                    <a:pt x="5372" y="8807"/>
                  </a:lnTo>
                  <a:cubicBezTo>
                    <a:pt x="5386" y="8611"/>
                    <a:pt x="5505" y="6613"/>
                    <a:pt x="5020" y="5049"/>
                  </a:cubicBezTo>
                  <a:cubicBezTo>
                    <a:pt x="4983" y="4924"/>
                    <a:pt x="4869" y="4843"/>
                    <a:pt x="4744" y="4843"/>
                  </a:cubicBezTo>
                  <a:cubicBezTo>
                    <a:pt x="4715" y="4843"/>
                    <a:pt x="4684" y="4848"/>
                    <a:pt x="4655" y="4857"/>
                  </a:cubicBezTo>
                  <a:cubicBezTo>
                    <a:pt x="4499" y="4903"/>
                    <a:pt x="4412" y="5068"/>
                    <a:pt x="4463" y="5223"/>
                  </a:cubicBezTo>
                  <a:cubicBezTo>
                    <a:pt x="4888" y="6599"/>
                    <a:pt x="4805" y="8419"/>
                    <a:pt x="4792" y="8730"/>
                  </a:cubicBezTo>
                  <a:lnTo>
                    <a:pt x="2963" y="13096"/>
                  </a:lnTo>
                  <a:cubicBezTo>
                    <a:pt x="2945" y="13132"/>
                    <a:pt x="2917" y="13146"/>
                    <a:pt x="2904" y="13155"/>
                  </a:cubicBezTo>
                  <a:cubicBezTo>
                    <a:pt x="2894" y="13157"/>
                    <a:pt x="2882" y="13160"/>
                    <a:pt x="2868" y="13160"/>
                  </a:cubicBezTo>
                  <a:cubicBezTo>
                    <a:pt x="2853" y="13160"/>
                    <a:pt x="2837" y="13157"/>
                    <a:pt x="2821" y="13150"/>
                  </a:cubicBezTo>
                  <a:lnTo>
                    <a:pt x="727" y="12085"/>
                  </a:lnTo>
                  <a:cubicBezTo>
                    <a:pt x="677" y="12062"/>
                    <a:pt x="659" y="12007"/>
                    <a:pt x="677" y="11957"/>
                  </a:cubicBezTo>
                  <a:lnTo>
                    <a:pt x="2250" y="8003"/>
                  </a:lnTo>
                  <a:cubicBezTo>
                    <a:pt x="2309" y="7852"/>
                    <a:pt x="2236" y="7683"/>
                    <a:pt x="2085" y="7623"/>
                  </a:cubicBezTo>
                  <a:cubicBezTo>
                    <a:pt x="2050" y="7609"/>
                    <a:pt x="2013" y="7603"/>
                    <a:pt x="1977" y="7603"/>
                  </a:cubicBezTo>
                  <a:cubicBezTo>
                    <a:pt x="1861" y="7603"/>
                    <a:pt x="1751" y="7673"/>
                    <a:pt x="1706" y="7788"/>
                  </a:cubicBezTo>
                  <a:lnTo>
                    <a:pt x="133" y="11742"/>
                  </a:lnTo>
                  <a:cubicBezTo>
                    <a:pt x="1" y="12071"/>
                    <a:pt x="142" y="12446"/>
                    <a:pt x="462" y="12606"/>
                  </a:cubicBezTo>
                  <a:lnTo>
                    <a:pt x="2556" y="13672"/>
                  </a:lnTo>
                  <a:cubicBezTo>
                    <a:pt x="2654" y="13719"/>
                    <a:pt x="2762" y="13744"/>
                    <a:pt x="2871" y="13744"/>
                  </a:cubicBezTo>
                  <a:cubicBezTo>
                    <a:pt x="2950" y="13744"/>
                    <a:pt x="3029" y="13731"/>
                    <a:pt x="3105" y="13704"/>
                  </a:cubicBezTo>
                  <a:cubicBezTo>
                    <a:pt x="3283" y="13635"/>
                    <a:pt x="3425" y="13498"/>
                    <a:pt x="3502" y="13324"/>
                  </a:cubicBezTo>
                  <a:lnTo>
                    <a:pt x="4787" y="10252"/>
                  </a:lnTo>
                  <a:lnTo>
                    <a:pt x="4787" y="13864"/>
                  </a:lnTo>
                  <a:cubicBezTo>
                    <a:pt x="4787" y="14417"/>
                    <a:pt x="5203" y="14878"/>
                    <a:pt x="5752" y="14938"/>
                  </a:cubicBezTo>
                  <a:lnTo>
                    <a:pt x="8289" y="15212"/>
                  </a:lnTo>
                  <a:cubicBezTo>
                    <a:pt x="8358" y="15217"/>
                    <a:pt x="8422" y="15221"/>
                    <a:pt x="8490" y="15221"/>
                  </a:cubicBezTo>
                  <a:cubicBezTo>
                    <a:pt x="8947" y="15221"/>
                    <a:pt x="9395" y="15052"/>
                    <a:pt x="9738" y="14741"/>
                  </a:cubicBezTo>
                  <a:cubicBezTo>
                    <a:pt x="9866" y="14627"/>
                    <a:pt x="9976" y="14499"/>
                    <a:pt x="10067" y="14357"/>
                  </a:cubicBezTo>
                  <a:cubicBezTo>
                    <a:pt x="10154" y="14499"/>
                    <a:pt x="10264" y="14627"/>
                    <a:pt x="10392" y="14741"/>
                  </a:cubicBezTo>
                  <a:cubicBezTo>
                    <a:pt x="10735" y="15052"/>
                    <a:pt x="11183" y="15221"/>
                    <a:pt x="11640" y="15221"/>
                  </a:cubicBezTo>
                  <a:cubicBezTo>
                    <a:pt x="11709" y="15221"/>
                    <a:pt x="11773" y="15217"/>
                    <a:pt x="11841" y="15212"/>
                  </a:cubicBezTo>
                  <a:lnTo>
                    <a:pt x="12623" y="15125"/>
                  </a:lnTo>
                  <a:cubicBezTo>
                    <a:pt x="12783" y="15112"/>
                    <a:pt x="12897" y="14965"/>
                    <a:pt x="12879" y="14805"/>
                  </a:cubicBezTo>
                  <a:cubicBezTo>
                    <a:pt x="12866" y="14656"/>
                    <a:pt x="12738" y="14543"/>
                    <a:pt x="12591" y="14543"/>
                  </a:cubicBezTo>
                  <a:cubicBezTo>
                    <a:pt x="12581" y="14543"/>
                    <a:pt x="12570" y="14543"/>
                    <a:pt x="12559" y="14545"/>
                  </a:cubicBezTo>
                  <a:lnTo>
                    <a:pt x="11777" y="14632"/>
                  </a:lnTo>
                  <a:cubicBezTo>
                    <a:pt x="11734" y="14636"/>
                    <a:pt x="11691" y="14638"/>
                    <a:pt x="11648" y="14638"/>
                  </a:cubicBezTo>
                  <a:cubicBezTo>
                    <a:pt x="11331" y="14638"/>
                    <a:pt x="11022" y="14520"/>
                    <a:pt x="10781" y="14307"/>
                  </a:cubicBezTo>
                  <a:cubicBezTo>
                    <a:pt x="10525" y="14078"/>
                    <a:pt x="10374" y="13754"/>
                    <a:pt x="10355" y="13411"/>
                  </a:cubicBezTo>
                  <a:cubicBezTo>
                    <a:pt x="10360" y="13393"/>
                    <a:pt x="10355" y="9850"/>
                    <a:pt x="10355" y="9850"/>
                  </a:cubicBezTo>
                  <a:cubicBezTo>
                    <a:pt x="10602" y="9722"/>
                    <a:pt x="11014" y="9342"/>
                    <a:pt x="11750" y="8314"/>
                  </a:cubicBezTo>
                  <a:cubicBezTo>
                    <a:pt x="12129" y="7783"/>
                    <a:pt x="12509" y="7184"/>
                    <a:pt x="12883" y="6544"/>
                  </a:cubicBezTo>
                  <a:lnTo>
                    <a:pt x="14205" y="6544"/>
                  </a:lnTo>
                  <a:cubicBezTo>
                    <a:pt x="14365" y="6544"/>
                    <a:pt x="14497" y="6412"/>
                    <a:pt x="14497" y="6252"/>
                  </a:cubicBezTo>
                  <a:cubicBezTo>
                    <a:pt x="14497" y="6092"/>
                    <a:pt x="14365" y="5959"/>
                    <a:pt x="14205" y="5959"/>
                  </a:cubicBezTo>
                  <a:lnTo>
                    <a:pt x="13213" y="5959"/>
                  </a:lnTo>
                  <a:cubicBezTo>
                    <a:pt x="13528" y="5392"/>
                    <a:pt x="13830" y="4798"/>
                    <a:pt x="14113" y="4199"/>
                  </a:cubicBezTo>
                  <a:cubicBezTo>
                    <a:pt x="14214" y="3984"/>
                    <a:pt x="14145" y="3728"/>
                    <a:pt x="13949" y="3591"/>
                  </a:cubicBezTo>
                  <a:lnTo>
                    <a:pt x="13432" y="3225"/>
                  </a:lnTo>
                  <a:lnTo>
                    <a:pt x="14017" y="2878"/>
                  </a:lnTo>
                  <a:cubicBezTo>
                    <a:pt x="14232" y="2750"/>
                    <a:pt x="14314" y="2485"/>
                    <a:pt x="14218" y="2261"/>
                  </a:cubicBezTo>
                  <a:cubicBezTo>
                    <a:pt x="14127" y="2055"/>
                    <a:pt x="13962" y="1735"/>
                    <a:pt x="13702" y="1388"/>
                  </a:cubicBezTo>
                  <a:lnTo>
                    <a:pt x="13702" y="1388"/>
                  </a:lnTo>
                  <a:lnTo>
                    <a:pt x="15078" y="1758"/>
                  </a:lnTo>
                  <a:cubicBezTo>
                    <a:pt x="15302" y="1817"/>
                    <a:pt x="15485" y="1982"/>
                    <a:pt x="15572" y="2201"/>
                  </a:cubicBezTo>
                  <a:lnTo>
                    <a:pt x="19453" y="11957"/>
                  </a:lnTo>
                  <a:cubicBezTo>
                    <a:pt x="19471" y="12007"/>
                    <a:pt x="19453" y="12062"/>
                    <a:pt x="19403" y="12085"/>
                  </a:cubicBezTo>
                  <a:lnTo>
                    <a:pt x="17309" y="13150"/>
                  </a:lnTo>
                  <a:cubicBezTo>
                    <a:pt x="17293" y="13157"/>
                    <a:pt x="17277" y="13160"/>
                    <a:pt x="17263" y="13160"/>
                  </a:cubicBezTo>
                  <a:cubicBezTo>
                    <a:pt x="17248" y="13160"/>
                    <a:pt x="17236" y="13157"/>
                    <a:pt x="17227" y="13155"/>
                  </a:cubicBezTo>
                  <a:cubicBezTo>
                    <a:pt x="17213" y="13146"/>
                    <a:pt x="17185" y="13132"/>
                    <a:pt x="17167" y="13096"/>
                  </a:cubicBezTo>
                  <a:lnTo>
                    <a:pt x="15343" y="8730"/>
                  </a:lnTo>
                  <a:cubicBezTo>
                    <a:pt x="15325" y="8419"/>
                    <a:pt x="15242" y="6599"/>
                    <a:pt x="15668" y="5223"/>
                  </a:cubicBezTo>
                  <a:cubicBezTo>
                    <a:pt x="15718" y="5068"/>
                    <a:pt x="15631" y="4903"/>
                    <a:pt x="15476" y="4857"/>
                  </a:cubicBezTo>
                  <a:cubicBezTo>
                    <a:pt x="15446" y="4848"/>
                    <a:pt x="15415" y="4843"/>
                    <a:pt x="15386" y="4843"/>
                  </a:cubicBezTo>
                  <a:cubicBezTo>
                    <a:pt x="15261" y="4843"/>
                    <a:pt x="15147" y="4924"/>
                    <a:pt x="15110" y="5049"/>
                  </a:cubicBezTo>
                  <a:cubicBezTo>
                    <a:pt x="14625" y="6618"/>
                    <a:pt x="14749" y="8624"/>
                    <a:pt x="14758" y="8807"/>
                  </a:cubicBezTo>
                  <a:lnTo>
                    <a:pt x="14758" y="13864"/>
                  </a:lnTo>
                  <a:cubicBezTo>
                    <a:pt x="14758" y="14120"/>
                    <a:pt x="14570" y="14330"/>
                    <a:pt x="14314" y="14357"/>
                  </a:cubicBezTo>
                  <a:lnTo>
                    <a:pt x="13844" y="14408"/>
                  </a:lnTo>
                  <a:cubicBezTo>
                    <a:pt x="13679" y="14426"/>
                    <a:pt x="13565" y="14568"/>
                    <a:pt x="13583" y="14732"/>
                  </a:cubicBezTo>
                  <a:cubicBezTo>
                    <a:pt x="13597" y="14878"/>
                    <a:pt x="13725" y="14993"/>
                    <a:pt x="13871" y="14993"/>
                  </a:cubicBezTo>
                  <a:cubicBezTo>
                    <a:pt x="13885" y="14993"/>
                    <a:pt x="13894" y="14993"/>
                    <a:pt x="13903" y="14988"/>
                  </a:cubicBezTo>
                  <a:lnTo>
                    <a:pt x="14378" y="14938"/>
                  </a:lnTo>
                  <a:cubicBezTo>
                    <a:pt x="14927" y="14878"/>
                    <a:pt x="15343" y="14417"/>
                    <a:pt x="15343" y="13864"/>
                  </a:cubicBezTo>
                  <a:lnTo>
                    <a:pt x="15343" y="10252"/>
                  </a:lnTo>
                  <a:lnTo>
                    <a:pt x="16628" y="13324"/>
                  </a:lnTo>
                  <a:cubicBezTo>
                    <a:pt x="16705" y="13498"/>
                    <a:pt x="16847" y="13635"/>
                    <a:pt x="17025" y="13704"/>
                  </a:cubicBezTo>
                  <a:cubicBezTo>
                    <a:pt x="17101" y="13731"/>
                    <a:pt x="17180" y="13744"/>
                    <a:pt x="17259" y="13744"/>
                  </a:cubicBezTo>
                  <a:cubicBezTo>
                    <a:pt x="17368" y="13744"/>
                    <a:pt x="17476" y="13719"/>
                    <a:pt x="17574" y="13672"/>
                  </a:cubicBezTo>
                  <a:lnTo>
                    <a:pt x="19668" y="12606"/>
                  </a:lnTo>
                  <a:cubicBezTo>
                    <a:pt x="19988" y="12446"/>
                    <a:pt x="20130" y="12071"/>
                    <a:pt x="19997" y="11742"/>
                  </a:cubicBezTo>
                  <a:lnTo>
                    <a:pt x="16116" y="1982"/>
                  </a:lnTo>
                  <a:cubicBezTo>
                    <a:pt x="15960" y="1598"/>
                    <a:pt x="15631" y="1301"/>
                    <a:pt x="15229" y="1196"/>
                  </a:cubicBezTo>
                  <a:cubicBezTo>
                    <a:pt x="15229" y="1196"/>
                    <a:pt x="12870" y="556"/>
                    <a:pt x="12865" y="556"/>
                  </a:cubicBezTo>
                  <a:cubicBezTo>
                    <a:pt x="12573" y="341"/>
                    <a:pt x="12225" y="144"/>
                    <a:pt x="11818" y="2"/>
                  </a:cubicBezTo>
                  <a:lnTo>
                    <a:pt x="11814" y="2"/>
                  </a:lnTo>
                  <a:cubicBezTo>
                    <a:pt x="11812" y="1"/>
                    <a:pt x="11423" y="0"/>
                    <a:pt x="109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4048915" y="2948523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1"/>
                    <a:pt x="293" y="591"/>
                  </a:cubicBezTo>
                  <a:cubicBezTo>
                    <a:pt x="453" y="591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4058190" y="2924810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29" y="590"/>
                    <a:pt x="293" y="590"/>
                  </a:cubicBezTo>
                  <a:cubicBezTo>
                    <a:pt x="453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4067490" y="2901097"/>
              <a:ext cx="14339" cy="14341"/>
            </a:xfrm>
            <a:custGeom>
              <a:rect b="b" l="l" r="r" t="t"/>
              <a:pathLst>
                <a:path extrusionOk="0" h="586" w="586">
                  <a:moveTo>
                    <a:pt x="293" y="1"/>
                  </a:moveTo>
                  <a:cubicBezTo>
                    <a:pt x="128" y="1"/>
                    <a:pt x="0" y="129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cubicBezTo>
                    <a:pt x="453" y="586"/>
                    <a:pt x="585" y="458"/>
                    <a:pt x="585" y="293"/>
                  </a:cubicBezTo>
                  <a:cubicBezTo>
                    <a:pt x="585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4412639" y="2948523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3" y="591"/>
                    <a:pt x="293" y="591"/>
                  </a:cubicBezTo>
                  <a:cubicBezTo>
                    <a:pt x="458" y="591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33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4403363" y="2924810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33" y="590"/>
                    <a:pt x="293" y="590"/>
                  </a:cubicBezTo>
                  <a:cubicBezTo>
                    <a:pt x="457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29"/>
                    <a:pt x="457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4394063" y="2901097"/>
              <a:ext cx="14339" cy="14341"/>
            </a:xfrm>
            <a:custGeom>
              <a:rect b="b" l="l" r="r" t="t"/>
              <a:pathLst>
                <a:path extrusionOk="0" h="586" w="586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cubicBezTo>
                    <a:pt x="458" y="586"/>
                    <a:pt x="586" y="458"/>
                    <a:pt x="586" y="293"/>
                  </a:cubicBezTo>
                  <a:cubicBezTo>
                    <a:pt x="586" y="129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4225564" y="2718515"/>
              <a:ext cx="27676" cy="14341"/>
            </a:xfrm>
            <a:custGeom>
              <a:rect b="b" l="l" r="r" t="t"/>
              <a:pathLst>
                <a:path extrusionOk="0" h="586" w="1131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837" y="586"/>
                  </a:lnTo>
                  <a:cubicBezTo>
                    <a:pt x="998" y="586"/>
                    <a:pt x="1130" y="458"/>
                    <a:pt x="1130" y="293"/>
                  </a:cubicBezTo>
                  <a:cubicBezTo>
                    <a:pt x="1130" y="133"/>
                    <a:pt x="998" y="1"/>
                    <a:pt x="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34"/>
          <p:cNvGrpSpPr/>
          <p:nvPr/>
        </p:nvGrpSpPr>
        <p:grpSpPr>
          <a:xfrm>
            <a:off x="4659894" y="2646471"/>
            <a:ext cx="492361" cy="400223"/>
            <a:chOff x="4659894" y="2646471"/>
            <a:chExt cx="492361" cy="400223"/>
          </a:xfrm>
        </p:grpSpPr>
        <p:sp>
          <p:nvSpPr>
            <p:cNvPr id="1121" name="Google Shape;1121;p34"/>
            <p:cNvSpPr/>
            <p:nvPr/>
          </p:nvSpPr>
          <p:spPr>
            <a:xfrm>
              <a:off x="4659894" y="2646471"/>
              <a:ext cx="492361" cy="400223"/>
            </a:xfrm>
            <a:custGeom>
              <a:rect b="b" l="l" r="r" t="t"/>
              <a:pathLst>
                <a:path extrusionOk="0" h="16354" w="20121">
                  <a:moveTo>
                    <a:pt x="10095" y="586"/>
                  </a:moveTo>
                  <a:cubicBezTo>
                    <a:pt x="11425" y="586"/>
                    <a:pt x="12221" y="714"/>
                    <a:pt x="12674" y="837"/>
                  </a:cubicBezTo>
                  <a:lnTo>
                    <a:pt x="11147" y="1655"/>
                  </a:lnTo>
                  <a:cubicBezTo>
                    <a:pt x="11000" y="1733"/>
                    <a:pt x="10904" y="1870"/>
                    <a:pt x="10872" y="2021"/>
                  </a:cubicBezTo>
                  <a:lnTo>
                    <a:pt x="9313" y="2021"/>
                  </a:lnTo>
                  <a:cubicBezTo>
                    <a:pt x="9286" y="1870"/>
                    <a:pt x="9190" y="1733"/>
                    <a:pt x="9044" y="1655"/>
                  </a:cubicBezTo>
                  <a:lnTo>
                    <a:pt x="7517" y="837"/>
                  </a:lnTo>
                  <a:cubicBezTo>
                    <a:pt x="7965" y="714"/>
                    <a:pt x="8760" y="586"/>
                    <a:pt x="10095" y="586"/>
                  </a:cubicBezTo>
                  <a:close/>
                  <a:moveTo>
                    <a:pt x="7124" y="1290"/>
                  </a:moveTo>
                  <a:lnTo>
                    <a:pt x="8724" y="2149"/>
                  </a:lnTo>
                  <a:lnTo>
                    <a:pt x="8276" y="3054"/>
                  </a:lnTo>
                  <a:lnTo>
                    <a:pt x="7124" y="1898"/>
                  </a:lnTo>
                  <a:lnTo>
                    <a:pt x="7124" y="1290"/>
                  </a:lnTo>
                  <a:close/>
                  <a:moveTo>
                    <a:pt x="13067" y="1290"/>
                  </a:moveTo>
                  <a:lnTo>
                    <a:pt x="13067" y="1898"/>
                  </a:lnTo>
                  <a:lnTo>
                    <a:pt x="11910" y="3054"/>
                  </a:lnTo>
                  <a:lnTo>
                    <a:pt x="11462" y="2149"/>
                  </a:lnTo>
                  <a:lnTo>
                    <a:pt x="13067" y="1290"/>
                  </a:lnTo>
                  <a:close/>
                  <a:moveTo>
                    <a:pt x="11037" y="2606"/>
                  </a:moveTo>
                  <a:lnTo>
                    <a:pt x="11265" y="3068"/>
                  </a:lnTo>
                  <a:lnTo>
                    <a:pt x="10676" y="3905"/>
                  </a:lnTo>
                  <a:lnTo>
                    <a:pt x="9515" y="3905"/>
                  </a:lnTo>
                  <a:lnTo>
                    <a:pt x="8925" y="3068"/>
                  </a:lnTo>
                  <a:lnTo>
                    <a:pt x="9153" y="2606"/>
                  </a:lnTo>
                  <a:close/>
                  <a:moveTo>
                    <a:pt x="10095" y="1"/>
                  </a:moveTo>
                  <a:cubicBezTo>
                    <a:pt x="7421" y="1"/>
                    <a:pt x="6717" y="513"/>
                    <a:pt x="6644" y="572"/>
                  </a:cubicBezTo>
                  <a:cubicBezTo>
                    <a:pt x="6575" y="627"/>
                    <a:pt x="6538" y="709"/>
                    <a:pt x="6538" y="801"/>
                  </a:cubicBezTo>
                  <a:lnTo>
                    <a:pt x="6538" y="1505"/>
                  </a:lnTo>
                  <a:cubicBezTo>
                    <a:pt x="5528" y="1582"/>
                    <a:pt x="4655" y="2218"/>
                    <a:pt x="4280" y="3169"/>
                  </a:cubicBezTo>
                  <a:lnTo>
                    <a:pt x="129" y="13597"/>
                  </a:lnTo>
                  <a:cubicBezTo>
                    <a:pt x="1" y="13921"/>
                    <a:pt x="134" y="14287"/>
                    <a:pt x="440" y="14456"/>
                  </a:cubicBezTo>
                  <a:lnTo>
                    <a:pt x="2465" y="15553"/>
                  </a:lnTo>
                  <a:cubicBezTo>
                    <a:pt x="2570" y="15608"/>
                    <a:pt x="2680" y="15635"/>
                    <a:pt x="2794" y="15635"/>
                  </a:cubicBezTo>
                  <a:cubicBezTo>
                    <a:pt x="2872" y="15635"/>
                    <a:pt x="2950" y="15626"/>
                    <a:pt x="3023" y="15599"/>
                  </a:cubicBezTo>
                  <a:cubicBezTo>
                    <a:pt x="3206" y="15535"/>
                    <a:pt x="3352" y="15398"/>
                    <a:pt x="3430" y="15215"/>
                  </a:cubicBezTo>
                  <a:lnTo>
                    <a:pt x="4851" y="11823"/>
                  </a:lnTo>
                  <a:lnTo>
                    <a:pt x="4851" y="13052"/>
                  </a:lnTo>
                  <a:cubicBezTo>
                    <a:pt x="4851" y="13212"/>
                    <a:pt x="4979" y="13345"/>
                    <a:pt x="5144" y="13345"/>
                  </a:cubicBezTo>
                  <a:cubicBezTo>
                    <a:pt x="5304" y="13345"/>
                    <a:pt x="5432" y="13212"/>
                    <a:pt x="5432" y="13052"/>
                  </a:cubicBezTo>
                  <a:lnTo>
                    <a:pt x="5437" y="5761"/>
                  </a:lnTo>
                  <a:cubicBezTo>
                    <a:pt x="5437" y="5601"/>
                    <a:pt x="5304" y="5468"/>
                    <a:pt x="5144" y="5468"/>
                  </a:cubicBezTo>
                  <a:cubicBezTo>
                    <a:pt x="4979" y="5468"/>
                    <a:pt x="4851" y="5601"/>
                    <a:pt x="4851" y="5761"/>
                  </a:cubicBezTo>
                  <a:lnTo>
                    <a:pt x="4851" y="10305"/>
                  </a:lnTo>
                  <a:lnTo>
                    <a:pt x="2890" y="14991"/>
                  </a:lnTo>
                  <a:cubicBezTo>
                    <a:pt x="2872" y="15027"/>
                    <a:pt x="2845" y="15041"/>
                    <a:pt x="2826" y="15046"/>
                  </a:cubicBezTo>
                  <a:cubicBezTo>
                    <a:pt x="2819" y="15050"/>
                    <a:pt x="2808" y="15054"/>
                    <a:pt x="2794" y="15054"/>
                  </a:cubicBezTo>
                  <a:cubicBezTo>
                    <a:pt x="2779" y="15054"/>
                    <a:pt x="2762" y="15050"/>
                    <a:pt x="2744" y="15041"/>
                  </a:cubicBezTo>
                  <a:lnTo>
                    <a:pt x="719" y="13939"/>
                  </a:lnTo>
                  <a:cubicBezTo>
                    <a:pt x="673" y="13917"/>
                    <a:pt x="655" y="13862"/>
                    <a:pt x="673" y="13816"/>
                  </a:cubicBezTo>
                  <a:lnTo>
                    <a:pt x="1130" y="12659"/>
                  </a:lnTo>
                  <a:lnTo>
                    <a:pt x="2598" y="13455"/>
                  </a:lnTo>
                  <a:cubicBezTo>
                    <a:pt x="2639" y="13478"/>
                    <a:pt x="2689" y="13491"/>
                    <a:pt x="2735" y="13491"/>
                  </a:cubicBezTo>
                  <a:cubicBezTo>
                    <a:pt x="2840" y="13491"/>
                    <a:pt x="2941" y="13432"/>
                    <a:pt x="2991" y="13336"/>
                  </a:cubicBezTo>
                  <a:cubicBezTo>
                    <a:pt x="3069" y="13194"/>
                    <a:pt x="3018" y="13016"/>
                    <a:pt x="2877" y="12938"/>
                  </a:cubicBezTo>
                  <a:lnTo>
                    <a:pt x="1350" y="12111"/>
                  </a:lnTo>
                  <a:lnTo>
                    <a:pt x="4824" y="3384"/>
                  </a:lnTo>
                  <a:cubicBezTo>
                    <a:pt x="5117" y="2647"/>
                    <a:pt x="5789" y="2154"/>
                    <a:pt x="6566" y="2090"/>
                  </a:cubicBezTo>
                  <a:cubicBezTo>
                    <a:pt x="6593" y="2167"/>
                    <a:pt x="6634" y="2236"/>
                    <a:pt x="6694" y="2295"/>
                  </a:cubicBezTo>
                  <a:lnTo>
                    <a:pt x="7910" y="3516"/>
                  </a:lnTo>
                  <a:cubicBezTo>
                    <a:pt x="8010" y="3617"/>
                    <a:pt x="8148" y="3676"/>
                    <a:pt x="8289" y="3676"/>
                  </a:cubicBezTo>
                  <a:cubicBezTo>
                    <a:pt x="8321" y="3676"/>
                    <a:pt x="8349" y="3672"/>
                    <a:pt x="8376" y="3667"/>
                  </a:cubicBezTo>
                  <a:cubicBezTo>
                    <a:pt x="8449" y="3653"/>
                    <a:pt x="8518" y="3626"/>
                    <a:pt x="8577" y="3589"/>
                  </a:cubicBezTo>
                  <a:lnTo>
                    <a:pt x="9053" y="4266"/>
                  </a:lnTo>
                  <a:cubicBezTo>
                    <a:pt x="9057" y="4270"/>
                    <a:pt x="9062" y="4275"/>
                    <a:pt x="9062" y="4280"/>
                  </a:cubicBezTo>
                  <a:cubicBezTo>
                    <a:pt x="9039" y="4481"/>
                    <a:pt x="9007" y="4782"/>
                    <a:pt x="8966" y="5148"/>
                  </a:cubicBezTo>
                  <a:lnTo>
                    <a:pt x="8925" y="5468"/>
                  </a:lnTo>
                  <a:cubicBezTo>
                    <a:pt x="8907" y="5628"/>
                    <a:pt x="9025" y="5774"/>
                    <a:pt x="9185" y="5793"/>
                  </a:cubicBezTo>
                  <a:cubicBezTo>
                    <a:pt x="9195" y="5793"/>
                    <a:pt x="9208" y="5797"/>
                    <a:pt x="9217" y="5797"/>
                  </a:cubicBezTo>
                  <a:cubicBezTo>
                    <a:pt x="9364" y="5797"/>
                    <a:pt x="9492" y="5683"/>
                    <a:pt x="9510" y="5537"/>
                  </a:cubicBezTo>
                  <a:lnTo>
                    <a:pt x="9547" y="5212"/>
                  </a:lnTo>
                  <a:cubicBezTo>
                    <a:pt x="9579" y="4924"/>
                    <a:pt x="9606" y="4677"/>
                    <a:pt x="9629" y="4485"/>
                  </a:cubicBezTo>
                  <a:lnTo>
                    <a:pt x="10561" y="4485"/>
                  </a:lnTo>
                  <a:cubicBezTo>
                    <a:pt x="10712" y="5816"/>
                    <a:pt x="11179" y="9884"/>
                    <a:pt x="11275" y="10730"/>
                  </a:cubicBezTo>
                  <a:lnTo>
                    <a:pt x="10095" y="11754"/>
                  </a:lnTo>
                  <a:lnTo>
                    <a:pt x="8911" y="10730"/>
                  </a:lnTo>
                  <a:cubicBezTo>
                    <a:pt x="8975" y="10204"/>
                    <a:pt x="9181" y="8408"/>
                    <a:pt x="9359" y="6817"/>
                  </a:cubicBezTo>
                  <a:cubicBezTo>
                    <a:pt x="9382" y="6657"/>
                    <a:pt x="9263" y="6511"/>
                    <a:pt x="9103" y="6492"/>
                  </a:cubicBezTo>
                  <a:cubicBezTo>
                    <a:pt x="9092" y="6491"/>
                    <a:pt x="9081" y="6490"/>
                    <a:pt x="9069" y="6490"/>
                  </a:cubicBezTo>
                  <a:cubicBezTo>
                    <a:pt x="8923" y="6490"/>
                    <a:pt x="8796" y="6600"/>
                    <a:pt x="8779" y="6748"/>
                  </a:cubicBezTo>
                  <a:cubicBezTo>
                    <a:pt x="8596" y="8367"/>
                    <a:pt x="8385" y="10186"/>
                    <a:pt x="8330" y="10684"/>
                  </a:cubicBezTo>
                  <a:cubicBezTo>
                    <a:pt x="8308" y="10863"/>
                    <a:pt x="8376" y="11041"/>
                    <a:pt x="8513" y="11155"/>
                  </a:cubicBezTo>
                  <a:lnTo>
                    <a:pt x="9739" y="12220"/>
                  </a:lnTo>
                  <a:cubicBezTo>
                    <a:pt x="9748" y="12230"/>
                    <a:pt x="9757" y="12239"/>
                    <a:pt x="9771" y="12243"/>
                  </a:cubicBezTo>
                  <a:lnTo>
                    <a:pt x="9771" y="15672"/>
                  </a:lnTo>
                  <a:cubicBezTo>
                    <a:pt x="9771" y="15727"/>
                    <a:pt x="9725" y="15768"/>
                    <a:pt x="9670" y="15768"/>
                  </a:cubicBezTo>
                  <a:lnTo>
                    <a:pt x="5647" y="15768"/>
                  </a:lnTo>
                  <a:cubicBezTo>
                    <a:pt x="5528" y="15768"/>
                    <a:pt x="5437" y="15672"/>
                    <a:pt x="5437" y="15558"/>
                  </a:cubicBezTo>
                  <a:lnTo>
                    <a:pt x="5437" y="14351"/>
                  </a:lnTo>
                  <a:cubicBezTo>
                    <a:pt x="5437" y="14191"/>
                    <a:pt x="5304" y="14058"/>
                    <a:pt x="5144" y="14058"/>
                  </a:cubicBezTo>
                  <a:cubicBezTo>
                    <a:pt x="4979" y="14058"/>
                    <a:pt x="4851" y="14191"/>
                    <a:pt x="4851" y="14351"/>
                  </a:cubicBezTo>
                  <a:lnTo>
                    <a:pt x="4851" y="15558"/>
                  </a:lnTo>
                  <a:cubicBezTo>
                    <a:pt x="4851" y="15997"/>
                    <a:pt x="5208" y="16353"/>
                    <a:pt x="5647" y="16353"/>
                  </a:cubicBezTo>
                  <a:lnTo>
                    <a:pt x="9670" y="16353"/>
                  </a:lnTo>
                  <a:cubicBezTo>
                    <a:pt x="10049" y="16353"/>
                    <a:pt x="10356" y="16047"/>
                    <a:pt x="10356" y="15672"/>
                  </a:cubicBezTo>
                  <a:lnTo>
                    <a:pt x="10356" y="15032"/>
                  </a:lnTo>
                  <a:lnTo>
                    <a:pt x="11183" y="16093"/>
                  </a:lnTo>
                  <a:cubicBezTo>
                    <a:pt x="11311" y="16257"/>
                    <a:pt x="11508" y="16353"/>
                    <a:pt x="11718" y="16353"/>
                  </a:cubicBezTo>
                  <a:lnTo>
                    <a:pt x="14479" y="16353"/>
                  </a:lnTo>
                  <a:cubicBezTo>
                    <a:pt x="14918" y="16353"/>
                    <a:pt x="15275" y="15997"/>
                    <a:pt x="15275" y="15558"/>
                  </a:cubicBezTo>
                  <a:lnTo>
                    <a:pt x="15275" y="11818"/>
                  </a:lnTo>
                  <a:lnTo>
                    <a:pt x="16697" y="15215"/>
                  </a:lnTo>
                  <a:cubicBezTo>
                    <a:pt x="16770" y="15393"/>
                    <a:pt x="16921" y="15535"/>
                    <a:pt x="17103" y="15599"/>
                  </a:cubicBezTo>
                  <a:cubicBezTo>
                    <a:pt x="17176" y="15625"/>
                    <a:pt x="17253" y="15638"/>
                    <a:pt x="17330" y="15638"/>
                  </a:cubicBezTo>
                  <a:cubicBezTo>
                    <a:pt x="17443" y="15638"/>
                    <a:pt x="17556" y="15610"/>
                    <a:pt x="17657" y="15553"/>
                  </a:cubicBezTo>
                  <a:lnTo>
                    <a:pt x="19686" y="14456"/>
                  </a:lnTo>
                  <a:cubicBezTo>
                    <a:pt x="19988" y="14287"/>
                    <a:pt x="20121" y="13921"/>
                    <a:pt x="19993" y="13597"/>
                  </a:cubicBezTo>
                  <a:lnTo>
                    <a:pt x="18141" y="8933"/>
                  </a:lnTo>
                  <a:cubicBezTo>
                    <a:pt x="18092" y="8818"/>
                    <a:pt x="17982" y="8748"/>
                    <a:pt x="17865" y="8748"/>
                  </a:cubicBezTo>
                  <a:cubicBezTo>
                    <a:pt x="17829" y="8748"/>
                    <a:pt x="17793" y="8755"/>
                    <a:pt x="17757" y="8769"/>
                  </a:cubicBezTo>
                  <a:cubicBezTo>
                    <a:pt x="17611" y="8833"/>
                    <a:pt x="17538" y="9002"/>
                    <a:pt x="17597" y="9153"/>
                  </a:cubicBezTo>
                  <a:lnTo>
                    <a:pt x="18772" y="12111"/>
                  </a:lnTo>
                  <a:lnTo>
                    <a:pt x="17250" y="12938"/>
                  </a:lnTo>
                  <a:cubicBezTo>
                    <a:pt x="17108" y="13016"/>
                    <a:pt x="17053" y="13194"/>
                    <a:pt x="17131" y="13336"/>
                  </a:cubicBezTo>
                  <a:cubicBezTo>
                    <a:pt x="17186" y="13432"/>
                    <a:pt x="17286" y="13491"/>
                    <a:pt x="17387" y="13491"/>
                  </a:cubicBezTo>
                  <a:cubicBezTo>
                    <a:pt x="17437" y="13491"/>
                    <a:pt x="17483" y="13478"/>
                    <a:pt x="17529" y="13455"/>
                  </a:cubicBezTo>
                  <a:lnTo>
                    <a:pt x="18992" y="12659"/>
                  </a:lnTo>
                  <a:lnTo>
                    <a:pt x="19449" y="13816"/>
                  </a:lnTo>
                  <a:cubicBezTo>
                    <a:pt x="19472" y="13862"/>
                    <a:pt x="19449" y="13917"/>
                    <a:pt x="19403" y="13939"/>
                  </a:cubicBezTo>
                  <a:lnTo>
                    <a:pt x="17378" y="15041"/>
                  </a:lnTo>
                  <a:cubicBezTo>
                    <a:pt x="17362" y="15050"/>
                    <a:pt x="17346" y="15054"/>
                    <a:pt x="17331" y="15054"/>
                  </a:cubicBezTo>
                  <a:cubicBezTo>
                    <a:pt x="17317" y="15054"/>
                    <a:pt x="17305" y="15050"/>
                    <a:pt x="17295" y="15046"/>
                  </a:cubicBezTo>
                  <a:cubicBezTo>
                    <a:pt x="17282" y="15041"/>
                    <a:pt x="17250" y="15027"/>
                    <a:pt x="17236" y="14991"/>
                  </a:cubicBezTo>
                  <a:lnTo>
                    <a:pt x="15275" y="10305"/>
                  </a:lnTo>
                  <a:lnTo>
                    <a:pt x="15275" y="5770"/>
                  </a:lnTo>
                  <a:cubicBezTo>
                    <a:pt x="15275" y="5610"/>
                    <a:pt x="15142" y="5477"/>
                    <a:pt x="14982" y="5477"/>
                  </a:cubicBezTo>
                  <a:cubicBezTo>
                    <a:pt x="14822" y="5477"/>
                    <a:pt x="14690" y="5610"/>
                    <a:pt x="14690" y="5770"/>
                  </a:cubicBezTo>
                  <a:lnTo>
                    <a:pt x="14690" y="15558"/>
                  </a:lnTo>
                  <a:cubicBezTo>
                    <a:pt x="14690" y="15672"/>
                    <a:pt x="14594" y="15768"/>
                    <a:pt x="14479" y="15768"/>
                  </a:cubicBezTo>
                  <a:lnTo>
                    <a:pt x="11718" y="15768"/>
                  </a:lnTo>
                  <a:cubicBezTo>
                    <a:pt x="11691" y="15768"/>
                    <a:pt x="11659" y="15754"/>
                    <a:pt x="11640" y="15731"/>
                  </a:cubicBezTo>
                  <a:lnTo>
                    <a:pt x="10356" y="14081"/>
                  </a:lnTo>
                  <a:lnTo>
                    <a:pt x="10356" y="12289"/>
                  </a:lnTo>
                  <a:cubicBezTo>
                    <a:pt x="10388" y="12266"/>
                    <a:pt x="10420" y="12248"/>
                    <a:pt x="10452" y="12220"/>
                  </a:cubicBezTo>
                  <a:lnTo>
                    <a:pt x="11677" y="11160"/>
                  </a:lnTo>
                  <a:cubicBezTo>
                    <a:pt x="11810" y="11041"/>
                    <a:pt x="11878" y="10863"/>
                    <a:pt x="11860" y="10684"/>
                  </a:cubicBezTo>
                  <a:cubicBezTo>
                    <a:pt x="11764" y="9862"/>
                    <a:pt x="11261" y="5441"/>
                    <a:pt x="11124" y="4280"/>
                  </a:cubicBezTo>
                  <a:cubicBezTo>
                    <a:pt x="11128" y="4275"/>
                    <a:pt x="11133" y="4270"/>
                    <a:pt x="11137" y="4266"/>
                  </a:cubicBezTo>
                  <a:lnTo>
                    <a:pt x="11613" y="3589"/>
                  </a:lnTo>
                  <a:cubicBezTo>
                    <a:pt x="11672" y="3626"/>
                    <a:pt x="11741" y="3653"/>
                    <a:pt x="11810" y="3667"/>
                  </a:cubicBezTo>
                  <a:cubicBezTo>
                    <a:pt x="11842" y="3672"/>
                    <a:pt x="11869" y="3676"/>
                    <a:pt x="11896" y="3676"/>
                  </a:cubicBezTo>
                  <a:cubicBezTo>
                    <a:pt x="12038" y="3676"/>
                    <a:pt x="12180" y="3617"/>
                    <a:pt x="12280" y="3516"/>
                  </a:cubicBezTo>
                  <a:lnTo>
                    <a:pt x="13496" y="2295"/>
                  </a:lnTo>
                  <a:cubicBezTo>
                    <a:pt x="13551" y="2241"/>
                    <a:pt x="13592" y="2172"/>
                    <a:pt x="13620" y="2094"/>
                  </a:cubicBezTo>
                  <a:cubicBezTo>
                    <a:pt x="14374" y="2181"/>
                    <a:pt x="15019" y="2670"/>
                    <a:pt x="15302" y="3388"/>
                  </a:cubicBezTo>
                  <a:lnTo>
                    <a:pt x="17117" y="7941"/>
                  </a:lnTo>
                  <a:cubicBezTo>
                    <a:pt x="17163" y="8060"/>
                    <a:pt x="17273" y="8129"/>
                    <a:pt x="17387" y="8129"/>
                  </a:cubicBezTo>
                  <a:cubicBezTo>
                    <a:pt x="17423" y="8129"/>
                    <a:pt x="17460" y="8120"/>
                    <a:pt x="17497" y="8106"/>
                  </a:cubicBezTo>
                  <a:cubicBezTo>
                    <a:pt x="17647" y="8047"/>
                    <a:pt x="17721" y="7877"/>
                    <a:pt x="17657" y="7727"/>
                  </a:cubicBezTo>
                  <a:lnTo>
                    <a:pt x="15846" y="3169"/>
                  </a:lnTo>
                  <a:cubicBezTo>
                    <a:pt x="15476" y="2241"/>
                    <a:pt x="14630" y="1610"/>
                    <a:pt x="13652" y="1509"/>
                  </a:cubicBezTo>
                  <a:lnTo>
                    <a:pt x="13652" y="801"/>
                  </a:lnTo>
                  <a:cubicBezTo>
                    <a:pt x="13652" y="709"/>
                    <a:pt x="13611" y="627"/>
                    <a:pt x="13547" y="572"/>
                  </a:cubicBezTo>
                  <a:cubicBezTo>
                    <a:pt x="13455" y="499"/>
                    <a:pt x="12724" y="1"/>
                    <a:pt x="10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4921833" y="2952781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0"/>
                    <a:pt x="293" y="590"/>
                  </a:cubicBezTo>
                  <a:cubicBezTo>
                    <a:pt x="453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4689678" y="2972016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8" y="1"/>
                    <a:pt x="0" y="129"/>
                    <a:pt x="0" y="294"/>
                  </a:cubicBezTo>
                  <a:lnTo>
                    <a:pt x="0" y="298"/>
                  </a:lnTo>
                  <a:cubicBezTo>
                    <a:pt x="0" y="458"/>
                    <a:pt x="128" y="591"/>
                    <a:pt x="293" y="591"/>
                  </a:cubicBezTo>
                  <a:cubicBezTo>
                    <a:pt x="453" y="591"/>
                    <a:pt x="585" y="458"/>
                    <a:pt x="585" y="298"/>
                  </a:cubicBezTo>
                  <a:lnTo>
                    <a:pt x="585" y="294"/>
                  </a:lnTo>
                  <a:cubicBezTo>
                    <a:pt x="585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5108345" y="2972016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8" y="1"/>
                    <a:pt x="0" y="129"/>
                    <a:pt x="0" y="294"/>
                  </a:cubicBezTo>
                  <a:lnTo>
                    <a:pt x="0" y="298"/>
                  </a:lnTo>
                  <a:cubicBezTo>
                    <a:pt x="0" y="458"/>
                    <a:pt x="128" y="591"/>
                    <a:pt x="293" y="591"/>
                  </a:cubicBezTo>
                  <a:cubicBezTo>
                    <a:pt x="453" y="591"/>
                    <a:pt x="585" y="458"/>
                    <a:pt x="585" y="298"/>
                  </a:cubicBezTo>
                  <a:lnTo>
                    <a:pt x="585" y="294"/>
                  </a:lnTo>
                  <a:cubicBezTo>
                    <a:pt x="585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5" name="Google Shape;1125;p34"/>
          <p:cNvSpPr/>
          <p:nvPr/>
        </p:nvSpPr>
        <p:spPr>
          <a:xfrm>
            <a:off x="5440302" y="2602275"/>
            <a:ext cx="268044" cy="488593"/>
          </a:xfrm>
          <a:custGeom>
            <a:rect b="b" l="l" r="r" t="t"/>
            <a:pathLst>
              <a:path extrusionOk="0" h="19965" w="10954">
                <a:moveTo>
                  <a:pt x="5477" y="586"/>
                </a:moveTo>
                <a:cubicBezTo>
                  <a:pt x="8055" y="586"/>
                  <a:pt x="9390" y="897"/>
                  <a:pt x="10012" y="1116"/>
                </a:cubicBezTo>
                <a:lnTo>
                  <a:pt x="7347" y="2547"/>
                </a:lnTo>
                <a:cubicBezTo>
                  <a:pt x="7223" y="2392"/>
                  <a:pt x="7036" y="2300"/>
                  <a:pt x="6830" y="2300"/>
                </a:cubicBezTo>
                <a:lnTo>
                  <a:pt x="4124" y="2300"/>
                </a:lnTo>
                <a:cubicBezTo>
                  <a:pt x="3918" y="2300"/>
                  <a:pt x="3731" y="2392"/>
                  <a:pt x="3607" y="2547"/>
                </a:cubicBezTo>
                <a:lnTo>
                  <a:pt x="3191" y="2328"/>
                </a:lnTo>
                <a:cubicBezTo>
                  <a:pt x="3147" y="2304"/>
                  <a:pt x="3100" y="2292"/>
                  <a:pt x="3054" y="2292"/>
                </a:cubicBezTo>
                <a:cubicBezTo>
                  <a:pt x="2951" y="2292"/>
                  <a:pt x="2852" y="2349"/>
                  <a:pt x="2798" y="2447"/>
                </a:cubicBezTo>
                <a:cubicBezTo>
                  <a:pt x="2720" y="2588"/>
                  <a:pt x="2775" y="2767"/>
                  <a:pt x="2917" y="2840"/>
                </a:cubicBezTo>
                <a:lnTo>
                  <a:pt x="3447" y="3128"/>
                </a:lnTo>
                <a:cubicBezTo>
                  <a:pt x="3493" y="3151"/>
                  <a:pt x="3511" y="3205"/>
                  <a:pt x="3488" y="3256"/>
                </a:cubicBezTo>
                <a:lnTo>
                  <a:pt x="2697" y="4856"/>
                </a:lnTo>
                <a:cubicBezTo>
                  <a:pt x="2679" y="4892"/>
                  <a:pt x="2647" y="4906"/>
                  <a:pt x="2629" y="4906"/>
                </a:cubicBezTo>
                <a:cubicBezTo>
                  <a:pt x="2624" y="4907"/>
                  <a:pt x="2617" y="4908"/>
                  <a:pt x="2610" y="4908"/>
                </a:cubicBezTo>
                <a:cubicBezTo>
                  <a:pt x="2591" y="4908"/>
                  <a:pt x="2565" y="4902"/>
                  <a:pt x="2542" y="4879"/>
                </a:cubicBezTo>
                <a:lnTo>
                  <a:pt x="613" y="2945"/>
                </a:lnTo>
                <a:cubicBezTo>
                  <a:pt x="594" y="2927"/>
                  <a:pt x="585" y="2899"/>
                  <a:pt x="585" y="2876"/>
                </a:cubicBezTo>
                <a:lnTo>
                  <a:pt x="585" y="1587"/>
                </a:lnTo>
                <a:lnTo>
                  <a:pt x="1774" y="2227"/>
                </a:lnTo>
                <a:cubicBezTo>
                  <a:pt x="1818" y="2251"/>
                  <a:pt x="1865" y="2263"/>
                  <a:pt x="1912" y="2263"/>
                </a:cubicBezTo>
                <a:cubicBezTo>
                  <a:pt x="2016" y="2263"/>
                  <a:pt x="2117" y="2206"/>
                  <a:pt x="2167" y="2108"/>
                </a:cubicBezTo>
                <a:cubicBezTo>
                  <a:pt x="2245" y="1967"/>
                  <a:pt x="2190" y="1788"/>
                  <a:pt x="2048" y="1711"/>
                </a:cubicBezTo>
                <a:lnTo>
                  <a:pt x="937" y="1116"/>
                </a:lnTo>
                <a:cubicBezTo>
                  <a:pt x="1554" y="897"/>
                  <a:pt x="2885" y="586"/>
                  <a:pt x="5477" y="586"/>
                </a:cubicBezTo>
                <a:close/>
                <a:moveTo>
                  <a:pt x="10369" y="1587"/>
                </a:moveTo>
                <a:lnTo>
                  <a:pt x="10369" y="2876"/>
                </a:lnTo>
                <a:cubicBezTo>
                  <a:pt x="10369" y="2899"/>
                  <a:pt x="10359" y="2927"/>
                  <a:pt x="10341" y="2945"/>
                </a:cubicBezTo>
                <a:lnTo>
                  <a:pt x="8412" y="4879"/>
                </a:lnTo>
                <a:cubicBezTo>
                  <a:pt x="8389" y="4902"/>
                  <a:pt x="8363" y="4908"/>
                  <a:pt x="8344" y="4908"/>
                </a:cubicBezTo>
                <a:cubicBezTo>
                  <a:pt x="8336" y="4908"/>
                  <a:pt x="8330" y="4907"/>
                  <a:pt x="8325" y="4906"/>
                </a:cubicBezTo>
                <a:cubicBezTo>
                  <a:pt x="8307" y="4906"/>
                  <a:pt x="8275" y="4892"/>
                  <a:pt x="8256" y="4856"/>
                </a:cubicBezTo>
                <a:lnTo>
                  <a:pt x="7466" y="3256"/>
                </a:lnTo>
                <a:cubicBezTo>
                  <a:pt x="7443" y="3205"/>
                  <a:pt x="7461" y="3151"/>
                  <a:pt x="7507" y="3128"/>
                </a:cubicBezTo>
                <a:lnTo>
                  <a:pt x="10369" y="1587"/>
                </a:lnTo>
                <a:close/>
                <a:moveTo>
                  <a:pt x="6830" y="2885"/>
                </a:moveTo>
                <a:cubicBezTo>
                  <a:pt x="6858" y="2885"/>
                  <a:pt x="6885" y="2904"/>
                  <a:pt x="6899" y="2927"/>
                </a:cubicBezTo>
                <a:lnTo>
                  <a:pt x="6917" y="2963"/>
                </a:lnTo>
                <a:cubicBezTo>
                  <a:pt x="6885" y="3041"/>
                  <a:pt x="6871" y="3128"/>
                  <a:pt x="6871" y="3210"/>
                </a:cubicBezTo>
                <a:lnTo>
                  <a:pt x="6336" y="3210"/>
                </a:lnTo>
                <a:cubicBezTo>
                  <a:pt x="6172" y="3210"/>
                  <a:pt x="6044" y="3343"/>
                  <a:pt x="6044" y="3503"/>
                </a:cubicBezTo>
                <a:cubicBezTo>
                  <a:pt x="6044" y="3667"/>
                  <a:pt x="6172" y="3795"/>
                  <a:pt x="6336" y="3795"/>
                </a:cubicBezTo>
                <a:lnTo>
                  <a:pt x="7082" y="3795"/>
                </a:lnTo>
                <a:lnTo>
                  <a:pt x="7534" y="4719"/>
                </a:lnTo>
                <a:lnTo>
                  <a:pt x="6510" y="6168"/>
                </a:lnTo>
                <a:cubicBezTo>
                  <a:pt x="6496" y="6191"/>
                  <a:pt x="6474" y="6200"/>
                  <a:pt x="6451" y="6200"/>
                </a:cubicBezTo>
                <a:lnTo>
                  <a:pt x="4503" y="6200"/>
                </a:lnTo>
                <a:cubicBezTo>
                  <a:pt x="4480" y="6200"/>
                  <a:pt x="4457" y="6191"/>
                  <a:pt x="4444" y="6168"/>
                </a:cubicBezTo>
                <a:lnTo>
                  <a:pt x="3420" y="4719"/>
                </a:lnTo>
                <a:lnTo>
                  <a:pt x="3872" y="3795"/>
                </a:lnTo>
                <a:lnTo>
                  <a:pt x="5038" y="3795"/>
                </a:lnTo>
                <a:cubicBezTo>
                  <a:pt x="5198" y="3795"/>
                  <a:pt x="5331" y="3667"/>
                  <a:pt x="5331" y="3503"/>
                </a:cubicBezTo>
                <a:cubicBezTo>
                  <a:pt x="5331" y="3343"/>
                  <a:pt x="5198" y="3210"/>
                  <a:pt x="5038" y="3210"/>
                </a:cubicBezTo>
                <a:lnTo>
                  <a:pt x="4083" y="3210"/>
                </a:lnTo>
                <a:cubicBezTo>
                  <a:pt x="4083" y="3128"/>
                  <a:pt x="4069" y="3041"/>
                  <a:pt x="4037" y="2963"/>
                </a:cubicBezTo>
                <a:lnTo>
                  <a:pt x="4055" y="2927"/>
                </a:lnTo>
                <a:cubicBezTo>
                  <a:pt x="4069" y="2904"/>
                  <a:pt x="4096" y="2885"/>
                  <a:pt x="4124" y="2885"/>
                </a:cubicBezTo>
                <a:close/>
                <a:moveTo>
                  <a:pt x="6990" y="11791"/>
                </a:moveTo>
                <a:cubicBezTo>
                  <a:pt x="7013" y="11905"/>
                  <a:pt x="7031" y="12015"/>
                  <a:pt x="7050" y="12129"/>
                </a:cubicBezTo>
                <a:lnTo>
                  <a:pt x="3241" y="15942"/>
                </a:lnTo>
                <a:cubicBezTo>
                  <a:pt x="3269" y="15787"/>
                  <a:pt x="3296" y="15622"/>
                  <a:pt x="3324" y="15457"/>
                </a:cubicBezTo>
                <a:lnTo>
                  <a:pt x="6990" y="11791"/>
                </a:lnTo>
                <a:close/>
                <a:moveTo>
                  <a:pt x="7173" y="12838"/>
                </a:moveTo>
                <a:cubicBezTo>
                  <a:pt x="7210" y="13048"/>
                  <a:pt x="7246" y="13258"/>
                  <a:pt x="7283" y="13464"/>
                </a:cubicBezTo>
                <a:lnTo>
                  <a:pt x="3136" y="17611"/>
                </a:lnTo>
                <a:lnTo>
                  <a:pt x="3008" y="17510"/>
                </a:lnTo>
                <a:cubicBezTo>
                  <a:pt x="2985" y="17496"/>
                  <a:pt x="2976" y="17464"/>
                  <a:pt x="2981" y="17437"/>
                </a:cubicBezTo>
                <a:cubicBezTo>
                  <a:pt x="2995" y="17364"/>
                  <a:pt x="3022" y="17190"/>
                  <a:pt x="3068" y="16943"/>
                </a:cubicBezTo>
                <a:lnTo>
                  <a:pt x="7173" y="12838"/>
                </a:lnTo>
                <a:close/>
                <a:moveTo>
                  <a:pt x="7406" y="14168"/>
                </a:moveTo>
                <a:cubicBezTo>
                  <a:pt x="7461" y="14488"/>
                  <a:pt x="7516" y="14799"/>
                  <a:pt x="7566" y="15092"/>
                </a:cubicBezTo>
                <a:lnTo>
                  <a:pt x="4220" y="18438"/>
                </a:lnTo>
                <a:lnTo>
                  <a:pt x="3607" y="17967"/>
                </a:lnTo>
                <a:lnTo>
                  <a:pt x="7406" y="14168"/>
                </a:lnTo>
                <a:close/>
                <a:moveTo>
                  <a:pt x="7690" y="15800"/>
                </a:moveTo>
                <a:cubicBezTo>
                  <a:pt x="7818" y="16555"/>
                  <a:pt x="7923" y="17140"/>
                  <a:pt x="7973" y="17437"/>
                </a:cubicBezTo>
                <a:cubicBezTo>
                  <a:pt x="7978" y="17464"/>
                  <a:pt x="7968" y="17496"/>
                  <a:pt x="7946" y="17510"/>
                </a:cubicBezTo>
                <a:lnTo>
                  <a:pt x="5523" y="19362"/>
                </a:lnTo>
                <a:cubicBezTo>
                  <a:pt x="5509" y="19373"/>
                  <a:pt x="5493" y="19379"/>
                  <a:pt x="5477" y="19379"/>
                </a:cubicBezTo>
                <a:cubicBezTo>
                  <a:pt x="5461" y="19379"/>
                  <a:pt x="5445" y="19373"/>
                  <a:pt x="5431" y="19362"/>
                </a:cubicBezTo>
                <a:lnTo>
                  <a:pt x="4691" y="18799"/>
                </a:lnTo>
                <a:lnTo>
                  <a:pt x="7690" y="15800"/>
                </a:lnTo>
                <a:close/>
                <a:moveTo>
                  <a:pt x="5477" y="1"/>
                </a:moveTo>
                <a:cubicBezTo>
                  <a:pt x="1289" y="1"/>
                  <a:pt x="215" y="782"/>
                  <a:pt x="105" y="874"/>
                </a:cubicBezTo>
                <a:cubicBezTo>
                  <a:pt x="105" y="874"/>
                  <a:pt x="105" y="874"/>
                  <a:pt x="105" y="878"/>
                </a:cubicBezTo>
                <a:cubicBezTo>
                  <a:pt x="37" y="933"/>
                  <a:pt x="0" y="1011"/>
                  <a:pt x="0" y="1098"/>
                </a:cubicBezTo>
                <a:lnTo>
                  <a:pt x="0" y="2876"/>
                </a:lnTo>
                <a:cubicBezTo>
                  <a:pt x="0" y="3055"/>
                  <a:pt x="69" y="3228"/>
                  <a:pt x="197" y="3356"/>
                </a:cubicBezTo>
                <a:lnTo>
                  <a:pt x="2131" y="5295"/>
                </a:lnTo>
                <a:cubicBezTo>
                  <a:pt x="2259" y="5423"/>
                  <a:pt x="2432" y="5496"/>
                  <a:pt x="2611" y="5496"/>
                </a:cubicBezTo>
                <a:cubicBezTo>
                  <a:pt x="2647" y="5496"/>
                  <a:pt x="2684" y="5491"/>
                  <a:pt x="2720" y="5487"/>
                </a:cubicBezTo>
                <a:cubicBezTo>
                  <a:pt x="2871" y="5459"/>
                  <a:pt x="3004" y="5391"/>
                  <a:pt x="3104" y="5286"/>
                </a:cubicBezTo>
                <a:lnTo>
                  <a:pt x="3964" y="6506"/>
                </a:lnTo>
                <a:cubicBezTo>
                  <a:pt x="4037" y="6607"/>
                  <a:pt x="4133" y="6684"/>
                  <a:pt x="4247" y="6735"/>
                </a:cubicBezTo>
                <a:cubicBezTo>
                  <a:pt x="4133" y="7398"/>
                  <a:pt x="3923" y="8605"/>
                  <a:pt x="3685" y="9976"/>
                </a:cubicBezTo>
                <a:cubicBezTo>
                  <a:pt x="3657" y="10136"/>
                  <a:pt x="3763" y="10287"/>
                  <a:pt x="3923" y="10314"/>
                </a:cubicBezTo>
                <a:cubicBezTo>
                  <a:pt x="3936" y="10319"/>
                  <a:pt x="3955" y="10319"/>
                  <a:pt x="3973" y="10319"/>
                </a:cubicBezTo>
                <a:cubicBezTo>
                  <a:pt x="4110" y="10319"/>
                  <a:pt x="4233" y="10218"/>
                  <a:pt x="4261" y="10077"/>
                </a:cubicBezTo>
                <a:cubicBezTo>
                  <a:pt x="4503" y="8673"/>
                  <a:pt x="4718" y="7439"/>
                  <a:pt x="4832" y="6785"/>
                </a:cubicBezTo>
                <a:lnTo>
                  <a:pt x="6122" y="6785"/>
                </a:lnTo>
                <a:cubicBezTo>
                  <a:pt x="6263" y="7585"/>
                  <a:pt x="6556" y="9272"/>
                  <a:pt x="6871" y="11087"/>
                </a:cubicBezTo>
                <a:lnTo>
                  <a:pt x="3497" y="14456"/>
                </a:lnTo>
                <a:cubicBezTo>
                  <a:pt x="3767" y="12911"/>
                  <a:pt x="4037" y="11347"/>
                  <a:pt x="4037" y="11347"/>
                </a:cubicBezTo>
                <a:cubicBezTo>
                  <a:pt x="4064" y="11192"/>
                  <a:pt x="3959" y="11041"/>
                  <a:pt x="3799" y="11009"/>
                </a:cubicBezTo>
                <a:cubicBezTo>
                  <a:pt x="3783" y="11006"/>
                  <a:pt x="3766" y="11005"/>
                  <a:pt x="3750" y="11005"/>
                </a:cubicBezTo>
                <a:cubicBezTo>
                  <a:pt x="3609" y="11005"/>
                  <a:pt x="3485" y="11108"/>
                  <a:pt x="3461" y="11251"/>
                </a:cubicBezTo>
                <a:cubicBezTo>
                  <a:pt x="3461" y="11251"/>
                  <a:pt x="2496" y="16820"/>
                  <a:pt x="2405" y="17336"/>
                </a:cubicBezTo>
                <a:cubicBezTo>
                  <a:pt x="2359" y="17583"/>
                  <a:pt x="2455" y="17825"/>
                  <a:pt x="2652" y="17976"/>
                </a:cubicBezTo>
                <a:lnTo>
                  <a:pt x="5075" y="19828"/>
                </a:lnTo>
                <a:cubicBezTo>
                  <a:pt x="5193" y="19919"/>
                  <a:pt x="5335" y="19965"/>
                  <a:pt x="5477" y="19965"/>
                </a:cubicBezTo>
                <a:cubicBezTo>
                  <a:pt x="5619" y="19965"/>
                  <a:pt x="5760" y="19919"/>
                  <a:pt x="5879" y="19828"/>
                </a:cubicBezTo>
                <a:lnTo>
                  <a:pt x="8298" y="17976"/>
                </a:lnTo>
                <a:cubicBezTo>
                  <a:pt x="8494" y="17825"/>
                  <a:pt x="8590" y="17583"/>
                  <a:pt x="8549" y="17336"/>
                </a:cubicBezTo>
                <a:cubicBezTo>
                  <a:pt x="8316" y="15992"/>
                  <a:pt x="7063" y="8769"/>
                  <a:pt x="6707" y="6735"/>
                </a:cubicBezTo>
                <a:cubicBezTo>
                  <a:pt x="6821" y="6684"/>
                  <a:pt x="6917" y="6607"/>
                  <a:pt x="6990" y="6506"/>
                </a:cubicBezTo>
                <a:lnTo>
                  <a:pt x="7850" y="5286"/>
                </a:lnTo>
                <a:cubicBezTo>
                  <a:pt x="7950" y="5391"/>
                  <a:pt x="8083" y="5459"/>
                  <a:pt x="8234" y="5487"/>
                </a:cubicBezTo>
                <a:cubicBezTo>
                  <a:pt x="8270" y="5491"/>
                  <a:pt x="8307" y="5496"/>
                  <a:pt x="8343" y="5496"/>
                </a:cubicBezTo>
                <a:cubicBezTo>
                  <a:pt x="8522" y="5496"/>
                  <a:pt x="8695" y="5423"/>
                  <a:pt x="8823" y="5295"/>
                </a:cubicBezTo>
                <a:lnTo>
                  <a:pt x="10757" y="3356"/>
                </a:lnTo>
                <a:cubicBezTo>
                  <a:pt x="10885" y="3228"/>
                  <a:pt x="10954" y="3055"/>
                  <a:pt x="10954" y="2876"/>
                </a:cubicBezTo>
                <a:lnTo>
                  <a:pt x="10954" y="1098"/>
                </a:lnTo>
                <a:cubicBezTo>
                  <a:pt x="10954" y="1011"/>
                  <a:pt x="10913" y="929"/>
                  <a:pt x="10849" y="874"/>
                </a:cubicBezTo>
                <a:cubicBezTo>
                  <a:pt x="10739" y="782"/>
                  <a:pt x="9665" y="1"/>
                  <a:pt x="54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6" name="Google Shape;1126;p34"/>
          <p:cNvGrpSpPr/>
          <p:nvPr/>
        </p:nvGrpSpPr>
        <p:grpSpPr>
          <a:xfrm>
            <a:off x="5998247" y="2624544"/>
            <a:ext cx="488446" cy="444078"/>
            <a:chOff x="5998247" y="2624544"/>
            <a:chExt cx="488446" cy="444078"/>
          </a:xfrm>
        </p:grpSpPr>
        <p:sp>
          <p:nvSpPr>
            <p:cNvPr id="1127" name="Google Shape;1127;p34"/>
            <p:cNvSpPr/>
            <p:nvPr/>
          </p:nvSpPr>
          <p:spPr>
            <a:xfrm>
              <a:off x="5998247" y="2624544"/>
              <a:ext cx="488446" cy="444078"/>
            </a:xfrm>
            <a:custGeom>
              <a:rect b="b" l="l" r="r" t="t"/>
              <a:pathLst>
                <a:path extrusionOk="0" h="18146" w="19961">
                  <a:moveTo>
                    <a:pt x="14589" y="586"/>
                  </a:moveTo>
                  <a:cubicBezTo>
                    <a:pt x="14932" y="586"/>
                    <a:pt x="15215" y="865"/>
                    <a:pt x="15215" y="1207"/>
                  </a:cubicBezTo>
                  <a:lnTo>
                    <a:pt x="15215" y="2844"/>
                  </a:lnTo>
                  <a:lnTo>
                    <a:pt x="14260" y="2844"/>
                  </a:lnTo>
                  <a:lnTo>
                    <a:pt x="14260" y="1829"/>
                  </a:lnTo>
                  <a:cubicBezTo>
                    <a:pt x="14260" y="1669"/>
                    <a:pt x="14132" y="1537"/>
                    <a:pt x="13967" y="1537"/>
                  </a:cubicBezTo>
                  <a:lnTo>
                    <a:pt x="7782" y="1537"/>
                  </a:lnTo>
                  <a:cubicBezTo>
                    <a:pt x="7622" y="1537"/>
                    <a:pt x="7489" y="1669"/>
                    <a:pt x="7489" y="1829"/>
                  </a:cubicBezTo>
                  <a:lnTo>
                    <a:pt x="7489" y="2844"/>
                  </a:lnTo>
                  <a:lnTo>
                    <a:pt x="6538" y="2844"/>
                  </a:lnTo>
                  <a:lnTo>
                    <a:pt x="6538" y="1207"/>
                  </a:lnTo>
                  <a:cubicBezTo>
                    <a:pt x="6538" y="865"/>
                    <a:pt x="6817" y="586"/>
                    <a:pt x="7160" y="586"/>
                  </a:cubicBezTo>
                  <a:close/>
                  <a:moveTo>
                    <a:pt x="7837" y="3429"/>
                  </a:moveTo>
                  <a:cubicBezTo>
                    <a:pt x="7924" y="3429"/>
                    <a:pt x="7997" y="3498"/>
                    <a:pt x="7997" y="3585"/>
                  </a:cubicBezTo>
                  <a:lnTo>
                    <a:pt x="7997" y="4010"/>
                  </a:lnTo>
                  <a:lnTo>
                    <a:pt x="6031" y="4010"/>
                  </a:lnTo>
                  <a:lnTo>
                    <a:pt x="6031" y="3585"/>
                  </a:lnTo>
                  <a:cubicBezTo>
                    <a:pt x="6031" y="3498"/>
                    <a:pt x="6104" y="3429"/>
                    <a:pt x="6191" y="3429"/>
                  </a:cubicBezTo>
                  <a:close/>
                  <a:moveTo>
                    <a:pt x="13675" y="2122"/>
                  </a:moveTo>
                  <a:lnTo>
                    <a:pt x="13675" y="2885"/>
                  </a:lnTo>
                  <a:cubicBezTo>
                    <a:pt x="13382" y="2981"/>
                    <a:pt x="13172" y="3260"/>
                    <a:pt x="13172" y="3585"/>
                  </a:cubicBezTo>
                  <a:lnTo>
                    <a:pt x="13172" y="4010"/>
                  </a:lnTo>
                  <a:lnTo>
                    <a:pt x="8577" y="4010"/>
                  </a:lnTo>
                  <a:lnTo>
                    <a:pt x="8577" y="3585"/>
                  </a:lnTo>
                  <a:cubicBezTo>
                    <a:pt x="8577" y="3260"/>
                    <a:pt x="8367" y="2981"/>
                    <a:pt x="8074" y="2885"/>
                  </a:cubicBezTo>
                  <a:lnTo>
                    <a:pt x="8074" y="2122"/>
                  </a:lnTo>
                  <a:close/>
                  <a:moveTo>
                    <a:pt x="15563" y="3429"/>
                  </a:moveTo>
                  <a:cubicBezTo>
                    <a:pt x="15650" y="3429"/>
                    <a:pt x="15718" y="3498"/>
                    <a:pt x="15718" y="3585"/>
                  </a:cubicBezTo>
                  <a:lnTo>
                    <a:pt x="15718" y="4010"/>
                  </a:lnTo>
                  <a:lnTo>
                    <a:pt x="13757" y="4010"/>
                  </a:lnTo>
                  <a:lnTo>
                    <a:pt x="13757" y="3585"/>
                  </a:lnTo>
                  <a:cubicBezTo>
                    <a:pt x="13757" y="3498"/>
                    <a:pt x="13825" y="3429"/>
                    <a:pt x="13912" y="3429"/>
                  </a:cubicBezTo>
                  <a:close/>
                  <a:moveTo>
                    <a:pt x="12820" y="9112"/>
                  </a:moveTo>
                  <a:cubicBezTo>
                    <a:pt x="12865" y="9112"/>
                    <a:pt x="12902" y="9148"/>
                    <a:pt x="12902" y="9189"/>
                  </a:cubicBezTo>
                  <a:lnTo>
                    <a:pt x="12902" y="9573"/>
                  </a:lnTo>
                  <a:cubicBezTo>
                    <a:pt x="12902" y="9578"/>
                    <a:pt x="12902" y="9578"/>
                    <a:pt x="12902" y="9578"/>
                  </a:cubicBezTo>
                  <a:lnTo>
                    <a:pt x="12902" y="10424"/>
                  </a:lnTo>
                  <a:cubicBezTo>
                    <a:pt x="12902" y="10881"/>
                    <a:pt x="12532" y="11251"/>
                    <a:pt x="12079" y="11251"/>
                  </a:cubicBezTo>
                  <a:lnTo>
                    <a:pt x="9674" y="11251"/>
                  </a:lnTo>
                  <a:cubicBezTo>
                    <a:pt x="9217" y="11251"/>
                    <a:pt x="8852" y="10881"/>
                    <a:pt x="8852" y="10424"/>
                  </a:cubicBezTo>
                  <a:lnTo>
                    <a:pt x="8852" y="9578"/>
                  </a:lnTo>
                  <a:lnTo>
                    <a:pt x="8852" y="9189"/>
                  </a:lnTo>
                  <a:cubicBezTo>
                    <a:pt x="8852" y="9148"/>
                    <a:pt x="8884" y="9112"/>
                    <a:pt x="8929" y="9112"/>
                  </a:cubicBezTo>
                  <a:close/>
                  <a:moveTo>
                    <a:pt x="3878" y="10977"/>
                  </a:moveTo>
                  <a:cubicBezTo>
                    <a:pt x="5693" y="10977"/>
                    <a:pt x="7169" y="12454"/>
                    <a:pt x="7169" y="14269"/>
                  </a:cubicBezTo>
                  <a:cubicBezTo>
                    <a:pt x="7169" y="16083"/>
                    <a:pt x="5693" y="17560"/>
                    <a:pt x="3878" y="17560"/>
                  </a:cubicBezTo>
                  <a:cubicBezTo>
                    <a:pt x="2063" y="17560"/>
                    <a:pt x="586" y="16083"/>
                    <a:pt x="586" y="14269"/>
                  </a:cubicBezTo>
                  <a:cubicBezTo>
                    <a:pt x="586" y="12454"/>
                    <a:pt x="2063" y="10977"/>
                    <a:pt x="3878" y="10977"/>
                  </a:cubicBezTo>
                  <a:close/>
                  <a:moveTo>
                    <a:pt x="7160" y="0"/>
                  </a:moveTo>
                  <a:cubicBezTo>
                    <a:pt x="6497" y="0"/>
                    <a:pt x="5953" y="540"/>
                    <a:pt x="5953" y="1207"/>
                  </a:cubicBezTo>
                  <a:lnTo>
                    <a:pt x="5953" y="2885"/>
                  </a:lnTo>
                  <a:cubicBezTo>
                    <a:pt x="5661" y="2981"/>
                    <a:pt x="5450" y="3260"/>
                    <a:pt x="5450" y="3585"/>
                  </a:cubicBezTo>
                  <a:lnTo>
                    <a:pt x="5450" y="4010"/>
                  </a:lnTo>
                  <a:lnTo>
                    <a:pt x="2908" y="4010"/>
                  </a:lnTo>
                  <a:cubicBezTo>
                    <a:pt x="2291" y="4010"/>
                    <a:pt x="1788" y="4513"/>
                    <a:pt x="1788" y="5134"/>
                  </a:cubicBezTo>
                  <a:lnTo>
                    <a:pt x="1788" y="6232"/>
                  </a:lnTo>
                  <a:cubicBezTo>
                    <a:pt x="1788" y="6396"/>
                    <a:pt x="1921" y="6524"/>
                    <a:pt x="2081" y="6524"/>
                  </a:cubicBezTo>
                  <a:cubicBezTo>
                    <a:pt x="2241" y="6524"/>
                    <a:pt x="2374" y="6396"/>
                    <a:pt x="2374" y="6232"/>
                  </a:cubicBezTo>
                  <a:lnTo>
                    <a:pt x="2374" y="5134"/>
                  </a:lnTo>
                  <a:cubicBezTo>
                    <a:pt x="2374" y="4837"/>
                    <a:pt x="2616" y="4595"/>
                    <a:pt x="2908" y="4595"/>
                  </a:cubicBezTo>
                  <a:lnTo>
                    <a:pt x="18841" y="4595"/>
                  </a:lnTo>
                  <a:cubicBezTo>
                    <a:pt x="19138" y="4595"/>
                    <a:pt x="19375" y="4837"/>
                    <a:pt x="19375" y="5134"/>
                  </a:cubicBezTo>
                  <a:lnTo>
                    <a:pt x="19375" y="9194"/>
                  </a:lnTo>
                  <a:cubicBezTo>
                    <a:pt x="19375" y="9244"/>
                    <a:pt x="19339" y="9285"/>
                    <a:pt x="19289" y="9285"/>
                  </a:cubicBezTo>
                  <a:lnTo>
                    <a:pt x="17423" y="9285"/>
                  </a:lnTo>
                  <a:cubicBezTo>
                    <a:pt x="17263" y="9285"/>
                    <a:pt x="17131" y="9413"/>
                    <a:pt x="17131" y="9578"/>
                  </a:cubicBezTo>
                  <a:cubicBezTo>
                    <a:pt x="17131" y="9738"/>
                    <a:pt x="17263" y="9871"/>
                    <a:pt x="17423" y="9871"/>
                  </a:cubicBezTo>
                  <a:lnTo>
                    <a:pt x="19289" y="9871"/>
                  </a:lnTo>
                  <a:cubicBezTo>
                    <a:pt x="19316" y="9871"/>
                    <a:pt x="19348" y="9866"/>
                    <a:pt x="19375" y="9861"/>
                  </a:cubicBezTo>
                  <a:lnTo>
                    <a:pt x="19375" y="16179"/>
                  </a:lnTo>
                  <a:cubicBezTo>
                    <a:pt x="19375" y="16477"/>
                    <a:pt x="19138" y="16714"/>
                    <a:pt x="18841" y="16714"/>
                  </a:cubicBezTo>
                  <a:lnTo>
                    <a:pt x="6881" y="16714"/>
                  </a:lnTo>
                  <a:cubicBezTo>
                    <a:pt x="7430" y="16047"/>
                    <a:pt x="7754" y="15197"/>
                    <a:pt x="7754" y="14269"/>
                  </a:cubicBezTo>
                  <a:cubicBezTo>
                    <a:pt x="7754" y="12129"/>
                    <a:pt x="6017" y="10392"/>
                    <a:pt x="3878" y="10392"/>
                  </a:cubicBezTo>
                  <a:cubicBezTo>
                    <a:pt x="3343" y="10392"/>
                    <a:pt x="2835" y="10501"/>
                    <a:pt x="2374" y="10693"/>
                  </a:cubicBezTo>
                  <a:lnTo>
                    <a:pt x="2374" y="9861"/>
                  </a:lnTo>
                  <a:cubicBezTo>
                    <a:pt x="2401" y="9866"/>
                    <a:pt x="2433" y="9871"/>
                    <a:pt x="2465" y="9871"/>
                  </a:cubicBezTo>
                  <a:lnTo>
                    <a:pt x="8266" y="9871"/>
                  </a:lnTo>
                  <a:lnTo>
                    <a:pt x="8266" y="10428"/>
                  </a:lnTo>
                  <a:cubicBezTo>
                    <a:pt x="8266" y="11201"/>
                    <a:pt x="8897" y="11832"/>
                    <a:pt x="9674" y="11832"/>
                  </a:cubicBezTo>
                  <a:lnTo>
                    <a:pt x="12079" y="11832"/>
                  </a:lnTo>
                  <a:cubicBezTo>
                    <a:pt x="12856" y="11832"/>
                    <a:pt x="13487" y="11201"/>
                    <a:pt x="13487" y="10428"/>
                  </a:cubicBezTo>
                  <a:lnTo>
                    <a:pt x="13487" y="9871"/>
                  </a:lnTo>
                  <a:lnTo>
                    <a:pt x="16125" y="9871"/>
                  </a:lnTo>
                  <a:cubicBezTo>
                    <a:pt x="16285" y="9871"/>
                    <a:pt x="16418" y="9738"/>
                    <a:pt x="16418" y="9578"/>
                  </a:cubicBezTo>
                  <a:cubicBezTo>
                    <a:pt x="16418" y="9413"/>
                    <a:pt x="16285" y="9285"/>
                    <a:pt x="16125" y="9285"/>
                  </a:cubicBezTo>
                  <a:lnTo>
                    <a:pt x="13487" y="9285"/>
                  </a:lnTo>
                  <a:lnTo>
                    <a:pt x="13487" y="9189"/>
                  </a:lnTo>
                  <a:cubicBezTo>
                    <a:pt x="13487" y="8824"/>
                    <a:pt x="13190" y="8527"/>
                    <a:pt x="12820" y="8527"/>
                  </a:cubicBezTo>
                  <a:lnTo>
                    <a:pt x="8929" y="8527"/>
                  </a:lnTo>
                  <a:cubicBezTo>
                    <a:pt x="8564" y="8527"/>
                    <a:pt x="8266" y="8824"/>
                    <a:pt x="8266" y="9189"/>
                  </a:cubicBezTo>
                  <a:lnTo>
                    <a:pt x="8266" y="9285"/>
                  </a:lnTo>
                  <a:lnTo>
                    <a:pt x="2465" y="9285"/>
                  </a:lnTo>
                  <a:cubicBezTo>
                    <a:pt x="2415" y="9285"/>
                    <a:pt x="2374" y="9244"/>
                    <a:pt x="2374" y="9194"/>
                  </a:cubicBezTo>
                  <a:lnTo>
                    <a:pt x="2374" y="7530"/>
                  </a:lnTo>
                  <a:cubicBezTo>
                    <a:pt x="2374" y="7370"/>
                    <a:pt x="2241" y="7237"/>
                    <a:pt x="2081" y="7237"/>
                  </a:cubicBezTo>
                  <a:cubicBezTo>
                    <a:pt x="1921" y="7237"/>
                    <a:pt x="1788" y="7370"/>
                    <a:pt x="1788" y="7530"/>
                  </a:cubicBezTo>
                  <a:lnTo>
                    <a:pt x="1788" y="11004"/>
                  </a:lnTo>
                  <a:cubicBezTo>
                    <a:pt x="714" y="11695"/>
                    <a:pt x="1" y="12897"/>
                    <a:pt x="1" y="14269"/>
                  </a:cubicBezTo>
                  <a:cubicBezTo>
                    <a:pt x="1" y="16408"/>
                    <a:pt x="1738" y="18145"/>
                    <a:pt x="3878" y="18145"/>
                  </a:cubicBezTo>
                  <a:cubicBezTo>
                    <a:pt x="4787" y="18145"/>
                    <a:pt x="5629" y="17830"/>
                    <a:pt x="6291" y="17299"/>
                  </a:cubicBezTo>
                  <a:lnTo>
                    <a:pt x="18841" y="17299"/>
                  </a:lnTo>
                  <a:cubicBezTo>
                    <a:pt x="19458" y="17299"/>
                    <a:pt x="19961" y="16797"/>
                    <a:pt x="19961" y="16179"/>
                  </a:cubicBezTo>
                  <a:lnTo>
                    <a:pt x="19961" y="5134"/>
                  </a:lnTo>
                  <a:cubicBezTo>
                    <a:pt x="19961" y="4513"/>
                    <a:pt x="19458" y="4010"/>
                    <a:pt x="18841" y="4010"/>
                  </a:cubicBezTo>
                  <a:lnTo>
                    <a:pt x="16303" y="4010"/>
                  </a:lnTo>
                  <a:lnTo>
                    <a:pt x="16303" y="3585"/>
                  </a:lnTo>
                  <a:cubicBezTo>
                    <a:pt x="16303" y="3260"/>
                    <a:pt x="16093" y="2981"/>
                    <a:pt x="15796" y="2885"/>
                  </a:cubicBezTo>
                  <a:lnTo>
                    <a:pt x="15796" y="1207"/>
                  </a:lnTo>
                  <a:cubicBezTo>
                    <a:pt x="15796" y="540"/>
                    <a:pt x="15256" y="0"/>
                    <a:pt x="145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6230304" y="2858468"/>
              <a:ext cx="68149" cy="14243"/>
            </a:xfrm>
            <a:custGeom>
              <a:rect b="b" l="l" r="r" t="t"/>
              <a:pathLst>
                <a:path extrusionOk="0" h="582" w="2785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2492" y="581"/>
                  </a:lnTo>
                  <a:cubicBezTo>
                    <a:pt x="2657" y="581"/>
                    <a:pt x="2785" y="453"/>
                    <a:pt x="2785" y="289"/>
                  </a:cubicBezTo>
                  <a:cubicBezTo>
                    <a:pt x="2785" y="129"/>
                    <a:pt x="2657" y="1"/>
                    <a:pt x="2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6068976" y="2931295"/>
              <a:ext cx="48353" cy="84724"/>
            </a:xfrm>
            <a:custGeom>
              <a:rect b="b" l="l" r="r" t="t"/>
              <a:pathLst>
                <a:path extrusionOk="0" h="3462" w="1976">
                  <a:moveTo>
                    <a:pt x="988" y="1"/>
                  </a:moveTo>
                  <a:cubicBezTo>
                    <a:pt x="828" y="1"/>
                    <a:pt x="695" y="133"/>
                    <a:pt x="695" y="293"/>
                  </a:cubicBezTo>
                  <a:lnTo>
                    <a:pt x="695" y="403"/>
                  </a:lnTo>
                  <a:cubicBezTo>
                    <a:pt x="302" y="467"/>
                    <a:pt x="0" y="810"/>
                    <a:pt x="0" y="1221"/>
                  </a:cubicBezTo>
                  <a:cubicBezTo>
                    <a:pt x="0" y="1674"/>
                    <a:pt x="370" y="2049"/>
                    <a:pt x="828" y="2049"/>
                  </a:cubicBezTo>
                  <a:lnTo>
                    <a:pt x="1148" y="2049"/>
                  </a:lnTo>
                  <a:cubicBezTo>
                    <a:pt x="1285" y="2049"/>
                    <a:pt x="1390" y="2154"/>
                    <a:pt x="1390" y="2291"/>
                  </a:cubicBezTo>
                  <a:cubicBezTo>
                    <a:pt x="1390" y="2424"/>
                    <a:pt x="1285" y="2534"/>
                    <a:pt x="1148" y="2534"/>
                  </a:cubicBezTo>
                  <a:lnTo>
                    <a:pt x="828" y="2534"/>
                  </a:lnTo>
                  <a:cubicBezTo>
                    <a:pt x="727" y="2534"/>
                    <a:pt x="640" y="2474"/>
                    <a:pt x="604" y="2383"/>
                  </a:cubicBezTo>
                  <a:cubicBezTo>
                    <a:pt x="555" y="2273"/>
                    <a:pt x="448" y="2204"/>
                    <a:pt x="333" y="2204"/>
                  </a:cubicBezTo>
                  <a:cubicBezTo>
                    <a:pt x="295" y="2204"/>
                    <a:pt x="257" y="2211"/>
                    <a:pt x="220" y="2227"/>
                  </a:cubicBezTo>
                  <a:cubicBezTo>
                    <a:pt x="69" y="2291"/>
                    <a:pt x="0" y="2465"/>
                    <a:pt x="64" y="2611"/>
                  </a:cubicBezTo>
                  <a:cubicBezTo>
                    <a:pt x="178" y="2876"/>
                    <a:pt x="416" y="3064"/>
                    <a:pt x="695" y="3105"/>
                  </a:cubicBezTo>
                  <a:lnTo>
                    <a:pt x="695" y="3174"/>
                  </a:lnTo>
                  <a:cubicBezTo>
                    <a:pt x="695" y="3334"/>
                    <a:pt x="828" y="3462"/>
                    <a:pt x="988" y="3462"/>
                  </a:cubicBezTo>
                  <a:cubicBezTo>
                    <a:pt x="1148" y="3462"/>
                    <a:pt x="1280" y="3334"/>
                    <a:pt x="1280" y="3174"/>
                  </a:cubicBezTo>
                  <a:lnTo>
                    <a:pt x="1280" y="3105"/>
                  </a:lnTo>
                  <a:cubicBezTo>
                    <a:pt x="1673" y="3041"/>
                    <a:pt x="1975" y="2703"/>
                    <a:pt x="1975" y="2291"/>
                  </a:cubicBezTo>
                  <a:cubicBezTo>
                    <a:pt x="1975" y="1834"/>
                    <a:pt x="1605" y="1464"/>
                    <a:pt x="1148" y="1464"/>
                  </a:cubicBezTo>
                  <a:lnTo>
                    <a:pt x="828" y="1464"/>
                  </a:lnTo>
                  <a:cubicBezTo>
                    <a:pt x="690" y="1464"/>
                    <a:pt x="585" y="1354"/>
                    <a:pt x="585" y="1221"/>
                  </a:cubicBezTo>
                  <a:cubicBezTo>
                    <a:pt x="585" y="1084"/>
                    <a:pt x="690" y="979"/>
                    <a:pt x="828" y="979"/>
                  </a:cubicBezTo>
                  <a:lnTo>
                    <a:pt x="1148" y="979"/>
                  </a:lnTo>
                  <a:cubicBezTo>
                    <a:pt x="1230" y="979"/>
                    <a:pt x="1308" y="1016"/>
                    <a:pt x="1349" y="1084"/>
                  </a:cubicBezTo>
                  <a:cubicBezTo>
                    <a:pt x="1406" y="1167"/>
                    <a:pt x="1499" y="1213"/>
                    <a:pt x="1593" y="1213"/>
                  </a:cubicBezTo>
                  <a:cubicBezTo>
                    <a:pt x="1649" y="1213"/>
                    <a:pt x="1706" y="1196"/>
                    <a:pt x="1756" y="1162"/>
                  </a:cubicBezTo>
                  <a:cubicBezTo>
                    <a:pt x="1893" y="1071"/>
                    <a:pt x="1925" y="892"/>
                    <a:pt x="1833" y="755"/>
                  </a:cubicBezTo>
                  <a:cubicBezTo>
                    <a:pt x="1705" y="568"/>
                    <a:pt x="1504" y="440"/>
                    <a:pt x="1280" y="403"/>
                  </a:cubicBezTo>
                  <a:lnTo>
                    <a:pt x="1280" y="293"/>
                  </a:lnTo>
                  <a:cubicBezTo>
                    <a:pt x="1280" y="133"/>
                    <a:pt x="1148" y="1"/>
                    <a:pt x="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6024654" y="2905233"/>
              <a:ext cx="135735" cy="136973"/>
            </a:xfrm>
            <a:custGeom>
              <a:rect b="b" l="l" r="r" t="t"/>
              <a:pathLst>
                <a:path extrusionOk="0" h="5597" w="5547">
                  <a:moveTo>
                    <a:pt x="2799" y="1"/>
                  </a:moveTo>
                  <a:cubicBezTo>
                    <a:pt x="1258" y="1"/>
                    <a:pt x="1" y="1258"/>
                    <a:pt x="1" y="2799"/>
                  </a:cubicBezTo>
                  <a:cubicBezTo>
                    <a:pt x="1" y="4339"/>
                    <a:pt x="1258" y="5596"/>
                    <a:pt x="2799" y="5596"/>
                  </a:cubicBezTo>
                  <a:cubicBezTo>
                    <a:pt x="4051" y="5596"/>
                    <a:pt x="5162" y="4751"/>
                    <a:pt x="5496" y="3544"/>
                  </a:cubicBezTo>
                  <a:cubicBezTo>
                    <a:pt x="5537" y="3388"/>
                    <a:pt x="5446" y="3228"/>
                    <a:pt x="5290" y="3183"/>
                  </a:cubicBezTo>
                  <a:cubicBezTo>
                    <a:pt x="5265" y="3176"/>
                    <a:pt x="5240" y="3173"/>
                    <a:pt x="5215" y="3173"/>
                  </a:cubicBezTo>
                  <a:cubicBezTo>
                    <a:pt x="5086" y="3173"/>
                    <a:pt x="4967" y="3258"/>
                    <a:pt x="4929" y="3388"/>
                  </a:cubicBezTo>
                  <a:cubicBezTo>
                    <a:pt x="4668" y="4344"/>
                    <a:pt x="3791" y="5011"/>
                    <a:pt x="2799" y="5011"/>
                  </a:cubicBezTo>
                  <a:cubicBezTo>
                    <a:pt x="1578" y="5011"/>
                    <a:pt x="586" y="4019"/>
                    <a:pt x="586" y="2799"/>
                  </a:cubicBezTo>
                  <a:cubicBezTo>
                    <a:pt x="586" y="1578"/>
                    <a:pt x="1578" y="586"/>
                    <a:pt x="2799" y="586"/>
                  </a:cubicBezTo>
                  <a:cubicBezTo>
                    <a:pt x="3804" y="586"/>
                    <a:pt x="4687" y="1267"/>
                    <a:pt x="4938" y="2241"/>
                  </a:cubicBezTo>
                  <a:cubicBezTo>
                    <a:pt x="4973" y="2372"/>
                    <a:pt x="5092" y="2461"/>
                    <a:pt x="5222" y="2461"/>
                  </a:cubicBezTo>
                  <a:cubicBezTo>
                    <a:pt x="5246" y="2461"/>
                    <a:pt x="5270" y="2458"/>
                    <a:pt x="5295" y="2451"/>
                  </a:cubicBezTo>
                  <a:cubicBezTo>
                    <a:pt x="5450" y="2410"/>
                    <a:pt x="5546" y="2250"/>
                    <a:pt x="5505" y="2094"/>
                  </a:cubicBezTo>
                  <a:cubicBezTo>
                    <a:pt x="5185" y="860"/>
                    <a:pt x="4074" y="1"/>
                    <a:pt x="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1" name="Google Shape;1131;p34"/>
          <p:cNvGrpSpPr/>
          <p:nvPr/>
        </p:nvGrpSpPr>
        <p:grpSpPr>
          <a:xfrm>
            <a:off x="6692950" y="2602275"/>
            <a:ext cx="435517" cy="488593"/>
            <a:chOff x="6692950" y="2602275"/>
            <a:chExt cx="435517" cy="488593"/>
          </a:xfrm>
        </p:grpSpPr>
        <p:sp>
          <p:nvSpPr>
            <p:cNvPr id="1132" name="Google Shape;1132;p34"/>
            <p:cNvSpPr/>
            <p:nvPr/>
          </p:nvSpPr>
          <p:spPr>
            <a:xfrm>
              <a:off x="6692950" y="2602275"/>
              <a:ext cx="435517" cy="488593"/>
            </a:xfrm>
            <a:custGeom>
              <a:rect b="b" l="l" r="r" t="t"/>
              <a:pathLst>
                <a:path extrusionOk="0" h="19965" w="17798">
                  <a:moveTo>
                    <a:pt x="2547" y="8074"/>
                  </a:moveTo>
                  <a:lnTo>
                    <a:pt x="2547" y="11242"/>
                  </a:lnTo>
                  <a:lnTo>
                    <a:pt x="1266" y="9862"/>
                  </a:lnTo>
                  <a:cubicBezTo>
                    <a:pt x="1161" y="9752"/>
                    <a:pt x="1033" y="9679"/>
                    <a:pt x="892" y="9647"/>
                  </a:cubicBezTo>
                  <a:lnTo>
                    <a:pt x="2547" y="8074"/>
                  </a:lnTo>
                  <a:close/>
                  <a:moveTo>
                    <a:pt x="15251" y="8074"/>
                  </a:moveTo>
                  <a:lnTo>
                    <a:pt x="16906" y="9647"/>
                  </a:lnTo>
                  <a:cubicBezTo>
                    <a:pt x="16764" y="9679"/>
                    <a:pt x="16636" y="9752"/>
                    <a:pt x="16531" y="9862"/>
                  </a:cubicBezTo>
                  <a:lnTo>
                    <a:pt x="15251" y="11242"/>
                  </a:lnTo>
                  <a:lnTo>
                    <a:pt x="15251" y="8074"/>
                  </a:lnTo>
                  <a:close/>
                  <a:moveTo>
                    <a:pt x="733" y="10213"/>
                  </a:moveTo>
                  <a:cubicBezTo>
                    <a:pt x="765" y="10213"/>
                    <a:pt x="803" y="10223"/>
                    <a:pt x="837" y="10259"/>
                  </a:cubicBezTo>
                  <a:lnTo>
                    <a:pt x="5285" y="15046"/>
                  </a:lnTo>
                  <a:lnTo>
                    <a:pt x="645" y="19352"/>
                  </a:lnTo>
                  <a:cubicBezTo>
                    <a:pt x="608" y="19325"/>
                    <a:pt x="585" y="19284"/>
                    <a:pt x="585" y="19234"/>
                  </a:cubicBezTo>
                  <a:lnTo>
                    <a:pt x="585" y="10360"/>
                  </a:lnTo>
                  <a:cubicBezTo>
                    <a:pt x="585" y="10269"/>
                    <a:pt x="649" y="10237"/>
                    <a:pt x="677" y="10223"/>
                  </a:cubicBezTo>
                  <a:cubicBezTo>
                    <a:pt x="689" y="10219"/>
                    <a:pt x="709" y="10213"/>
                    <a:pt x="733" y="10213"/>
                  </a:cubicBezTo>
                  <a:close/>
                  <a:moveTo>
                    <a:pt x="9701" y="13386"/>
                  </a:moveTo>
                  <a:cubicBezTo>
                    <a:pt x="9847" y="13386"/>
                    <a:pt x="9989" y="13446"/>
                    <a:pt x="10099" y="13546"/>
                  </a:cubicBezTo>
                  <a:lnTo>
                    <a:pt x="16325" y="19380"/>
                  </a:lnTo>
                  <a:lnTo>
                    <a:pt x="1477" y="19380"/>
                  </a:lnTo>
                  <a:lnTo>
                    <a:pt x="7763" y="13542"/>
                  </a:lnTo>
                  <a:cubicBezTo>
                    <a:pt x="7872" y="13441"/>
                    <a:pt x="8014" y="13386"/>
                    <a:pt x="8161" y="13386"/>
                  </a:cubicBezTo>
                  <a:close/>
                  <a:moveTo>
                    <a:pt x="3278" y="1"/>
                  </a:moveTo>
                  <a:cubicBezTo>
                    <a:pt x="2876" y="1"/>
                    <a:pt x="2547" y="330"/>
                    <a:pt x="2547" y="737"/>
                  </a:cubicBezTo>
                  <a:lnTo>
                    <a:pt x="2547" y="3429"/>
                  </a:lnTo>
                  <a:cubicBezTo>
                    <a:pt x="2547" y="3589"/>
                    <a:pt x="2675" y="3722"/>
                    <a:pt x="2839" y="3722"/>
                  </a:cubicBezTo>
                  <a:cubicBezTo>
                    <a:pt x="2999" y="3722"/>
                    <a:pt x="3132" y="3589"/>
                    <a:pt x="3132" y="3429"/>
                  </a:cubicBezTo>
                  <a:lnTo>
                    <a:pt x="3132" y="737"/>
                  </a:lnTo>
                  <a:cubicBezTo>
                    <a:pt x="3132" y="654"/>
                    <a:pt x="3196" y="586"/>
                    <a:pt x="3278" y="586"/>
                  </a:cubicBezTo>
                  <a:lnTo>
                    <a:pt x="14520" y="586"/>
                  </a:lnTo>
                  <a:cubicBezTo>
                    <a:pt x="14602" y="586"/>
                    <a:pt x="14666" y="654"/>
                    <a:pt x="14666" y="737"/>
                  </a:cubicBezTo>
                  <a:lnTo>
                    <a:pt x="14666" y="11869"/>
                  </a:lnTo>
                  <a:lnTo>
                    <a:pt x="12106" y="14625"/>
                  </a:lnTo>
                  <a:lnTo>
                    <a:pt x="10497" y="13117"/>
                  </a:lnTo>
                  <a:cubicBezTo>
                    <a:pt x="10282" y="12916"/>
                    <a:pt x="9998" y="12801"/>
                    <a:pt x="9701" y="12801"/>
                  </a:cubicBezTo>
                  <a:lnTo>
                    <a:pt x="8161" y="12801"/>
                  </a:lnTo>
                  <a:cubicBezTo>
                    <a:pt x="7863" y="12801"/>
                    <a:pt x="7584" y="12916"/>
                    <a:pt x="7365" y="13117"/>
                  </a:cubicBezTo>
                  <a:lnTo>
                    <a:pt x="5710" y="14648"/>
                  </a:lnTo>
                  <a:lnTo>
                    <a:pt x="3132" y="11869"/>
                  </a:lnTo>
                  <a:lnTo>
                    <a:pt x="3132" y="4728"/>
                  </a:lnTo>
                  <a:cubicBezTo>
                    <a:pt x="3132" y="4568"/>
                    <a:pt x="2999" y="4435"/>
                    <a:pt x="2839" y="4435"/>
                  </a:cubicBezTo>
                  <a:cubicBezTo>
                    <a:pt x="2675" y="4435"/>
                    <a:pt x="2547" y="4568"/>
                    <a:pt x="2547" y="4728"/>
                  </a:cubicBezTo>
                  <a:lnTo>
                    <a:pt x="2547" y="7265"/>
                  </a:lnTo>
                  <a:lnTo>
                    <a:pt x="220" y="9478"/>
                  </a:lnTo>
                  <a:cubicBezTo>
                    <a:pt x="78" y="9615"/>
                    <a:pt x="0" y="9807"/>
                    <a:pt x="0" y="10003"/>
                  </a:cubicBezTo>
                  <a:lnTo>
                    <a:pt x="0" y="19234"/>
                  </a:lnTo>
                  <a:cubicBezTo>
                    <a:pt x="0" y="19636"/>
                    <a:pt x="325" y="19965"/>
                    <a:pt x="732" y="19965"/>
                  </a:cubicBezTo>
                  <a:lnTo>
                    <a:pt x="17066" y="19965"/>
                  </a:lnTo>
                  <a:cubicBezTo>
                    <a:pt x="17468" y="19965"/>
                    <a:pt x="17798" y="19636"/>
                    <a:pt x="17798" y="19234"/>
                  </a:cubicBezTo>
                  <a:lnTo>
                    <a:pt x="17798" y="16440"/>
                  </a:lnTo>
                  <a:cubicBezTo>
                    <a:pt x="17798" y="16276"/>
                    <a:pt x="17665" y="16148"/>
                    <a:pt x="17505" y="16148"/>
                  </a:cubicBezTo>
                  <a:cubicBezTo>
                    <a:pt x="17345" y="16148"/>
                    <a:pt x="17212" y="16276"/>
                    <a:pt x="17212" y="16440"/>
                  </a:cubicBezTo>
                  <a:lnTo>
                    <a:pt x="17212" y="19234"/>
                  </a:lnTo>
                  <a:cubicBezTo>
                    <a:pt x="17212" y="19279"/>
                    <a:pt x="17189" y="19325"/>
                    <a:pt x="17153" y="19352"/>
                  </a:cubicBezTo>
                  <a:lnTo>
                    <a:pt x="12536" y="15023"/>
                  </a:lnTo>
                  <a:lnTo>
                    <a:pt x="16961" y="10259"/>
                  </a:lnTo>
                  <a:cubicBezTo>
                    <a:pt x="16995" y="10223"/>
                    <a:pt x="17033" y="10213"/>
                    <a:pt x="17065" y="10213"/>
                  </a:cubicBezTo>
                  <a:cubicBezTo>
                    <a:pt x="17089" y="10213"/>
                    <a:pt x="17109" y="10219"/>
                    <a:pt x="17121" y="10223"/>
                  </a:cubicBezTo>
                  <a:cubicBezTo>
                    <a:pt x="17148" y="10237"/>
                    <a:pt x="17212" y="10269"/>
                    <a:pt x="17212" y="10360"/>
                  </a:cubicBezTo>
                  <a:lnTo>
                    <a:pt x="17212" y="15137"/>
                  </a:lnTo>
                  <a:cubicBezTo>
                    <a:pt x="17212" y="15302"/>
                    <a:pt x="17345" y="15430"/>
                    <a:pt x="17505" y="15430"/>
                  </a:cubicBezTo>
                  <a:cubicBezTo>
                    <a:pt x="17665" y="15430"/>
                    <a:pt x="17798" y="15302"/>
                    <a:pt x="17798" y="15137"/>
                  </a:cubicBezTo>
                  <a:lnTo>
                    <a:pt x="17798" y="10003"/>
                  </a:lnTo>
                  <a:cubicBezTo>
                    <a:pt x="17798" y="9807"/>
                    <a:pt x="17715" y="9615"/>
                    <a:pt x="17573" y="9478"/>
                  </a:cubicBezTo>
                  <a:lnTo>
                    <a:pt x="15251" y="7265"/>
                  </a:lnTo>
                  <a:lnTo>
                    <a:pt x="15251" y="737"/>
                  </a:lnTo>
                  <a:cubicBezTo>
                    <a:pt x="15251" y="330"/>
                    <a:pt x="14922" y="1"/>
                    <a:pt x="14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6828092" y="3049444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3" y="590"/>
                    <a:pt x="293" y="590"/>
                  </a:cubicBezTo>
                  <a:cubicBezTo>
                    <a:pt x="453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8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6805381" y="3049444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3" y="590"/>
                    <a:pt x="293" y="590"/>
                  </a:cubicBezTo>
                  <a:cubicBezTo>
                    <a:pt x="458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8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6782792" y="3049444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33" y="590"/>
                    <a:pt x="293" y="590"/>
                  </a:cubicBezTo>
                  <a:cubicBezTo>
                    <a:pt x="453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28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6790844" y="2634724"/>
              <a:ext cx="27529" cy="14341"/>
            </a:xfrm>
            <a:custGeom>
              <a:rect b="b" l="l" r="r" t="t"/>
              <a:pathLst>
                <a:path extrusionOk="0" h="586" w="1125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832" y="586"/>
                  </a:lnTo>
                  <a:cubicBezTo>
                    <a:pt x="992" y="586"/>
                    <a:pt x="1125" y="453"/>
                    <a:pt x="1125" y="293"/>
                  </a:cubicBezTo>
                  <a:cubicBezTo>
                    <a:pt x="1125" y="133"/>
                    <a:pt x="992" y="1"/>
                    <a:pt x="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6874518" y="2674882"/>
              <a:ext cx="155752" cy="148279"/>
            </a:xfrm>
            <a:custGeom>
              <a:rect b="b" l="l" r="r" t="t"/>
              <a:pathLst>
                <a:path extrusionOk="0" h="6059" w="6365">
                  <a:moveTo>
                    <a:pt x="4413" y="600"/>
                  </a:moveTo>
                  <a:cubicBezTo>
                    <a:pt x="4632" y="718"/>
                    <a:pt x="4833" y="869"/>
                    <a:pt x="5016" y="1052"/>
                  </a:cubicBezTo>
                  <a:cubicBezTo>
                    <a:pt x="5510" y="1546"/>
                    <a:pt x="5779" y="2204"/>
                    <a:pt x="5775" y="2904"/>
                  </a:cubicBezTo>
                  <a:cubicBezTo>
                    <a:pt x="5770" y="3489"/>
                    <a:pt x="5569" y="4047"/>
                    <a:pt x="5208" y="4499"/>
                  </a:cubicBezTo>
                  <a:lnTo>
                    <a:pt x="3526" y="2812"/>
                  </a:lnTo>
                  <a:lnTo>
                    <a:pt x="4413" y="600"/>
                  </a:lnTo>
                  <a:close/>
                  <a:moveTo>
                    <a:pt x="4389" y="1"/>
                  </a:moveTo>
                  <a:cubicBezTo>
                    <a:pt x="4325" y="1"/>
                    <a:pt x="4262" y="11"/>
                    <a:pt x="4202" y="33"/>
                  </a:cubicBezTo>
                  <a:cubicBezTo>
                    <a:pt x="4056" y="88"/>
                    <a:pt x="3942" y="202"/>
                    <a:pt x="3882" y="344"/>
                  </a:cubicBezTo>
                  <a:lnTo>
                    <a:pt x="2991" y="2570"/>
                  </a:lnTo>
                  <a:lnTo>
                    <a:pt x="609" y="2328"/>
                  </a:lnTo>
                  <a:cubicBezTo>
                    <a:pt x="588" y="2325"/>
                    <a:pt x="567" y="2324"/>
                    <a:pt x="546" y="2324"/>
                  </a:cubicBezTo>
                  <a:cubicBezTo>
                    <a:pt x="412" y="2324"/>
                    <a:pt x="283" y="2374"/>
                    <a:pt x="184" y="2465"/>
                  </a:cubicBezTo>
                  <a:cubicBezTo>
                    <a:pt x="69" y="2565"/>
                    <a:pt x="5" y="2716"/>
                    <a:pt x="1" y="2872"/>
                  </a:cubicBezTo>
                  <a:cubicBezTo>
                    <a:pt x="1" y="3736"/>
                    <a:pt x="339" y="4549"/>
                    <a:pt x="956" y="5153"/>
                  </a:cubicBezTo>
                  <a:cubicBezTo>
                    <a:pt x="1212" y="5404"/>
                    <a:pt x="1510" y="5610"/>
                    <a:pt x="1839" y="5761"/>
                  </a:cubicBezTo>
                  <a:cubicBezTo>
                    <a:pt x="1879" y="5780"/>
                    <a:pt x="1921" y="5788"/>
                    <a:pt x="1962" y="5788"/>
                  </a:cubicBezTo>
                  <a:cubicBezTo>
                    <a:pt x="2072" y="5788"/>
                    <a:pt x="2177" y="5726"/>
                    <a:pt x="2227" y="5619"/>
                  </a:cubicBezTo>
                  <a:cubicBezTo>
                    <a:pt x="2296" y="5473"/>
                    <a:pt x="2232" y="5299"/>
                    <a:pt x="2086" y="5231"/>
                  </a:cubicBezTo>
                  <a:cubicBezTo>
                    <a:pt x="1816" y="5107"/>
                    <a:pt x="1578" y="4943"/>
                    <a:pt x="1368" y="4737"/>
                  </a:cubicBezTo>
                  <a:cubicBezTo>
                    <a:pt x="870" y="4252"/>
                    <a:pt x="595" y="3603"/>
                    <a:pt x="586" y="2913"/>
                  </a:cubicBezTo>
                  <a:lnTo>
                    <a:pt x="586" y="2913"/>
                  </a:lnTo>
                  <a:lnTo>
                    <a:pt x="3046" y="3164"/>
                  </a:lnTo>
                  <a:lnTo>
                    <a:pt x="4797" y="4911"/>
                  </a:lnTo>
                  <a:cubicBezTo>
                    <a:pt x="4353" y="5263"/>
                    <a:pt x="3804" y="5464"/>
                    <a:pt x="3224" y="5473"/>
                  </a:cubicBezTo>
                  <a:cubicBezTo>
                    <a:pt x="3064" y="5473"/>
                    <a:pt x="2936" y="5606"/>
                    <a:pt x="2936" y="5770"/>
                  </a:cubicBezTo>
                  <a:cubicBezTo>
                    <a:pt x="2940" y="5930"/>
                    <a:pt x="3068" y="6058"/>
                    <a:pt x="3228" y="6058"/>
                  </a:cubicBezTo>
                  <a:lnTo>
                    <a:pt x="3233" y="6058"/>
                  </a:lnTo>
                  <a:cubicBezTo>
                    <a:pt x="4047" y="6044"/>
                    <a:pt x="4815" y="5724"/>
                    <a:pt x="5395" y="5162"/>
                  </a:cubicBezTo>
                  <a:cubicBezTo>
                    <a:pt x="5405" y="5153"/>
                    <a:pt x="5409" y="5148"/>
                    <a:pt x="5418" y="5139"/>
                  </a:cubicBezTo>
                  <a:cubicBezTo>
                    <a:pt x="5423" y="5135"/>
                    <a:pt x="5423" y="5135"/>
                    <a:pt x="5427" y="5130"/>
                  </a:cubicBezTo>
                  <a:cubicBezTo>
                    <a:pt x="5432" y="5125"/>
                    <a:pt x="5437" y="5121"/>
                    <a:pt x="5441" y="5116"/>
                  </a:cubicBezTo>
                  <a:cubicBezTo>
                    <a:pt x="6026" y="4522"/>
                    <a:pt x="6351" y="3740"/>
                    <a:pt x="6360" y="2904"/>
                  </a:cubicBezTo>
                  <a:cubicBezTo>
                    <a:pt x="6365" y="2049"/>
                    <a:pt x="6035" y="1244"/>
                    <a:pt x="5427" y="636"/>
                  </a:cubicBezTo>
                  <a:cubicBezTo>
                    <a:pt x="5194" y="403"/>
                    <a:pt x="4929" y="211"/>
                    <a:pt x="4641" y="60"/>
                  </a:cubicBezTo>
                  <a:cubicBezTo>
                    <a:pt x="4562" y="21"/>
                    <a:pt x="4475" y="1"/>
                    <a:pt x="4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6860103" y="2640793"/>
              <a:ext cx="108745" cy="84455"/>
            </a:xfrm>
            <a:custGeom>
              <a:rect b="b" l="l" r="r" t="t"/>
              <a:pathLst>
                <a:path extrusionOk="0" h="3451" w="4444">
                  <a:moveTo>
                    <a:pt x="3145" y="584"/>
                  </a:moveTo>
                  <a:cubicBezTo>
                    <a:pt x="3374" y="584"/>
                    <a:pt x="3604" y="614"/>
                    <a:pt x="3831" y="676"/>
                  </a:cubicBezTo>
                  <a:lnTo>
                    <a:pt x="2953" y="2866"/>
                  </a:lnTo>
                  <a:lnTo>
                    <a:pt x="608" y="2623"/>
                  </a:lnTo>
                  <a:cubicBezTo>
                    <a:pt x="713" y="2139"/>
                    <a:pt x="956" y="1695"/>
                    <a:pt x="1308" y="1343"/>
                  </a:cubicBezTo>
                  <a:cubicBezTo>
                    <a:pt x="1804" y="851"/>
                    <a:pt x="2466" y="584"/>
                    <a:pt x="3145" y="584"/>
                  </a:cubicBezTo>
                  <a:close/>
                  <a:moveTo>
                    <a:pt x="3145" y="0"/>
                  </a:moveTo>
                  <a:cubicBezTo>
                    <a:pt x="2314" y="0"/>
                    <a:pt x="1502" y="326"/>
                    <a:pt x="896" y="932"/>
                  </a:cubicBezTo>
                  <a:cubicBezTo>
                    <a:pt x="453" y="1375"/>
                    <a:pt x="151" y="1933"/>
                    <a:pt x="28" y="2546"/>
                  </a:cubicBezTo>
                  <a:cubicBezTo>
                    <a:pt x="0" y="2697"/>
                    <a:pt x="32" y="2857"/>
                    <a:pt x="124" y="2980"/>
                  </a:cubicBezTo>
                  <a:cubicBezTo>
                    <a:pt x="215" y="3104"/>
                    <a:pt x="357" y="3186"/>
                    <a:pt x="508" y="3200"/>
                  </a:cubicBezTo>
                  <a:lnTo>
                    <a:pt x="2921" y="3451"/>
                  </a:lnTo>
                  <a:lnTo>
                    <a:pt x="2976" y="3451"/>
                  </a:lnTo>
                  <a:cubicBezTo>
                    <a:pt x="3200" y="3451"/>
                    <a:pt x="3401" y="3314"/>
                    <a:pt x="3484" y="3108"/>
                  </a:cubicBezTo>
                  <a:lnTo>
                    <a:pt x="4389" y="859"/>
                  </a:lnTo>
                  <a:cubicBezTo>
                    <a:pt x="4444" y="713"/>
                    <a:pt x="4439" y="553"/>
                    <a:pt x="4371" y="411"/>
                  </a:cubicBezTo>
                  <a:cubicBezTo>
                    <a:pt x="4307" y="274"/>
                    <a:pt x="4183" y="169"/>
                    <a:pt x="4037" y="127"/>
                  </a:cubicBezTo>
                  <a:cubicBezTo>
                    <a:pt x="3743" y="42"/>
                    <a:pt x="3443" y="0"/>
                    <a:pt x="3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6802028" y="2804434"/>
              <a:ext cx="56061" cy="14341"/>
            </a:xfrm>
            <a:custGeom>
              <a:rect b="b" l="l" r="r" t="t"/>
              <a:pathLst>
                <a:path extrusionOk="0" h="586" w="2291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1998" y="586"/>
                  </a:lnTo>
                  <a:cubicBezTo>
                    <a:pt x="2163" y="586"/>
                    <a:pt x="2291" y="453"/>
                    <a:pt x="2291" y="293"/>
                  </a:cubicBezTo>
                  <a:cubicBezTo>
                    <a:pt x="2291" y="133"/>
                    <a:pt x="2163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6920626" y="2835758"/>
              <a:ext cx="16346" cy="14341"/>
            </a:xfrm>
            <a:custGeom>
              <a:rect b="b" l="l" r="r" t="t"/>
              <a:pathLst>
                <a:path extrusionOk="0" h="586" w="668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375" y="586"/>
                  </a:lnTo>
                  <a:cubicBezTo>
                    <a:pt x="535" y="586"/>
                    <a:pt x="668" y="458"/>
                    <a:pt x="668" y="293"/>
                  </a:cubicBezTo>
                  <a:cubicBezTo>
                    <a:pt x="668" y="133"/>
                    <a:pt x="535" y="1"/>
                    <a:pt x="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6876085" y="2835758"/>
              <a:ext cx="32129" cy="14341"/>
            </a:xfrm>
            <a:custGeom>
              <a:rect b="b" l="l" r="r" t="t"/>
              <a:pathLst>
                <a:path extrusionOk="0" h="586" w="1313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1020" y="586"/>
                  </a:lnTo>
                  <a:cubicBezTo>
                    <a:pt x="1180" y="586"/>
                    <a:pt x="1313" y="458"/>
                    <a:pt x="1313" y="293"/>
                  </a:cubicBezTo>
                  <a:cubicBezTo>
                    <a:pt x="1313" y="133"/>
                    <a:pt x="1180" y="1"/>
                    <a:pt x="10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6802028" y="2835758"/>
              <a:ext cx="61664" cy="14341"/>
            </a:xfrm>
            <a:custGeom>
              <a:rect b="b" l="l" r="r" t="t"/>
              <a:pathLst>
                <a:path extrusionOk="0" h="586" w="2520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2227" y="586"/>
                  </a:lnTo>
                  <a:cubicBezTo>
                    <a:pt x="2387" y="586"/>
                    <a:pt x="2519" y="458"/>
                    <a:pt x="2519" y="293"/>
                  </a:cubicBezTo>
                  <a:cubicBezTo>
                    <a:pt x="2519" y="133"/>
                    <a:pt x="2387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6845664" y="2861722"/>
              <a:ext cx="91298" cy="14341"/>
            </a:xfrm>
            <a:custGeom>
              <a:rect b="b" l="l" r="r" t="t"/>
              <a:pathLst>
                <a:path extrusionOk="0" h="586" w="3731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7"/>
                    <a:pt x="128" y="585"/>
                    <a:pt x="293" y="585"/>
                  </a:cubicBezTo>
                  <a:lnTo>
                    <a:pt x="3438" y="585"/>
                  </a:lnTo>
                  <a:cubicBezTo>
                    <a:pt x="3598" y="585"/>
                    <a:pt x="3731" y="457"/>
                    <a:pt x="3731" y="293"/>
                  </a:cubicBezTo>
                  <a:cubicBezTo>
                    <a:pt x="3731" y="133"/>
                    <a:pt x="3598" y="0"/>
                    <a:pt x="3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6802028" y="2861722"/>
              <a:ext cx="31346" cy="14341"/>
            </a:xfrm>
            <a:custGeom>
              <a:rect b="b" l="l" r="r" t="t"/>
              <a:pathLst>
                <a:path extrusionOk="0" h="586" w="1281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7"/>
                    <a:pt x="128" y="585"/>
                    <a:pt x="293" y="585"/>
                  </a:cubicBezTo>
                  <a:lnTo>
                    <a:pt x="993" y="585"/>
                  </a:lnTo>
                  <a:cubicBezTo>
                    <a:pt x="1153" y="585"/>
                    <a:pt x="1281" y="457"/>
                    <a:pt x="1281" y="293"/>
                  </a:cubicBezTo>
                  <a:cubicBezTo>
                    <a:pt x="1281" y="133"/>
                    <a:pt x="1153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6862110" y="2887662"/>
              <a:ext cx="74854" cy="14365"/>
            </a:xfrm>
            <a:custGeom>
              <a:rect b="b" l="l" r="r" t="t"/>
              <a:pathLst>
                <a:path extrusionOk="0" h="587" w="3059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2766" y="586"/>
                  </a:lnTo>
                  <a:cubicBezTo>
                    <a:pt x="2926" y="586"/>
                    <a:pt x="3059" y="458"/>
                    <a:pt x="3059" y="294"/>
                  </a:cubicBezTo>
                  <a:cubicBezTo>
                    <a:pt x="3059" y="134"/>
                    <a:pt x="2926" y="1"/>
                    <a:pt x="2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4"/>
            <p:cNvSpPr/>
            <p:nvPr/>
          </p:nvSpPr>
          <p:spPr>
            <a:xfrm>
              <a:off x="6965608" y="2829493"/>
              <a:ext cx="46224" cy="80245"/>
            </a:xfrm>
            <a:custGeom>
              <a:rect b="b" l="l" r="r" t="t"/>
              <a:pathLst>
                <a:path extrusionOk="0" h="3279" w="1889">
                  <a:moveTo>
                    <a:pt x="942" y="1"/>
                  </a:moveTo>
                  <a:cubicBezTo>
                    <a:pt x="782" y="1"/>
                    <a:pt x="649" y="133"/>
                    <a:pt x="649" y="293"/>
                  </a:cubicBezTo>
                  <a:lnTo>
                    <a:pt x="649" y="380"/>
                  </a:lnTo>
                  <a:cubicBezTo>
                    <a:pt x="279" y="444"/>
                    <a:pt x="0" y="769"/>
                    <a:pt x="0" y="1157"/>
                  </a:cubicBezTo>
                  <a:cubicBezTo>
                    <a:pt x="0" y="1596"/>
                    <a:pt x="357" y="1953"/>
                    <a:pt x="791" y="1953"/>
                  </a:cubicBezTo>
                  <a:lnTo>
                    <a:pt x="1093" y="1953"/>
                  </a:lnTo>
                  <a:cubicBezTo>
                    <a:pt x="1207" y="1953"/>
                    <a:pt x="1303" y="2044"/>
                    <a:pt x="1303" y="2158"/>
                  </a:cubicBezTo>
                  <a:cubicBezTo>
                    <a:pt x="1303" y="2273"/>
                    <a:pt x="1207" y="2369"/>
                    <a:pt x="1093" y="2369"/>
                  </a:cubicBezTo>
                  <a:lnTo>
                    <a:pt x="791" y="2369"/>
                  </a:lnTo>
                  <a:cubicBezTo>
                    <a:pt x="709" y="2369"/>
                    <a:pt x="631" y="2318"/>
                    <a:pt x="599" y="2241"/>
                  </a:cubicBezTo>
                  <a:cubicBezTo>
                    <a:pt x="555" y="2128"/>
                    <a:pt x="447" y="2061"/>
                    <a:pt x="332" y="2061"/>
                  </a:cubicBezTo>
                  <a:cubicBezTo>
                    <a:pt x="293" y="2061"/>
                    <a:pt x="253" y="2069"/>
                    <a:pt x="215" y="2085"/>
                  </a:cubicBezTo>
                  <a:cubicBezTo>
                    <a:pt x="69" y="2149"/>
                    <a:pt x="0" y="2318"/>
                    <a:pt x="60" y="2469"/>
                  </a:cubicBezTo>
                  <a:cubicBezTo>
                    <a:pt x="169" y="2716"/>
                    <a:pt x="389" y="2890"/>
                    <a:pt x="649" y="2940"/>
                  </a:cubicBezTo>
                  <a:lnTo>
                    <a:pt x="649" y="2986"/>
                  </a:lnTo>
                  <a:cubicBezTo>
                    <a:pt x="649" y="3146"/>
                    <a:pt x="782" y="3279"/>
                    <a:pt x="942" y="3279"/>
                  </a:cubicBezTo>
                  <a:cubicBezTo>
                    <a:pt x="1107" y="3279"/>
                    <a:pt x="1235" y="3146"/>
                    <a:pt x="1235" y="2986"/>
                  </a:cubicBezTo>
                  <a:lnTo>
                    <a:pt x="1235" y="2940"/>
                  </a:lnTo>
                  <a:cubicBezTo>
                    <a:pt x="1605" y="2872"/>
                    <a:pt x="1888" y="2547"/>
                    <a:pt x="1888" y="2158"/>
                  </a:cubicBezTo>
                  <a:cubicBezTo>
                    <a:pt x="1888" y="1724"/>
                    <a:pt x="1532" y="1368"/>
                    <a:pt x="1093" y="1368"/>
                  </a:cubicBezTo>
                  <a:lnTo>
                    <a:pt x="791" y="1368"/>
                  </a:lnTo>
                  <a:cubicBezTo>
                    <a:pt x="677" y="1368"/>
                    <a:pt x="585" y="1272"/>
                    <a:pt x="585" y="1157"/>
                  </a:cubicBezTo>
                  <a:cubicBezTo>
                    <a:pt x="585" y="1043"/>
                    <a:pt x="677" y="952"/>
                    <a:pt x="791" y="952"/>
                  </a:cubicBezTo>
                  <a:lnTo>
                    <a:pt x="1093" y="952"/>
                  </a:lnTo>
                  <a:cubicBezTo>
                    <a:pt x="1166" y="952"/>
                    <a:pt x="1230" y="984"/>
                    <a:pt x="1267" y="1043"/>
                  </a:cubicBezTo>
                  <a:cubicBezTo>
                    <a:pt x="1324" y="1126"/>
                    <a:pt x="1417" y="1171"/>
                    <a:pt x="1511" y="1171"/>
                  </a:cubicBezTo>
                  <a:cubicBezTo>
                    <a:pt x="1567" y="1171"/>
                    <a:pt x="1624" y="1155"/>
                    <a:pt x="1673" y="1121"/>
                  </a:cubicBezTo>
                  <a:cubicBezTo>
                    <a:pt x="1806" y="1029"/>
                    <a:pt x="1843" y="851"/>
                    <a:pt x="1751" y="714"/>
                  </a:cubicBezTo>
                  <a:cubicBezTo>
                    <a:pt x="1632" y="536"/>
                    <a:pt x="1445" y="417"/>
                    <a:pt x="1235" y="380"/>
                  </a:cubicBezTo>
                  <a:lnTo>
                    <a:pt x="1235" y="293"/>
                  </a:lnTo>
                  <a:cubicBezTo>
                    <a:pt x="1235" y="133"/>
                    <a:pt x="1107" y="1"/>
                    <a:pt x="9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4"/>
            <p:cNvSpPr/>
            <p:nvPr/>
          </p:nvSpPr>
          <p:spPr>
            <a:xfrm>
              <a:off x="6803252" y="2754782"/>
              <a:ext cx="36607" cy="27409"/>
            </a:xfrm>
            <a:custGeom>
              <a:rect b="b" l="l" r="r" t="t"/>
              <a:pathLst>
                <a:path extrusionOk="0" h="1120" w="1496">
                  <a:moveTo>
                    <a:pt x="1173" y="1"/>
                  </a:moveTo>
                  <a:cubicBezTo>
                    <a:pt x="1098" y="1"/>
                    <a:pt x="1023" y="30"/>
                    <a:pt x="965" y="87"/>
                  </a:cubicBezTo>
                  <a:lnTo>
                    <a:pt x="641" y="411"/>
                  </a:lnTo>
                  <a:lnTo>
                    <a:pt x="527" y="302"/>
                  </a:lnTo>
                  <a:cubicBezTo>
                    <a:pt x="469" y="244"/>
                    <a:pt x="395" y="216"/>
                    <a:pt x="321" y="216"/>
                  </a:cubicBezTo>
                  <a:cubicBezTo>
                    <a:pt x="246" y="216"/>
                    <a:pt x="172" y="244"/>
                    <a:pt x="115" y="302"/>
                  </a:cubicBezTo>
                  <a:cubicBezTo>
                    <a:pt x="1" y="416"/>
                    <a:pt x="1" y="599"/>
                    <a:pt x="115" y="713"/>
                  </a:cubicBezTo>
                  <a:lnTo>
                    <a:pt x="435" y="1033"/>
                  </a:lnTo>
                  <a:cubicBezTo>
                    <a:pt x="490" y="1088"/>
                    <a:pt x="568" y="1120"/>
                    <a:pt x="641" y="1120"/>
                  </a:cubicBezTo>
                  <a:cubicBezTo>
                    <a:pt x="714" y="1120"/>
                    <a:pt x="792" y="1088"/>
                    <a:pt x="847" y="1033"/>
                  </a:cubicBezTo>
                  <a:lnTo>
                    <a:pt x="1381" y="498"/>
                  </a:lnTo>
                  <a:cubicBezTo>
                    <a:pt x="1496" y="384"/>
                    <a:pt x="1496" y="201"/>
                    <a:pt x="1381" y="87"/>
                  </a:cubicBezTo>
                  <a:cubicBezTo>
                    <a:pt x="1324" y="30"/>
                    <a:pt x="1249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6803252" y="2720008"/>
              <a:ext cx="36607" cy="27409"/>
            </a:xfrm>
            <a:custGeom>
              <a:rect b="b" l="l" r="r" t="t"/>
              <a:pathLst>
                <a:path extrusionOk="0" h="1120" w="1496">
                  <a:moveTo>
                    <a:pt x="1173" y="0"/>
                  </a:moveTo>
                  <a:cubicBezTo>
                    <a:pt x="1098" y="0"/>
                    <a:pt x="1023" y="29"/>
                    <a:pt x="965" y="86"/>
                  </a:cubicBezTo>
                  <a:lnTo>
                    <a:pt x="641" y="411"/>
                  </a:lnTo>
                  <a:lnTo>
                    <a:pt x="527" y="301"/>
                  </a:lnTo>
                  <a:cubicBezTo>
                    <a:pt x="469" y="244"/>
                    <a:pt x="395" y="215"/>
                    <a:pt x="321" y="215"/>
                  </a:cubicBezTo>
                  <a:cubicBezTo>
                    <a:pt x="246" y="215"/>
                    <a:pt x="172" y="244"/>
                    <a:pt x="115" y="301"/>
                  </a:cubicBezTo>
                  <a:cubicBezTo>
                    <a:pt x="1" y="415"/>
                    <a:pt x="1" y="598"/>
                    <a:pt x="115" y="712"/>
                  </a:cubicBezTo>
                  <a:lnTo>
                    <a:pt x="435" y="1032"/>
                  </a:lnTo>
                  <a:cubicBezTo>
                    <a:pt x="490" y="1092"/>
                    <a:pt x="568" y="1119"/>
                    <a:pt x="641" y="1119"/>
                  </a:cubicBezTo>
                  <a:cubicBezTo>
                    <a:pt x="714" y="1119"/>
                    <a:pt x="792" y="1092"/>
                    <a:pt x="847" y="1032"/>
                  </a:cubicBezTo>
                  <a:lnTo>
                    <a:pt x="1381" y="502"/>
                  </a:lnTo>
                  <a:cubicBezTo>
                    <a:pt x="1496" y="388"/>
                    <a:pt x="1496" y="200"/>
                    <a:pt x="1381" y="86"/>
                  </a:cubicBezTo>
                  <a:cubicBezTo>
                    <a:pt x="1324" y="29"/>
                    <a:pt x="1249" y="0"/>
                    <a:pt x="1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34"/>
          <p:cNvGrpSpPr/>
          <p:nvPr/>
        </p:nvGrpSpPr>
        <p:grpSpPr>
          <a:xfrm>
            <a:off x="7334594" y="2667614"/>
            <a:ext cx="488544" cy="357935"/>
            <a:chOff x="7334594" y="2667614"/>
            <a:chExt cx="488544" cy="357935"/>
          </a:xfrm>
        </p:grpSpPr>
        <p:sp>
          <p:nvSpPr>
            <p:cNvPr id="1150" name="Google Shape;1150;p34"/>
            <p:cNvSpPr/>
            <p:nvPr/>
          </p:nvSpPr>
          <p:spPr>
            <a:xfrm>
              <a:off x="7334594" y="2667614"/>
              <a:ext cx="488544" cy="357935"/>
            </a:xfrm>
            <a:custGeom>
              <a:rect b="b" l="l" r="r" t="t"/>
              <a:pathLst>
                <a:path extrusionOk="0" h="14626" w="19965">
                  <a:moveTo>
                    <a:pt x="956" y="1"/>
                  </a:moveTo>
                  <a:cubicBezTo>
                    <a:pt x="430" y="1"/>
                    <a:pt x="0" y="426"/>
                    <a:pt x="0" y="956"/>
                  </a:cubicBezTo>
                  <a:lnTo>
                    <a:pt x="0" y="8623"/>
                  </a:lnTo>
                  <a:cubicBezTo>
                    <a:pt x="0" y="8783"/>
                    <a:pt x="133" y="8915"/>
                    <a:pt x="293" y="8915"/>
                  </a:cubicBezTo>
                  <a:cubicBezTo>
                    <a:pt x="458" y="8915"/>
                    <a:pt x="586" y="8783"/>
                    <a:pt x="586" y="8623"/>
                  </a:cubicBezTo>
                  <a:lnTo>
                    <a:pt x="586" y="3946"/>
                  </a:lnTo>
                  <a:cubicBezTo>
                    <a:pt x="586" y="3740"/>
                    <a:pt x="755" y="3576"/>
                    <a:pt x="956" y="3576"/>
                  </a:cubicBezTo>
                  <a:lnTo>
                    <a:pt x="19009" y="3576"/>
                  </a:lnTo>
                  <a:cubicBezTo>
                    <a:pt x="19215" y="3576"/>
                    <a:pt x="19380" y="3740"/>
                    <a:pt x="19380" y="3946"/>
                  </a:cubicBezTo>
                  <a:lnTo>
                    <a:pt x="19380" y="13670"/>
                  </a:lnTo>
                  <a:cubicBezTo>
                    <a:pt x="19380" y="13875"/>
                    <a:pt x="19215" y="14040"/>
                    <a:pt x="19009" y="14040"/>
                  </a:cubicBezTo>
                  <a:lnTo>
                    <a:pt x="956" y="14040"/>
                  </a:lnTo>
                  <a:cubicBezTo>
                    <a:pt x="755" y="14040"/>
                    <a:pt x="586" y="13875"/>
                    <a:pt x="586" y="13670"/>
                  </a:cubicBezTo>
                  <a:lnTo>
                    <a:pt x="586" y="9921"/>
                  </a:lnTo>
                  <a:cubicBezTo>
                    <a:pt x="586" y="9756"/>
                    <a:pt x="458" y="9628"/>
                    <a:pt x="293" y="9628"/>
                  </a:cubicBezTo>
                  <a:cubicBezTo>
                    <a:pt x="133" y="9628"/>
                    <a:pt x="0" y="9756"/>
                    <a:pt x="0" y="9921"/>
                  </a:cubicBezTo>
                  <a:lnTo>
                    <a:pt x="0" y="13670"/>
                  </a:lnTo>
                  <a:cubicBezTo>
                    <a:pt x="0" y="14195"/>
                    <a:pt x="430" y="14625"/>
                    <a:pt x="956" y="14625"/>
                  </a:cubicBezTo>
                  <a:lnTo>
                    <a:pt x="19009" y="14625"/>
                  </a:lnTo>
                  <a:cubicBezTo>
                    <a:pt x="19535" y="14625"/>
                    <a:pt x="19965" y="14195"/>
                    <a:pt x="19965" y="13670"/>
                  </a:cubicBezTo>
                  <a:lnTo>
                    <a:pt x="19965" y="956"/>
                  </a:lnTo>
                  <a:cubicBezTo>
                    <a:pt x="19965" y="426"/>
                    <a:pt x="19535" y="1"/>
                    <a:pt x="19009" y="1"/>
                  </a:cubicBezTo>
                  <a:lnTo>
                    <a:pt x="12225" y="1"/>
                  </a:lnTo>
                  <a:cubicBezTo>
                    <a:pt x="12065" y="1"/>
                    <a:pt x="11932" y="129"/>
                    <a:pt x="11932" y="293"/>
                  </a:cubicBezTo>
                  <a:cubicBezTo>
                    <a:pt x="11932" y="453"/>
                    <a:pt x="12065" y="586"/>
                    <a:pt x="12225" y="586"/>
                  </a:cubicBezTo>
                  <a:lnTo>
                    <a:pt x="19009" y="586"/>
                  </a:lnTo>
                  <a:cubicBezTo>
                    <a:pt x="19215" y="586"/>
                    <a:pt x="19380" y="750"/>
                    <a:pt x="19380" y="956"/>
                  </a:cubicBezTo>
                  <a:lnTo>
                    <a:pt x="19380" y="1230"/>
                  </a:lnTo>
                  <a:lnTo>
                    <a:pt x="13514" y="1230"/>
                  </a:lnTo>
                  <a:cubicBezTo>
                    <a:pt x="13354" y="1230"/>
                    <a:pt x="13222" y="1363"/>
                    <a:pt x="13222" y="1523"/>
                  </a:cubicBezTo>
                  <a:cubicBezTo>
                    <a:pt x="13222" y="1683"/>
                    <a:pt x="13354" y="1815"/>
                    <a:pt x="13514" y="1815"/>
                  </a:cubicBezTo>
                  <a:lnTo>
                    <a:pt x="19380" y="1815"/>
                  </a:lnTo>
                  <a:lnTo>
                    <a:pt x="19380" y="3068"/>
                  </a:lnTo>
                  <a:cubicBezTo>
                    <a:pt x="19265" y="3018"/>
                    <a:pt x="19142" y="2990"/>
                    <a:pt x="19009" y="2990"/>
                  </a:cubicBezTo>
                  <a:lnTo>
                    <a:pt x="956" y="2990"/>
                  </a:lnTo>
                  <a:cubicBezTo>
                    <a:pt x="823" y="2990"/>
                    <a:pt x="700" y="3018"/>
                    <a:pt x="586" y="3068"/>
                  </a:cubicBezTo>
                  <a:lnTo>
                    <a:pt x="586" y="2222"/>
                  </a:lnTo>
                  <a:lnTo>
                    <a:pt x="7567" y="2222"/>
                  </a:lnTo>
                  <a:cubicBezTo>
                    <a:pt x="7731" y="2222"/>
                    <a:pt x="7859" y="2094"/>
                    <a:pt x="7859" y="1930"/>
                  </a:cubicBezTo>
                  <a:cubicBezTo>
                    <a:pt x="7859" y="1770"/>
                    <a:pt x="7731" y="1637"/>
                    <a:pt x="7567" y="1637"/>
                  </a:cubicBezTo>
                  <a:lnTo>
                    <a:pt x="586" y="1637"/>
                  </a:lnTo>
                  <a:lnTo>
                    <a:pt x="586" y="956"/>
                  </a:lnTo>
                  <a:cubicBezTo>
                    <a:pt x="586" y="750"/>
                    <a:pt x="755" y="586"/>
                    <a:pt x="956" y="586"/>
                  </a:cubicBezTo>
                  <a:lnTo>
                    <a:pt x="10927" y="586"/>
                  </a:lnTo>
                  <a:cubicBezTo>
                    <a:pt x="11087" y="586"/>
                    <a:pt x="11219" y="453"/>
                    <a:pt x="11219" y="293"/>
                  </a:cubicBezTo>
                  <a:cubicBezTo>
                    <a:pt x="11219" y="129"/>
                    <a:pt x="11087" y="1"/>
                    <a:pt x="109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4"/>
            <p:cNvSpPr/>
            <p:nvPr/>
          </p:nvSpPr>
          <p:spPr>
            <a:xfrm>
              <a:off x="7367046" y="2773233"/>
              <a:ext cx="423649" cy="219959"/>
            </a:xfrm>
            <a:custGeom>
              <a:rect b="b" l="l" r="r" t="t"/>
              <a:pathLst>
                <a:path extrusionOk="0" h="8988" w="17313">
                  <a:moveTo>
                    <a:pt x="14287" y="585"/>
                  </a:moveTo>
                  <a:lnTo>
                    <a:pt x="14287" y="1957"/>
                  </a:lnTo>
                  <a:lnTo>
                    <a:pt x="13368" y="1957"/>
                  </a:lnTo>
                  <a:lnTo>
                    <a:pt x="13368" y="585"/>
                  </a:lnTo>
                  <a:close/>
                  <a:moveTo>
                    <a:pt x="3941" y="7031"/>
                  </a:moveTo>
                  <a:lnTo>
                    <a:pt x="3941" y="8403"/>
                  </a:lnTo>
                  <a:lnTo>
                    <a:pt x="3018" y="8403"/>
                  </a:lnTo>
                  <a:lnTo>
                    <a:pt x="3018" y="7031"/>
                  </a:lnTo>
                  <a:close/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8695"/>
                  </a:lnTo>
                  <a:cubicBezTo>
                    <a:pt x="0" y="8855"/>
                    <a:pt x="133" y="8988"/>
                    <a:pt x="293" y="8988"/>
                  </a:cubicBezTo>
                  <a:lnTo>
                    <a:pt x="10648" y="8988"/>
                  </a:lnTo>
                  <a:cubicBezTo>
                    <a:pt x="10808" y="8988"/>
                    <a:pt x="10940" y="8855"/>
                    <a:pt x="10940" y="8695"/>
                  </a:cubicBezTo>
                  <a:cubicBezTo>
                    <a:pt x="10940" y="8531"/>
                    <a:pt x="10808" y="8403"/>
                    <a:pt x="10648" y="8403"/>
                  </a:cubicBezTo>
                  <a:lnTo>
                    <a:pt x="4526" y="8403"/>
                  </a:lnTo>
                  <a:lnTo>
                    <a:pt x="4526" y="6931"/>
                  </a:lnTo>
                  <a:cubicBezTo>
                    <a:pt x="4526" y="6666"/>
                    <a:pt x="4307" y="6446"/>
                    <a:pt x="4037" y="6446"/>
                  </a:cubicBezTo>
                  <a:lnTo>
                    <a:pt x="2922" y="6446"/>
                  </a:lnTo>
                  <a:cubicBezTo>
                    <a:pt x="2652" y="6446"/>
                    <a:pt x="2437" y="6666"/>
                    <a:pt x="2437" y="6931"/>
                  </a:cubicBezTo>
                  <a:lnTo>
                    <a:pt x="2437" y="8403"/>
                  </a:lnTo>
                  <a:lnTo>
                    <a:pt x="585" y="8403"/>
                  </a:lnTo>
                  <a:lnTo>
                    <a:pt x="585" y="585"/>
                  </a:lnTo>
                  <a:lnTo>
                    <a:pt x="12783" y="585"/>
                  </a:lnTo>
                  <a:lnTo>
                    <a:pt x="12783" y="2053"/>
                  </a:lnTo>
                  <a:cubicBezTo>
                    <a:pt x="12783" y="2323"/>
                    <a:pt x="13002" y="2537"/>
                    <a:pt x="13272" y="2537"/>
                  </a:cubicBezTo>
                  <a:lnTo>
                    <a:pt x="14387" y="2537"/>
                  </a:lnTo>
                  <a:cubicBezTo>
                    <a:pt x="14657" y="2537"/>
                    <a:pt x="14872" y="2323"/>
                    <a:pt x="14872" y="2053"/>
                  </a:cubicBezTo>
                  <a:lnTo>
                    <a:pt x="14872" y="585"/>
                  </a:lnTo>
                  <a:lnTo>
                    <a:pt x="16728" y="585"/>
                  </a:lnTo>
                  <a:lnTo>
                    <a:pt x="16728" y="8403"/>
                  </a:lnTo>
                  <a:lnTo>
                    <a:pt x="11946" y="8403"/>
                  </a:lnTo>
                  <a:cubicBezTo>
                    <a:pt x="11786" y="8403"/>
                    <a:pt x="11653" y="8531"/>
                    <a:pt x="11653" y="8695"/>
                  </a:cubicBezTo>
                  <a:cubicBezTo>
                    <a:pt x="11653" y="8855"/>
                    <a:pt x="11786" y="8988"/>
                    <a:pt x="11946" y="8988"/>
                  </a:cubicBezTo>
                  <a:lnTo>
                    <a:pt x="17020" y="8988"/>
                  </a:lnTo>
                  <a:cubicBezTo>
                    <a:pt x="17185" y="8988"/>
                    <a:pt x="17313" y="8855"/>
                    <a:pt x="17313" y="8695"/>
                  </a:cubicBezTo>
                  <a:lnTo>
                    <a:pt x="17313" y="293"/>
                  </a:lnTo>
                  <a:cubicBezTo>
                    <a:pt x="17313" y="128"/>
                    <a:pt x="17185" y="0"/>
                    <a:pt x="17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4"/>
            <p:cNvSpPr/>
            <p:nvPr/>
          </p:nvSpPr>
          <p:spPr>
            <a:xfrm>
              <a:off x="7552652" y="2836541"/>
              <a:ext cx="52488" cy="93216"/>
            </a:xfrm>
            <a:custGeom>
              <a:rect b="b" l="l" r="r" t="t"/>
              <a:pathLst>
                <a:path extrusionOk="0" h="3809" w="2145">
                  <a:moveTo>
                    <a:pt x="1075" y="1"/>
                  </a:moveTo>
                  <a:cubicBezTo>
                    <a:pt x="910" y="1"/>
                    <a:pt x="782" y="133"/>
                    <a:pt x="782" y="293"/>
                  </a:cubicBezTo>
                  <a:lnTo>
                    <a:pt x="782" y="444"/>
                  </a:lnTo>
                  <a:cubicBezTo>
                    <a:pt x="343" y="499"/>
                    <a:pt x="1" y="878"/>
                    <a:pt x="1" y="1331"/>
                  </a:cubicBezTo>
                  <a:cubicBezTo>
                    <a:pt x="1" y="1820"/>
                    <a:pt x="403" y="2223"/>
                    <a:pt x="892" y="2223"/>
                  </a:cubicBezTo>
                  <a:lnTo>
                    <a:pt x="1253" y="2223"/>
                  </a:lnTo>
                  <a:cubicBezTo>
                    <a:pt x="1422" y="2223"/>
                    <a:pt x="1560" y="2360"/>
                    <a:pt x="1560" y="2529"/>
                  </a:cubicBezTo>
                  <a:cubicBezTo>
                    <a:pt x="1560" y="2698"/>
                    <a:pt x="1422" y="2835"/>
                    <a:pt x="1253" y="2835"/>
                  </a:cubicBezTo>
                  <a:lnTo>
                    <a:pt x="892" y="2835"/>
                  </a:lnTo>
                  <a:cubicBezTo>
                    <a:pt x="769" y="2835"/>
                    <a:pt x="659" y="2762"/>
                    <a:pt x="609" y="2648"/>
                  </a:cubicBezTo>
                  <a:cubicBezTo>
                    <a:pt x="561" y="2535"/>
                    <a:pt x="454" y="2468"/>
                    <a:pt x="341" y="2468"/>
                  </a:cubicBezTo>
                  <a:cubicBezTo>
                    <a:pt x="302" y="2468"/>
                    <a:pt x="263" y="2476"/>
                    <a:pt x="225" y="2492"/>
                  </a:cubicBezTo>
                  <a:cubicBezTo>
                    <a:pt x="78" y="2556"/>
                    <a:pt x="10" y="2725"/>
                    <a:pt x="69" y="2876"/>
                  </a:cubicBezTo>
                  <a:cubicBezTo>
                    <a:pt x="197" y="3173"/>
                    <a:pt x="467" y="3375"/>
                    <a:pt x="782" y="3411"/>
                  </a:cubicBezTo>
                  <a:lnTo>
                    <a:pt x="782" y="3516"/>
                  </a:lnTo>
                  <a:cubicBezTo>
                    <a:pt x="782" y="3676"/>
                    <a:pt x="910" y="3809"/>
                    <a:pt x="1075" y="3809"/>
                  </a:cubicBezTo>
                  <a:cubicBezTo>
                    <a:pt x="1235" y="3809"/>
                    <a:pt x="1368" y="3676"/>
                    <a:pt x="1368" y="3516"/>
                  </a:cubicBezTo>
                  <a:lnTo>
                    <a:pt x="1368" y="3411"/>
                  </a:lnTo>
                  <a:cubicBezTo>
                    <a:pt x="1806" y="3356"/>
                    <a:pt x="2145" y="2981"/>
                    <a:pt x="2145" y="2529"/>
                  </a:cubicBezTo>
                  <a:cubicBezTo>
                    <a:pt x="2145" y="2035"/>
                    <a:pt x="1747" y="1637"/>
                    <a:pt x="1253" y="1637"/>
                  </a:cubicBezTo>
                  <a:lnTo>
                    <a:pt x="892" y="1637"/>
                  </a:lnTo>
                  <a:cubicBezTo>
                    <a:pt x="723" y="1637"/>
                    <a:pt x="586" y="1500"/>
                    <a:pt x="586" y="1331"/>
                  </a:cubicBezTo>
                  <a:cubicBezTo>
                    <a:pt x="586" y="1162"/>
                    <a:pt x="723" y="1025"/>
                    <a:pt x="892" y="1025"/>
                  </a:cubicBezTo>
                  <a:lnTo>
                    <a:pt x="1253" y="1025"/>
                  </a:lnTo>
                  <a:cubicBezTo>
                    <a:pt x="1358" y="1025"/>
                    <a:pt x="1450" y="1075"/>
                    <a:pt x="1509" y="1157"/>
                  </a:cubicBezTo>
                  <a:cubicBezTo>
                    <a:pt x="1567" y="1243"/>
                    <a:pt x="1658" y="1288"/>
                    <a:pt x="1752" y="1288"/>
                  </a:cubicBezTo>
                  <a:cubicBezTo>
                    <a:pt x="1808" y="1288"/>
                    <a:pt x="1865" y="1272"/>
                    <a:pt x="1916" y="1240"/>
                  </a:cubicBezTo>
                  <a:cubicBezTo>
                    <a:pt x="2049" y="1148"/>
                    <a:pt x="2085" y="965"/>
                    <a:pt x="1994" y="833"/>
                  </a:cubicBezTo>
                  <a:cubicBezTo>
                    <a:pt x="1848" y="618"/>
                    <a:pt x="1619" y="476"/>
                    <a:pt x="1368" y="444"/>
                  </a:cubicBezTo>
                  <a:lnTo>
                    <a:pt x="1368" y="293"/>
                  </a:lnTo>
                  <a:cubicBezTo>
                    <a:pt x="1368" y="133"/>
                    <a:pt x="1235" y="1"/>
                    <a:pt x="10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7503094" y="2807347"/>
              <a:ext cx="151592" cy="151632"/>
            </a:xfrm>
            <a:custGeom>
              <a:rect b="b" l="l" r="r" t="t"/>
              <a:pathLst>
                <a:path extrusionOk="0" h="6196" w="6195">
                  <a:moveTo>
                    <a:pt x="3100" y="586"/>
                  </a:moveTo>
                  <a:cubicBezTo>
                    <a:pt x="4485" y="586"/>
                    <a:pt x="5610" y="1715"/>
                    <a:pt x="5610" y="3100"/>
                  </a:cubicBezTo>
                  <a:cubicBezTo>
                    <a:pt x="5610" y="4485"/>
                    <a:pt x="4485" y="5610"/>
                    <a:pt x="3100" y="5610"/>
                  </a:cubicBezTo>
                  <a:cubicBezTo>
                    <a:pt x="1715" y="5610"/>
                    <a:pt x="586" y="4485"/>
                    <a:pt x="586" y="3100"/>
                  </a:cubicBezTo>
                  <a:cubicBezTo>
                    <a:pt x="586" y="1715"/>
                    <a:pt x="1715" y="586"/>
                    <a:pt x="3100" y="586"/>
                  </a:cubicBezTo>
                  <a:close/>
                  <a:moveTo>
                    <a:pt x="3100" y="1"/>
                  </a:moveTo>
                  <a:cubicBezTo>
                    <a:pt x="1390" y="1"/>
                    <a:pt x="0" y="1390"/>
                    <a:pt x="0" y="3100"/>
                  </a:cubicBezTo>
                  <a:cubicBezTo>
                    <a:pt x="0" y="4805"/>
                    <a:pt x="1390" y="6195"/>
                    <a:pt x="3100" y="6195"/>
                  </a:cubicBezTo>
                  <a:cubicBezTo>
                    <a:pt x="4805" y="6195"/>
                    <a:pt x="6195" y="4805"/>
                    <a:pt x="6195" y="3100"/>
                  </a:cubicBezTo>
                  <a:cubicBezTo>
                    <a:pt x="6195" y="1390"/>
                    <a:pt x="4805" y="1"/>
                    <a:pt x="3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7674383" y="2851983"/>
              <a:ext cx="62447" cy="62454"/>
            </a:xfrm>
            <a:custGeom>
              <a:rect b="b" l="l" r="r" t="t"/>
              <a:pathLst>
                <a:path extrusionOk="0" h="2552" w="2552">
                  <a:moveTo>
                    <a:pt x="1276" y="586"/>
                  </a:moveTo>
                  <a:cubicBezTo>
                    <a:pt x="1655" y="586"/>
                    <a:pt x="1966" y="892"/>
                    <a:pt x="1966" y="1276"/>
                  </a:cubicBezTo>
                  <a:cubicBezTo>
                    <a:pt x="1966" y="1656"/>
                    <a:pt x="1655" y="1966"/>
                    <a:pt x="1276" y="1966"/>
                  </a:cubicBezTo>
                  <a:cubicBezTo>
                    <a:pt x="897" y="1966"/>
                    <a:pt x="586" y="1656"/>
                    <a:pt x="586" y="1276"/>
                  </a:cubicBezTo>
                  <a:cubicBezTo>
                    <a:pt x="586" y="892"/>
                    <a:pt x="897" y="586"/>
                    <a:pt x="1276" y="586"/>
                  </a:cubicBezTo>
                  <a:close/>
                  <a:moveTo>
                    <a:pt x="1276" y="1"/>
                  </a:moveTo>
                  <a:cubicBezTo>
                    <a:pt x="572" y="1"/>
                    <a:pt x="1" y="572"/>
                    <a:pt x="1" y="1276"/>
                  </a:cubicBezTo>
                  <a:cubicBezTo>
                    <a:pt x="1" y="1976"/>
                    <a:pt x="572" y="2552"/>
                    <a:pt x="1276" y="2552"/>
                  </a:cubicBezTo>
                  <a:cubicBezTo>
                    <a:pt x="1980" y="2552"/>
                    <a:pt x="2551" y="1976"/>
                    <a:pt x="2551" y="1276"/>
                  </a:cubicBezTo>
                  <a:cubicBezTo>
                    <a:pt x="2551" y="572"/>
                    <a:pt x="198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7420961" y="2851983"/>
              <a:ext cx="62447" cy="62454"/>
            </a:xfrm>
            <a:custGeom>
              <a:rect b="b" l="l" r="r" t="t"/>
              <a:pathLst>
                <a:path extrusionOk="0" h="2552" w="2552">
                  <a:moveTo>
                    <a:pt x="1276" y="586"/>
                  </a:moveTo>
                  <a:cubicBezTo>
                    <a:pt x="1656" y="586"/>
                    <a:pt x="1967" y="892"/>
                    <a:pt x="1967" y="1276"/>
                  </a:cubicBezTo>
                  <a:cubicBezTo>
                    <a:pt x="1967" y="1656"/>
                    <a:pt x="1656" y="1966"/>
                    <a:pt x="1276" y="1966"/>
                  </a:cubicBezTo>
                  <a:cubicBezTo>
                    <a:pt x="897" y="1966"/>
                    <a:pt x="586" y="1656"/>
                    <a:pt x="586" y="1276"/>
                  </a:cubicBezTo>
                  <a:cubicBezTo>
                    <a:pt x="586" y="892"/>
                    <a:pt x="897" y="586"/>
                    <a:pt x="1276" y="586"/>
                  </a:cubicBezTo>
                  <a:close/>
                  <a:moveTo>
                    <a:pt x="1276" y="1"/>
                  </a:moveTo>
                  <a:cubicBezTo>
                    <a:pt x="572" y="1"/>
                    <a:pt x="1" y="572"/>
                    <a:pt x="1" y="1276"/>
                  </a:cubicBezTo>
                  <a:cubicBezTo>
                    <a:pt x="1" y="1976"/>
                    <a:pt x="572" y="2552"/>
                    <a:pt x="1276" y="2552"/>
                  </a:cubicBezTo>
                  <a:cubicBezTo>
                    <a:pt x="1980" y="2552"/>
                    <a:pt x="2552" y="1976"/>
                    <a:pt x="2552" y="1276"/>
                  </a:cubicBezTo>
                  <a:cubicBezTo>
                    <a:pt x="2552" y="572"/>
                    <a:pt x="198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7665108" y="2950554"/>
              <a:ext cx="98125" cy="14341"/>
            </a:xfrm>
            <a:custGeom>
              <a:rect b="b" l="l" r="r" t="t"/>
              <a:pathLst>
                <a:path extrusionOk="0" h="586" w="401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717" y="585"/>
                  </a:lnTo>
                  <a:cubicBezTo>
                    <a:pt x="3881" y="585"/>
                    <a:pt x="4009" y="453"/>
                    <a:pt x="4009" y="293"/>
                  </a:cubicBezTo>
                  <a:cubicBezTo>
                    <a:pt x="4009" y="133"/>
                    <a:pt x="3881" y="0"/>
                    <a:pt x="3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7394554" y="2801424"/>
              <a:ext cx="98149" cy="14341"/>
            </a:xfrm>
            <a:custGeom>
              <a:rect b="b" l="l" r="r" t="t"/>
              <a:pathLst>
                <a:path extrusionOk="0" h="586" w="4011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7"/>
                    <a:pt x="133" y="585"/>
                    <a:pt x="293" y="585"/>
                  </a:cubicBezTo>
                  <a:lnTo>
                    <a:pt x="3718" y="585"/>
                  </a:lnTo>
                  <a:cubicBezTo>
                    <a:pt x="3878" y="585"/>
                    <a:pt x="4010" y="457"/>
                    <a:pt x="4010" y="293"/>
                  </a:cubicBezTo>
                  <a:cubicBezTo>
                    <a:pt x="4010" y="133"/>
                    <a:pt x="3878" y="0"/>
                    <a:pt x="3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7395802" y="2824134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5" y="457"/>
                    <a:pt x="585" y="297"/>
                  </a:cubicBezTo>
                  <a:lnTo>
                    <a:pt x="585" y="293"/>
                  </a:lnTo>
                  <a:cubicBezTo>
                    <a:pt x="585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7417388" y="2824134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7438973" y="2824134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297"/>
                  </a:lnTo>
                  <a:cubicBezTo>
                    <a:pt x="1" y="457"/>
                    <a:pt x="133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7704486" y="2929508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33" y="590"/>
                    <a:pt x="293" y="590"/>
                  </a:cubicBezTo>
                  <a:cubicBezTo>
                    <a:pt x="457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29"/>
                    <a:pt x="457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7726193" y="2929508"/>
              <a:ext cx="14217" cy="14463"/>
            </a:xfrm>
            <a:custGeom>
              <a:rect b="b" l="l" r="r" t="t"/>
              <a:pathLst>
                <a:path extrusionOk="0" h="591" w="581">
                  <a:moveTo>
                    <a:pt x="288" y="1"/>
                  </a:moveTo>
                  <a:cubicBezTo>
                    <a:pt x="128" y="1"/>
                    <a:pt x="0" y="129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0"/>
                    <a:pt x="288" y="590"/>
                  </a:cubicBezTo>
                  <a:cubicBezTo>
                    <a:pt x="453" y="590"/>
                    <a:pt x="581" y="458"/>
                    <a:pt x="581" y="298"/>
                  </a:cubicBezTo>
                  <a:lnTo>
                    <a:pt x="581" y="293"/>
                  </a:lnTo>
                  <a:cubicBezTo>
                    <a:pt x="581" y="129"/>
                    <a:pt x="45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7747779" y="2929508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29" y="590"/>
                    <a:pt x="293" y="590"/>
                  </a:cubicBezTo>
                  <a:cubicBezTo>
                    <a:pt x="453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4" name="Google Shape;1164;p34"/>
          <p:cNvGrpSpPr/>
          <p:nvPr/>
        </p:nvGrpSpPr>
        <p:grpSpPr>
          <a:xfrm>
            <a:off x="1363250" y="2601834"/>
            <a:ext cx="404318" cy="488493"/>
            <a:chOff x="1363250" y="2601834"/>
            <a:chExt cx="404318" cy="488493"/>
          </a:xfrm>
        </p:grpSpPr>
        <p:sp>
          <p:nvSpPr>
            <p:cNvPr id="1165" name="Google Shape;1165;p34"/>
            <p:cNvSpPr/>
            <p:nvPr/>
          </p:nvSpPr>
          <p:spPr>
            <a:xfrm>
              <a:off x="1363250" y="2655745"/>
              <a:ext cx="404318" cy="434583"/>
            </a:xfrm>
            <a:custGeom>
              <a:rect b="b" l="l" r="r" t="t"/>
              <a:pathLst>
                <a:path extrusionOk="0" h="17758" w="16523">
                  <a:moveTo>
                    <a:pt x="9071" y="1002"/>
                  </a:moveTo>
                  <a:lnTo>
                    <a:pt x="11306" y="3238"/>
                  </a:lnTo>
                  <a:lnTo>
                    <a:pt x="9203" y="3238"/>
                  </a:lnTo>
                  <a:cubicBezTo>
                    <a:pt x="9130" y="3238"/>
                    <a:pt x="9071" y="3174"/>
                    <a:pt x="9071" y="3101"/>
                  </a:cubicBezTo>
                  <a:lnTo>
                    <a:pt x="9071" y="1002"/>
                  </a:lnTo>
                  <a:close/>
                  <a:moveTo>
                    <a:pt x="8486" y="3087"/>
                  </a:moveTo>
                  <a:lnTo>
                    <a:pt x="8486" y="3101"/>
                  </a:lnTo>
                  <a:cubicBezTo>
                    <a:pt x="8486" y="3498"/>
                    <a:pt x="8806" y="3823"/>
                    <a:pt x="9203" y="3823"/>
                  </a:cubicBezTo>
                  <a:lnTo>
                    <a:pt x="9807" y="3823"/>
                  </a:lnTo>
                  <a:lnTo>
                    <a:pt x="9807" y="8673"/>
                  </a:lnTo>
                  <a:cubicBezTo>
                    <a:pt x="9807" y="8701"/>
                    <a:pt x="9784" y="8724"/>
                    <a:pt x="9752" y="8724"/>
                  </a:cubicBezTo>
                  <a:lnTo>
                    <a:pt x="8234" y="8724"/>
                  </a:lnTo>
                  <a:cubicBezTo>
                    <a:pt x="8207" y="8724"/>
                    <a:pt x="8184" y="8701"/>
                    <a:pt x="8184" y="8673"/>
                  </a:cubicBezTo>
                  <a:lnTo>
                    <a:pt x="8184" y="3137"/>
                  </a:lnTo>
                  <a:cubicBezTo>
                    <a:pt x="8184" y="3110"/>
                    <a:pt x="8207" y="3087"/>
                    <a:pt x="8234" y="3087"/>
                  </a:cubicBezTo>
                  <a:close/>
                  <a:moveTo>
                    <a:pt x="7283" y="1"/>
                  </a:moveTo>
                  <a:cubicBezTo>
                    <a:pt x="7123" y="1"/>
                    <a:pt x="6991" y="134"/>
                    <a:pt x="6991" y="294"/>
                  </a:cubicBezTo>
                  <a:cubicBezTo>
                    <a:pt x="6991" y="458"/>
                    <a:pt x="7123" y="586"/>
                    <a:pt x="7283" y="586"/>
                  </a:cubicBezTo>
                  <a:lnTo>
                    <a:pt x="8486" y="586"/>
                  </a:lnTo>
                  <a:lnTo>
                    <a:pt x="8486" y="2502"/>
                  </a:lnTo>
                  <a:lnTo>
                    <a:pt x="8234" y="2502"/>
                  </a:lnTo>
                  <a:cubicBezTo>
                    <a:pt x="7882" y="2502"/>
                    <a:pt x="7599" y="2785"/>
                    <a:pt x="7599" y="3137"/>
                  </a:cubicBezTo>
                  <a:lnTo>
                    <a:pt x="7599" y="8673"/>
                  </a:lnTo>
                  <a:cubicBezTo>
                    <a:pt x="7599" y="9025"/>
                    <a:pt x="7882" y="9309"/>
                    <a:pt x="8234" y="9309"/>
                  </a:cubicBezTo>
                  <a:lnTo>
                    <a:pt x="9752" y="9309"/>
                  </a:lnTo>
                  <a:cubicBezTo>
                    <a:pt x="10104" y="9309"/>
                    <a:pt x="10392" y="9025"/>
                    <a:pt x="10392" y="8673"/>
                  </a:cubicBezTo>
                  <a:lnTo>
                    <a:pt x="10392" y="3823"/>
                  </a:lnTo>
                  <a:lnTo>
                    <a:pt x="11718" y="3823"/>
                  </a:lnTo>
                  <a:lnTo>
                    <a:pt x="11718" y="17039"/>
                  </a:lnTo>
                  <a:cubicBezTo>
                    <a:pt x="11718" y="17113"/>
                    <a:pt x="11658" y="17172"/>
                    <a:pt x="11585" y="17172"/>
                  </a:cubicBezTo>
                  <a:lnTo>
                    <a:pt x="719" y="17172"/>
                  </a:lnTo>
                  <a:cubicBezTo>
                    <a:pt x="645" y="17172"/>
                    <a:pt x="586" y="17113"/>
                    <a:pt x="586" y="17039"/>
                  </a:cubicBezTo>
                  <a:lnTo>
                    <a:pt x="586" y="13451"/>
                  </a:lnTo>
                  <a:cubicBezTo>
                    <a:pt x="586" y="13291"/>
                    <a:pt x="453" y="13158"/>
                    <a:pt x="293" y="13158"/>
                  </a:cubicBezTo>
                  <a:cubicBezTo>
                    <a:pt x="133" y="13158"/>
                    <a:pt x="1" y="13291"/>
                    <a:pt x="1" y="13451"/>
                  </a:cubicBezTo>
                  <a:lnTo>
                    <a:pt x="1" y="17039"/>
                  </a:lnTo>
                  <a:cubicBezTo>
                    <a:pt x="1" y="17437"/>
                    <a:pt x="325" y="17757"/>
                    <a:pt x="719" y="17757"/>
                  </a:cubicBezTo>
                  <a:lnTo>
                    <a:pt x="11585" y="17757"/>
                  </a:lnTo>
                  <a:cubicBezTo>
                    <a:pt x="11978" y="17757"/>
                    <a:pt x="12303" y="17437"/>
                    <a:pt x="12303" y="17039"/>
                  </a:cubicBezTo>
                  <a:lnTo>
                    <a:pt x="12303" y="15467"/>
                  </a:lnTo>
                  <a:lnTo>
                    <a:pt x="12321" y="15467"/>
                  </a:lnTo>
                  <a:cubicBezTo>
                    <a:pt x="12335" y="15467"/>
                    <a:pt x="12353" y="15467"/>
                    <a:pt x="12367" y="15462"/>
                  </a:cubicBezTo>
                  <a:lnTo>
                    <a:pt x="15892" y="14918"/>
                  </a:lnTo>
                  <a:cubicBezTo>
                    <a:pt x="16084" y="14886"/>
                    <a:pt x="16248" y="14786"/>
                    <a:pt x="16363" y="14630"/>
                  </a:cubicBezTo>
                  <a:cubicBezTo>
                    <a:pt x="16477" y="14475"/>
                    <a:pt x="16523" y="14283"/>
                    <a:pt x="16491" y="14095"/>
                  </a:cubicBezTo>
                  <a:lnTo>
                    <a:pt x="16020" y="11069"/>
                  </a:lnTo>
                  <a:cubicBezTo>
                    <a:pt x="15999" y="10923"/>
                    <a:pt x="15872" y="10819"/>
                    <a:pt x="15728" y="10819"/>
                  </a:cubicBezTo>
                  <a:cubicBezTo>
                    <a:pt x="15714" y="10819"/>
                    <a:pt x="15700" y="10820"/>
                    <a:pt x="15686" y="10822"/>
                  </a:cubicBezTo>
                  <a:cubicBezTo>
                    <a:pt x="15531" y="10849"/>
                    <a:pt x="15421" y="11000"/>
                    <a:pt x="15444" y="11156"/>
                  </a:cubicBezTo>
                  <a:lnTo>
                    <a:pt x="15915" y="14187"/>
                  </a:lnTo>
                  <a:cubicBezTo>
                    <a:pt x="15924" y="14232"/>
                    <a:pt x="15901" y="14269"/>
                    <a:pt x="15892" y="14283"/>
                  </a:cubicBezTo>
                  <a:cubicBezTo>
                    <a:pt x="15878" y="14301"/>
                    <a:pt x="15851" y="14333"/>
                    <a:pt x="15800" y="14338"/>
                  </a:cubicBezTo>
                  <a:lnTo>
                    <a:pt x="12303" y="14882"/>
                  </a:lnTo>
                  <a:lnTo>
                    <a:pt x="12303" y="13410"/>
                  </a:lnTo>
                  <a:lnTo>
                    <a:pt x="14319" y="13099"/>
                  </a:lnTo>
                  <a:cubicBezTo>
                    <a:pt x="14479" y="13071"/>
                    <a:pt x="14589" y="12920"/>
                    <a:pt x="14561" y="12765"/>
                  </a:cubicBezTo>
                  <a:cubicBezTo>
                    <a:pt x="14541" y="12619"/>
                    <a:pt x="14413" y="12515"/>
                    <a:pt x="14270" y="12515"/>
                  </a:cubicBezTo>
                  <a:cubicBezTo>
                    <a:pt x="14256" y="12515"/>
                    <a:pt x="14242" y="12516"/>
                    <a:pt x="14228" y="12518"/>
                  </a:cubicBezTo>
                  <a:lnTo>
                    <a:pt x="12303" y="12820"/>
                  </a:lnTo>
                  <a:lnTo>
                    <a:pt x="12303" y="3530"/>
                  </a:lnTo>
                  <a:cubicBezTo>
                    <a:pt x="12303" y="3453"/>
                    <a:pt x="12271" y="3375"/>
                    <a:pt x="12216" y="3320"/>
                  </a:cubicBezTo>
                  <a:lnTo>
                    <a:pt x="8984" y="88"/>
                  </a:lnTo>
                  <a:cubicBezTo>
                    <a:pt x="8929" y="33"/>
                    <a:pt x="8856" y="1"/>
                    <a:pt x="8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1363250" y="2601834"/>
              <a:ext cx="387874" cy="358473"/>
            </a:xfrm>
            <a:custGeom>
              <a:rect b="b" l="l" r="r" t="t"/>
              <a:pathLst>
                <a:path extrusionOk="0" h="14648" w="15851">
                  <a:moveTo>
                    <a:pt x="3699" y="1770"/>
                  </a:moveTo>
                  <a:lnTo>
                    <a:pt x="3699" y="2204"/>
                  </a:lnTo>
                  <a:lnTo>
                    <a:pt x="2561" y="2204"/>
                  </a:lnTo>
                  <a:lnTo>
                    <a:pt x="2561" y="1770"/>
                  </a:lnTo>
                  <a:close/>
                  <a:moveTo>
                    <a:pt x="10836" y="947"/>
                  </a:moveTo>
                  <a:lnTo>
                    <a:pt x="13387" y="2812"/>
                  </a:lnTo>
                  <a:lnTo>
                    <a:pt x="11311" y="3132"/>
                  </a:lnTo>
                  <a:cubicBezTo>
                    <a:pt x="11303" y="3134"/>
                    <a:pt x="11295" y="3134"/>
                    <a:pt x="11287" y="3134"/>
                  </a:cubicBezTo>
                  <a:cubicBezTo>
                    <a:pt x="11223" y="3134"/>
                    <a:pt x="11168" y="3087"/>
                    <a:pt x="11156" y="3022"/>
                  </a:cubicBezTo>
                  <a:lnTo>
                    <a:pt x="10836" y="947"/>
                  </a:lnTo>
                  <a:close/>
                  <a:moveTo>
                    <a:pt x="3740" y="796"/>
                  </a:moveTo>
                  <a:cubicBezTo>
                    <a:pt x="4252" y="796"/>
                    <a:pt x="4673" y="1212"/>
                    <a:pt x="4673" y="1724"/>
                  </a:cubicBezTo>
                  <a:lnTo>
                    <a:pt x="4673" y="5441"/>
                  </a:lnTo>
                  <a:cubicBezTo>
                    <a:pt x="4673" y="6163"/>
                    <a:pt x="4083" y="6748"/>
                    <a:pt x="3365" y="6748"/>
                  </a:cubicBezTo>
                  <a:cubicBezTo>
                    <a:pt x="2643" y="6748"/>
                    <a:pt x="2058" y="6163"/>
                    <a:pt x="2058" y="5441"/>
                  </a:cubicBezTo>
                  <a:lnTo>
                    <a:pt x="2058" y="4385"/>
                  </a:lnTo>
                  <a:cubicBezTo>
                    <a:pt x="2058" y="4275"/>
                    <a:pt x="2145" y="4188"/>
                    <a:pt x="2250" y="4188"/>
                  </a:cubicBezTo>
                  <a:cubicBezTo>
                    <a:pt x="2360" y="4188"/>
                    <a:pt x="2447" y="4275"/>
                    <a:pt x="2447" y="4385"/>
                  </a:cubicBezTo>
                  <a:lnTo>
                    <a:pt x="2447" y="5441"/>
                  </a:lnTo>
                  <a:cubicBezTo>
                    <a:pt x="2447" y="5948"/>
                    <a:pt x="2858" y="6360"/>
                    <a:pt x="3365" y="6360"/>
                  </a:cubicBezTo>
                  <a:cubicBezTo>
                    <a:pt x="3873" y="6360"/>
                    <a:pt x="4284" y="5948"/>
                    <a:pt x="4284" y="5441"/>
                  </a:cubicBezTo>
                  <a:lnTo>
                    <a:pt x="4284" y="1724"/>
                  </a:lnTo>
                  <a:cubicBezTo>
                    <a:pt x="4284" y="1427"/>
                    <a:pt x="4042" y="1185"/>
                    <a:pt x="3740" y="1185"/>
                  </a:cubicBezTo>
                  <a:lnTo>
                    <a:pt x="2520" y="1185"/>
                  </a:lnTo>
                  <a:cubicBezTo>
                    <a:pt x="2223" y="1185"/>
                    <a:pt x="1980" y="1427"/>
                    <a:pt x="1980" y="1724"/>
                  </a:cubicBezTo>
                  <a:lnTo>
                    <a:pt x="1980" y="2204"/>
                  </a:lnTo>
                  <a:lnTo>
                    <a:pt x="1592" y="2204"/>
                  </a:lnTo>
                  <a:lnTo>
                    <a:pt x="1592" y="1724"/>
                  </a:lnTo>
                  <a:cubicBezTo>
                    <a:pt x="1592" y="1212"/>
                    <a:pt x="2008" y="796"/>
                    <a:pt x="2520" y="796"/>
                  </a:cubicBezTo>
                  <a:close/>
                  <a:moveTo>
                    <a:pt x="10443" y="1"/>
                  </a:moveTo>
                  <a:cubicBezTo>
                    <a:pt x="10426" y="1"/>
                    <a:pt x="10409" y="2"/>
                    <a:pt x="10392" y="5"/>
                  </a:cubicBezTo>
                  <a:lnTo>
                    <a:pt x="4975" y="846"/>
                  </a:lnTo>
                  <a:cubicBezTo>
                    <a:pt x="4696" y="462"/>
                    <a:pt x="4248" y="211"/>
                    <a:pt x="3740" y="211"/>
                  </a:cubicBezTo>
                  <a:lnTo>
                    <a:pt x="2520" y="211"/>
                  </a:lnTo>
                  <a:cubicBezTo>
                    <a:pt x="1683" y="211"/>
                    <a:pt x="1007" y="892"/>
                    <a:pt x="1007" y="1724"/>
                  </a:cubicBezTo>
                  <a:lnTo>
                    <a:pt x="1007" y="2204"/>
                  </a:lnTo>
                  <a:lnTo>
                    <a:pt x="719" y="2204"/>
                  </a:lnTo>
                  <a:cubicBezTo>
                    <a:pt x="325" y="2204"/>
                    <a:pt x="1" y="2529"/>
                    <a:pt x="1" y="2926"/>
                  </a:cubicBezTo>
                  <a:lnTo>
                    <a:pt x="1" y="14355"/>
                  </a:lnTo>
                  <a:cubicBezTo>
                    <a:pt x="1" y="14515"/>
                    <a:pt x="133" y="14648"/>
                    <a:pt x="293" y="14648"/>
                  </a:cubicBezTo>
                  <a:cubicBezTo>
                    <a:pt x="453" y="14648"/>
                    <a:pt x="586" y="14515"/>
                    <a:pt x="586" y="14355"/>
                  </a:cubicBezTo>
                  <a:lnTo>
                    <a:pt x="586" y="2926"/>
                  </a:lnTo>
                  <a:cubicBezTo>
                    <a:pt x="586" y="2849"/>
                    <a:pt x="645" y="2789"/>
                    <a:pt x="719" y="2789"/>
                  </a:cubicBezTo>
                  <a:lnTo>
                    <a:pt x="3699" y="2789"/>
                  </a:lnTo>
                  <a:lnTo>
                    <a:pt x="3699" y="5441"/>
                  </a:lnTo>
                  <a:cubicBezTo>
                    <a:pt x="3699" y="5628"/>
                    <a:pt x="3548" y="5774"/>
                    <a:pt x="3365" y="5774"/>
                  </a:cubicBezTo>
                  <a:cubicBezTo>
                    <a:pt x="3178" y="5774"/>
                    <a:pt x="3032" y="5628"/>
                    <a:pt x="3032" y="5441"/>
                  </a:cubicBezTo>
                  <a:lnTo>
                    <a:pt x="3032" y="4385"/>
                  </a:lnTo>
                  <a:cubicBezTo>
                    <a:pt x="3032" y="3955"/>
                    <a:pt x="2680" y="3607"/>
                    <a:pt x="2250" y="3607"/>
                  </a:cubicBezTo>
                  <a:cubicBezTo>
                    <a:pt x="1820" y="3607"/>
                    <a:pt x="1473" y="3955"/>
                    <a:pt x="1473" y="4385"/>
                  </a:cubicBezTo>
                  <a:lnTo>
                    <a:pt x="1473" y="5441"/>
                  </a:lnTo>
                  <a:cubicBezTo>
                    <a:pt x="1473" y="6483"/>
                    <a:pt x="2323" y="7333"/>
                    <a:pt x="3365" y="7333"/>
                  </a:cubicBezTo>
                  <a:cubicBezTo>
                    <a:pt x="4408" y="7333"/>
                    <a:pt x="5258" y="6483"/>
                    <a:pt x="5258" y="5441"/>
                  </a:cubicBezTo>
                  <a:lnTo>
                    <a:pt x="5258" y="2789"/>
                  </a:lnTo>
                  <a:lnTo>
                    <a:pt x="5985" y="2789"/>
                  </a:lnTo>
                  <a:cubicBezTo>
                    <a:pt x="6145" y="2789"/>
                    <a:pt x="6278" y="2661"/>
                    <a:pt x="6278" y="2497"/>
                  </a:cubicBezTo>
                  <a:cubicBezTo>
                    <a:pt x="6278" y="2337"/>
                    <a:pt x="6145" y="2204"/>
                    <a:pt x="5985" y="2204"/>
                  </a:cubicBezTo>
                  <a:lnTo>
                    <a:pt x="5258" y="2204"/>
                  </a:lnTo>
                  <a:lnTo>
                    <a:pt x="5258" y="1724"/>
                  </a:lnTo>
                  <a:cubicBezTo>
                    <a:pt x="5258" y="1614"/>
                    <a:pt x="5244" y="1505"/>
                    <a:pt x="5222" y="1399"/>
                  </a:cubicBezTo>
                  <a:lnTo>
                    <a:pt x="10191" y="627"/>
                  </a:lnTo>
                  <a:lnTo>
                    <a:pt x="10580" y="3109"/>
                  </a:lnTo>
                  <a:cubicBezTo>
                    <a:pt x="10634" y="3466"/>
                    <a:pt x="10941" y="3722"/>
                    <a:pt x="11288" y="3722"/>
                  </a:cubicBezTo>
                  <a:cubicBezTo>
                    <a:pt x="11325" y="3722"/>
                    <a:pt x="11361" y="3717"/>
                    <a:pt x="11398" y="3713"/>
                  </a:cubicBezTo>
                  <a:lnTo>
                    <a:pt x="13885" y="3324"/>
                  </a:lnTo>
                  <a:lnTo>
                    <a:pt x="15247" y="12088"/>
                  </a:lnTo>
                  <a:cubicBezTo>
                    <a:pt x="15270" y="12230"/>
                    <a:pt x="15393" y="12335"/>
                    <a:pt x="15535" y="12335"/>
                  </a:cubicBezTo>
                  <a:cubicBezTo>
                    <a:pt x="15549" y="12335"/>
                    <a:pt x="15563" y="12335"/>
                    <a:pt x="15581" y="12330"/>
                  </a:cubicBezTo>
                  <a:cubicBezTo>
                    <a:pt x="15741" y="12307"/>
                    <a:pt x="15851" y="12156"/>
                    <a:pt x="15823" y="11996"/>
                  </a:cubicBezTo>
                  <a:lnTo>
                    <a:pt x="14415" y="2945"/>
                  </a:lnTo>
                  <a:cubicBezTo>
                    <a:pt x="14406" y="2871"/>
                    <a:pt x="14365" y="2803"/>
                    <a:pt x="14301" y="2757"/>
                  </a:cubicBezTo>
                  <a:lnTo>
                    <a:pt x="10607" y="55"/>
                  </a:lnTo>
                  <a:cubicBezTo>
                    <a:pt x="10560" y="20"/>
                    <a:pt x="10503" y="1"/>
                    <a:pt x="10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1550105" y="3026073"/>
              <a:ext cx="72627" cy="14341"/>
            </a:xfrm>
            <a:custGeom>
              <a:rect b="b" l="l" r="r" t="t"/>
              <a:pathLst>
                <a:path extrusionOk="0" h="586" w="2968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2675" y="585"/>
                  </a:lnTo>
                  <a:cubicBezTo>
                    <a:pt x="2835" y="585"/>
                    <a:pt x="2967" y="457"/>
                    <a:pt x="2967" y="293"/>
                  </a:cubicBezTo>
                  <a:cubicBezTo>
                    <a:pt x="2967" y="133"/>
                    <a:pt x="2835" y="0"/>
                    <a:pt x="2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1418536" y="2792810"/>
              <a:ext cx="112660" cy="90744"/>
            </a:xfrm>
            <a:custGeom>
              <a:rect b="b" l="l" r="r" t="t"/>
              <a:pathLst>
                <a:path extrusionOk="0" h="3708" w="4604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3415"/>
                  </a:lnTo>
                  <a:cubicBezTo>
                    <a:pt x="0" y="3580"/>
                    <a:pt x="133" y="3708"/>
                    <a:pt x="293" y="3708"/>
                  </a:cubicBezTo>
                  <a:lnTo>
                    <a:pt x="4311" y="3708"/>
                  </a:lnTo>
                  <a:cubicBezTo>
                    <a:pt x="4471" y="3708"/>
                    <a:pt x="4604" y="3580"/>
                    <a:pt x="4604" y="3415"/>
                  </a:cubicBezTo>
                  <a:cubicBezTo>
                    <a:pt x="4604" y="3255"/>
                    <a:pt x="4471" y="3123"/>
                    <a:pt x="4311" y="3123"/>
                  </a:cubicBezTo>
                  <a:lnTo>
                    <a:pt x="3625" y="3123"/>
                  </a:lnTo>
                  <a:lnTo>
                    <a:pt x="3625" y="636"/>
                  </a:lnTo>
                  <a:cubicBezTo>
                    <a:pt x="3625" y="476"/>
                    <a:pt x="3497" y="343"/>
                    <a:pt x="3333" y="343"/>
                  </a:cubicBezTo>
                  <a:cubicBezTo>
                    <a:pt x="3173" y="343"/>
                    <a:pt x="3040" y="476"/>
                    <a:pt x="3040" y="636"/>
                  </a:cubicBezTo>
                  <a:lnTo>
                    <a:pt x="3040" y="3123"/>
                  </a:lnTo>
                  <a:lnTo>
                    <a:pt x="2592" y="3123"/>
                  </a:lnTo>
                  <a:lnTo>
                    <a:pt x="2592" y="2208"/>
                  </a:lnTo>
                  <a:cubicBezTo>
                    <a:pt x="2592" y="2048"/>
                    <a:pt x="2464" y="1916"/>
                    <a:pt x="2300" y="1916"/>
                  </a:cubicBezTo>
                  <a:cubicBezTo>
                    <a:pt x="2140" y="1916"/>
                    <a:pt x="2007" y="2048"/>
                    <a:pt x="2007" y="2208"/>
                  </a:cubicBezTo>
                  <a:lnTo>
                    <a:pt x="2007" y="3123"/>
                  </a:lnTo>
                  <a:lnTo>
                    <a:pt x="1564" y="3123"/>
                  </a:lnTo>
                  <a:lnTo>
                    <a:pt x="1564" y="1481"/>
                  </a:lnTo>
                  <a:cubicBezTo>
                    <a:pt x="1564" y="1321"/>
                    <a:pt x="1431" y="1189"/>
                    <a:pt x="1271" y="1189"/>
                  </a:cubicBezTo>
                  <a:cubicBezTo>
                    <a:pt x="1106" y="1189"/>
                    <a:pt x="978" y="1321"/>
                    <a:pt x="978" y="1481"/>
                  </a:cubicBezTo>
                  <a:lnTo>
                    <a:pt x="978" y="3123"/>
                  </a:lnTo>
                  <a:lnTo>
                    <a:pt x="585" y="3123"/>
                  </a:lnTo>
                  <a:lnTo>
                    <a:pt x="585" y="293"/>
                  </a:lnTo>
                  <a:cubicBezTo>
                    <a:pt x="585" y="133"/>
                    <a:pt x="457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1414840" y="2978647"/>
              <a:ext cx="36607" cy="27409"/>
            </a:xfrm>
            <a:custGeom>
              <a:rect b="b" l="l" r="r" t="t"/>
              <a:pathLst>
                <a:path extrusionOk="0" h="1120" w="1496">
                  <a:moveTo>
                    <a:pt x="1175" y="1"/>
                  </a:moveTo>
                  <a:cubicBezTo>
                    <a:pt x="1101" y="1"/>
                    <a:pt x="1027" y="29"/>
                    <a:pt x="969" y="87"/>
                  </a:cubicBezTo>
                  <a:lnTo>
                    <a:pt x="640" y="411"/>
                  </a:lnTo>
                  <a:lnTo>
                    <a:pt x="531" y="301"/>
                  </a:lnTo>
                  <a:cubicBezTo>
                    <a:pt x="473" y="244"/>
                    <a:pt x="398" y="216"/>
                    <a:pt x="323" y="216"/>
                  </a:cubicBezTo>
                  <a:cubicBezTo>
                    <a:pt x="247" y="216"/>
                    <a:pt x="172" y="244"/>
                    <a:pt x="115" y="301"/>
                  </a:cubicBezTo>
                  <a:cubicBezTo>
                    <a:pt x="0" y="416"/>
                    <a:pt x="0" y="599"/>
                    <a:pt x="115" y="713"/>
                  </a:cubicBezTo>
                  <a:lnTo>
                    <a:pt x="435" y="1033"/>
                  </a:lnTo>
                  <a:cubicBezTo>
                    <a:pt x="494" y="1092"/>
                    <a:pt x="567" y="1120"/>
                    <a:pt x="640" y="1120"/>
                  </a:cubicBezTo>
                  <a:cubicBezTo>
                    <a:pt x="718" y="1120"/>
                    <a:pt x="791" y="1092"/>
                    <a:pt x="851" y="1033"/>
                  </a:cubicBezTo>
                  <a:lnTo>
                    <a:pt x="1381" y="503"/>
                  </a:lnTo>
                  <a:cubicBezTo>
                    <a:pt x="1495" y="388"/>
                    <a:pt x="1495" y="201"/>
                    <a:pt x="1381" y="87"/>
                  </a:cubicBezTo>
                  <a:cubicBezTo>
                    <a:pt x="1324" y="29"/>
                    <a:pt x="1249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1516870" y="2985230"/>
              <a:ext cx="107423" cy="14341"/>
            </a:xfrm>
            <a:custGeom>
              <a:rect b="b" l="l" r="r" t="t"/>
              <a:pathLst>
                <a:path extrusionOk="0" h="586" w="4390">
                  <a:moveTo>
                    <a:pt x="293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4097" y="586"/>
                  </a:lnTo>
                  <a:cubicBezTo>
                    <a:pt x="4261" y="586"/>
                    <a:pt x="4389" y="453"/>
                    <a:pt x="4389" y="293"/>
                  </a:cubicBezTo>
                  <a:cubicBezTo>
                    <a:pt x="4389" y="128"/>
                    <a:pt x="4261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1469220" y="2985230"/>
              <a:ext cx="38051" cy="14341"/>
            </a:xfrm>
            <a:custGeom>
              <a:rect b="b" l="l" r="r" t="t"/>
              <a:pathLst>
                <a:path extrusionOk="0" h="586" w="1555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262" y="586"/>
                  </a:lnTo>
                  <a:cubicBezTo>
                    <a:pt x="1426" y="586"/>
                    <a:pt x="1554" y="453"/>
                    <a:pt x="1554" y="293"/>
                  </a:cubicBezTo>
                  <a:cubicBezTo>
                    <a:pt x="1554" y="128"/>
                    <a:pt x="1426" y="0"/>
                    <a:pt x="1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1414840" y="2943873"/>
              <a:ext cx="36607" cy="27385"/>
            </a:xfrm>
            <a:custGeom>
              <a:rect b="b" l="l" r="r" t="t"/>
              <a:pathLst>
                <a:path extrusionOk="0" h="1119" w="1496">
                  <a:moveTo>
                    <a:pt x="1175" y="0"/>
                  </a:moveTo>
                  <a:cubicBezTo>
                    <a:pt x="1101" y="0"/>
                    <a:pt x="1027" y="29"/>
                    <a:pt x="969" y="86"/>
                  </a:cubicBezTo>
                  <a:lnTo>
                    <a:pt x="640" y="415"/>
                  </a:lnTo>
                  <a:lnTo>
                    <a:pt x="531" y="301"/>
                  </a:lnTo>
                  <a:cubicBezTo>
                    <a:pt x="473" y="243"/>
                    <a:pt x="398" y="215"/>
                    <a:pt x="323" y="215"/>
                  </a:cubicBezTo>
                  <a:cubicBezTo>
                    <a:pt x="247" y="215"/>
                    <a:pt x="172" y="243"/>
                    <a:pt x="115" y="301"/>
                  </a:cubicBezTo>
                  <a:cubicBezTo>
                    <a:pt x="0" y="415"/>
                    <a:pt x="0" y="602"/>
                    <a:pt x="115" y="717"/>
                  </a:cubicBezTo>
                  <a:lnTo>
                    <a:pt x="435" y="1032"/>
                  </a:lnTo>
                  <a:cubicBezTo>
                    <a:pt x="494" y="1091"/>
                    <a:pt x="567" y="1119"/>
                    <a:pt x="640" y="1119"/>
                  </a:cubicBezTo>
                  <a:cubicBezTo>
                    <a:pt x="718" y="1119"/>
                    <a:pt x="791" y="1091"/>
                    <a:pt x="851" y="1032"/>
                  </a:cubicBezTo>
                  <a:lnTo>
                    <a:pt x="1381" y="502"/>
                  </a:lnTo>
                  <a:cubicBezTo>
                    <a:pt x="1495" y="387"/>
                    <a:pt x="1495" y="200"/>
                    <a:pt x="1381" y="86"/>
                  </a:cubicBezTo>
                  <a:cubicBezTo>
                    <a:pt x="1324" y="29"/>
                    <a:pt x="1249" y="0"/>
                    <a:pt x="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1605268" y="2950432"/>
              <a:ext cx="19038" cy="14341"/>
            </a:xfrm>
            <a:custGeom>
              <a:rect b="b" l="l" r="r" t="t"/>
              <a:pathLst>
                <a:path extrusionOk="0" h="586" w="778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485" y="586"/>
                  </a:lnTo>
                  <a:cubicBezTo>
                    <a:pt x="649" y="586"/>
                    <a:pt x="777" y="453"/>
                    <a:pt x="777" y="293"/>
                  </a:cubicBezTo>
                  <a:cubicBezTo>
                    <a:pt x="777" y="133"/>
                    <a:pt x="649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1555929" y="2950432"/>
              <a:ext cx="37708" cy="14341"/>
            </a:xfrm>
            <a:custGeom>
              <a:rect b="b" l="l" r="r" t="t"/>
              <a:pathLst>
                <a:path extrusionOk="0" h="586" w="1541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248" y="586"/>
                  </a:lnTo>
                  <a:cubicBezTo>
                    <a:pt x="1408" y="586"/>
                    <a:pt x="1541" y="453"/>
                    <a:pt x="1541" y="293"/>
                  </a:cubicBezTo>
                  <a:cubicBezTo>
                    <a:pt x="1541" y="133"/>
                    <a:pt x="1408" y="1"/>
                    <a:pt x="12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1469220" y="2950432"/>
              <a:ext cx="77203" cy="14341"/>
            </a:xfrm>
            <a:custGeom>
              <a:rect b="b" l="l" r="r" t="t"/>
              <a:pathLst>
                <a:path extrusionOk="0" h="586" w="3155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862" y="586"/>
                  </a:lnTo>
                  <a:cubicBezTo>
                    <a:pt x="3022" y="586"/>
                    <a:pt x="3155" y="453"/>
                    <a:pt x="3155" y="293"/>
                  </a:cubicBezTo>
                  <a:cubicBezTo>
                    <a:pt x="3155" y="133"/>
                    <a:pt x="3022" y="1"/>
                    <a:pt x="2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1414840" y="2909173"/>
              <a:ext cx="36607" cy="27311"/>
            </a:xfrm>
            <a:custGeom>
              <a:rect b="b" l="l" r="r" t="t"/>
              <a:pathLst>
                <a:path extrusionOk="0" h="1116" w="1496">
                  <a:moveTo>
                    <a:pt x="1175" y="1"/>
                  </a:moveTo>
                  <a:cubicBezTo>
                    <a:pt x="1101" y="1"/>
                    <a:pt x="1027" y="29"/>
                    <a:pt x="969" y="87"/>
                  </a:cubicBezTo>
                  <a:lnTo>
                    <a:pt x="640" y="411"/>
                  </a:lnTo>
                  <a:lnTo>
                    <a:pt x="531" y="297"/>
                  </a:lnTo>
                  <a:cubicBezTo>
                    <a:pt x="473" y="240"/>
                    <a:pt x="398" y="211"/>
                    <a:pt x="323" y="211"/>
                  </a:cubicBezTo>
                  <a:cubicBezTo>
                    <a:pt x="247" y="211"/>
                    <a:pt x="172" y="240"/>
                    <a:pt x="115" y="297"/>
                  </a:cubicBezTo>
                  <a:cubicBezTo>
                    <a:pt x="0" y="411"/>
                    <a:pt x="0" y="599"/>
                    <a:pt x="115" y="713"/>
                  </a:cubicBezTo>
                  <a:lnTo>
                    <a:pt x="435" y="1033"/>
                  </a:lnTo>
                  <a:cubicBezTo>
                    <a:pt x="494" y="1088"/>
                    <a:pt x="567" y="1115"/>
                    <a:pt x="640" y="1115"/>
                  </a:cubicBezTo>
                  <a:cubicBezTo>
                    <a:pt x="718" y="1115"/>
                    <a:pt x="791" y="1088"/>
                    <a:pt x="851" y="1033"/>
                  </a:cubicBezTo>
                  <a:lnTo>
                    <a:pt x="1381" y="498"/>
                  </a:lnTo>
                  <a:cubicBezTo>
                    <a:pt x="1495" y="384"/>
                    <a:pt x="1495" y="201"/>
                    <a:pt x="1381" y="87"/>
                  </a:cubicBezTo>
                  <a:cubicBezTo>
                    <a:pt x="1324" y="29"/>
                    <a:pt x="1249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1516870" y="2915633"/>
              <a:ext cx="107423" cy="14341"/>
            </a:xfrm>
            <a:custGeom>
              <a:rect b="b" l="l" r="r" t="t"/>
              <a:pathLst>
                <a:path extrusionOk="0" h="586" w="4390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4097" y="586"/>
                  </a:lnTo>
                  <a:cubicBezTo>
                    <a:pt x="4261" y="586"/>
                    <a:pt x="4389" y="453"/>
                    <a:pt x="4389" y="293"/>
                  </a:cubicBezTo>
                  <a:cubicBezTo>
                    <a:pt x="4389" y="133"/>
                    <a:pt x="4261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1469220" y="2915633"/>
              <a:ext cx="38051" cy="14341"/>
            </a:xfrm>
            <a:custGeom>
              <a:rect b="b" l="l" r="r" t="t"/>
              <a:pathLst>
                <a:path extrusionOk="0" h="586" w="1555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262" y="586"/>
                  </a:lnTo>
                  <a:cubicBezTo>
                    <a:pt x="1426" y="586"/>
                    <a:pt x="1554" y="453"/>
                    <a:pt x="1554" y="293"/>
                  </a:cubicBezTo>
                  <a:cubicBezTo>
                    <a:pt x="1554" y="133"/>
                    <a:pt x="1426" y="1"/>
                    <a:pt x="1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34"/>
          <p:cNvGrpSpPr/>
          <p:nvPr/>
        </p:nvGrpSpPr>
        <p:grpSpPr>
          <a:xfrm>
            <a:off x="1989134" y="1852491"/>
            <a:ext cx="488446" cy="448336"/>
            <a:chOff x="1989134" y="1852491"/>
            <a:chExt cx="488446" cy="448336"/>
          </a:xfrm>
        </p:grpSpPr>
        <p:sp>
          <p:nvSpPr>
            <p:cNvPr id="1180" name="Google Shape;1180;p34"/>
            <p:cNvSpPr/>
            <p:nvPr/>
          </p:nvSpPr>
          <p:spPr>
            <a:xfrm>
              <a:off x="1989134" y="1852491"/>
              <a:ext cx="488446" cy="448336"/>
            </a:xfrm>
            <a:custGeom>
              <a:rect b="b" l="l" r="r" t="t"/>
              <a:pathLst>
                <a:path extrusionOk="0" h="18320" w="19961">
                  <a:moveTo>
                    <a:pt x="19375" y="11777"/>
                  </a:moveTo>
                  <a:lnTo>
                    <a:pt x="19375" y="12742"/>
                  </a:lnTo>
                  <a:cubicBezTo>
                    <a:pt x="19375" y="13016"/>
                    <a:pt x="19151" y="13240"/>
                    <a:pt x="18877" y="13240"/>
                  </a:cubicBezTo>
                  <a:lnTo>
                    <a:pt x="1084" y="13240"/>
                  </a:lnTo>
                  <a:cubicBezTo>
                    <a:pt x="805" y="13240"/>
                    <a:pt x="586" y="13016"/>
                    <a:pt x="586" y="12742"/>
                  </a:cubicBezTo>
                  <a:lnTo>
                    <a:pt x="586" y="11777"/>
                  </a:lnTo>
                  <a:close/>
                  <a:moveTo>
                    <a:pt x="10538" y="13825"/>
                  </a:moveTo>
                  <a:lnTo>
                    <a:pt x="10538" y="14200"/>
                  </a:lnTo>
                  <a:cubicBezTo>
                    <a:pt x="10538" y="14507"/>
                    <a:pt x="10287" y="14758"/>
                    <a:pt x="9980" y="14758"/>
                  </a:cubicBezTo>
                  <a:cubicBezTo>
                    <a:pt x="9669" y="14758"/>
                    <a:pt x="9418" y="14507"/>
                    <a:pt x="9418" y="14200"/>
                  </a:cubicBezTo>
                  <a:lnTo>
                    <a:pt x="9418" y="13825"/>
                  </a:lnTo>
                  <a:close/>
                  <a:moveTo>
                    <a:pt x="11964" y="13825"/>
                  </a:moveTo>
                  <a:lnTo>
                    <a:pt x="12184" y="16235"/>
                  </a:lnTo>
                  <a:lnTo>
                    <a:pt x="7777" y="16235"/>
                  </a:lnTo>
                  <a:lnTo>
                    <a:pt x="7992" y="13825"/>
                  </a:lnTo>
                  <a:lnTo>
                    <a:pt x="8833" y="13825"/>
                  </a:lnTo>
                  <a:lnTo>
                    <a:pt x="8833" y="14200"/>
                  </a:lnTo>
                  <a:cubicBezTo>
                    <a:pt x="8833" y="14831"/>
                    <a:pt x="9349" y="15343"/>
                    <a:pt x="9980" y="15343"/>
                  </a:cubicBezTo>
                  <a:cubicBezTo>
                    <a:pt x="10611" y="15343"/>
                    <a:pt x="11123" y="14831"/>
                    <a:pt x="11123" y="14200"/>
                  </a:cubicBezTo>
                  <a:lnTo>
                    <a:pt x="11123" y="13825"/>
                  </a:lnTo>
                  <a:close/>
                  <a:moveTo>
                    <a:pt x="1084" y="1"/>
                  </a:moveTo>
                  <a:cubicBezTo>
                    <a:pt x="485" y="1"/>
                    <a:pt x="0" y="490"/>
                    <a:pt x="0" y="1084"/>
                  </a:cubicBezTo>
                  <a:lnTo>
                    <a:pt x="0" y="12742"/>
                  </a:lnTo>
                  <a:cubicBezTo>
                    <a:pt x="0" y="13341"/>
                    <a:pt x="485" y="13825"/>
                    <a:pt x="1084" y="13825"/>
                  </a:cubicBezTo>
                  <a:lnTo>
                    <a:pt x="7407" y="13825"/>
                  </a:lnTo>
                  <a:lnTo>
                    <a:pt x="7187" y="16235"/>
                  </a:lnTo>
                  <a:lnTo>
                    <a:pt x="6446" y="16235"/>
                  </a:lnTo>
                  <a:cubicBezTo>
                    <a:pt x="6072" y="16235"/>
                    <a:pt x="5765" y="16541"/>
                    <a:pt x="5765" y="16916"/>
                  </a:cubicBezTo>
                  <a:lnTo>
                    <a:pt x="5765" y="17638"/>
                  </a:lnTo>
                  <a:cubicBezTo>
                    <a:pt x="5765" y="18013"/>
                    <a:pt x="6072" y="18319"/>
                    <a:pt x="6446" y="18319"/>
                  </a:cubicBezTo>
                  <a:lnTo>
                    <a:pt x="10483" y="18319"/>
                  </a:lnTo>
                  <a:cubicBezTo>
                    <a:pt x="10643" y="18319"/>
                    <a:pt x="10776" y="18191"/>
                    <a:pt x="10776" y="18027"/>
                  </a:cubicBezTo>
                  <a:cubicBezTo>
                    <a:pt x="10776" y="17867"/>
                    <a:pt x="10643" y="17734"/>
                    <a:pt x="10483" y="17734"/>
                  </a:cubicBezTo>
                  <a:lnTo>
                    <a:pt x="6446" y="17734"/>
                  </a:lnTo>
                  <a:cubicBezTo>
                    <a:pt x="6392" y="17734"/>
                    <a:pt x="6346" y="17693"/>
                    <a:pt x="6346" y="17638"/>
                  </a:cubicBezTo>
                  <a:lnTo>
                    <a:pt x="6346" y="16916"/>
                  </a:lnTo>
                  <a:cubicBezTo>
                    <a:pt x="6346" y="16861"/>
                    <a:pt x="6392" y="16820"/>
                    <a:pt x="6446" y="16820"/>
                  </a:cubicBezTo>
                  <a:lnTo>
                    <a:pt x="13514" y="16820"/>
                  </a:lnTo>
                  <a:cubicBezTo>
                    <a:pt x="13569" y="16820"/>
                    <a:pt x="13610" y="16861"/>
                    <a:pt x="13610" y="16916"/>
                  </a:cubicBezTo>
                  <a:lnTo>
                    <a:pt x="13610" y="17638"/>
                  </a:lnTo>
                  <a:cubicBezTo>
                    <a:pt x="13610" y="17693"/>
                    <a:pt x="13569" y="17734"/>
                    <a:pt x="13514" y="17734"/>
                  </a:cubicBezTo>
                  <a:lnTo>
                    <a:pt x="11782" y="17734"/>
                  </a:lnTo>
                  <a:cubicBezTo>
                    <a:pt x="11622" y="17734"/>
                    <a:pt x="11489" y="17867"/>
                    <a:pt x="11489" y="18027"/>
                  </a:cubicBezTo>
                  <a:cubicBezTo>
                    <a:pt x="11489" y="18191"/>
                    <a:pt x="11622" y="18319"/>
                    <a:pt x="11782" y="18319"/>
                  </a:cubicBezTo>
                  <a:lnTo>
                    <a:pt x="13514" y="18319"/>
                  </a:lnTo>
                  <a:cubicBezTo>
                    <a:pt x="13889" y="18319"/>
                    <a:pt x="14195" y="18013"/>
                    <a:pt x="14195" y="17638"/>
                  </a:cubicBezTo>
                  <a:lnTo>
                    <a:pt x="14195" y="16916"/>
                  </a:lnTo>
                  <a:cubicBezTo>
                    <a:pt x="14195" y="16541"/>
                    <a:pt x="13889" y="16235"/>
                    <a:pt x="13514" y="16235"/>
                  </a:cubicBezTo>
                  <a:lnTo>
                    <a:pt x="12769" y="16235"/>
                  </a:lnTo>
                  <a:lnTo>
                    <a:pt x="12554" y="13825"/>
                  </a:lnTo>
                  <a:lnTo>
                    <a:pt x="18877" y="13825"/>
                  </a:lnTo>
                  <a:cubicBezTo>
                    <a:pt x="19476" y="13825"/>
                    <a:pt x="19960" y="13341"/>
                    <a:pt x="19960" y="12742"/>
                  </a:cubicBezTo>
                  <a:lnTo>
                    <a:pt x="19960" y="1084"/>
                  </a:lnTo>
                  <a:cubicBezTo>
                    <a:pt x="19960" y="490"/>
                    <a:pt x="19476" y="1"/>
                    <a:pt x="18877" y="1"/>
                  </a:cubicBezTo>
                  <a:lnTo>
                    <a:pt x="4284" y="1"/>
                  </a:lnTo>
                  <a:cubicBezTo>
                    <a:pt x="4120" y="1"/>
                    <a:pt x="3992" y="133"/>
                    <a:pt x="3992" y="293"/>
                  </a:cubicBezTo>
                  <a:cubicBezTo>
                    <a:pt x="3992" y="458"/>
                    <a:pt x="4120" y="586"/>
                    <a:pt x="4284" y="586"/>
                  </a:cubicBezTo>
                  <a:lnTo>
                    <a:pt x="18877" y="586"/>
                  </a:lnTo>
                  <a:cubicBezTo>
                    <a:pt x="19151" y="586"/>
                    <a:pt x="19375" y="810"/>
                    <a:pt x="19375" y="1084"/>
                  </a:cubicBezTo>
                  <a:lnTo>
                    <a:pt x="19375" y="11192"/>
                  </a:lnTo>
                  <a:lnTo>
                    <a:pt x="586" y="11192"/>
                  </a:lnTo>
                  <a:lnTo>
                    <a:pt x="586" y="1084"/>
                  </a:lnTo>
                  <a:cubicBezTo>
                    <a:pt x="586" y="810"/>
                    <a:pt x="805" y="586"/>
                    <a:pt x="1084" y="586"/>
                  </a:cubicBezTo>
                  <a:lnTo>
                    <a:pt x="2986" y="586"/>
                  </a:lnTo>
                  <a:cubicBezTo>
                    <a:pt x="3146" y="586"/>
                    <a:pt x="3278" y="458"/>
                    <a:pt x="3278" y="293"/>
                  </a:cubicBezTo>
                  <a:cubicBezTo>
                    <a:pt x="3278" y="133"/>
                    <a:pt x="3146" y="1"/>
                    <a:pt x="2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2034899" y="1918320"/>
              <a:ext cx="145450" cy="152708"/>
            </a:xfrm>
            <a:custGeom>
              <a:rect b="b" l="l" r="r" t="t"/>
              <a:pathLst>
                <a:path extrusionOk="0" h="6240" w="5944">
                  <a:moveTo>
                    <a:pt x="2752" y="1928"/>
                  </a:moveTo>
                  <a:lnTo>
                    <a:pt x="2752" y="4314"/>
                  </a:lnTo>
                  <a:lnTo>
                    <a:pt x="901" y="4314"/>
                  </a:lnTo>
                  <a:cubicBezTo>
                    <a:pt x="727" y="4314"/>
                    <a:pt x="585" y="4173"/>
                    <a:pt x="585" y="3999"/>
                  </a:cubicBezTo>
                  <a:lnTo>
                    <a:pt x="585" y="2244"/>
                  </a:lnTo>
                  <a:cubicBezTo>
                    <a:pt x="585" y="2070"/>
                    <a:pt x="727" y="1928"/>
                    <a:pt x="901" y="1928"/>
                  </a:cubicBezTo>
                  <a:close/>
                  <a:moveTo>
                    <a:pt x="5346" y="1"/>
                  </a:moveTo>
                  <a:cubicBezTo>
                    <a:pt x="5239" y="1"/>
                    <a:pt x="5133" y="29"/>
                    <a:pt x="5038" y="86"/>
                  </a:cubicBezTo>
                  <a:lnTo>
                    <a:pt x="2963" y="1343"/>
                  </a:lnTo>
                  <a:lnTo>
                    <a:pt x="901" y="1343"/>
                  </a:lnTo>
                  <a:cubicBezTo>
                    <a:pt x="403" y="1343"/>
                    <a:pt x="0" y="1745"/>
                    <a:pt x="0" y="2244"/>
                  </a:cubicBezTo>
                  <a:lnTo>
                    <a:pt x="0" y="3999"/>
                  </a:lnTo>
                  <a:cubicBezTo>
                    <a:pt x="0" y="4497"/>
                    <a:pt x="403" y="4900"/>
                    <a:pt x="901" y="4900"/>
                  </a:cubicBezTo>
                  <a:lnTo>
                    <a:pt x="2963" y="4900"/>
                  </a:lnTo>
                  <a:lnTo>
                    <a:pt x="5038" y="6157"/>
                  </a:lnTo>
                  <a:cubicBezTo>
                    <a:pt x="5130" y="6212"/>
                    <a:pt x="5239" y="6239"/>
                    <a:pt x="5345" y="6239"/>
                  </a:cubicBezTo>
                  <a:cubicBezTo>
                    <a:pt x="5445" y="6239"/>
                    <a:pt x="5550" y="6216"/>
                    <a:pt x="5637" y="6166"/>
                  </a:cubicBezTo>
                  <a:cubicBezTo>
                    <a:pt x="5825" y="6061"/>
                    <a:pt x="5943" y="5860"/>
                    <a:pt x="5943" y="5645"/>
                  </a:cubicBezTo>
                  <a:lnTo>
                    <a:pt x="5943" y="3665"/>
                  </a:lnTo>
                  <a:cubicBezTo>
                    <a:pt x="5943" y="3505"/>
                    <a:pt x="5811" y="3373"/>
                    <a:pt x="5651" y="3373"/>
                  </a:cubicBezTo>
                  <a:cubicBezTo>
                    <a:pt x="5491" y="3373"/>
                    <a:pt x="5358" y="3505"/>
                    <a:pt x="5358" y="3665"/>
                  </a:cubicBezTo>
                  <a:lnTo>
                    <a:pt x="5358" y="5645"/>
                  </a:lnTo>
                  <a:cubicBezTo>
                    <a:pt x="5358" y="5649"/>
                    <a:pt x="5358" y="5649"/>
                    <a:pt x="5354" y="5654"/>
                  </a:cubicBezTo>
                  <a:cubicBezTo>
                    <a:pt x="5349" y="5656"/>
                    <a:pt x="5347" y="5657"/>
                    <a:pt x="5345" y="5657"/>
                  </a:cubicBezTo>
                  <a:cubicBezTo>
                    <a:pt x="5343" y="5657"/>
                    <a:pt x="5342" y="5656"/>
                    <a:pt x="5340" y="5654"/>
                  </a:cubicBezTo>
                  <a:lnTo>
                    <a:pt x="3338" y="4443"/>
                  </a:lnTo>
                  <a:lnTo>
                    <a:pt x="3338" y="1800"/>
                  </a:lnTo>
                  <a:lnTo>
                    <a:pt x="5340" y="589"/>
                  </a:lnTo>
                  <a:cubicBezTo>
                    <a:pt x="5342" y="586"/>
                    <a:pt x="5343" y="585"/>
                    <a:pt x="5345" y="585"/>
                  </a:cubicBezTo>
                  <a:cubicBezTo>
                    <a:pt x="5347" y="585"/>
                    <a:pt x="5349" y="586"/>
                    <a:pt x="5354" y="589"/>
                  </a:cubicBezTo>
                  <a:cubicBezTo>
                    <a:pt x="5358" y="593"/>
                    <a:pt x="5358" y="593"/>
                    <a:pt x="5358" y="598"/>
                  </a:cubicBezTo>
                  <a:lnTo>
                    <a:pt x="5358" y="2367"/>
                  </a:lnTo>
                  <a:cubicBezTo>
                    <a:pt x="5358" y="2532"/>
                    <a:pt x="5491" y="2660"/>
                    <a:pt x="5651" y="2660"/>
                  </a:cubicBezTo>
                  <a:cubicBezTo>
                    <a:pt x="5811" y="2660"/>
                    <a:pt x="5943" y="2532"/>
                    <a:pt x="5943" y="2367"/>
                  </a:cubicBezTo>
                  <a:lnTo>
                    <a:pt x="5943" y="598"/>
                  </a:lnTo>
                  <a:cubicBezTo>
                    <a:pt x="5943" y="383"/>
                    <a:pt x="5825" y="186"/>
                    <a:pt x="5637" y="77"/>
                  </a:cubicBezTo>
                  <a:cubicBezTo>
                    <a:pt x="5546" y="26"/>
                    <a:pt x="5446" y="1"/>
                    <a:pt x="5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2201930" y="1987525"/>
              <a:ext cx="24421" cy="14341"/>
            </a:xfrm>
            <a:custGeom>
              <a:rect b="b" l="l" r="r" t="t"/>
              <a:pathLst>
                <a:path extrusionOk="0" h="586" w="998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89" y="586"/>
                  </a:cubicBezTo>
                  <a:lnTo>
                    <a:pt x="705" y="586"/>
                  </a:lnTo>
                  <a:cubicBezTo>
                    <a:pt x="865" y="586"/>
                    <a:pt x="997" y="458"/>
                    <a:pt x="997" y="293"/>
                  </a:cubicBezTo>
                  <a:cubicBezTo>
                    <a:pt x="997" y="133"/>
                    <a:pt x="865" y="1"/>
                    <a:pt x="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2196570" y="1957107"/>
              <a:ext cx="25082" cy="19602"/>
            </a:xfrm>
            <a:custGeom>
              <a:rect b="b" l="l" r="r" t="t"/>
              <a:pathLst>
                <a:path extrusionOk="0" h="801" w="1025">
                  <a:moveTo>
                    <a:pt x="692" y="0"/>
                  </a:moveTo>
                  <a:cubicBezTo>
                    <a:pt x="642" y="0"/>
                    <a:pt x="591" y="14"/>
                    <a:pt x="544" y="41"/>
                  </a:cubicBezTo>
                  <a:lnTo>
                    <a:pt x="183" y="256"/>
                  </a:lnTo>
                  <a:cubicBezTo>
                    <a:pt x="46" y="339"/>
                    <a:pt x="0" y="517"/>
                    <a:pt x="83" y="659"/>
                  </a:cubicBezTo>
                  <a:cubicBezTo>
                    <a:pt x="137" y="750"/>
                    <a:pt x="238" y="800"/>
                    <a:pt x="334" y="800"/>
                  </a:cubicBezTo>
                  <a:cubicBezTo>
                    <a:pt x="389" y="800"/>
                    <a:pt x="439" y="787"/>
                    <a:pt x="485" y="759"/>
                  </a:cubicBezTo>
                  <a:lnTo>
                    <a:pt x="841" y="544"/>
                  </a:lnTo>
                  <a:cubicBezTo>
                    <a:pt x="983" y="462"/>
                    <a:pt x="1024" y="279"/>
                    <a:pt x="942" y="142"/>
                  </a:cubicBezTo>
                  <a:cubicBezTo>
                    <a:pt x="888" y="51"/>
                    <a:pt x="791" y="0"/>
                    <a:pt x="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2196448" y="2012706"/>
              <a:ext cx="25082" cy="19602"/>
            </a:xfrm>
            <a:custGeom>
              <a:rect b="b" l="l" r="r" t="t"/>
              <a:pathLst>
                <a:path extrusionOk="0" h="801" w="1025">
                  <a:moveTo>
                    <a:pt x="337" y="1"/>
                  </a:moveTo>
                  <a:cubicBezTo>
                    <a:pt x="238" y="1"/>
                    <a:pt x="141" y="51"/>
                    <a:pt x="83" y="142"/>
                  </a:cubicBezTo>
                  <a:cubicBezTo>
                    <a:pt x="1" y="279"/>
                    <a:pt x="46" y="457"/>
                    <a:pt x="184" y="544"/>
                  </a:cubicBezTo>
                  <a:lnTo>
                    <a:pt x="540" y="759"/>
                  </a:lnTo>
                  <a:cubicBezTo>
                    <a:pt x="586" y="787"/>
                    <a:pt x="641" y="800"/>
                    <a:pt x="691" y="800"/>
                  </a:cubicBezTo>
                  <a:cubicBezTo>
                    <a:pt x="792" y="800"/>
                    <a:pt x="888" y="750"/>
                    <a:pt x="942" y="659"/>
                  </a:cubicBezTo>
                  <a:cubicBezTo>
                    <a:pt x="1025" y="522"/>
                    <a:pt x="979" y="343"/>
                    <a:pt x="842" y="261"/>
                  </a:cubicBezTo>
                  <a:lnTo>
                    <a:pt x="485" y="41"/>
                  </a:lnTo>
                  <a:cubicBezTo>
                    <a:pt x="439" y="14"/>
                    <a:pt x="388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2255967" y="1908653"/>
              <a:ext cx="81461" cy="108878"/>
            </a:xfrm>
            <a:custGeom>
              <a:rect b="b" l="l" r="r" t="t"/>
              <a:pathLst>
                <a:path extrusionOk="0" h="4449" w="3329">
                  <a:moveTo>
                    <a:pt x="1665" y="586"/>
                  </a:moveTo>
                  <a:cubicBezTo>
                    <a:pt x="2017" y="586"/>
                    <a:pt x="2305" y="874"/>
                    <a:pt x="2305" y="1226"/>
                  </a:cubicBezTo>
                  <a:cubicBezTo>
                    <a:pt x="2305" y="1578"/>
                    <a:pt x="2017" y="1866"/>
                    <a:pt x="1665" y="1866"/>
                  </a:cubicBezTo>
                  <a:cubicBezTo>
                    <a:pt x="1313" y="1866"/>
                    <a:pt x="1025" y="1578"/>
                    <a:pt x="1025" y="1226"/>
                  </a:cubicBezTo>
                  <a:cubicBezTo>
                    <a:pt x="1025" y="874"/>
                    <a:pt x="1313" y="586"/>
                    <a:pt x="1665" y="586"/>
                  </a:cubicBezTo>
                  <a:close/>
                  <a:moveTo>
                    <a:pt x="2113" y="2369"/>
                  </a:moveTo>
                  <a:cubicBezTo>
                    <a:pt x="2474" y="2410"/>
                    <a:pt x="2744" y="2712"/>
                    <a:pt x="2744" y="3082"/>
                  </a:cubicBezTo>
                  <a:lnTo>
                    <a:pt x="2744" y="3864"/>
                  </a:lnTo>
                  <a:lnTo>
                    <a:pt x="586" y="3864"/>
                  </a:lnTo>
                  <a:lnTo>
                    <a:pt x="586" y="3082"/>
                  </a:lnTo>
                  <a:cubicBezTo>
                    <a:pt x="586" y="2712"/>
                    <a:pt x="860" y="2410"/>
                    <a:pt x="1217" y="2369"/>
                  </a:cubicBezTo>
                  <a:cubicBezTo>
                    <a:pt x="1359" y="2424"/>
                    <a:pt x="1509" y="2451"/>
                    <a:pt x="1665" y="2451"/>
                  </a:cubicBezTo>
                  <a:cubicBezTo>
                    <a:pt x="1825" y="2451"/>
                    <a:pt x="1976" y="2419"/>
                    <a:pt x="2113" y="2369"/>
                  </a:cubicBezTo>
                  <a:close/>
                  <a:moveTo>
                    <a:pt x="1665" y="1"/>
                  </a:moveTo>
                  <a:cubicBezTo>
                    <a:pt x="988" y="1"/>
                    <a:pt x="440" y="554"/>
                    <a:pt x="440" y="1226"/>
                  </a:cubicBezTo>
                  <a:cubicBezTo>
                    <a:pt x="440" y="1491"/>
                    <a:pt x="527" y="1738"/>
                    <a:pt x="673" y="1939"/>
                  </a:cubicBezTo>
                  <a:cubicBezTo>
                    <a:pt x="271" y="2163"/>
                    <a:pt x="1" y="2593"/>
                    <a:pt x="1" y="3082"/>
                  </a:cubicBezTo>
                  <a:lnTo>
                    <a:pt x="1" y="3960"/>
                  </a:lnTo>
                  <a:cubicBezTo>
                    <a:pt x="1" y="4229"/>
                    <a:pt x="220" y="4449"/>
                    <a:pt x="485" y="4449"/>
                  </a:cubicBezTo>
                  <a:lnTo>
                    <a:pt x="2844" y="4449"/>
                  </a:lnTo>
                  <a:cubicBezTo>
                    <a:pt x="3114" y="4449"/>
                    <a:pt x="3329" y="4229"/>
                    <a:pt x="3329" y="3960"/>
                  </a:cubicBezTo>
                  <a:lnTo>
                    <a:pt x="3329" y="3082"/>
                  </a:lnTo>
                  <a:cubicBezTo>
                    <a:pt x="3329" y="2593"/>
                    <a:pt x="3064" y="2163"/>
                    <a:pt x="2662" y="1939"/>
                  </a:cubicBezTo>
                  <a:cubicBezTo>
                    <a:pt x="2803" y="1738"/>
                    <a:pt x="2890" y="1491"/>
                    <a:pt x="2890" y="1226"/>
                  </a:cubicBezTo>
                  <a:cubicBezTo>
                    <a:pt x="2890" y="554"/>
                    <a:pt x="2342" y="1"/>
                    <a:pt x="1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2350288" y="1908653"/>
              <a:ext cx="81583" cy="108878"/>
            </a:xfrm>
            <a:custGeom>
              <a:rect b="b" l="l" r="r" t="t"/>
              <a:pathLst>
                <a:path extrusionOk="0" h="4449" w="3334">
                  <a:moveTo>
                    <a:pt x="1669" y="586"/>
                  </a:moveTo>
                  <a:cubicBezTo>
                    <a:pt x="2021" y="586"/>
                    <a:pt x="2309" y="874"/>
                    <a:pt x="2309" y="1226"/>
                  </a:cubicBezTo>
                  <a:cubicBezTo>
                    <a:pt x="2309" y="1578"/>
                    <a:pt x="2021" y="1866"/>
                    <a:pt x="1669" y="1866"/>
                  </a:cubicBezTo>
                  <a:cubicBezTo>
                    <a:pt x="1313" y="1866"/>
                    <a:pt x="1029" y="1578"/>
                    <a:pt x="1029" y="1226"/>
                  </a:cubicBezTo>
                  <a:cubicBezTo>
                    <a:pt x="1029" y="874"/>
                    <a:pt x="1313" y="586"/>
                    <a:pt x="1669" y="586"/>
                  </a:cubicBezTo>
                  <a:close/>
                  <a:moveTo>
                    <a:pt x="2113" y="2369"/>
                  </a:moveTo>
                  <a:cubicBezTo>
                    <a:pt x="2474" y="2410"/>
                    <a:pt x="2748" y="2712"/>
                    <a:pt x="2748" y="3082"/>
                  </a:cubicBezTo>
                  <a:lnTo>
                    <a:pt x="2748" y="3864"/>
                  </a:lnTo>
                  <a:lnTo>
                    <a:pt x="586" y="3864"/>
                  </a:lnTo>
                  <a:lnTo>
                    <a:pt x="586" y="3082"/>
                  </a:lnTo>
                  <a:cubicBezTo>
                    <a:pt x="586" y="2712"/>
                    <a:pt x="860" y="2410"/>
                    <a:pt x="1221" y="2369"/>
                  </a:cubicBezTo>
                  <a:cubicBezTo>
                    <a:pt x="1358" y="2419"/>
                    <a:pt x="1509" y="2451"/>
                    <a:pt x="1669" y="2451"/>
                  </a:cubicBezTo>
                  <a:cubicBezTo>
                    <a:pt x="1825" y="2451"/>
                    <a:pt x="1976" y="2419"/>
                    <a:pt x="2113" y="2369"/>
                  </a:cubicBezTo>
                  <a:close/>
                  <a:moveTo>
                    <a:pt x="1669" y="1"/>
                  </a:moveTo>
                  <a:cubicBezTo>
                    <a:pt x="993" y="1"/>
                    <a:pt x="444" y="554"/>
                    <a:pt x="444" y="1226"/>
                  </a:cubicBezTo>
                  <a:cubicBezTo>
                    <a:pt x="444" y="1491"/>
                    <a:pt x="526" y="1738"/>
                    <a:pt x="673" y="1939"/>
                  </a:cubicBezTo>
                  <a:cubicBezTo>
                    <a:pt x="270" y="2163"/>
                    <a:pt x="1" y="2593"/>
                    <a:pt x="1" y="3082"/>
                  </a:cubicBezTo>
                  <a:lnTo>
                    <a:pt x="1" y="3960"/>
                  </a:lnTo>
                  <a:cubicBezTo>
                    <a:pt x="1" y="4229"/>
                    <a:pt x="220" y="4449"/>
                    <a:pt x="490" y="4449"/>
                  </a:cubicBezTo>
                  <a:lnTo>
                    <a:pt x="2844" y="4449"/>
                  </a:lnTo>
                  <a:cubicBezTo>
                    <a:pt x="3114" y="4449"/>
                    <a:pt x="3333" y="4229"/>
                    <a:pt x="3333" y="3960"/>
                  </a:cubicBezTo>
                  <a:lnTo>
                    <a:pt x="3333" y="3082"/>
                  </a:lnTo>
                  <a:cubicBezTo>
                    <a:pt x="3333" y="2593"/>
                    <a:pt x="3064" y="2163"/>
                    <a:pt x="2661" y="1939"/>
                  </a:cubicBezTo>
                  <a:cubicBezTo>
                    <a:pt x="2808" y="1738"/>
                    <a:pt x="2890" y="1491"/>
                    <a:pt x="2890" y="1226"/>
                  </a:cubicBezTo>
                  <a:cubicBezTo>
                    <a:pt x="2890" y="554"/>
                    <a:pt x="2341" y="1"/>
                    <a:pt x="1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2256530" y="2071438"/>
              <a:ext cx="175328" cy="14341"/>
            </a:xfrm>
            <a:custGeom>
              <a:rect b="b" l="l" r="r" t="t"/>
              <a:pathLst>
                <a:path extrusionOk="0" h="586" w="7165">
                  <a:moveTo>
                    <a:pt x="293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6872" y="586"/>
                  </a:lnTo>
                  <a:cubicBezTo>
                    <a:pt x="7032" y="586"/>
                    <a:pt x="7164" y="453"/>
                    <a:pt x="7164" y="293"/>
                  </a:cubicBezTo>
                  <a:cubicBezTo>
                    <a:pt x="7164" y="128"/>
                    <a:pt x="7032" y="0"/>
                    <a:pt x="68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2256530" y="2042121"/>
              <a:ext cx="30783" cy="14341"/>
            </a:xfrm>
            <a:custGeom>
              <a:rect b="b" l="l" r="r" t="t"/>
              <a:pathLst>
                <a:path extrusionOk="0" h="586" w="1258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965" y="586"/>
                  </a:lnTo>
                  <a:cubicBezTo>
                    <a:pt x="1130" y="586"/>
                    <a:pt x="1258" y="453"/>
                    <a:pt x="1258" y="293"/>
                  </a:cubicBezTo>
                  <a:cubicBezTo>
                    <a:pt x="1258" y="129"/>
                    <a:pt x="1130" y="1"/>
                    <a:pt x="9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2300166" y="2042121"/>
              <a:ext cx="131698" cy="14341"/>
            </a:xfrm>
            <a:custGeom>
              <a:rect b="b" l="l" r="r" t="t"/>
              <a:pathLst>
                <a:path extrusionOk="0" h="586" w="5382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5089" y="586"/>
                  </a:lnTo>
                  <a:cubicBezTo>
                    <a:pt x="5249" y="586"/>
                    <a:pt x="5381" y="453"/>
                    <a:pt x="5381" y="293"/>
                  </a:cubicBezTo>
                  <a:cubicBezTo>
                    <a:pt x="5381" y="129"/>
                    <a:pt x="5249" y="1"/>
                    <a:pt x="5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0" name="Google Shape;1190;p34"/>
          <p:cNvGrpSpPr/>
          <p:nvPr/>
        </p:nvGrpSpPr>
        <p:grpSpPr>
          <a:xfrm>
            <a:off x="2657307" y="1841479"/>
            <a:ext cx="488446" cy="470410"/>
            <a:chOff x="2657307" y="1841479"/>
            <a:chExt cx="488446" cy="470410"/>
          </a:xfrm>
        </p:grpSpPr>
        <p:sp>
          <p:nvSpPr>
            <p:cNvPr id="1191" name="Google Shape;1191;p34"/>
            <p:cNvSpPr/>
            <p:nvPr/>
          </p:nvSpPr>
          <p:spPr>
            <a:xfrm>
              <a:off x="2774657" y="1948885"/>
              <a:ext cx="58532" cy="53888"/>
            </a:xfrm>
            <a:custGeom>
              <a:rect b="b" l="l" r="r" t="t"/>
              <a:pathLst>
                <a:path extrusionOk="0" h="2202" w="2392">
                  <a:moveTo>
                    <a:pt x="1139" y="588"/>
                  </a:moveTo>
                  <a:cubicBezTo>
                    <a:pt x="1226" y="588"/>
                    <a:pt x="1313" y="611"/>
                    <a:pt x="1395" y="656"/>
                  </a:cubicBezTo>
                  <a:cubicBezTo>
                    <a:pt x="1638" y="798"/>
                    <a:pt x="1724" y="1113"/>
                    <a:pt x="1583" y="1356"/>
                  </a:cubicBezTo>
                  <a:cubicBezTo>
                    <a:pt x="1514" y="1475"/>
                    <a:pt x="1404" y="1561"/>
                    <a:pt x="1272" y="1598"/>
                  </a:cubicBezTo>
                  <a:cubicBezTo>
                    <a:pt x="1227" y="1610"/>
                    <a:pt x="1181" y="1616"/>
                    <a:pt x="1135" y="1616"/>
                  </a:cubicBezTo>
                  <a:cubicBezTo>
                    <a:pt x="1046" y="1616"/>
                    <a:pt x="957" y="1593"/>
                    <a:pt x="879" y="1548"/>
                  </a:cubicBezTo>
                  <a:cubicBezTo>
                    <a:pt x="760" y="1479"/>
                    <a:pt x="678" y="1365"/>
                    <a:pt x="641" y="1232"/>
                  </a:cubicBezTo>
                  <a:cubicBezTo>
                    <a:pt x="604" y="1100"/>
                    <a:pt x="623" y="963"/>
                    <a:pt x="691" y="844"/>
                  </a:cubicBezTo>
                  <a:cubicBezTo>
                    <a:pt x="760" y="725"/>
                    <a:pt x="870" y="638"/>
                    <a:pt x="1002" y="606"/>
                  </a:cubicBezTo>
                  <a:cubicBezTo>
                    <a:pt x="1048" y="592"/>
                    <a:pt x="1094" y="588"/>
                    <a:pt x="1139" y="588"/>
                  </a:cubicBezTo>
                  <a:close/>
                  <a:moveTo>
                    <a:pt x="1137" y="0"/>
                  </a:moveTo>
                  <a:cubicBezTo>
                    <a:pt x="1042" y="0"/>
                    <a:pt x="946" y="13"/>
                    <a:pt x="851" y="39"/>
                  </a:cubicBezTo>
                  <a:cubicBezTo>
                    <a:pt x="568" y="117"/>
                    <a:pt x="330" y="295"/>
                    <a:pt x="184" y="551"/>
                  </a:cubicBezTo>
                  <a:cubicBezTo>
                    <a:pt x="38" y="807"/>
                    <a:pt x="1" y="1100"/>
                    <a:pt x="74" y="1383"/>
                  </a:cubicBezTo>
                  <a:cubicBezTo>
                    <a:pt x="152" y="1667"/>
                    <a:pt x="335" y="1904"/>
                    <a:pt x="586" y="2051"/>
                  </a:cubicBezTo>
                  <a:cubicBezTo>
                    <a:pt x="755" y="2151"/>
                    <a:pt x="943" y="2201"/>
                    <a:pt x="1135" y="2201"/>
                  </a:cubicBezTo>
                  <a:cubicBezTo>
                    <a:pt x="1231" y="2201"/>
                    <a:pt x="1327" y="2188"/>
                    <a:pt x="1423" y="2160"/>
                  </a:cubicBezTo>
                  <a:cubicBezTo>
                    <a:pt x="1706" y="2087"/>
                    <a:pt x="1944" y="1904"/>
                    <a:pt x="2090" y="1648"/>
                  </a:cubicBezTo>
                  <a:cubicBezTo>
                    <a:pt x="2392" y="1127"/>
                    <a:pt x="2209" y="451"/>
                    <a:pt x="1688" y="149"/>
                  </a:cubicBezTo>
                  <a:cubicBezTo>
                    <a:pt x="1517" y="51"/>
                    <a:pt x="1328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2766287" y="2226710"/>
              <a:ext cx="47545" cy="14341"/>
            </a:xfrm>
            <a:custGeom>
              <a:rect b="b" l="l" r="r" t="t"/>
              <a:pathLst>
                <a:path extrusionOk="0" h="586" w="1943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655" y="586"/>
                  </a:lnTo>
                  <a:cubicBezTo>
                    <a:pt x="1815" y="586"/>
                    <a:pt x="1943" y="453"/>
                    <a:pt x="1943" y="293"/>
                  </a:cubicBezTo>
                  <a:cubicBezTo>
                    <a:pt x="1943" y="133"/>
                    <a:pt x="1815" y="1"/>
                    <a:pt x="16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2766287" y="2250447"/>
              <a:ext cx="108647" cy="14341"/>
            </a:xfrm>
            <a:custGeom>
              <a:rect b="b" l="l" r="r" t="t"/>
              <a:pathLst>
                <a:path extrusionOk="0" h="586" w="444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4147" y="585"/>
                  </a:lnTo>
                  <a:cubicBezTo>
                    <a:pt x="4311" y="585"/>
                    <a:pt x="4439" y="457"/>
                    <a:pt x="4439" y="293"/>
                  </a:cubicBezTo>
                  <a:cubicBezTo>
                    <a:pt x="4439" y="133"/>
                    <a:pt x="4311" y="0"/>
                    <a:pt x="4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2657307" y="1841479"/>
              <a:ext cx="488446" cy="470410"/>
            </a:xfrm>
            <a:custGeom>
              <a:rect b="b" l="l" r="r" t="t"/>
              <a:pathLst>
                <a:path extrusionOk="0" h="19222" w="19961">
                  <a:moveTo>
                    <a:pt x="7228" y="2595"/>
                  </a:moveTo>
                  <a:lnTo>
                    <a:pt x="7790" y="2919"/>
                  </a:lnTo>
                  <a:lnTo>
                    <a:pt x="7283" y="3802"/>
                  </a:lnTo>
                  <a:lnTo>
                    <a:pt x="6716" y="3477"/>
                  </a:lnTo>
                  <a:lnTo>
                    <a:pt x="7228" y="2595"/>
                  </a:lnTo>
                  <a:close/>
                  <a:moveTo>
                    <a:pt x="14899" y="4565"/>
                  </a:moveTo>
                  <a:cubicBezTo>
                    <a:pt x="14968" y="4565"/>
                    <a:pt x="15027" y="4625"/>
                    <a:pt x="15027" y="4693"/>
                  </a:cubicBezTo>
                  <a:lnTo>
                    <a:pt x="15027" y="5164"/>
                  </a:lnTo>
                  <a:lnTo>
                    <a:pt x="13989" y="4565"/>
                  </a:lnTo>
                  <a:close/>
                  <a:moveTo>
                    <a:pt x="15928" y="3162"/>
                  </a:moveTo>
                  <a:cubicBezTo>
                    <a:pt x="16161" y="3162"/>
                    <a:pt x="16353" y="3354"/>
                    <a:pt x="16353" y="3587"/>
                  </a:cubicBezTo>
                  <a:lnTo>
                    <a:pt x="16353" y="5932"/>
                  </a:lnTo>
                  <a:lnTo>
                    <a:pt x="15608" y="5502"/>
                  </a:lnTo>
                  <a:cubicBezTo>
                    <a:pt x="15608" y="5489"/>
                    <a:pt x="15612" y="5480"/>
                    <a:pt x="15612" y="5466"/>
                  </a:cubicBezTo>
                  <a:lnTo>
                    <a:pt x="15612" y="4693"/>
                  </a:lnTo>
                  <a:cubicBezTo>
                    <a:pt x="15612" y="4300"/>
                    <a:pt x="15292" y="3980"/>
                    <a:pt x="14899" y="3980"/>
                  </a:cubicBezTo>
                  <a:lnTo>
                    <a:pt x="12975" y="3980"/>
                  </a:lnTo>
                  <a:lnTo>
                    <a:pt x="11562" y="3166"/>
                  </a:lnTo>
                  <a:cubicBezTo>
                    <a:pt x="11571" y="3162"/>
                    <a:pt x="11580" y="3162"/>
                    <a:pt x="11594" y="3162"/>
                  </a:cubicBezTo>
                  <a:close/>
                  <a:moveTo>
                    <a:pt x="9505" y="5540"/>
                  </a:moveTo>
                  <a:cubicBezTo>
                    <a:pt x="9845" y="5540"/>
                    <a:pt x="10190" y="5627"/>
                    <a:pt x="10506" y="5809"/>
                  </a:cubicBezTo>
                  <a:cubicBezTo>
                    <a:pt x="11247" y="6238"/>
                    <a:pt x="11631" y="7075"/>
                    <a:pt x="11484" y="7898"/>
                  </a:cubicBezTo>
                  <a:lnTo>
                    <a:pt x="10168" y="7898"/>
                  </a:lnTo>
                  <a:cubicBezTo>
                    <a:pt x="10126" y="7674"/>
                    <a:pt x="9994" y="7473"/>
                    <a:pt x="9788" y="7354"/>
                  </a:cubicBezTo>
                  <a:lnTo>
                    <a:pt x="9528" y="7208"/>
                  </a:lnTo>
                  <a:cubicBezTo>
                    <a:pt x="9468" y="7171"/>
                    <a:pt x="9432" y="7107"/>
                    <a:pt x="9432" y="7034"/>
                  </a:cubicBezTo>
                  <a:cubicBezTo>
                    <a:pt x="9432" y="6997"/>
                    <a:pt x="9441" y="6965"/>
                    <a:pt x="9459" y="6933"/>
                  </a:cubicBezTo>
                  <a:cubicBezTo>
                    <a:pt x="9496" y="6869"/>
                    <a:pt x="9561" y="6833"/>
                    <a:pt x="9629" y="6833"/>
                  </a:cubicBezTo>
                  <a:cubicBezTo>
                    <a:pt x="9663" y="6833"/>
                    <a:pt x="9697" y="6842"/>
                    <a:pt x="9729" y="6860"/>
                  </a:cubicBezTo>
                  <a:lnTo>
                    <a:pt x="9985" y="7011"/>
                  </a:lnTo>
                  <a:cubicBezTo>
                    <a:pt x="10058" y="7052"/>
                    <a:pt x="10094" y="7130"/>
                    <a:pt x="10085" y="7208"/>
                  </a:cubicBezTo>
                  <a:cubicBezTo>
                    <a:pt x="10062" y="7368"/>
                    <a:pt x="10177" y="7514"/>
                    <a:pt x="10337" y="7532"/>
                  </a:cubicBezTo>
                  <a:cubicBezTo>
                    <a:pt x="10350" y="7534"/>
                    <a:pt x="10364" y="7535"/>
                    <a:pt x="10378" y="7535"/>
                  </a:cubicBezTo>
                  <a:cubicBezTo>
                    <a:pt x="10521" y="7535"/>
                    <a:pt x="10645" y="7427"/>
                    <a:pt x="10666" y="7281"/>
                  </a:cubicBezTo>
                  <a:cubicBezTo>
                    <a:pt x="10698" y="7016"/>
                    <a:pt x="10593" y="6755"/>
                    <a:pt x="10396" y="6586"/>
                  </a:cubicBezTo>
                  <a:lnTo>
                    <a:pt x="10414" y="6554"/>
                  </a:lnTo>
                  <a:cubicBezTo>
                    <a:pt x="10497" y="6412"/>
                    <a:pt x="10451" y="6234"/>
                    <a:pt x="10309" y="6152"/>
                  </a:cubicBezTo>
                  <a:cubicBezTo>
                    <a:pt x="10263" y="6126"/>
                    <a:pt x="10213" y="6114"/>
                    <a:pt x="10164" y="6114"/>
                  </a:cubicBezTo>
                  <a:cubicBezTo>
                    <a:pt x="10062" y="6114"/>
                    <a:pt x="9964" y="6166"/>
                    <a:pt x="9912" y="6261"/>
                  </a:cubicBezTo>
                  <a:lnTo>
                    <a:pt x="9889" y="6293"/>
                  </a:lnTo>
                  <a:cubicBezTo>
                    <a:pt x="9805" y="6264"/>
                    <a:pt x="9718" y="6249"/>
                    <a:pt x="9632" y="6249"/>
                  </a:cubicBezTo>
                  <a:cubicBezTo>
                    <a:pt x="9361" y="6249"/>
                    <a:pt x="9097" y="6391"/>
                    <a:pt x="8952" y="6641"/>
                  </a:cubicBezTo>
                  <a:cubicBezTo>
                    <a:pt x="8883" y="6760"/>
                    <a:pt x="8846" y="6897"/>
                    <a:pt x="8846" y="7034"/>
                  </a:cubicBezTo>
                  <a:cubicBezTo>
                    <a:pt x="8846" y="7313"/>
                    <a:pt x="8993" y="7573"/>
                    <a:pt x="9235" y="7715"/>
                  </a:cubicBezTo>
                  <a:lnTo>
                    <a:pt x="9496" y="7861"/>
                  </a:lnTo>
                  <a:cubicBezTo>
                    <a:pt x="9509" y="7871"/>
                    <a:pt x="9528" y="7884"/>
                    <a:pt x="9537" y="7898"/>
                  </a:cubicBezTo>
                  <a:lnTo>
                    <a:pt x="8938" y="7898"/>
                  </a:lnTo>
                  <a:cubicBezTo>
                    <a:pt x="8925" y="7744"/>
                    <a:pt x="8797" y="7628"/>
                    <a:pt x="8644" y="7628"/>
                  </a:cubicBezTo>
                  <a:cubicBezTo>
                    <a:pt x="8639" y="7628"/>
                    <a:pt x="8633" y="7628"/>
                    <a:pt x="8627" y="7628"/>
                  </a:cubicBezTo>
                  <a:cubicBezTo>
                    <a:pt x="8481" y="7637"/>
                    <a:pt x="8366" y="7756"/>
                    <a:pt x="8357" y="7898"/>
                  </a:cubicBezTo>
                  <a:lnTo>
                    <a:pt x="7521" y="7898"/>
                  </a:lnTo>
                  <a:cubicBezTo>
                    <a:pt x="7438" y="7432"/>
                    <a:pt x="7521" y="6961"/>
                    <a:pt x="7763" y="6545"/>
                  </a:cubicBezTo>
                  <a:cubicBezTo>
                    <a:pt x="8134" y="5900"/>
                    <a:pt x="8810" y="5540"/>
                    <a:pt x="9505" y="5540"/>
                  </a:cubicBezTo>
                  <a:close/>
                  <a:moveTo>
                    <a:pt x="5857" y="585"/>
                  </a:moveTo>
                  <a:cubicBezTo>
                    <a:pt x="5901" y="585"/>
                    <a:pt x="5943" y="596"/>
                    <a:pt x="5980" y="620"/>
                  </a:cubicBezTo>
                  <a:lnTo>
                    <a:pt x="17267" y="7134"/>
                  </a:lnTo>
                  <a:cubicBezTo>
                    <a:pt x="17322" y="7166"/>
                    <a:pt x="17363" y="7221"/>
                    <a:pt x="17382" y="7285"/>
                  </a:cubicBezTo>
                  <a:cubicBezTo>
                    <a:pt x="17400" y="7349"/>
                    <a:pt x="17391" y="7418"/>
                    <a:pt x="17359" y="7477"/>
                  </a:cubicBezTo>
                  <a:lnTo>
                    <a:pt x="17116" y="7898"/>
                  </a:lnTo>
                  <a:lnTo>
                    <a:pt x="16536" y="7898"/>
                  </a:lnTo>
                  <a:lnTo>
                    <a:pt x="16650" y="7697"/>
                  </a:lnTo>
                  <a:cubicBezTo>
                    <a:pt x="16732" y="7555"/>
                    <a:pt x="16682" y="7377"/>
                    <a:pt x="16545" y="7294"/>
                  </a:cubicBezTo>
                  <a:lnTo>
                    <a:pt x="11054" y="4126"/>
                  </a:lnTo>
                  <a:cubicBezTo>
                    <a:pt x="11008" y="4099"/>
                    <a:pt x="10958" y="4087"/>
                    <a:pt x="10909" y="4087"/>
                  </a:cubicBezTo>
                  <a:cubicBezTo>
                    <a:pt x="10807" y="4087"/>
                    <a:pt x="10709" y="4141"/>
                    <a:pt x="10657" y="4236"/>
                  </a:cubicBezTo>
                  <a:cubicBezTo>
                    <a:pt x="10574" y="4373"/>
                    <a:pt x="10620" y="4552"/>
                    <a:pt x="10762" y="4634"/>
                  </a:cubicBezTo>
                  <a:lnTo>
                    <a:pt x="16001" y="7656"/>
                  </a:lnTo>
                  <a:lnTo>
                    <a:pt x="15859" y="7898"/>
                  </a:lnTo>
                  <a:lnTo>
                    <a:pt x="15416" y="7898"/>
                  </a:lnTo>
                  <a:cubicBezTo>
                    <a:pt x="15411" y="7802"/>
                    <a:pt x="15361" y="7711"/>
                    <a:pt x="15270" y="7656"/>
                  </a:cubicBezTo>
                  <a:lnTo>
                    <a:pt x="13944" y="6892"/>
                  </a:lnTo>
                  <a:cubicBezTo>
                    <a:pt x="13899" y="6865"/>
                    <a:pt x="13849" y="6852"/>
                    <a:pt x="13800" y="6852"/>
                  </a:cubicBezTo>
                  <a:cubicBezTo>
                    <a:pt x="13700" y="6852"/>
                    <a:pt x="13601" y="6905"/>
                    <a:pt x="13546" y="6997"/>
                  </a:cubicBezTo>
                  <a:cubicBezTo>
                    <a:pt x="13464" y="7139"/>
                    <a:pt x="13514" y="7317"/>
                    <a:pt x="13651" y="7400"/>
                  </a:cubicBezTo>
                  <a:lnTo>
                    <a:pt x="14520" y="7898"/>
                  </a:lnTo>
                  <a:lnTo>
                    <a:pt x="13834" y="7898"/>
                  </a:lnTo>
                  <a:cubicBezTo>
                    <a:pt x="13674" y="7898"/>
                    <a:pt x="13541" y="8026"/>
                    <a:pt x="13541" y="8191"/>
                  </a:cubicBezTo>
                  <a:cubicBezTo>
                    <a:pt x="13541" y="8351"/>
                    <a:pt x="13674" y="8483"/>
                    <a:pt x="13834" y="8483"/>
                  </a:cubicBezTo>
                  <a:lnTo>
                    <a:pt x="17331" y="8483"/>
                  </a:lnTo>
                  <a:cubicBezTo>
                    <a:pt x="17565" y="8483"/>
                    <a:pt x="17757" y="8671"/>
                    <a:pt x="17757" y="8904"/>
                  </a:cubicBezTo>
                  <a:lnTo>
                    <a:pt x="17757" y="11724"/>
                  </a:lnTo>
                  <a:cubicBezTo>
                    <a:pt x="17226" y="11464"/>
                    <a:pt x="16636" y="11318"/>
                    <a:pt x="16010" y="11318"/>
                  </a:cubicBezTo>
                  <a:cubicBezTo>
                    <a:pt x="13829" y="11318"/>
                    <a:pt x="12056" y="13091"/>
                    <a:pt x="12056" y="15272"/>
                  </a:cubicBezTo>
                  <a:cubicBezTo>
                    <a:pt x="12056" y="16397"/>
                    <a:pt x="12531" y="17411"/>
                    <a:pt x="13285" y="18134"/>
                  </a:cubicBezTo>
                  <a:lnTo>
                    <a:pt x="2958" y="18134"/>
                  </a:lnTo>
                  <a:cubicBezTo>
                    <a:pt x="3210" y="17841"/>
                    <a:pt x="3360" y="17457"/>
                    <a:pt x="3360" y="17046"/>
                  </a:cubicBezTo>
                  <a:lnTo>
                    <a:pt x="3360" y="8904"/>
                  </a:lnTo>
                  <a:cubicBezTo>
                    <a:pt x="3360" y="8671"/>
                    <a:pt x="3552" y="8483"/>
                    <a:pt x="3786" y="8483"/>
                  </a:cubicBezTo>
                  <a:lnTo>
                    <a:pt x="12536" y="8483"/>
                  </a:lnTo>
                  <a:cubicBezTo>
                    <a:pt x="12696" y="8483"/>
                    <a:pt x="12828" y="8351"/>
                    <a:pt x="12828" y="8191"/>
                  </a:cubicBezTo>
                  <a:cubicBezTo>
                    <a:pt x="12828" y="8026"/>
                    <a:pt x="12696" y="7898"/>
                    <a:pt x="12536" y="7898"/>
                  </a:cubicBezTo>
                  <a:lnTo>
                    <a:pt x="12074" y="7898"/>
                  </a:lnTo>
                  <a:cubicBezTo>
                    <a:pt x="12216" y="6865"/>
                    <a:pt x="11727" y="5836"/>
                    <a:pt x="10798" y="5306"/>
                  </a:cubicBezTo>
                  <a:cubicBezTo>
                    <a:pt x="10390" y="5069"/>
                    <a:pt x="9943" y="4957"/>
                    <a:pt x="9503" y="4957"/>
                  </a:cubicBezTo>
                  <a:cubicBezTo>
                    <a:pt x="8606" y="4957"/>
                    <a:pt x="7734" y="5422"/>
                    <a:pt x="7255" y="6252"/>
                  </a:cubicBezTo>
                  <a:cubicBezTo>
                    <a:pt x="6963" y="6760"/>
                    <a:pt x="6853" y="7331"/>
                    <a:pt x="6931" y="7898"/>
                  </a:cubicBezTo>
                  <a:lnTo>
                    <a:pt x="5491" y="7898"/>
                  </a:lnTo>
                  <a:cubicBezTo>
                    <a:pt x="5477" y="7820"/>
                    <a:pt x="5427" y="7747"/>
                    <a:pt x="5354" y="7706"/>
                  </a:cubicBezTo>
                  <a:lnTo>
                    <a:pt x="4028" y="6938"/>
                  </a:lnTo>
                  <a:cubicBezTo>
                    <a:pt x="3982" y="6913"/>
                    <a:pt x="3931" y="6900"/>
                    <a:pt x="3882" y="6900"/>
                  </a:cubicBezTo>
                  <a:cubicBezTo>
                    <a:pt x="3780" y="6900"/>
                    <a:pt x="3681" y="6952"/>
                    <a:pt x="3626" y="7048"/>
                  </a:cubicBezTo>
                  <a:cubicBezTo>
                    <a:pt x="3548" y="7185"/>
                    <a:pt x="3594" y="7363"/>
                    <a:pt x="3735" y="7445"/>
                  </a:cubicBezTo>
                  <a:lnTo>
                    <a:pt x="4517" y="7898"/>
                  </a:lnTo>
                  <a:lnTo>
                    <a:pt x="3790" y="7898"/>
                  </a:lnTo>
                  <a:lnTo>
                    <a:pt x="3004" y="7445"/>
                  </a:lnTo>
                  <a:lnTo>
                    <a:pt x="6163" y="1978"/>
                  </a:lnTo>
                  <a:lnTo>
                    <a:pt x="6721" y="2302"/>
                  </a:lnTo>
                  <a:lnTo>
                    <a:pt x="6145" y="3299"/>
                  </a:lnTo>
                  <a:cubicBezTo>
                    <a:pt x="6021" y="3514"/>
                    <a:pt x="6094" y="3793"/>
                    <a:pt x="6309" y="3916"/>
                  </a:cubicBezTo>
                  <a:lnTo>
                    <a:pt x="7105" y="4373"/>
                  </a:lnTo>
                  <a:cubicBezTo>
                    <a:pt x="7173" y="4414"/>
                    <a:pt x="7251" y="4437"/>
                    <a:pt x="7329" y="4437"/>
                  </a:cubicBezTo>
                  <a:cubicBezTo>
                    <a:pt x="7370" y="4437"/>
                    <a:pt x="7406" y="4433"/>
                    <a:pt x="7447" y="4419"/>
                  </a:cubicBezTo>
                  <a:cubicBezTo>
                    <a:pt x="7562" y="4392"/>
                    <a:pt x="7662" y="4314"/>
                    <a:pt x="7722" y="4209"/>
                  </a:cubicBezTo>
                  <a:lnTo>
                    <a:pt x="8298" y="3212"/>
                  </a:lnTo>
                  <a:lnTo>
                    <a:pt x="9637" y="3985"/>
                  </a:lnTo>
                  <a:cubicBezTo>
                    <a:pt x="9682" y="4010"/>
                    <a:pt x="9732" y="4022"/>
                    <a:pt x="9781" y="4022"/>
                  </a:cubicBezTo>
                  <a:cubicBezTo>
                    <a:pt x="9883" y="4022"/>
                    <a:pt x="9983" y="3970"/>
                    <a:pt x="10035" y="3875"/>
                  </a:cubicBezTo>
                  <a:cubicBezTo>
                    <a:pt x="10117" y="3738"/>
                    <a:pt x="10067" y="3559"/>
                    <a:pt x="9930" y="3477"/>
                  </a:cubicBezTo>
                  <a:lnTo>
                    <a:pt x="6204" y="1324"/>
                  </a:lnTo>
                  <a:cubicBezTo>
                    <a:pt x="6158" y="1300"/>
                    <a:pt x="6106" y="1285"/>
                    <a:pt x="6055" y="1285"/>
                  </a:cubicBezTo>
                  <a:cubicBezTo>
                    <a:pt x="6030" y="1285"/>
                    <a:pt x="6004" y="1289"/>
                    <a:pt x="5980" y="1297"/>
                  </a:cubicBezTo>
                  <a:cubicBezTo>
                    <a:pt x="5907" y="1315"/>
                    <a:pt x="5843" y="1365"/>
                    <a:pt x="5802" y="1434"/>
                  </a:cubicBezTo>
                  <a:lnTo>
                    <a:pt x="2355" y="7404"/>
                  </a:lnTo>
                  <a:cubicBezTo>
                    <a:pt x="2314" y="7473"/>
                    <a:pt x="2304" y="7555"/>
                    <a:pt x="2323" y="7628"/>
                  </a:cubicBezTo>
                  <a:cubicBezTo>
                    <a:pt x="2346" y="7701"/>
                    <a:pt x="2391" y="7765"/>
                    <a:pt x="2460" y="7807"/>
                  </a:cubicBezTo>
                  <a:lnTo>
                    <a:pt x="3095" y="8172"/>
                  </a:lnTo>
                  <a:cubicBezTo>
                    <a:pt x="2972" y="8287"/>
                    <a:pt x="2876" y="8433"/>
                    <a:pt x="2826" y="8597"/>
                  </a:cubicBezTo>
                  <a:lnTo>
                    <a:pt x="1738" y="7967"/>
                  </a:lnTo>
                  <a:cubicBezTo>
                    <a:pt x="1683" y="7935"/>
                    <a:pt x="1637" y="7880"/>
                    <a:pt x="1623" y="7816"/>
                  </a:cubicBezTo>
                  <a:cubicBezTo>
                    <a:pt x="1605" y="7752"/>
                    <a:pt x="1614" y="7683"/>
                    <a:pt x="1646" y="7624"/>
                  </a:cubicBezTo>
                  <a:lnTo>
                    <a:pt x="5637" y="711"/>
                  </a:lnTo>
                  <a:cubicBezTo>
                    <a:pt x="5674" y="652"/>
                    <a:pt x="5729" y="611"/>
                    <a:pt x="5793" y="593"/>
                  </a:cubicBezTo>
                  <a:cubicBezTo>
                    <a:pt x="5814" y="588"/>
                    <a:pt x="5836" y="585"/>
                    <a:pt x="5857" y="585"/>
                  </a:cubicBezTo>
                  <a:close/>
                  <a:moveTo>
                    <a:pt x="16010" y="11903"/>
                  </a:moveTo>
                  <a:cubicBezTo>
                    <a:pt x="17866" y="11903"/>
                    <a:pt x="19375" y="13416"/>
                    <a:pt x="19375" y="15272"/>
                  </a:cubicBezTo>
                  <a:cubicBezTo>
                    <a:pt x="19375" y="17128"/>
                    <a:pt x="17866" y="18637"/>
                    <a:pt x="16010" y="18637"/>
                  </a:cubicBezTo>
                  <a:cubicBezTo>
                    <a:pt x="14154" y="18637"/>
                    <a:pt x="12641" y="17128"/>
                    <a:pt x="12641" y="15272"/>
                  </a:cubicBezTo>
                  <a:cubicBezTo>
                    <a:pt x="12641" y="13416"/>
                    <a:pt x="14154" y="11903"/>
                    <a:pt x="16010" y="11903"/>
                  </a:cubicBezTo>
                  <a:close/>
                  <a:moveTo>
                    <a:pt x="5858" y="1"/>
                  </a:moveTo>
                  <a:cubicBezTo>
                    <a:pt x="5786" y="1"/>
                    <a:pt x="5713" y="10"/>
                    <a:pt x="5642" y="30"/>
                  </a:cubicBezTo>
                  <a:cubicBezTo>
                    <a:pt x="5427" y="85"/>
                    <a:pt x="5244" y="227"/>
                    <a:pt x="5134" y="419"/>
                  </a:cubicBezTo>
                  <a:lnTo>
                    <a:pt x="2789" y="4483"/>
                  </a:lnTo>
                  <a:lnTo>
                    <a:pt x="1006" y="4483"/>
                  </a:lnTo>
                  <a:cubicBezTo>
                    <a:pt x="453" y="4483"/>
                    <a:pt x="0" y="4931"/>
                    <a:pt x="0" y="5489"/>
                  </a:cubicBezTo>
                  <a:lnTo>
                    <a:pt x="0" y="14161"/>
                  </a:lnTo>
                  <a:cubicBezTo>
                    <a:pt x="0" y="14321"/>
                    <a:pt x="128" y="14454"/>
                    <a:pt x="293" y="14454"/>
                  </a:cubicBezTo>
                  <a:cubicBezTo>
                    <a:pt x="453" y="14454"/>
                    <a:pt x="585" y="14321"/>
                    <a:pt x="585" y="14161"/>
                  </a:cubicBezTo>
                  <a:lnTo>
                    <a:pt x="585" y="5489"/>
                  </a:lnTo>
                  <a:cubicBezTo>
                    <a:pt x="585" y="5256"/>
                    <a:pt x="773" y="5068"/>
                    <a:pt x="1006" y="5068"/>
                  </a:cubicBezTo>
                  <a:lnTo>
                    <a:pt x="2451" y="5068"/>
                  </a:lnTo>
                  <a:lnTo>
                    <a:pt x="1139" y="7331"/>
                  </a:lnTo>
                  <a:cubicBezTo>
                    <a:pt x="1029" y="7528"/>
                    <a:pt x="997" y="7752"/>
                    <a:pt x="1056" y="7967"/>
                  </a:cubicBezTo>
                  <a:cubicBezTo>
                    <a:pt x="1116" y="8181"/>
                    <a:pt x="1253" y="8364"/>
                    <a:pt x="1445" y="8474"/>
                  </a:cubicBezTo>
                  <a:lnTo>
                    <a:pt x="2775" y="9242"/>
                  </a:lnTo>
                  <a:lnTo>
                    <a:pt x="2775" y="17046"/>
                  </a:lnTo>
                  <a:cubicBezTo>
                    <a:pt x="2775" y="17645"/>
                    <a:pt x="2286" y="18134"/>
                    <a:pt x="1687" y="18134"/>
                  </a:cubicBezTo>
                  <a:lnTo>
                    <a:pt x="1674" y="18134"/>
                  </a:lnTo>
                  <a:cubicBezTo>
                    <a:pt x="1075" y="18134"/>
                    <a:pt x="585" y="17645"/>
                    <a:pt x="585" y="17046"/>
                  </a:cubicBezTo>
                  <a:lnTo>
                    <a:pt x="585" y="15459"/>
                  </a:lnTo>
                  <a:cubicBezTo>
                    <a:pt x="585" y="15299"/>
                    <a:pt x="453" y="15167"/>
                    <a:pt x="293" y="15167"/>
                  </a:cubicBezTo>
                  <a:cubicBezTo>
                    <a:pt x="128" y="15167"/>
                    <a:pt x="0" y="15299"/>
                    <a:pt x="0" y="15459"/>
                  </a:cubicBezTo>
                  <a:lnTo>
                    <a:pt x="0" y="17046"/>
                  </a:lnTo>
                  <a:cubicBezTo>
                    <a:pt x="0" y="17965"/>
                    <a:pt x="750" y="18719"/>
                    <a:pt x="1674" y="18719"/>
                  </a:cubicBezTo>
                  <a:lnTo>
                    <a:pt x="14076" y="18719"/>
                  </a:lnTo>
                  <a:cubicBezTo>
                    <a:pt x="14648" y="19039"/>
                    <a:pt x="15306" y="19222"/>
                    <a:pt x="16010" y="19222"/>
                  </a:cubicBezTo>
                  <a:cubicBezTo>
                    <a:pt x="18186" y="19222"/>
                    <a:pt x="19960" y="17448"/>
                    <a:pt x="19960" y="15272"/>
                  </a:cubicBezTo>
                  <a:cubicBezTo>
                    <a:pt x="19960" y="13964"/>
                    <a:pt x="19320" y="12799"/>
                    <a:pt x="18342" y="12081"/>
                  </a:cubicBezTo>
                  <a:lnTo>
                    <a:pt x="18342" y="8904"/>
                  </a:lnTo>
                  <a:cubicBezTo>
                    <a:pt x="18342" y="8492"/>
                    <a:pt x="18095" y="8140"/>
                    <a:pt x="17738" y="7985"/>
                  </a:cubicBezTo>
                  <a:lnTo>
                    <a:pt x="17866" y="7770"/>
                  </a:lnTo>
                  <a:cubicBezTo>
                    <a:pt x="17976" y="7578"/>
                    <a:pt x="18003" y="7349"/>
                    <a:pt x="17949" y="7134"/>
                  </a:cubicBezTo>
                  <a:cubicBezTo>
                    <a:pt x="17889" y="6920"/>
                    <a:pt x="17752" y="6737"/>
                    <a:pt x="17560" y="6627"/>
                  </a:cubicBezTo>
                  <a:lnTo>
                    <a:pt x="16938" y="6270"/>
                  </a:lnTo>
                  <a:lnTo>
                    <a:pt x="16938" y="3587"/>
                  </a:lnTo>
                  <a:cubicBezTo>
                    <a:pt x="16938" y="3029"/>
                    <a:pt x="16486" y="2577"/>
                    <a:pt x="15928" y="2577"/>
                  </a:cubicBezTo>
                  <a:lnTo>
                    <a:pt x="11594" y="2577"/>
                  </a:lnTo>
                  <a:cubicBezTo>
                    <a:pt x="11356" y="2577"/>
                    <a:pt x="11128" y="2663"/>
                    <a:pt x="10949" y="2810"/>
                  </a:cubicBezTo>
                  <a:lnTo>
                    <a:pt x="6273" y="112"/>
                  </a:lnTo>
                  <a:cubicBezTo>
                    <a:pt x="6145" y="39"/>
                    <a:pt x="6002" y="1"/>
                    <a:pt x="5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3024506" y="2172114"/>
              <a:ext cx="49136" cy="86192"/>
            </a:xfrm>
            <a:custGeom>
              <a:rect b="b" l="l" r="r" t="t"/>
              <a:pathLst>
                <a:path extrusionOk="0" h="3522" w="2008">
                  <a:moveTo>
                    <a:pt x="1006" y="1"/>
                  </a:moveTo>
                  <a:cubicBezTo>
                    <a:pt x="842" y="1"/>
                    <a:pt x="714" y="129"/>
                    <a:pt x="714" y="293"/>
                  </a:cubicBezTo>
                  <a:lnTo>
                    <a:pt x="714" y="408"/>
                  </a:lnTo>
                  <a:cubicBezTo>
                    <a:pt x="311" y="472"/>
                    <a:pt x="0" y="815"/>
                    <a:pt x="0" y="1235"/>
                  </a:cubicBezTo>
                  <a:cubicBezTo>
                    <a:pt x="0" y="1697"/>
                    <a:pt x="380" y="2072"/>
                    <a:pt x="842" y="2072"/>
                  </a:cubicBezTo>
                  <a:lnTo>
                    <a:pt x="1171" y="2072"/>
                  </a:lnTo>
                  <a:cubicBezTo>
                    <a:pt x="1308" y="2072"/>
                    <a:pt x="1422" y="2186"/>
                    <a:pt x="1422" y="2328"/>
                  </a:cubicBezTo>
                  <a:cubicBezTo>
                    <a:pt x="1422" y="2465"/>
                    <a:pt x="1308" y="2579"/>
                    <a:pt x="1171" y="2579"/>
                  </a:cubicBezTo>
                  <a:lnTo>
                    <a:pt x="842" y="2579"/>
                  </a:lnTo>
                  <a:cubicBezTo>
                    <a:pt x="736" y="2579"/>
                    <a:pt x="645" y="2520"/>
                    <a:pt x="608" y="2424"/>
                  </a:cubicBezTo>
                  <a:cubicBezTo>
                    <a:pt x="560" y="2313"/>
                    <a:pt x="449" y="2247"/>
                    <a:pt x="334" y="2247"/>
                  </a:cubicBezTo>
                  <a:cubicBezTo>
                    <a:pt x="297" y="2247"/>
                    <a:pt x="260" y="2254"/>
                    <a:pt x="224" y="2268"/>
                  </a:cubicBezTo>
                  <a:cubicBezTo>
                    <a:pt x="74" y="2332"/>
                    <a:pt x="5" y="2506"/>
                    <a:pt x="69" y="2652"/>
                  </a:cubicBezTo>
                  <a:cubicBezTo>
                    <a:pt x="183" y="2927"/>
                    <a:pt x="430" y="3114"/>
                    <a:pt x="714" y="3155"/>
                  </a:cubicBezTo>
                  <a:lnTo>
                    <a:pt x="714" y="3228"/>
                  </a:lnTo>
                  <a:cubicBezTo>
                    <a:pt x="714" y="3388"/>
                    <a:pt x="842" y="3521"/>
                    <a:pt x="1006" y="3521"/>
                  </a:cubicBezTo>
                  <a:cubicBezTo>
                    <a:pt x="1166" y="3521"/>
                    <a:pt x="1299" y="3388"/>
                    <a:pt x="1299" y="3228"/>
                  </a:cubicBezTo>
                  <a:lnTo>
                    <a:pt x="1299" y="3155"/>
                  </a:lnTo>
                  <a:cubicBezTo>
                    <a:pt x="1701" y="3091"/>
                    <a:pt x="2007" y="2744"/>
                    <a:pt x="2007" y="2328"/>
                  </a:cubicBezTo>
                  <a:cubicBezTo>
                    <a:pt x="2007" y="1866"/>
                    <a:pt x="1632" y="1491"/>
                    <a:pt x="1171" y="1491"/>
                  </a:cubicBezTo>
                  <a:lnTo>
                    <a:pt x="842" y="1491"/>
                  </a:lnTo>
                  <a:cubicBezTo>
                    <a:pt x="700" y="1491"/>
                    <a:pt x="586" y="1377"/>
                    <a:pt x="586" y="1235"/>
                  </a:cubicBezTo>
                  <a:cubicBezTo>
                    <a:pt x="586" y="1094"/>
                    <a:pt x="700" y="984"/>
                    <a:pt x="842" y="984"/>
                  </a:cubicBezTo>
                  <a:lnTo>
                    <a:pt x="1171" y="984"/>
                  </a:lnTo>
                  <a:cubicBezTo>
                    <a:pt x="1253" y="984"/>
                    <a:pt x="1335" y="1025"/>
                    <a:pt x="1381" y="1094"/>
                  </a:cubicBezTo>
                  <a:cubicBezTo>
                    <a:pt x="1438" y="1176"/>
                    <a:pt x="1529" y="1222"/>
                    <a:pt x="1623" y="1222"/>
                  </a:cubicBezTo>
                  <a:cubicBezTo>
                    <a:pt x="1679" y="1222"/>
                    <a:pt x="1737" y="1205"/>
                    <a:pt x="1788" y="1171"/>
                  </a:cubicBezTo>
                  <a:cubicBezTo>
                    <a:pt x="1920" y="1084"/>
                    <a:pt x="1957" y="901"/>
                    <a:pt x="1866" y="769"/>
                  </a:cubicBezTo>
                  <a:cubicBezTo>
                    <a:pt x="1733" y="572"/>
                    <a:pt x="1527" y="444"/>
                    <a:pt x="1299" y="408"/>
                  </a:cubicBezTo>
                  <a:lnTo>
                    <a:pt x="1299" y="293"/>
                  </a:lnTo>
                  <a:cubicBezTo>
                    <a:pt x="1299" y="129"/>
                    <a:pt x="1166" y="1"/>
                    <a:pt x="10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2979426" y="2145489"/>
              <a:ext cx="139406" cy="139444"/>
            </a:xfrm>
            <a:custGeom>
              <a:rect b="b" l="l" r="r" t="t"/>
              <a:pathLst>
                <a:path extrusionOk="0" h="5698" w="5697">
                  <a:moveTo>
                    <a:pt x="2848" y="586"/>
                  </a:moveTo>
                  <a:cubicBezTo>
                    <a:pt x="4096" y="586"/>
                    <a:pt x="5111" y="1601"/>
                    <a:pt x="5111" y="2849"/>
                  </a:cubicBezTo>
                  <a:cubicBezTo>
                    <a:pt x="5111" y="4097"/>
                    <a:pt x="4096" y="5112"/>
                    <a:pt x="2848" y="5112"/>
                  </a:cubicBezTo>
                  <a:cubicBezTo>
                    <a:pt x="1600" y="5112"/>
                    <a:pt x="585" y="4097"/>
                    <a:pt x="585" y="2849"/>
                  </a:cubicBezTo>
                  <a:cubicBezTo>
                    <a:pt x="585" y="1601"/>
                    <a:pt x="1600" y="586"/>
                    <a:pt x="2848" y="586"/>
                  </a:cubicBezTo>
                  <a:close/>
                  <a:moveTo>
                    <a:pt x="2848" y="1"/>
                  </a:moveTo>
                  <a:cubicBezTo>
                    <a:pt x="1276" y="1"/>
                    <a:pt x="0" y="1276"/>
                    <a:pt x="0" y="2849"/>
                  </a:cubicBezTo>
                  <a:cubicBezTo>
                    <a:pt x="0" y="4417"/>
                    <a:pt x="1276" y="5697"/>
                    <a:pt x="2848" y="5697"/>
                  </a:cubicBezTo>
                  <a:cubicBezTo>
                    <a:pt x="4416" y="5697"/>
                    <a:pt x="5696" y="4417"/>
                    <a:pt x="5696" y="2849"/>
                  </a:cubicBezTo>
                  <a:cubicBezTo>
                    <a:pt x="5696" y="1276"/>
                    <a:pt x="4416" y="1"/>
                    <a:pt x="28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7" name="Google Shape;1197;p34"/>
          <p:cNvGrpSpPr/>
          <p:nvPr/>
        </p:nvGrpSpPr>
        <p:grpSpPr>
          <a:xfrm>
            <a:off x="3400761" y="1832473"/>
            <a:ext cx="337882" cy="488491"/>
            <a:chOff x="3400761" y="1832473"/>
            <a:chExt cx="337882" cy="488491"/>
          </a:xfrm>
        </p:grpSpPr>
        <p:sp>
          <p:nvSpPr>
            <p:cNvPr id="1198" name="Google Shape;1198;p34"/>
            <p:cNvSpPr/>
            <p:nvPr/>
          </p:nvSpPr>
          <p:spPr>
            <a:xfrm>
              <a:off x="3400761" y="1950157"/>
              <a:ext cx="337882" cy="370807"/>
            </a:xfrm>
            <a:custGeom>
              <a:rect b="b" l="l" r="r" t="t"/>
              <a:pathLst>
                <a:path extrusionOk="0" h="15152" w="13808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lnTo>
                    <a:pt x="1" y="14379"/>
                  </a:lnTo>
                  <a:cubicBezTo>
                    <a:pt x="1" y="14804"/>
                    <a:pt x="348" y="15151"/>
                    <a:pt x="778" y="15151"/>
                  </a:cubicBezTo>
                  <a:lnTo>
                    <a:pt x="13035" y="15151"/>
                  </a:lnTo>
                  <a:cubicBezTo>
                    <a:pt x="13460" y="15151"/>
                    <a:pt x="13807" y="14804"/>
                    <a:pt x="13807" y="14379"/>
                  </a:cubicBezTo>
                  <a:lnTo>
                    <a:pt x="13807" y="12221"/>
                  </a:lnTo>
                  <a:cubicBezTo>
                    <a:pt x="13807" y="12056"/>
                    <a:pt x="13679" y="11928"/>
                    <a:pt x="13515" y="11928"/>
                  </a:cubicBezTo>
                  <a:cubicBezTo>
                    <a:pt x="13355" y="11928"/>
                    <a:pt x="13222" y="12056"/>
                    <a:pt x="13222" y="12221"/>
                  </a:cubicBezTo>
                  <a:lnTo>
                    <a:pt x="13222" y="14379"/>
                  </a:lnTo>
                  <a:cubicBezTo>
                    <a:pt x="13222" y="14484"/>
                    <a:pt x="13140" y="14566"/>
                    <a:pt x="13035" y="14566"/>
                  </a:cubicBezTo>
                  <a:lnTo>
                    <a:pt x="778" y="14566"/>
                  </a:lnTo>
                  <a:cubicBezTo>
                    <a:pt x="673" y="14566"/>
                    <a:pt x="586" y="14484"/>
                    <a:pt x="586" y="14379"/>
                  </a:cubicBezTo>
                  <a:lnTo>
                    <a:pt x="586" y="293"/>
                  </a:lnTo>
                  <a:cubicBezTo>
                    <a:pt x="586" y="133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3400761" y="1832473"/>
              <a:ext cx="337882" cy="392049"/>
            </a:xfrm>
            <a:custGeom>
              <a:rect b="b" l="l" r="r" t="t"/>
              <a:pathLst>
                <a:path extrusionOk="0" h="16020" w="13808">
                  <a:moveTo>
                    <a:pt x="10159" y="997"/>
                  </a:moveTo>
                  <a:lnTo>
                    <a:pt x="12811" y="3649"/>
                  </a:lnTo>
                  <a:lnTo>
                    <a:pt x="10351" y="3649"/>
                  </a:lnTo>
                  <a:cubicBezTo>
                    <a:pt x="10246" y="3649"/>
                    <a:pt x="10159" y="3562"/>
                    <a:pt x="10159" y="3457"/>
                  </a:cubicBezTo>
                  <a:lnTo>
                    <a:pt x="10159" y="997"/>
                  </a:lnTo>
                  <a:close/>
                  <a:moveTo>
                    <a:pt x="778" y="0"/>
                  </a:moveTo>
                  <a:cubicBezTo>
                    <a:pt x="348" y="0"/>
                    <a:pt x="1" y="348"/>
                    <a:pt x="1" y="773"/>
                  </a:cubicBezTo>
                  <a:lnTo>
                    <a:pt x="1" y="3804"/>
                  </a:lnTo>
                  <a:cubicBezTo>
                    <a:pt x="1" y="3964"/>
                    <a:pt x="133" y="4097"/>
                    <a:pt x="293" y="4097"/>
                  </a:cubicBezTo>
                  <a:cubicBezTo>
                    <a:pt x="458" y="4097"/>
                    <a:pt x="586" y="3964"/>
                    <a:pt x="586" y="3804"/>
                  </a:cubicBezTo>
                  <a:lnTo>
                    <a:pt x="586" y="773"/>
                  </a:lnTo>
                  <a:cubicBezTo>
                    <a:pt x="586" y="668"/>
                    <a:pt x="673" y="586"/>
                    <a:pt x="778" y="586"/>
                  </a:cubicBezTo>
                  <a:lnTo>
                    <a:pt x="9574" y="586"/>
                  </a:lnTo>
                  <a:lnTo>
                    <a:pt x="9574" y="3457"/>
                  </a:lnTo>
                  <a:cubicBezTo>
                    <a:pt x="9574" y="3886"/>
                    <a:pt x="9921" y="4234"/>
                    <a:pt x="10351" y="4234"/>
                  </a:cubicBezTo>
                  <a:lnTo>
                    <a:pt x="13222" y="4234"/>
                  </a:lnTo>
                  <a:lnTo>
                    <a:pt x="13222" y="15731"/>
                  </a:lnTo>
                  <a:cubicBezTo>
                    <a:pt x="13222" y="15891"/>
                    <a:pt x="13355" y="16019"/>
                    <a:pt x="13515" y="16019"/>
                  </a:cubicBezTo>
                  <a:cubicBezTo>
                    <a:pt x="13679" y="16019"/>
                    <a:pt x="13807" y="15891"/>
                    <a:pt x="13807" y="15731"/>
                  </a:cubicBezTo>
                  <a:lnTo>
                    <a:pt x="13807" y="3941"/>
                  </a:lnTo>
                  <a:cubicBezTo>
                    <a:pt x="13807" y="3863"/>
                    <a:pt x="13780" y="3786"/>
                    <a:pt x="13725" y="3731"/>
                  </a:cubicBezTo>
                  <a:lnTo>
                    <a:pt x="10072" y="83"/>
                  </a:lnTo>
                  <a:cubicBezTo>
                    <a:pt x="10017" y="28"/>
                    <a:pt x="9944" y="0"/>
                    <a:pt x="98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3442268" y="2030938"/>
              <a:ext cx="254977" cy="152072"/>
            </a:xfrm>
            <a:custGeom>
              <a:rect b="b" l="l" r="r" t="t"/>
              <a:pathLst>
                <a:path extrusionOk="0" h="6214" w="10420">
                  <a:moveTo>
                    <a:pt x="2154" y="581"/>
                  </a:moveTo>
                  <a:lnTo>
                    <a:pt x="2154" y="1875"/>
                  </a:lnTo>
                  <a:lnTo>
                    <a:pt x="682" y="1875"/>
                  </a:lnTo>
                  <a:cubicBezTo>
                    <a:pt x="627" y="1875"/>
                    <a:pt x="586" y="1834"/>
                    <a:pt x="586" y="1779"/>
                  </a:cubicBezTo>
                  <a:lnTo>
                    <a:pt x="586" y="682"/>
                  </a:lnTo>
                  <a:cubicBezTo>
                    <a:pt x="586" y="627"/>
                    <a:pt x="627" y="581"/>
                    <a:pt x="682" y="581"/>
                  </a:cubicBezTo>
                  <a:close/>
                  <a:moveTo>
                    <a:pt x="2154" y="2460"/>
                  </a:moveTo>
                  <a:lnTo>
                    <a:pt x="2154" y="3754"/>
                  </a:lnTo>
                  <a:lnTo>
                    <a:pt x="682" y="3754"/>
                  </a:lnTo>
                  <a:cubicBezTo>
                    <a:pt x="627" y="3754"/>
                    <a:pt x="586" y="3708"/>
                    <a:pt x="586" y="3653"/>
                  </a:cubicBezTo>
                  <a:lnTo>
                    <a:pt x="586" y="2556"/>
                  </a:lnTo>
                  <a:cubicBezTo>
                    <a:pt x="586" y="2506"/>
                    <a:pt x="627" y="2460"/>
                    <a:pt x="682" y="2460"/>
                  </a:cubicBezTo>
                  <a:close/>
                  <a:moveTo>
                    <a:pt x="9738" y="2460"/>
                  </a:moveTo>
                  <a:cubicBezTo>
                    <a:pt x="9789" y="2460"/>
                    <a:pt x="9834" y="2506"/>
                    <a:pt x="9834" y="2556"/>
                  </a:cubicBezTo>
                  <a:lnTo>
                    <a:pt x="9834" y="3653"/>
                  </a:lnTo>
                  <a:cubicBezTo>
                    <a:pt x="9834" y="3708"/>
                    <a:pt x="9789" y="3754"/>
                    <a:pt x="9738" y="3754"/>
                  </a:cubicBezTo>
                  <a:lnTo>
                    <a:pt x="2739" y="3754"/>
                  </a:lnTo>
                  <a:lnTo>
                    <a:pt x="2739" y="2460"/>
                  </a:lnTo>
                  <a:close/>
                  <a:moveTo>
                    <a:pt x="2154" y="4339"/>
                  </a:moveTo>
                  <a:lnTo>
                    <a:pt x="2154" y="5628"/>
                  </a:lnTo>
                  <a:lnTo>
                    <a:pt x="682" y="5628"/>
                  </a:lnTo>
                  <a:cubicBezTo>
                    <a:pt x="627" y="5628"/>
                    <a:pt x="586" y="5587"/>
                    <a:pt x="586" y="5532"/>
                  </a:cubicBezTo>
                  <a:lnTo>
                    <a:pt x="586" y="4435"/>
                  </a:lnTo>
                  <a:cubicBezTo>
                    <a:pt x="586" y="4380"/>
                    <a:pt x="627" y="4339"/>
                    <a:pt x="682" y="4339"/>
                  </a:cubicBezTo>
                  <a:close/>
                  <a:moveTo>
                    <a:pt x="9738" y="4339"/>
                  </a:moveTo>
                  <a:cubicBezTo>
                    <a:pt x="9789" y="4339"/>
                    <a:pt x="9834" y="4380"/>
                    <a:pt x="9834" y="4435"/>
                  </a:cubicBezTo>
                  <a:lnTo>
                    <a:pt x="9834" y="5532"/>
                  </a:lnTo>
                  <a:cubicBezTo>
                    <a:pt x="9834" y="5587"/>
                    <a:pt x="9789" y="5628"/>
                    <a:pt x="9738" y="5628"/>
                  </a:cubicBezTo>
                  <a:lnTo>
                    <a:pt x="2739" y="5628"/>
                  </a:lnTo>
                  <a:lnTo>
                    <a:pt x="2739" y="4339"/>
                  </a:lnTo>
                  <a:close/>
                  <a:moveTo>
                    <a:pt x="682" y="1"/>
                  </a:moveTo>
                  <a:cubicBezTo>
                    <a:pt x="307" y="1"/>
                    <a:pt x="1" y="302"/>
                    <a:pt x="1" y="682"/>
                  </a:cubicBezTo>
                  <a:lnTo>
                    <a:pt x="1" y="1779"/>
                  </a:lnTo>
                  <a:cubicBezTo>
                    <a:pt x="1" y="1925"/>
                    <a:pt x="47" y="2058"/>
                    <a:pt x="124" y="2167"/>
                  </a:cubicBezTo>
                  <a:cubicBezTo>
                    <a:pt x="47" y="2277"/>
                    <a:pt x="1" y="2414"/>
                    <a:pt x="1" y="2556"/>
                  </a:cubicBezTo>
                  <a:lnTo>
                    <a:pt x="1" y="3653"/>
                  </a:lnTo>
                  <a:cubicBezTo>
                    <a:pt x="1" y="3800"/>
                    <a:pt x="47" y="3937"/>
                    <a:pt x="124" y="4046"/>
                  </a:cubicBezTo>
                  <a:cubicBezTo>
                    <a:pt x="47" y="4156"/>
                    <a:pt x="1" y="4289"/>
                    <a:pt x="1" y="4435"/>
                  </a:cubicBezTo>
                  <a:lnTo>
                    <a:pt x="1" y="5532"/>
                  </a:lnTo>
                  <a:cubicBezTo>
                    <a:pt x="1" y="5907"/>
                    <a:pt x="307" y="6213"/>
                    <a:pt x="682" y="6213"/>
                  </a:cubicBezTo>
                  <a:lnTo>
                    <a:pt x="9738" y="6213"/>
                  </a:lnTo>
                  <a:cubicBezTo>
                    <a:pt x="10113" y="6213"/>
                    <a:pt x="10420" y="5907"/>
                    <a:pt x="10420" y="5532"/>
                  </a:cubicBezTo>
                  <a:lnTo>
                    <a:pt x="10420" y="4435"/>
                  </a:lnTo>
                  <a:cubicBezTo>
                    <a:pt x="10420" y="4289"/>
                    <a:pt x="10374" y="4156"/>
                    <a:pt x="10296" y="4046"/>
                  </a:cubicBezTo>
                  <a:cubicBezTo>
                    <a:pt x="10374" y="3937"/>
                    <a:pt x="10420" y="3800"/>
                    <a:pt x="10420" y="3653"/>
                  </a:cubicBezTo>
                  <a:lnTo>
                    <a:pt x="10420" y="2556"/>
                  </a:lnTo>
                  <a:cubicBezTo>
                    <a:pt x="10420" y="2414"/>
                    <a:pt x="10374" y="2277"/>
                    <a:pt x="10296" y="2167"/>
                  </a:cubicBezTo>
                  <a:cubicBezTo>
                    <a:pt x="10374" y="2058"/>
                    <a:pt x="10420" y="1925"/>
                    <a:pt x="10420" y="1779"/>
                  </a:cubicBezTo>
                  <a:lnTo>
                    <a:pt x="10420" y="682"/>
                  </a:lnTo>
                  <a:cubicBezTo>
                    <a:pt x="10420" y="302"/>
                    <a:pt x="10113" y="1"/>
                    <a:pt x="9738" y="1"/>
                  </a:cubicBezTo>
                  <a:lnTo>
                    <a:pt x="7567" y="1"/>
                  </a:lnTo>
                  <a:cubicBezTo>
                    <a:pt x="7402" y="1"/>
                    <a:pt x="7274" y="129"/>
                    <a:pt x="7274" y="289"/>
                  </a:cubicBezTo>
                  <a:cubicBezTo>
                    <a:pt x="7274" y="453"/>
                    <a:pt x="7402" y="581"/>
                    <a:pt x="7567" y="581"/>
                  </a:cubicBezTo>
                  <a:lnTo>
                    <a:pt x="9738" y="581"/>
                  </a:lnTo>
                  <a:cubicBezTo>
                    <a:pt x="9789" y="581"/>
                    <a:pt x="9834" y="627"/>
                    <a:pt x="9834" y="682"/>
                  </a:cubicBezTo>
                  <a:lnTo>
                    <a:pt x="9834" y="1779"/>
                  </a:lnTo>
                  <a:cubicBezTo>
                    <a:pt x="9834" y="1834"/>
                    <a:pt x="9789" y="1875"/>
                    <a:pt x="9738" y="1875"/>
                  </a:cubicBezTo>
                  <a:lnTo>
                    <a:pt x="2739" y="1875"/>
                  </a:lnTo>
                  <a:lnTo>
                    <a:pt x="2739" y="581"/>
                  </a:lnTo>
                  <a:lnTo>
                    <a:pt x="6264" y="581"/>
                  </a:lnTo>
                  <a:cubicBezTo>
                    <a:pt x="6429" y="581"/>
                    <a:pt x="6557" y="453"/>
                    <a:pt x="6557" y="289"/>
                  </a:cubicBezTo>
                  <a:cubicBezTo>
                    <a:pt x="6557" y="129"/>
                    <a:pt x="6429" y="1"/>
                    <a:pt x="6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3483554" y="1903172"/>
              <a:ext cx="46346" cy="80123"/>
            </a:xfrm>
            <a:custGeom>
              <a:rect b="b" l="l" r="r" t="t"/>
              <a:pathLst>
                <a:path extrusionOk="0" h="3274" w="1894">
                  <a:moveTo>
                    <a:pt x="947" y="1"/>
                  </a:moveTo>
                  <a:cubicBezTo>
                    <a:pt x="787" y="1"/>
                    <a:pt x="655" y="129"/>
                    <a:pt x="655" y="293"/>
                  </a:cubicBezTo>
                  <a:lnTo>
                    <a:pt x="655" y="376"/>
                  </a:lnTo>
                  <a:cubicBezTo>
                    <a:pt x="284" y="444"/>
                    <a:pt x="5" y="769"/>
                    <a:pt x="5" y="1157"/>
                  </a:cubicBezTo>
                  <a:cubicBezTo>
                    <a:pt x="5" y="1592"/>
                    <a:pt x="357" y="1948"/>
                    <a:pt x="796" y="1948"/>
                  </a:cubicBezTo>
                  <a:lnTo>
                    <a:pt x="1098" y="1948"/>
                  </a:lnTo>
                  <a:cubicBezTo>
                    <a:pt x="1212" y="1948"/>
                    <a:pt x="1308" y="2044"/>
                    <a:pt x="1308" y="2159"/>
                  </a:cubicBezTo>
                  <a:cubicBezTo>
                    <a:pt x="1308" y="2273"/>
                    <a:pt x="1212" y="2364"/>
                    <a:pt x="1098" y="2364"/>
                  </a:cubicBezTo>
                  <a:lnTo>
                    <a:pt x="796" y="2364"/>
                  </a:lnTo>
                  <a:cubicBezTo>
                    <a:pt x="714" y="2364"/>
                    <a:pt x="636" y="2314"/>
                    <a:pt x="604" y="2236"/>
                  </a:cubicBezTo>
                  <a:cubicBezTo>
                    <a:pt x="556" y="2126"/>
                    <a:pt x="447" y="2059"/>
                    <a:pt x="332" y="2059"/>
                  </a:cubicBezTo>
                  <a:cubicBezTo>
                    <a:pt x="295" y="2059"/>
                    <a:pt x="257" y="2066"/>
                    <a:pt x="220" y="2081"/>
                  </a:cubicBezTo>
                  <a:cubicBezTo>
                    <a:pt x="74" y="2145"/>
                    <a:pt x="1" y="2319"/>
                    <a:pt x="65" y="2465"/>
                  </a:cubicBezTo>
                  <a:cubicBezTo>
                    <a:pt x="170" y="2716"/>
                    <a:pt x="394" y="2890"/>
                    <a:pt x="655" y="2936"/>
                  </a:cubicBezTo>
                  <a:lnTo>
                    <a:pt x="655" y="2981"/>
                  </a:lnTo>
                  <a:cubicBezTo>
                    <a:pt x="655" y="3141"/>
                    <a:pt x="787" y="3274"/>
                    <a:pt x="947" y="3274"/>
                  </a:cubicBezTo>
                  <a:cubicBezTo>
                    <a:pt x="1107" y="3274"/>
                    <a:pt x="1240" y="3141"/>
                    <a:pt x="1240" y="2981"/>
                  </a:cubicBezTo>
                  <a:lnTo>
                    <a:pt x="1240" y="2936"/>
                  </a:lnTo>
                  <a:cubicBezTo>
                    <a:pt x="1610" y="2872"/>
                    <a:pt x="1893" y="2547"/>
                    <a:pt x="1893" y="2159"/>
                  </a:cubicBezTo>
                  <a:cubicBezTo>
                    <a:pt x="1893" y="1720"/>
                    <a:pt x="1537" y="1363"/>
                    <a:pt x="1098" y="1363"/>
                  </a:cubicBezTo>
                  <a:lnTo>
                    <a:pt x="796" y="1363"/>
                  </a:lnTo>
                  <a:cubicBezTo>
                    <a:pt x="682" y="1363"/>
                    <a:pt x="591" y="1272"/>
                    <a:pt x="591" y="1157"/>
                  </a:cubicBezTo>
                  <a:cubicBezTo>
                    <a:pt x="591" y="1043"/>
                    <a:pt x="682" y="947"/>
                    <a:pt x="796" y="947"/>
                  </a:cubicBezTo>
                  <a:lnTo>
                    <a:pt x="1098" y="947"/>
                  </a:lnTo>
                  <a:cubicBezTo>
                    <a:pt x="1167" y="947"/>
                    <a:pt x="1231" y="984"/>
                    <a:pt x="1272" y="1038"/>
                  </a:cubicBezTo>
                  <a:cubicBezTo>
                    <a:pt x="1329" y="1124"/>
                    <a:pt x="1420" y="1169"/>
                    <a:pt x="1514" y="1169"/>
                  </a:cubicBezTo>
                  <a:cubicBezTo>
                    <a:pt x="1570" y="1169"/>
                    <a:pt x="1627" y="1153"/>
                    <a:pt x="1679" y="1121"/>
                  </a:cubicBezTo>
                  <a:cubicBezTo>
                    <a:pt x="1811" y="1029"/>
                    <a:pt x="1848" y="846"/>
                    <a:pt x="1756" y="714"/>
                  </a:cubicBezTo>
                  <a:cubicBezTo>
                    <a:pt x="1633" y="536"/>
                    <a:pt x="1450" y="412"/>
                    <a:pt x="1240" y="376"/>
                  </a:cubicBezTo>
                  <a:lnTo>
                    <a:pt x="1240" y="293"/>
                  </a:lnTo>
                  <a:cubicBezTo>
                    <a:pt x="1240" y="129"/>
                    <a:pt x="1107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3442268" y="1878798"/>
              <a:ext cx="128908" cy="128897"/>
            </a:xfrm>
            <a:custGeom>
              <a:rect b="b" l="l" r="r" t="t"/>
              <a:pathLst>
                <a:path extrusionOk="0" h="5267" w="5268">
                  <a:moveTo>
                    <a:pt x="2634" y="585"/>
                  </a:moveTo>
                  <a:cubicBezTo>
                    <a:pt x="3763" y="585"/>
                    <a:pt x="4682" y="1504"/>
                    <a:pt x="4682" y="2633"/>
                  </a:cubicBezTo>
                  <a:cubicBezTo>
                    <a:pt x="4682" y="3763"/>
                    <a:pt x="3763" y="4681"/>
                    <a:pt x="2634" y="4681"/>
                  </a:cubicBezTo>
                  <a:cubicBezTo>
                    <a:pt x="1505" y="4681"/>
                    <a:pt x="586" y="3763"/>
                    <a:pt x="586" y="2633"/>
                  </a:cubicBezTo>
                  <a:cubicBezTo>
                    <a:pt x="586" y="1504"/>
                    <a:pt x="1505" y="585"/>
                    <a:pt x="2634" y="585"/>
                  </a:cubicBezTo>
                  <a:close/>
                  <a:moveTo>
                    <a:pt x="2634" y="0"/>
                  </a:moveTo>
                  <a:cubicBezTo>
                    <a:pt x="1180" y="0"/>
                    <a:pt x="1" y="1180"/>
                    <a:pt x="1" y="2633"/>
                  </a:cubicBezTo>
                  <a:cubicBezTo>
                    <a:pt x="1" y="4087"/>
                    <a:pt x="1180" y="5267"/>
                    <a:pt x="2634" y="5267"/>
                  </a:cubicBezTo>
                  <a:cubicBezTo>
                    <a:pt x="4088" y="5267"/>
                    <a:pt x="5267" y="4087"/>
                    <a:pt x="5267" y="2633"/>
                  </a:cubicBezTo>
                  <a:cubicBezTo>
                    <a:pt x="5267" y="1180"/>
                    <a:pt x="4088" y="0"/>
                    <a:pt x="2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3451445" y="2201333"/>
              <a:ext cx="146575" cy="14219"/>
            </a:xfrm>
            <a:custGeom>
              <a:rect b="b" l="l" r="r" t="t"/>
              <a:pathLst>
                <a:path extrusionOk="0" h="581" w="5990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1"/>
                    <a:pt x="293" y="581"/>
                  </a:cubicBezTo>
                  <a:lnTo>
                    <a:pt x="5697" y="581"/>
                  </a:lnTo>
                  <a:cubicBezTo>
                    <a:pt x="5857" y="581"/>
                    <a:pt x="5990" y="453"/>
                    <a:pt x="5990" y="293"/>
                  </a:cubicBezTo>
                  <a:cubicBezTo>
                    <a:pt x="5990" y="128"/>
                    <a:pt x="5857" y="0"/>
                    <a:pt x="5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3517915" y="2228496"/>
              <a:ext cx="30441" cy="14365"/>
            </a:xfrm>
            <a:custGeom>
              <a:rect b="b" l="l" r="r" t="t"/>
              <a:pathLst>
                <a:path extrusionOk="0" h="587" w="1244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4"/>
                    <a:pt x="133" y="586"/>
                    <a:pt x="293" y="586"/>
                  </a:cubicBezTo>
                  <a:lnTo>
                    <a:pt x="951" y="586"/>
                  </a:lnTo>
                  <a:cubicBezTo>
                    <a:pt x="1111" y="586"/>
                    <a:pt x="1244" y="454"/>
                    <a:pt x="1244" y="294"/>
                  </a:cubicBezTo>
                  <a:cubicBezTo>
                    <a:pt x="1244" y="134"/>
                    <a:pt x="1111" y="1"/>
                    <a:pt x="9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3451445" y="2228496"/>
              <a:ext cx="53271" cy="14365"/>
            </a:xfrm>
            <a:custGeom>
              <a:rect b="b" l="l" r="r" t="t"/>
              <a:pathLst>
                <a:path extrusionOk="0" h="587" w="2177">
                  <a:moveTo>
                    <a:pt x="293" y="1"/>
                  </a:moveTo>
                  <a:cubicBezTo>
                    <a:pt x="133" y="1"/>
                    <a:pt x="1" y="134"/>
                    <a:pt x="1" y="294"/>
                  </a:cubicBezTo>
                  <a:cubicBezTo>
                    <a:pt x="1" y="454"/>
                    <a:pt x="133" y="586"/>
                    <a:pt x="293" y="586"/>
                  </a:cubicBezTo>
                  <a:lnTo>
                    <a:pt x="1884" y="586"/>
                  </a:lnTo>
                  <a:cubicBezTo>
                    <a:pt x="2044" y="586"/>
                    <a:pt x="2177" y="454"/>
                    <a:pt x="2177" y="294"/>
                  </a:cubicBezTo>
                  <a:cubicBezTo>
                    <a:pt x="2177" y="134"/>
                    <a:pt x="2044" y="1"/>
                    <a:pt x="1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3637076" y="2203022"/>
              <a:ext cx="51485" cy="38030"/>
            </a:xfrm>
            <a:custGeom>
              <a:rect b="b" l="l" r="r" t="t"/>
              <a:pathLst>
                <a:path extrusionOk="0" h="1554" w="2104">
                  <a:moveTo>
                    <a:pt x="1783" y="1"/>
                  </a:moveTo>
                  <a:cubicBezTo>
                    <a:pt x="1709" y="1"/>
                    <a:pt x="1634" y="29"/>
                    <a:pt x="1577" y="87"/>
                  </a:cubicBezTo>
                  <a:lnTo>
                    <a:pt x="818" y="845"/>
                  </a:lnTo>
                  <a:lnTo>
                    <a:pt x="530" y="562"/>
                  </a:lnTo>
                  <a:cubicBezTo>
                    <a:pt x="473" y="505"/>
                    <a:pt x="398" y="476"/>
                    <a:pt x="322" y="476"/>
                  </a:cubicBezTo>
                  <a:cubicBezTo>
                    <a:pt x="247" y="476"/>
                    <a:pt x="172" y="505"/>
                    <a:pt x="114" y="562"/>
                  </a:cubicBezTo>
                  <a:cubicBezTo>
                    <a:pt x="0" y="676"/>
                    <a:pt x="0" y="859"/>
                    <a:pt x="114" y="973"/>
                  </a:cubicBezTo>
                  <a:lnTo>
                    <a:pt x="613" y="1467"/>
                  </a:lnTo>
                  <a:cubicBezTo>
                    <a:pt x="663" y="1522"/>
                    <a:pt x="741" y="1554"/>
                    <a:pt x="818" y="1554"/>
                  </a:cubicBezTo>
                  <a:cubicBezTo>
                    <a:pt x="896" y="1554"/>
                    <a:pt x="969" y="1522"/>
                    <a:pt x="1024" y="1467"/>
                  </a:cubicBezTo>
                  <a:lnTo>
                    <a:pt x="1989" y="503"/>
                  </a:lnTo>
                  <a:cubicBezTo>
                    <a:pt x="2103" y="388"/>
                    <a:pt x="2103" y="201"/>
                    <a:pt x="1989" y="87"/>
                  </a:cubicBezTo>
                  <a:cubicBezTo>
                    <a:pt x="1932" y="29"/>
                    <a:pt x="1857" y="1"/>
                    <a:pt x="1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3650487" y="1978275"/>
              <a:ext cx="37513" cy="25158"/>
            </a:xfrm>
            <a:custGeom>
              <a:rect b="b" l="l" r="r" t="t"/>
              <a:pathLst>
                <a:path extrusionOk="0" h="1028" w="1533">
                  <a:moveTo>
                    <a:pt x="323" y="0"/>
                  </a:moveTo>
                  <a:cubicBezTo>
                    <a:pt x="248" y="0"/>
                    <a:pt x="172" y="29"/>
                    <a:pt x="115" y="86"/>
                  </a:cubicBezTo>
                  <a:cubicBezTo>
                    <a:pt x="1" y="200"/>
                    <a:pt x="1" y="388"/>
                    <a:pt x="115" y="502"/>
                  </a:cubicBezTo>
                  <a:lnTo>
                    <a:pt x="558" y="946"/>
                  </a:lnTo>
                  <a:cubicBezTo>
                    <a:pt x="613" y="1000"/>
                    <a:pt x="686" y="1028"/>
                    <a:pt x="764" y="1028"/>
                  </a:cubicBezTo>
                  <a:cubicBezTo>
                    <a:pt x="842" y="1028"/>
                    <a:pt x="920" y="1000"/>
                    <a:pt x="974" y="946"/>
                  </a:cubicBezTo>
                  <a:lnTo>
                    <a:pt x="1418" y="502"/>
                  </a:lnTo>
                  <a:cubicBezTo>
                    <a:pt x="1532" y="388"/>
                    <a:pt x="1532" y="200"/>
                    <a:pt x="1418" y="86"/>
                  </a:cubicBezTo>
                  <a:cubicBezTo>
                    <a:pt x="1361" y="29"/>
                    <a:pt x="1285" y="0"/>
                    <a:pt x="1210" y="0"/>
                  </a:cubicBezTo>
                  <a:cubicBezTo>
                    <a:pt x="1134" y="0"/>
                    <a:pt x="1059" y="29"/>
                    <a:pt x="1002" y="86"/>
                  </a:cubicBezTo>
                  <a:lnTo>
                    <a:pt x="764" y="324"/>
                  </a:lnTo>
                  <a:lnTo>
                    <a:pt x="531" y="86"/>
                  </a:lnTo>
                  <a:cubicBezTo>
                    <a:pt x="474" y="29"/>
                    <a:pt x="39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3451445" y="2258719"/>
              <a:ext cx="125433" cy="14341"/>
            </a:xfrm>
            <a:custGeom>
              <a:rect b="b" l="l" r="r" t="t"/>
              <a:pathLst>
                <a:path extrusionOk="0" h="586" w="512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4833" y="585"/>
                  </a:lnTo>
                  <a:cubicBezTo>
                    <a:pt x="4993" y="585"/>
                    <a:pt x="5126" y="453"/>
                    <a:pt x="5126" y="293"/>
                  </a:cubicBezTo>
                  <a:cubicBezTo>
                    <a:pt x="5126" y="133"/>
                    <a:pt x="4993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9" name="Google Shape;1209;p34"/>
          <p:cNvGrpSpPr/>
          <p:nvPr/>
        </p:nvGrpSpPr>
        <p:grpSpPr>
          <a:xfrm>
            <a:off x="4010198" y="1832473"/>
            <a:ext cx="455436" cy="488496"/>
            <a:chOff x="4010198" y="1832473"/>
            <a:chExt cx="455436" cy="488496"/>
          </a:xfrm>
        </p:grpSpPr>
        <p:sp>
          <p:nvSpPr>
            <p:cNvPr id="1210" name="Google Shape;1210;p34"/>
            <p:cNvSpPr/>
            <p:nvPr/>
          </p:nvSpPr>
          <p:spPr>
            <a:xfrm>
              <a:off x="4010198" y="1832473"/>
              <a:ext cx="455436" cy="488496"/>
            </a:xfrm>
            <a:custGeom>
              <a:rect b="b" l="l" r="r" t="t"/>
              <a:pathLst>
                <a:path extrusionOk="0" h="19961" w="18612">
                  <a:moveTo>
                    <a:pt x="15782" y="581"/>
                  </a:moveTo>
                  <a:cubicBezTo>
                    <a:pt x="15782" y="581"/>
                    <a:pt x="15786" y="586"/>
                    <a:pt x="15786" y="586"/>
                  </a:cubicBezTo>
                  <a:cubicBezTo>
                    <a:pt x="16399" y="586"/>
                    <a:pt x="16897" y="1079"/>
                    <a:pt x="16897" y="1692"/>
                  </a:cubicBezTo>
                  <a:lnTo>
                    <a:pt x="16897" y="2876"/>
                  </a:lnTo>
                  <a:lnTo>
                    <a:pt x="14662" y="2876"/>
                  </a:lnTo>
                  <a:lnTo>
                    <a:pt x="14662" y="1692"/>
                  </a:lnTo>
                  <a:cubicBezTo>
                    <a:pt x="14662" y="1079"/>
                    <a:pt x="15160" y="586"/>
                    <a:pt x="15773" y="586"/>
                  </a:cubicBezTo>
                  <a:cubicBezTo>
                    <a:pt x="15777" y="586"/>
                    <a:pt x="15777" y="581"/>
                    <a:pt x="15782" y="581"/>
                  </a:cubicBezTo>
                  <a:close/>
                  <a:moveTo>
                    <a:pt x="11352" y="2090"/>
                  </a:moveTo>
                  <a:cubicBezTo>
                    <a:pt x="13519" y="2236"/>
                    <a:pt x="15256" y="3973"/>
                    <a:pt x="15398" y="6140"/>
                  </a:cubicBezTo>
                  <a:lnTo>
                    <a:pt x="14195" y="6140"/>
                  </a:lnTo>
                  <a:cubicBezTo>
                    <a:pt x="14054" y="4636"/>
                    <a:pt x="12856" y="3438"/>
                    <a:pt x="11352" y="3297"/>
                  </a:cubicBezTo>
                  <a:lnTo>
                    <a:pt x="11352" y="2090"/>
                  </a:lnTo>
                  <a:close/>
                  <a:moveTo>
                    <a:pt x="10767" y="2090"/>
                  </a:moveTo>
                  <a:lnTo>
                    <a:pt x="10767" y="3297"/>
                  </a:lnTo>
                  <a:cubicBezTo>
                    <a:pt x="10337" y="3338"/>
                    <a:pt x="9912" y="3466"/>
                    <a:pt x="9532" y="3681"/>
                  </a:cubicBezTo>
                  <a:cubicBezTo>
                    <a:pt x="9391" y="3758"/>
                    <a:pt x="9340" y="3937"/>
                    <a:pt x="9423" y="4078"/>
                  </a:cubicBezTo>
                  <a:cubicBezTo>
                    <a:pt x="9475" y="4174"/>
                    <a:pt x="9573" y="4228"/>
                    <a:pt x="9674" y="4228"/>
                  </a:cubicBezTo>
                  <a:cubicBezTo>
                    <a:pt x="9724" y="4228"/>
                    <a:pt x="9774" y="4215"/>
                    <a:pt x="9820" y="4188"/>
                  </a:cubicBezTo>
                  <a:cubicBezTo>
                    <a:pt x="10195" y="3978"/>
                    <a:pt x="10625" y="3868"/>
                    <a:pt x="11059" y="3868"/>
                  </a:cubicBezTo>
                  <a:cubicBezTo>
                    <a:pt x="12472" y="3868"/>
                    <a:pt x="13624" y="5016"/>
                    <a:pt x="13624" y="6433"/>
                  </a:cubicBezTo>
                  <a:cubicBezTo>
                    <a:pt x="13624" y="7845"/>
                    <a:pt x="12472" y="8993"/>
                    <a:pt x="11059" y="8993"/>
                  </a:cubicBezTo>
                  <a:cubicBezTo>
                    <a:pt x="10675" y="8993"/>
                    <a:pt x="10296" y="8906"/>
                    <a:pt x="9953" y="8741"/>
                  </a:cubicBezTo>
                  <a:cubicBezTo>
                    <a:pt x="9715" y="8092"/>
                    <a:pt x="9240" y="7562"/>
                    <a:pt x="8632" y="7246"/>
                  </a:cubicBezTo>
                  <a:cubicBezTo>
                    <a:pt x="8545" y="6986"/>
                    <a:pt x="8499" y="6712"/>
                    <a:pt x="8499" y="6433"/>
                  </a:cubicBezTo>
                  <a:cubicBezTo>
                    <a:pt x="8499" y="5907"/>
                    <a:pt x="8655" y="5404"/>
                    <a:pt x="8952" y="4974"/>
                  </a:cubicBezTo>
                  <a:cubicBezTo>
                    <a:pt x="9043" y="4842"/>
                    <a:pt x="9011" y="4659"/>
                    <a:pt x="8879" y="4568"/>
                  </a:cubicBezTo>
                  <a:cubicBezTo>
                    <a:pt x="8828" y="4532"/>
                    <a:pt x="8769" y="4515"/>
                    <a:pt x="8712" y="4515"/>
                  </a:cubicBezTo>
                  <a:cubicBezTo>
                    <a:pt x="8619" y="4515"/>
                    <a:pt x="8528" y="4559"/>
                    <a:pt x="8472" y="4641"/>
                  </a:cubicBezTo>
                  <a:cubicBezTo>
                    <a:pt x="8106" y="5171"/>
                    <a:pt x="7914" y="5788"/>
                    <a:pt x="7914" y="6433"/>
                  </a:cubicBezTo>
                  <a:cubicBezTo>
                    <a:pt x="7914" y="6625"/>
                    <a:pt x="7932" y="6817"/>
                    <a:pt x="7964" y="7009"/>
                  </a:cubicBezTo>
                  <a:cubicBezTo>
                    <a:pt x="7777" y="6968"/>
                    <a:pt x="7580" y="6945"/>
                    <a:pt x="7379" y="6945"/>
                  </a:cubicBezTo>
                  <a:cubicBezTo>
                    <a:pt x="7164" y="6945"/>
                    <a:pt x="6954" y="6968"/>
                    <a:pt x="6753" y="7018"/>
                  </a:cubicBezTo>
                  <a:cubicBezTo>
                    <a:pt x="6725" y="6821"/>
                    <a:pt x="6712" y="6625"/>
                    <a:pt x="6712" y="6433"/>
                  </a:cubicBezTo>
                  <a:cubicBezTo>
                    <a:pt x="6712" y="4133"/>
                    <a:pt x="8508" y="2245"/>
                    <a:pt x="10767" y="2090"/>
                  </a:cubicBezTo>
                  <a:close/>
                  <a:moveTo>
                    <a:pt x="15398" y="6721"/>
                  </a:moveTo>
                  <a:cubicBezTo>
                    <a:pt x="15338" y="7635"/>
                    <a:pt x="14995" y="8467"/>
                    <a:pt x="14461" y="9139"/>
                  </a:cubicBezTo>
                  <a:cubicBezTo>
                    <a:pt x="14173" y="8856"/>
                    <a:pt x="13889" y="8568"/>
                    <a:pt x="13601" y="8284"/>
                  </a:cubicBezTo>
                  <a:cubicBezTo>
                    <a:pt x="13930" y="7836"/>
                    <a:pt x="14141" y="7301"/>
                    <a:pt x="14195" y="6721"/>
                  </a:cubicBezTo>
                  <a:close/>
                  <a:moveTo>
                    <a:pt x="13213" y="8723"/>
                  </a:moveTo>
                  <a:cubicBezTo>
                    <a:pt x="13496" y="9007"/>
                    <a:pt x="13779" y="9290"/>
                    <a:pt x="14063" y="9573"/>
                  </a:cubicBezTo>
                  <a:cubicBezTo>
                    <a:pt x="13281" y="10319"/>
                    <a:pt x="12225" y="10780"/>
                    <a:pt x="11059" y="10780"/>
                  </a:cubicBezTo>
                  <a:cubicBezTo>
                    <a:pt x="10684" y="10780"/>
                    <a:pt x="10310" y="10730"/>
                    <a:pt x="9953" y="10634"/>
                  </a:cubicBezTo>
                  <a:cubicBezTo>
                    <a:pt x="10063" y="10337"/>
                    <a:pt x="10122" y="10017"/>
                    <a:pt x="10122" y="9683"/>
                  </a:cubicBezTo>
                  <a:cubicBezTo>
                    <a:pt x="10122" y="9596"/>
                    <a:pt x="10118" y="9514"/>
                    <a:pt x="10108" y="9432"/>
                  </a:cubicBezTo>
                  <a:lnTo>
                    <a:pt x="10108" y="9432"/>
                  </a:lnTo>
                  <a:cubicBezTo>
                    <a:pt x="10415" y="9528"/>
                    <a:pt x="10739" y="9578"/>
                    <a:pt x="11059" y="9578"/>
                  </a:cubicBezTo>
                  <a:cubicBezTo>
                    <a:pt x="11891" y="9578"/>
                    <a:pt x="12650" y="9253"/>
                    <a:pt x="13213" y="8723"/>
                  </a:cubicBezTo>
                  <a:close/>
                  <a:moveTo>
                    <a:pt x="7379" y="7530"/>
                  </a:moveTo>
                  <a:cubicBezTo>
                    <a:pt x="8568" y="7530"/>
                    <a:pt x="9537" y="8495"/>
                    <a:pt x="9537" y="9683"/>
                  </a:cubicBezTo>
                  <a:cubicBezTo>
                    <a:pt x="9537" y="10872"/>
                    <a:pt x="8568" y="11841"/>
                    <a:pt x="7379" y="11841"/>
                  </a:cubicBezTo>
                  <a:cubicBezTo>
                    <a:pt x="6190" y="11841"/>
                    <a:pt x="5226" y="10872"/>
                    <a:pt x="5226" y="9683"/>
                  </a:cubicBezTo>
                  <a:cubicBezTo>
                    <a:pt x="5226" y="8495"/>
                    <a:pt x="6190" y="7530"/>
                    <a:pt x="7379" y="7530"/>
                  </a:cubicBezTo>
                  <a:close/>
                  <a:moveTo>
                    <a:pt x="14493" y="586"/>
                  </a:moveTo>
                  <a:cubicBezTo>
                    <a:pt x="14237" y="883"/>
                    <a:pt x="14081" y="1271"/>
                    <a:pt x="14081" y="1692"/>
                  </a:cubicBezTo>
                  <a:lnTo>
                    <a:pt x="14081" y="2533"/>
                  </a:lnTo>
                  <a:cubicBezTo>
                    <a:pt x="13245" y="1884"/>
                    <a:pt x="12198" y="1495"/>
                    <a:pt x="11064" y="1495"/>
                  </a:cubicBezTo>
                  <a:lnTo>
                    <a:pt x="11059" y="1495"/>
                  </a:lnTo>
                  <a:cubicBezTo>
                    <a:pt x="8339" y="1500"/>
                    <a:pt x="6126" y="3713"/>
                    <a:pt x="6126" y="6433"/>
                  </a:cubicBezTo>
                  <a:cubicBezTo>
                    <a:pt x="6126" y="6693"/>
                    <a:pt x="6149" y="6958"/>
                    <a:pt x="6190" y="7214"/>
                  </a:cubicBezTo>
                  <a:cubicBezTo>
                    <a:pt x="5272" y="7658"/>
                    <a:pt x="4641" y="8600"/>
                    <a:pt x="4641" y="9683"/>
                  </a:cubicBezTo>
                  <a:cubicBezTo>
                    <a:pt x="4641" y="11196"/>
                    <a:pt x="5870" y="12426"/>
                    <a:pt x="7379" y="12426"/>
                  </a:cubicBezTo>
                  <a:cubicBezTo>
                    <a:pt x="8344" y="12426"/>
                    <a:pt x="9194" y="11923"/>
                    <a:pt x="9683" y="11169"/>
                  </a:cubicBezTo>
                  <a:cubicBezTo>
                    <a:pt x="10131" y="11297"/>
                    <a:pt x="10593" y="11366"/>
                    <a:pt x="11059" y="11366"/>
                  </a:cubicBezTo>
                  <a:cubicBezTo>
                    <a:pt x="12198" y="11366"/>
                    <a:pt x="13245" y="10977"/>
                    <a:pt x="14081" y="10328"/>
                  </a:cubicBezTo>
                  <a:lnTo>
                    <a:pt x="14081" y="13286"/>
                  </a:lnTo>
                  <a:lnTo>
                    <a:pt x="3809" y="13286"/>
                  </a:lnTo>
                  <a:lnTo>
                    <a:pt x="3809" y="1692"/>
                  </a:lnTo>
                  <a:cubicBezTo>
                    <a:pt x="3809" y="1079"/>
                    <a:pt x="4307" y="586"/>
                    <a:pt x="4920" y="586"/>
                  </a:cubicBezTo>
                  <a:close/>
                  <a:moveTo>
                    <a:pt x="17583" y="3461"/>
                  </a:moveTo>
                  <a:cubicBezTo>
                    <a:pt x="17830" y="3461"/>
                    <a:pt x="18026" y="3662"/>
                    <a:pt x="18026" y="3905"/>
                  </a:cubicBezTo>
                  <a:lnTo>
                    <a:pt x="18026" y="13286"/>
                  </a:lnTo>
                  <a:lnTo>
                    <a:pt x="16641" y="13286"/>
                  </a:lnTo>
                  <a:cubicBezTo>
                    <a:pt x="16477" y="13286"/>
                    <a:pt x="16349" y="13418"/>
                    <a:pt x="16349" y="13578"/>
                  </a:cubicBezTo>
                  <a:cubicBezTo>
                    <a:pt x="16349" y="13738"/>
                    <a:pt x="16477" y="13871"/>
                    <a:pt x="16641" y="13871"/>
                  </a:cubicBezTo>
                  <a:lnTo>
                    <a:pt x="18026" y="13871"/>
                  </a:lnTo>
                  <a:lnTo>
                    <a:pt x="18026" y="14748"/>
                  </a:lnTo>
                  <a:cubicBezTo>
                    <a:pt x="18026" y="14995"/>
                    <a:pt x="17830" y="15192"/>
                    <a:pt x="17583" y="15192"/>
                  </a:cubicBezTo>
                  <a:lnTo>
                    <a:pt x="1029" y="15192"/>
                  </a:lnTo>
                  <a:cubicBezTo>
                    <a:pt x="782" y="15192"/>
                    <a:pt x="586" y="14995"/>
                    <a:pt x="586" y="14748"/>
                  </a:cubicBezTo>
                  <a:lnTo>
                    <a:pt x="586" y="13871"/>
                  </a:lnTo>
                  <a:lnTo>
                    <a:pt x="15338" y="13871"/>
                  </a:lnTo>
                  <a:cubicBezTo>
                    <a:pt x="15503" y="13871"/>
                    <a:pt x="15631" y="13738"/>
                    <a:pt x="15631" y="13578"/>
                  </a:cubicBezTo>
                  <a:cubicBezTo>
                    <a:pt x="15631" y="13418"/>
                    <a:pt x="15503" y="13286"/>
                    <a:pt x="15338" y="13286"/>
                  </a:cubicBezTo>
                  <a:lnTo>
                    <a:pt x="14662" y="13286"/>
                  </a:lnTo>
                  <a:lnTo>
                    <a:pt x="14662" y="9797"/>
                  </a:lnTo>
                  <a:cubicBezTo>
                    <a:pt x="15489" y="8915"/>
                    <a:pt x="15992" y="7731"/>
                    <a:pt x="15992" y="6437"/>
                  </a:cubicBezTo>
                  <a:cubicBezTo>
                    <a:pt x="15992" y="6433"/>
                    <a:pt x="15992" y="6433"/>
                    <a:pt x="15992" y="6428"/>
                  </a:cubicBezTo>
                  <a:cubicBezTo>
                    <a:pt x="15992" y="6428"/>
                    <a:pt x="15992" y="6428"/>
                    <a:pt x="15992" y="6424"/>
                  </a:cubicBezTo>
                  <a:cubicBezTo>
                    <a:pt x="15992" y="5313"/>
                    <a:pt x="15622" y="4289"/>
                    <a:pt x="15000" y="3461"/>
                  </a:cubicBezTo>
                  <a:close/>
                  <a:moveTo>
                    <a:pt x="9807" y="15777"/>
                  </a:moveTo>
                  <a:lnTo>
                    <a:pt x="9807" y="16106"/>
                  </a:lnTo>
                  <a:cubicBezTo>
                    <a:pt x="9807" y="16381"/>
                    <a:pt x="9583" y="16605"/>
                    <a:pt x="9308" y="16605"/>
                  </a:cubicBezTo>
                  <a:cubicBezTo>
                    <a:pt x="9029" y="16605"/>
                    <a:pt x="8805" y="16381"/>
                    <a:pt x="8805" y="16106"/>
                  </a:cubicBezTo>
                  <a:lnTo>
                    <a:pt x="8805" y="15777"/>
                  </a:lnTo>
                  <a:close/>
                  <a:moveTo>
                    <a:pt x="11137" y="15777"/>
                  </a:moveTo>
                  <a:lnTo>
                    <a:pt x="11334" y="17981"/>
                  </a:lnTo>
                  <a:lnTo>
                    <a:pt x="7279" y="17981"/>
                  </a:lnTo>
                  <a:lnTo>
                    <a:pt x="7475" y="15777"/>
                  </a:lnTo>
                  <a:lnTo>
                    <a:pt x="8220" y="15777"/>
                  </a:lnTo>
                  <a:lnTo>
                    <a:pt x="8220" y="16106"/>
                  </a:lnTo>
                  <a:cubicBezTo>
                    <a:pt x="8220" y="16705"/>
                    <a:pt x="8709" y="17190"/>
                    <a:pt x="9308" y="17190"/>
                  </a:cubicBezTo>
                  <a:cubicBezTo>
                    <a:pt x="9907" y="17190"/>
                    <a:pt x="10392" y="16705"/>
                    <a:pt x="10392" y="16106"/>
                  </a:cubicBezTo>
                  <a:lnTo>
                    <a:pt x="10392" y="15777"/>
                  </a:lnTo>
                  <a:close/>
                  <a:moveTo>
                    <a:pt x="12595" y="18561"/>
                  </a:moveTo>
                  <a:cubicBezTo>
                    <a:pt x="12632" y="18561"/>
                    <a:pt x="12664" y="18593"/>
                    <a:pt x="12664" y="18634"/>
                  </a:cubicBezTo>
                  <a:lnTo>
                    <a:pt x="12664" y="19306"/>
                  </a:lnTo>
                  <a:cubicBezTo>
                    <a:pt x="12664" y="19343"/>
                    <a:pt x="12632" y="19375"/>
                    <a:pt x="12595" y="19375"/>
                  </a:cubicBezTo>
                  <a:lnTo>
                    <a:pt x="6017" y="19375"/>
                  </a:lnTo>
                  <a:cubicBezTo>
                    <a:pt x="5980" y="19375"/>
                    <a:pt x="5948" y="19343"/>
                    <a:pt x="5948" y="19306"/>
                  </a:cubicBezTo>
                  <a:lnTo>
                    <a:pt x="5948" y="18634"/>
                  </a:lnTo>
                  <a:cubicBezTo>
                    <a:pt x="5948" y="18593"/>
                    <a:pt x="5980" y="18561"/>
                    <a:pt x="6017" y="18561"/>
                  </a:cubicBezTo>
                  <a:lnTo>
                    <a:pt x="6959" y="18561"/>
                  </a:lnTo>
                  <a:cubicBezTo>
                    <a:pt x="6959" y="18561"/>
                    <a:pt x="6959" y="18566"/>
                    <a:pt x="6959" y="18566"/>
                  </a:cubicBezTo>
                  <a:cubicBezTo>
                    <a:pt x="6959" y="18566"/>
                    <a:pt x="6959" y="18561"/>
                    <a:pt x="6963" y="18561"/>
                  </a:cubicBezTo>
                  <a:lnTo>
                    <a:pt x="11649" y="18561"/>
                  </a:lnTo>
                  <a:cubicBezTo>
                    <a:pt x="11654" y="18561"/>
                    <a:pt x="11654" y="18566"/>
                    <a:pt x="11654" y="18566"/>
                  </a:cubicBezTo>
                  <a:cubicBezTo>
                    <a:pt x="11654" y="18566"/>
                    <a:pt x="11654" y="18561"/>
                    <a:pt x="11654" y="18561"/>
                  </a:cubicBezTo>
                  <a:close/>
                  <a:moveTo>
                    <a:pt x="4920" y="0"/>
                  </a:moveTo>
                  <a:cubicBezTo>
                    <a:pt x="3982" y="0"/>
                    <a:pt x="3223" y="759"/>
                    <a:pt x="3223" y="1692"/>
                  </a:cubicBezTo>
                  <a:lnTo>
                    <a:pt x="3223" y="2876"/>
                  </a:lnTo>
                  <a:lnTo>
                    <a:pt x="1029" y="2876"/>
                  </a:lnTo>
                  <a:cubicBezTo>
                    <a:pt x="462" y="2876"/>
                    <a:pt x="0" y="3338"/>
                    <a:pt x="0" y="3905"/>
                  </a:cubicBezTo>
                  <a:lnTo>
                    <a:pt x="0" y="6629"/>
                  </a:lnTo>
                  <a:cubicBezTo>
                    <a:pt x="0" y="6789"/>
                    <a:pt x="133" y="6922"/>
                    <a:pt x="293" y="6922"/>
                  </a:cubicBezTo>
                  <a:cubicBezTo>
                    <a:pt x="453" y="6922"/>
                    <a:pt x="586" y="6789"/>
                    <a:pt x="586" y="6629"/>
                  </a:cubicBezTo>
                  <a:lnTo>
                    <a:pt x="586" y="3905"/>
                  </a:lnTo>
                  <a:cubicBezTo>
                    <a:pt x="586" y="3662"/>
                    <a:pt x="782" y="3461"/>
                    <a:pt x="1029" y="3461"/>
                  </a:cubicBezTo>
                  <a:lnTo>
                    <a:pt x="3223" y="3461"/>
                  </a:lnTo>
                  <a:lnTo>
                    <a:pt x="3223" y="13286"/>
                  </a:lnTo>
                  <a:lnTo>
                    <a:pt x="586" y="13286"/>
                  </a:lnTo>
                  <a:lnTo>
                    <a:pt x="586" y="7928"/>
                  </a:lnTo>
                  <a:cubicBezTo>
                    <a:pt x="586" y="7768"/>
                    <a:pt x="453" y="7635"/>
                    <a:pt x="293" y="7635"/>
                  </a:cubicBezTo>
                  <a:cubicBezTo>
                    <a:pt x="133" y="7635"/>
                    <a:pt x="0" y="7768"/>
                    <a:pt x="0" y="7928"/>
                  </a:cubicBezTo>
                  <a:lnTo>
                    <a:pt x="0" y="14748"/>
                  </a:lnTo>
                  <a:cubicBezTo>
                    <a:pt x="0" y="15315"/>
                    <a:pt x="462" y="15777"/>
                    <a:pt x="1029" y="15777"/>
                  </a:cubicBezTo>
                  <a:lnTo>
                    <a:pt x="6890" y="15777"/>
                  </a:lnTo>
                  <a:lnTo>
                    <a:pt x="6693" y="17981"/>
                  </a:lnTo>
                  <a:lnTo>
                    <a:pt x="6017" y="17981"/>
                  </a:lnTo>
                  <a:cubicBezTo>
                    <a:pt x="5656" y="17981"/>
                    <a:pt x="5363" y="18273"/>
                    <a:pt x="5363" y="18634"/>
                  </a:cubicBezTo>
                  <a:lnTo>
                    <a:pt x="5363" y="19306"/>
                  </a:lnTo>
                  <a:cubicBezTo>
                    <a:pt x="5363" y="19668"/>
                    <a:pt x="5656" y="19960"/>
                    <a:pt x="6017" y="19960"/>
                  </a:cubicBezTo>
                  <a:lnTo>
                    <a:pt x="12595" y="19960"/>
                  </a:lnTo>
                  <a:cubicBezTo>
                    <a:pt x="12957" y="19960"/>
                    <a:pt x="13249" y="19668"/>
                    <a:pt x="13249" y="19306"/>
                  </a:cubicBezTo>
                  <a:lnTo>
                    <a:pt x="13249" y="18634"/>
                  </a:lnTo>
                  <a:cubicBezTo>
                    <a:pt x="13249" y="18273"/>
                    <a:pt x="12957" y="17981"/>
                    <a:pt x="12595" y="17981"/>
                  </a:cubicBezTo>
                  <a:lnTo>
                    <a:pt x="11919" y="17981"/>
                  </a:lnTo>
                  <a:lnTo>
                    <a:pt x="11722" y="15777"/>
                  </a:lnTo>
                  <a:lnTo>
                    <a:pt x="17583" y="15777"/>
                  </a:lnTo>
                  <a:cubicBezTo>
                    <a:pt x="18150" y="15777"/>
                    <a:pt x="18612" y="15315"/>
                    <a:pt x="18612" y="14748"/>
                  </a:cubicBezTo>
                  <a:lnTo>
                    <a:pt x="18612" y="3905"/>
                  </a:lnTo>
                  <a:cubicBezTo>
                    <a:pt x="18612" y="3338"/>
                    <a:pt x="18150" y="2876"/>
                    <a:pt x="17583" y="2876"/>
                  </a:cubicBezTo>
                  <a:lnTo>
                    <a:pt x="17482" y="2876"/>
                  </a:lnTo>
                  <a:lnTo>
                    <a:pt x="17482" y="1692"/>
                  </a:lnTo>
                  <a:cubicBezTo>
                    <a:pt x="17482" y="759"/>
                    <a:pt x="16724" y="0"/>
                    <a:pt x="157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4166950" y="2027928"/>
              <a:ext cx="47668" cy="83133"/>
            </a:xfrm>
            <a:custGeom>
              <a:rect b="b" l="l" r="r" t="t"/>
              <a:pathLst>
                <a:path extrusionOk="0" h="3397" w="1948">
                  <a:moveTo>
                    <a:pt x="974" y="0"/>
                  </a:moveTo>
                  <a:cubicBezTo>
                    <a:pt x="814" y="0"/>
                    <a:pt x="682" y="128"/>
                    <a:pt x="682" y="293"/>
                  </a:cubicBezTo>
                  <a:lnTo>
                    <a:pt x="682" y="393"/>
                  </a:lnTo>
                  <a:cubicBezTo>
                    <a:pt x="298" y="457"/>
                    <a:pt x="0" y="791"/>
                    <a:pt x="0" y="1193"/>
                  </a:cubicBezTo>
                  <a:cubicBezTo>
                    <a:pt x="0" y="1646"/>
                    <a:pt x="366" y="2012"/>
                    <a:pt x="819" y="2012"/>
                  </a:cubicBezTo>
                  <a:lnTo>
                    <a:pt x="1134" y="2012"/>
                  </a:lnTo>
                  <a:cubicBezTo>
                    <a:pt x="1262" y="2012"/>
                    <a:pt x="1363" y="2112"/>
                    <a:pt x="1363" y="2240"/>
                  </a:cubicBezTo>
                  <a:cubicBezTo>
                    <a:pt x="1363" y="2368"/>
                    <a:pt x="1262" y="2469"/>
                    <a:pt x="1134" y="2469"/>
                  </a:cubicBezTo>
                  <a:lnTo>
                    <a:pt x="819" y="2469"/>
                  </a:lnTo>
                  <a:cubicBezTo>
                    <a:pt x="723" y="2469"/>
                    <a:pt x="640" y="2414"/>
                    <a:pt x="604" y="2332"/>
                  </a:cubicBezTo>
                  <a:cubicBezTo>
                    <a:pt x="559" y="2219"/>
                    <a:pt x="451" y="2152"/>
                    <a:pt x="337" y="2152"/>
                  </a:cubicBezTo>
                  <a:cubicBezTo>
                    <a:pt x="298" y="2152"/>
                    <a:pt x="258" y="2160"/>
                    <a:pt x="220" y="2176"/>
                  </a:cubicBezTo>
                  <a:cubicBezTo>
                    <a:pt x="73" y="2236"/>
                    <a:pt x="5" y="2409"/>
                    <a:pt x="64" y="2560"/>
                  </a:cubicBezTo>
                  <a:cubicBezTo>
                    <a:pt x="179" y="2816"/>
                    <a:pt x="412" y="2999"/>
                    <a:pt x="682" y="3045"/>
                  </a:cubicBezTo>
                  <a:lnTo>
                    <a:pt x="682" y="3104"/>
                  </a:lnTo>
                  <a:cubicBezTo>
                    <a:pt x="682" y="3264"/>
                    <a:pt x="814" y="3397"/>
                    <a:pt x="974" y="3397"/>
                  </a:cubicBezTo>
                  <a:cubicBezTo>
                    <a:pt x="1139" y="3397"/>
                    <a:pt x="1267" y="3264"/>
                    <a:pt x="1267" y="3104"/>
                  </a:cubicBezTo>
                  <a:lnTo>
                    <a:pt x="1267" y="3045"/>
                  </a:lnTo>
                  <a:cubicBezTo>
                    <a:pt x="1655" y="2981"/>
                    <a:pt x="1948" y="2642"/>
                    <a:pt x="1948" y="2240"/>
                  </a:cubicBezTo>
                  <a:cubicBezTo>
                    <a:pt x="1948" y="1792"/>
                    <a:pt x="1582" y="1426"/>
                    <a:pt x="1134" y="1426"/>
                  </a:cubicBezTo>
                  <a:lnTo>
                    <a:pt x="819" y="1426"/>
                  </a:lnTo>
                  <a:cubicBezTo>
                    <a:pt x="691" y="1426"/>
                    <a:pt x="586" y="1321"/>
                    <a:pt x="586" y="1193"/>
                  </a:cubicBezTo>
                  <a:cubicBezTo>
                    <a:pt x="586" y="1070"/>
                    <a:pt x="691" y="965"/>
                    <a:pt x="819" y="965"/>
                  </a:cubicBezTo>
                  <a:lnTo>
                    <a:pt x="1134" y="965"/>
                  </a:lnTo>
                  <a:cubicBezTo>
                    <a:pt x="1212" y="965"/>
                    <a:pt x="1280" y="1001"/>
                    <a:pt x="1326" y="1065"/>
                  </a:cubicBezTo>
                  <a:cubicBezTo>
                    <a:pt x="1383" y="1148"/>
                    <a:pt x="1474" y="1194"/>
                    <a:pt x="1568" y="1194"/>
                  </a:cubicBezTo>
                  <a:cubicBezTo>
                    <a:pt x="1624" y="1194"/>
                    <a:pt x="1682" y="1177"/>
                    <a:pt x="1733" y="1143"/>
                  </a:cubicBezTo>
                  <a:cubicBezTo>
                    <a:pt x="1866" y="1056"/>
                    <a:pt x="1902" y="873"/>
                    <a:pt x="1811" y="741"/>
                  </a:cubicBezTo>
                  <a:cubicBezTo>
                    <a:pt x="1683" y="553"/>
                    <a:pt x="1486" y="425"/>
                    <a:pt x="1267" y="393"/>
                  </a:cubicBezTo>
                  <a:lnTo>
                    <a:pt x="1267" y="293"/>
                  </a:lnTo>
                  <a:cubicBezTo>
                    <a:pt x="1267" y="128"/>
                    <a:pt x="1139" y="0"/>
                    <a:pt x="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4123657" y="1869156"/>
              <a:ext cx="33475" cy="23298"/>
            </a:xfrm>
            <a:custGeom>
              <a:rect b="b" l="l" r="r" t="t"/>
              <a:pathLst>
                <a:path extrusionOk="0" h="952" w="1368">
                  <a:moveTo>
                    <a:pt x="681" y="1"/>
                  </a:moveTo>
                  <a:cubicBezTo>
                    <a:pt x="604" y="1"/>
                    <a:pt x="530" y="33"/>
                    <a:pt x="476" y="88"/>
                  </a:cubicBezTo>
                  <a:lnTo>
                    <a:pt x="114" y="454"/>
                  </a:lnTo>
                  <a:cubicBezTo>
                    <a:pt x="0" y="568"/>
                    <a:pt x="0" y="751"/>
                    <a:pt x="114" y="865"/>
                  </a:cubicBezTo>
                  <a:cubicBezTo>
                    <a:pt x="172" y="922"/>
                    <a:pt x="246" y="951"/>
                    <a:pt x="320" y="951"/>
                  </a:cubicBezTo>
                  <a:cubicBezTo>
                    <a:pt x="394" y="951"/>
                    <a:pt x="469" y="922"/>
                    <a:pt x="526" y="865"/>
                  </a:cubicBezTo>
                  <a:lnTo>
                    <a:pt x="681" y="710"/>
                  </a:lnTo>
                  <a:lnTo>
                    <a:pt x="841" y="865"/>
                  </a:lnTo>
                  <a:cubicBezTo>
                    <a:pt x="896" y="924"/>
                    <a:pt x="974" y="952"/>
                    <a:pt x="1047" y="952"/>
                  </a:cubicBezTo>
                  <a:cubicBezTo>
                    <a:pt x="1120" y="952"/>
                    <a:pt x="1198" y="924"/>
                    <a:pt x="1253" y="865"/>
                  </a:cubicBezTo>
                  <a:cubicBezTo>
                    <a:pt x="1367" y="751"/>
                    <a:pt x="1367" y="568"/>
                    <a:pt x="1253" y="454"/>
                  </a:cubicBezTo>
                  <a:lnTo>
                    <a:pt x="892" y="88"/>
                  </a:lnTo>
                  <a:cubicBezTo>
                    <a:pt x="837" y="33"/>
                    <a:pt x="759" y="1"/>
                    <a:pt x="6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4123657" y="1900969"/>
              <a:ext cx="33475" cy="23249"/>
            </a:xfrm>
            <a:custGeom>
              <a:rect b="b" l="l" r="r" t="t"/>
              <a:pathLst>
                <a:path extrusionOk="0" h="950" w="1368">
                  <a:moveTo>
                    <a:pt x="684" y="0"/>
                  </a:moveTo>
                  <a:cubicBezTo>
                    <a:pt x="608" y="0"/>
                    <a:pt x="533" y="29"/>
                    <a:pt x="476" y="86"/>
                  </a:cubicBezTo>
                  <a:lnTo>
                    <a:pt x="114" y="447"/>
                  </a:lnTo>
                  <a:cubicBezTo>
                    <a:pt x="0" y="562"/>
                    <a:pt x="0" y="749"/>
                    <a:pt x="114" y="863"/>
                  </a:cubicBezTo>
                  <a:cubicBezTo>
                    <a:pt x="172" y="920"/>
                    <a:pt x="246" y="949"/>
                    <a:pt x="320" y="949"/>
                  </a:cubicBezTo>
                  <a:cubicBezTo>
                    <a:pt x="394" y="949"/>
                    <a:pt x="469" y="920"/>
                    <a:pt x="526" y="863"/>
                  </a:cubicBezTo>
                  <a:lnTo>
                    <a:pt x="681" y="703"/>
                  </a:lnTo>
                  <a:lnTo>
                    <a:pt x="841" y="863"/>
                  </a:lnTo>
                  <a:cubicBezTo>
                    <a:pt x="896" y="918"/>
                    <a:pt x="974" y="946"/>
                    <a:pt x="1047" y="946"/>
                  </a:cubicBezTo>
                  <a:cubicBezTo>
                    <a:pt x="1120" y="946"/>
                    <a:pt x="1198" y="918"/>
                    <a:pt x="1253" y="863"/>
                  </a:cubicBezTo>
                  <a:cubicBezTo>
                    <a:pt x="1367" y="749"/>
                    <a:pt x="1367" y="562"/>
                    <a:pt x="1253" y="447"/>
                  </a:cubicBezTo>
                  <a:lnTo>
                    <a:pt x="892" y="86"/>
                  </a:lnTo>
                  <a:cubicBezTo>
                    <a:pt x="834" y="29"/>
                    <a:pt x="759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4123657" y="1932635"/>
              <a:ext cx="33475" cy="23249"/>
            </a:xfrm>
            <a:custGeom>
              <a:rect b="b" l="l" r="r" t="t"/>
              <a:pathLst>
                <a:path extrusionOk="0" h="950" w="1368">
                  <a:moveTo>
                    <a:pt x="684" y="0"/>
                  </a:moveTo>
                  <a:cubicBezTo>
                    <a:pt x="608" y="0"/>
                    <a:pt x="533" y="29"/>
                    <a:pt x="476" y="86"/>
                  </a:cubicBezTo>
                  <a:lnTo>
                    <a:pt x="114" y="452"/>
                  </a:lnTo>
                  <a:cubicBezTo>
                    <a:pt x="0" y="566"/>
                    <a:pt x="0" y="749"/>
                    <a:pt x="114" y="863"/>
                  </a:cubicBezTo>
                  <a:cubicBezTo>
                    <a:pt x="172" y="920"/>
                    <a:pt x="246" y="949"/>
                    <a:pt x="320" y="949"/>
                  </a:cubicBezTo>
                  <a:cubicBezTo>
                    <a:pt x="394" y="949"/>
                    <a:pt x="469" y="920"/>
                    <a:pt x="526" y="863"/>
                  </a:cubicBezTo>
                  <a:lnTo>
                    <a:pt x="681" y="708"/>
                  </a:lnTo>
                  <a:lnTo>
                    <a:pt x="841" y="863"/>
                  </a:lnTo>
                  <a:cubicBezTo>
                    <a:pt x="896" y="923"/>
                    <a:pt x="974" y="950"/>
                    <a:pt x="1047" y="950"/>
                  </a:cubicBezTo>
                  <a:cubicBezTo>
                    <a:pt x="1120" y="950"/>
                    <a:pt x="1198" y="923"/>
                    <a:pt x="1253" y="863"/>
                  </a:cubicBezTo>
                  <a:cubicBezTo>
                    <a:pt x="1367" y="749"/>
                    <a:pt x="1367" y="566"/>
                    <a:pt x="1253" y="452"/>
                  </a:cubicBezTo>
                  <a:lnTo>
                    <a:pt x="892" y="86"/>
                  </a:lnTo>
                  <a:cubicBezTo>
                    <a:pt x="834" y="29"/>
                    <a:pt x="759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5" name="Google Shape;1215;p34"/>
          <p:cNvGrpSpPr/>
          <p:nvPr/>
        </p:nvGrpSpPr>
        <p:grpSpPr>
          <a:xfrm>
            <a:off x="4750519" y="1832473"/>
            <a:ext cx="311258" cy="488496"/>
            <a:chOff x="4750519" y="1832473"/>
            <a:chExt cx="311258" cy="488496"/>
          </a:xfrm>
        </p:grpSpPr>
        <p:sp>
          <p:nvSpPr>
            <p:cNvPr id="1216" name="Google Shape;1216;p34"/>
            <p:cNvSpPr/>
            <p:nvPr/>
          </p:nvSpPr>
          <p:spPr>
            <a:xfrm>
              <a:off x="4750519" y="1832473"/>
              <a:ext cx="311258" cy="488496"/>
            </a:xfrm>
            <a:custGeom>
              <a:rect b="b" l="l" r="r" t="t"/>
              <a:pathLst>
                <a:path extrusionOk="0" h="19961" w="12720">
                  <a:moveTo>
                    <a:pt x="9286" y="581"/>
                  </a:moveTo>
                  <a:cubicBezTo>
                    <a:pt x="9286" y="581"/>
                    <a:pt x="9291" y="586"/>
                    <a:pt x="9291" y="586"/>
                  </a:cubicBezTo>
                  <a:cubicBezTo>
                    <a:pt x="9661" y="586"/>
                    <a:pt x="9963" y="883"/>
                    <a:pt x="9963" y="1253"/>
                  </a:cubicBezTo>
                  <a:lnTo>
                    <a:pt x="9963" y="4696"/>
                  </a:lnTo>
                  <a:lnTo>
                    <a:pt x="8609" y="4696"/>
                  </a:lnTo>
                  <a:lnTo>
                    <a:pt x="8609" y="1253"/>
                  </a:lnTo>
                  <a:cubicBezTo>
                    <a:pt x="8609" y="883"/>
                    <a:pt x="8911" y="586"/>
                    <a:pt x="9281" y="586"/>
                  </a:cubicBezTo>
                  <a:cubicBezTo>
                    <a:pt x="9281" y="586"/>
                    <a:pt x="9286" y="581"/>
                    <a:pt x="9286" y="581"/>
                  </a:cubicBezTo>
                  <a:close/>
                  <a:moveTo>
                    <a:pt x="2717" y="5276"/>
                  </a:moveTo>
                  <a:lnTo>
                    <a:pt x="2717" y="6547"/>
                  </a:lnTo>
                  <a:lnTo>
                    <a:pt x="2323" y="6547"/>
                  </a:lnTo>
                  <a:cubicBezTo>
                    <a:pt x="2269" y="6547"/>
                    <a:pt x="2227" y="6506"/>
                    <a:pt x="2227" y="6451"/>
                  </a:cubicBezTo>
                  <a:lnTo>
                    <a:pt x="2227" y="5276"/>
                  </a:lnTo>
                  <a:close/>
                  <a:moveTo>
                    <a:pt x="9231" y="5276"/>
                  </a:moveTo>
                  <a:lnTo>
                    <a:pt x="9231" y="6451"/>
                  </a:lnTo>
                  <a:cubicBezTo>
                    <a:pt x="9231" y="6506"/>
                    <a:pt x="9185" y="6547"/>
                    <a:pt x="9135" y="6547"/>
                  </a:cubicBezTo>
                  <a:lnTo>
                    <a:pt x="8609" y="6547"/>
                  </a:lnTo>
                  <a:lnTo>
                    <a:pt x="8609" y="5276"/>
                  </a:lnTo>
                  <a:close/>
                  <a:moveTo>
                    <a:pt x="12034" y="2483"/>
                  </a:moveTo>
                  <a:cubicBezTo>
                    <a:pt x="12088" y="2483"/>
                    <a:pt x="12134" y="2524"/>
                    <a:pt x="12134" y="2579"/>
                  </a:cubicBezTo>
                  <a:lnTo>
                    <a:pt x="12134" y="7777"/>
                  </a:lnTo>
                  <a:cubicBezTo>
                    <a:pt x="12134" y="8147"/>
                    <a:pt x="11846" y="8444"/>
                    <a:pt x="11499" y="8444"/>
                  </a:cubicBezTo>
                  <a:lnTo>
                    <a:pt x="11334" y="8444"/>
                  </a:lnTo>
                  <a:lnTo>
                    <a:pt x="11334" y="5765"/>
                  </a:lnTo>
                  <a:cubicBezTo>
                    <a:pt x="11334" y="5272"/>
                    <a:pt x="11000" y="4856"/>
                    <a:pt x="10548" y="4732"/>
                  </a:cubicBezTo>
                  <a:lnTo>
                    <a:pt x="10548" y="2483"/>
                  </a:lnTo>
                  <a:close/>
                  <a:moveTo>
                    <a:pt x="3974" y="0"/>
                  </a:moveTo>
                  <a:cubicBezTo>
                    <a:pt x="3283" y="0"/>
                    <a:pt x="2717" y="563"/>
                    <a:pt x="2717" y="1253"/>
                  </a:cubicBezTo>
                  <a:lnTo>
                    <a:pt x="2717" y="2501"/>
                  </a:lnTo>
                  <a:cubicBezTo>
                    <a:pt x="2717" y="2666"/>
                    <a:pt x="2849" y="2794"/>
                    <a:pt x="3009" y="2794"/>
                  </a:cubicBezTo>
                  <a:cubicBezTo>
                    <a:pt x="3174" y="2794"/>
                    <a:pt x="3302" y="2666"/>
                    <a:pt x="3302" y="2501"/>
                  </a:cubicBezTo>
                  <a:lnTo>
                    <a:pt x="3302" y="1253"/>
                  </a:lnTo>
                  <a:cubicBezTo>
                    <a:pt x="3302" y="883"/>
                    <a:pt x="3603" y="586"/>
                    <a:pt x="3974" y="586"/>
                  </a:cubicBezTo>
                  <a:lnTo>
                    <a:pt x="8221" y="586"/>
                  </a:lnTo>
                  <a:cubicBezTo>
                    <a:pt x="8097" y="778"/>
                    <a:pt x="8024" y="1006"/>
                    <a:pt x="8024" y="1253"/>
                  </a:cubicBezTo>
                  <a:lnTo>
                    <a:pt x="8024" y="6547"/>
                  </a:lnTo>
                  <a:lnTo>
                    <a:pt x="3302" y="6547"/>
                  </a:lnTo>
                  <a:lnTo>
                    <a:pt x="3302" y="3804"/>
                  </a:lnTo>
                  <a:cubicBezTo>
                    <a:pt x="3302" y="3639"/>
                    <a:pt x="3174" y="3511"/>
                    <a:pt x="3009" y="3511"/>
                  </a:cubicBezTo>
                  <a:cubicBezTo>
                    <a:pt x="2849" y="3511"/>
                    <a:pt x="2717" y="3639"/>
                    <a:pt x="2717" y="3804"/>
                  </a:cubicBezTo>
                  <a:lnTo>
                    <a:pt x="2717" y="4696"/>
                  </a:lnTo>
                  <a:lnTo>
                    <a:pt x="1075" y="4696"/>
                  </a:lnTo>
                  <a:cubicBezTo>
                    <a:pt x="481" y="4696"/>
                    <a:pt x="1" y="5176"/>
                    <a:pt x="1" y="5765"/>
                  </a:cubicBezTo>
                  <a:lnTo>
                    <a:pt x="1" y="18886"/>
                  </a:lnTo>
                  <a:cubicBezTo>
                    <a:pt x="1" y="19480"/>
                    <a:pt x="481" y="19960"/>
                    <a:pt x="1075" y="19960"/>
                  </a:cubicBezTo>
                  <a:lnTo>
                    <a:pt x="10264" y="19960"/>
                  </a:lnTo>
                  <a:cubicBezTo>
                    <a:pt x="10854" y="19960"/>
                    <a:pt x="11334" y="19480"/>
                    <a:pt x="11334" y="18886"/>
                  </a:cubicBezTo>
                  <a:lnTo>
                    <a:pt x="11334" y="17139"/>
                  </a:lnTo>
                  <a:cubicBezTo>
                    <a:pt x="11334" y="16979"/>
                    <a:pt x="11206" y="16847"/>
                    <a:pt x="11041" y="16847"/>
                  </a:cubicBezTo>
                  <a:cubicBezTo>
                    <a:pt x="10881" y="16847"/>
                    <a:pt x="10753" y="16979"/>
                    <a:pt x="10753" y="17139"/>
                  </a:cubicBezTo>
                  <a:lnTo>
                    <a:pt x="10753" y="18886"/>
                  </a:lnTo>
                  <a:cubicBezTo>
                    <a:pt x="10753" y="19156"/>
                    <a:pt x="10534" y="19375"/>
                    <a:pt x="10264" y="19375"/>
                  </a:cubicBezTo>
                  <a:lnTo>
                    <a:pt x="1075" y="19375"/>
                  </a:lnTo>
                  <a:cubicBezTo>
                    <a:pt x="806" y="19375"/>
                    <a:pt x="586" y="19156"/>
                    <a:pt x="586" y="18886"/>
                  </a:cubicBezTo>
                  <a:lnTo>
                    <a:pt x="586" y="5765"/>
                  </a:lnTo>
                  <a:cubicBezTo>
                    <a:pt x="586" y="5496"/>
                    <a:pt x="806" y="5276"/>
                    <a:pt x="1075" y="5276"/>
                  </a:cubicBezTo>
                  <a:lnTo>
                    <a:pt x="1642" y="5276"/>
                  </a:lnTo>
                  <a:lnTo>
                    <a:pt x="1642" y="6451"/>
                  </a:lnTo>
                  <a:cubicBezTo>
                    <a:pt x="1642" y="6826"/>
                    <a:pt x="1949" y="7132"/>
                    <a:pt x="2323" y="7132"/>
                  </a:cubicBezTo>
                  <a:lnTo>
                    <a:pt x="9135" y="7132"/>
                  </a:lnTo>
                  <a:cubicBezTo>
                    <a:pt x="9510" y="7132"/>
                    <a:pt x="9816" y="6826"/>
                    <a:pt x="9816" y="6451"/>
                  </a:cubicBezTo>
                  <a:lnTo>
                    <a:pt x="9816" y="5276"/>
                  </a:lnTo>
                  <a:lnTo>
                    <a:pt x="10264" y="5276"/>
                  </a:lnTo>
                  <a:cubicBezTo>
                    <a:pt x="10534" y="5276"/>
                    <a:pt x="10753" y="5496"/>
                    <a:pt x="10753" y="5765"/>
                  </a:cubicBezTo>
                  <a:lnTo>
                    <a:pt x="10753" y="15841"/>
                  </a:lnTo>
                  <a:cubicBezTo>
                    <a:pt x="10753" y="16001"/>
                    <a:pt x="10881" y="16134"/>
                    <a:pt x="11046" y="16134"/>
                  </a:cubicBezTo>
                  <a:cubicBezTo>
                    <a:pt x="11206" y="16134"/>
                    <a:pt x="11334" y="16001"/>
                    <a:pt x="11334" y="15841"/>
                  </a:cubicBezTo>
                  <a:lnTo>
                    <a:pt x="11334" y="9029"/>
                  </a:lnTo>
                  <a:lnTo>
                    <a:pt x="11499" y="9029"/>
                  </a:lnTo>
                  <a:cubicBezTo>
                    <a:pt x="12171" y="9029"/>
                    <a:pt x="12719" y="8467"/>
                    <a:pt x="12719" y="7777"/>
                  </a:cubicBezTo>
                  <a:lnTo>
                    <a:pt x="12719" y="2579"/>
                  </a:lnTo>
                  <a:cubicBezTo>
                    <a:pt x="12719" y="2204"/>
                    <a:pt x="12413" y="1898"/>
                    <a:pt x="12034" y="1898"/>
                  </a:cubicBezTo>
                  <a:lnTo>
                    <a:pt x="10548" y="1898"/>
                  </a:lnTo>
                  <a:lnTo>
                    <a:pt x="10548" y="1253"/>
                  </a:lnTo>
                  <a:cubicBezTo>
                    <a:pt x="10548" y="563"/>
                    <a:pt x="9981" y="0"/>
                    <a:pt x="9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4783093" y="2025236"/>
              <a:ext cx="212351" cy="88395"/>
            </a:xfrm>
            <a:custGeom>
              <a:rect b="b" l="l" r="r" t="t"/>
              <a:pathLst>
                <a:path extrusionOk="0" h="3612" w="8678">
                  <a:moveTo>
                    <a:pt x="682" y="0"/>
                  </a:moveTo>
                  <a:cubicBezTo>
                    <a:pt x="307" y="0"/>
                    <a:pt x="0" y="307"/>
                    <a:pt x="0" y="686"/>
                  </a:cubicBezTo>
                  <a:lnTo>
                    <a:pt x="0" y="2931"/>
                  </a:lnTo>
                  <a:cubicBezTo>
                    <a:pt x="0" y="3306"/>
                    <a:pt x="307" y="3612"/>
                    <a:pt x="682" y="3612"/>
                  </a:cubicBezTo>
                  <a:lnTo>
                    <a:pt x="5381" y="3612"/>
                  </a:lnTo>
                  <a:cubicBezTo>
                    <a:pt x="5541" y="3612"/>
                    <a:pt x="5674" y="3479"/>
                    <a:pt x="5674" y="3319"/>
                  </a:cubicBezTo>
                  <a:cubicBezTo>
                    <a:pt x="5674" y="3159"/>
                    <a:pt x="5541" y="3027"/>
                    <a:pt x="5381" y="3027"/>
                  </a:cubicBezTo>
                  <a:lnTo>
                    <a:pt x="682" y="3027"/>
                  </a:lnTo>
                  <a:cubicBezTo>
                    <a:pt x="627" y="3027"/>
                    <a:pt x="586" y="2981"/>
                    <a:pt x="586" y="2931"/>
                  </a:cubicBezTo>
                  <a:lnTo>
                    <a:pt x="586" y="686"/>
                  </a:lnTo>
                  <a:cubicBezTo>
                    <a:pt x="586" y="631"/>
                    <a:pt x="627" y="586"/>
                    <a:pt x="682" y="586"/>
                  </a:cubicBezTo>
                  <a:lnTo>
                    <a:pt x="7992" y="586"/>
                  </a:lnTo>
                  <a:cubicBezTo>
                    <a:pt x="8046" y="586"/>
                    <a:pt x="8092" y="631"/>
                    <a:pt x="8092" y="686"/>
                  </a:cubicBezTo>
                  <a:lnTo>
                    <a:pt x="8092" y="2931"/>
                  </a:lnTo>
                  <a:cubicBezTo>
                    <a:pt x="8092" y="2981"/>
                    <a:pt x="8046" y="3027"/>
                    <a:pt x="7992" y="3027"/>
                  </a:cubicBezTo>
                  <a:lnTo>
                    <a:pt x="6679" y="3027"/>
                  </a:lnTo>
                  <a:cubicBezTo>
                    <a:pt x="6519" y="3027"/>
                    <a:pt x="6387" y="3159"/>
                    <a:pt x="6387" y="3319"/>
                  </a:cubicBezTo>
                  <a:cubicBezTo>
                    <a:pt x="6387" y="3479"/>
                    <a:pt x="6519" y="3612"/>
                    <a:pt x="6679" y="3612"/>
                  </a:cubicBezTo>
                  <a:lnTo>
                    <a:pt x="7992" y="3612"/>
                  </a:lnTo>
                  <a:cubicBezTo>
                    <a:pt x="8371" y="3612"/>
                    <a:pt x="8677" y="3306"/>
                    <a:pt x="8677" y="2931"/>
                  </a:cubicBezTo>
                  <a:lnTo>
                    <a:pt x="8677" y="686"/>
                  </a:lnTo>
                  <a:cubicBezTo>
                    <a:pt x="8677" y="307"/>
                    <a:pt x="8371" y="0"/>
                    <a:pt x="7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34"/>
            <p:cNvSpPr/>
            <p:nvPr/>
          </p:nvSpPr>
          <p:spPr>
            <a:xfrm>
              <a:off x="4780964" y="2130292"/>
              <a:ext cx="46101" cy="43757"/>
            </a:xfrm>
            <a:custGeom>
              <a:rect b="b" l="l" r="r" t="t"/>
              <a:pathLst>
                <a:path extrusionOk="0" h="1788" w="1884">
                  <a:moveTo>
                    <a:pt x="1281" y="585"/>
                  </a:moveTo>
                  <a:cubicBezTo>
                    <a:pt x="1290" y="585"/>
                    <a:pt x="1299" y="594"/>
                    <a:pt x="1299" y="604"/>
                  </a:cubicBezTo>
                  <a:lnTo>
                    <a:pt x="1299" y="1180"/>
                  </a:lnTo>
                  <a:cubicBezTo>
                    <a:pt x="1299" y="1193"/>
                    <a:pt x="1290" y="1202"/>
                    <a:pt x="1281" y="1202"/>
                  </a:cubicBezTo>
                  <a:lnTo>
                    <a:pt x="604" y="1202"/>
                  </a:lnTo>
                  <a:cubicBezTo>
                    <a:pt x="595" y="1202"/>
                    <a:pt x="586" y="1193"/>
                    <a:pt x="586" y="1180"/>
                  </a:cubicBezTo>
                  <a:lnTo>
                    <a:pt x="586" y="604"/>
                  </a:lnTo>
                  <a:cubicBezTo>
                    <a:pt x="586" y="594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4"/>
            <p:cNvSpPr/>
            <p:nvPr/>
          </p:nvSpPr>
          <p:spPr>
            <a:xfrm>
              <a:off x="4780964" y="2182759"/>
              <a:ext cx="46101" cy="43659"/>
            </a:xfrm>
            <a:custGeom>
              <a:rect b="b" l="l" r="r" t="t"/>
              <a:pathLst>
                <a:path extrusionOk="0" h="1784" w="1884">
                  <a:moveTo>
                    <a:pt x="1281" y="585"/>
                  </a:moveTo>
                  <a:cubicBezTo>
                    <a:pt x="1290" y="585"/>
                    <a:pt x="1299" y="590"/>
                    <a:pt x="1299" y="604"/>
                  </a:cubicBezTo>
                  <a:lnTo>
                    <a:pt x="1299" y="1180"/>
                  </a:lnTo>
                  <a:cubicBezTo>
                    <a:pt x="1299" y="1189"/>
                    <a:pt x="1290" y="1198"/>
                    <a:pt x="1281" y="1198"/>
                  </a:cubicBezTo>
                  <a:lnTo>
                    <a:pt x="604" y="1198"/>
                  </a:lnTo>
                  <a:cubicBezTo>
                    <a:pt x="595" y="1198"/>
                    <a:pt x="586" y="1189"/>
                    <a:pt x="586" y="1180"/>
                  </a:cubicBezTo>
                  <a:lnTo>
                    <a:pt x="586" y="604"/>
                  </a:lnTo>
                  <a:cubicBezTo>
                    <a:pt x="586" y="590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5" y="1783"/>
                    <a:pt x="604" y="1783"/>
                  </a:cubicBezTo>
                  <a:lnTo>
                    <a:pt x="1281" y="1783"/>
                  </a:lnTo>
                  <a:cubicBezTo>
                    <a:pt x="1614" y="1783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4"/>
            <p:cNvSpPr/>
            <p:nvPr/>
          </p:nvSpPr>
          <p:spPr>
            <a:xfrm>
              <a:off x="4780964" y="2235104"/>
              <a:ext cx="46101" cy="43781"/>
            </a:xfrm>
            <a:custGeom>
              <a:rect b="b" l="l" r="r" t="t"/>
              <a:pathLst>
                <a:path extrusionOk="0" h="1789" w="1884">
                  <a:moveTo>
                    <a:pt x="1281" y="586"/>
                  </a:moveTo>
                  <a:cubicBezTo>
                    <a:pt x="1290" y="586"/>
                    <a:pt x="1299" y="595"/>
                    <a:pt x="1299" y="604"/>
                  </a:cubicBezTo>
                  <a:lnTo>
                    <a:pt x="1299" y="1185"/>
                  </a:lnTo>
                  <a:cubicBezTo>
                    <a:pt x="1299" y="1194"/>
                    <a:pt x="1290" y="1203"/>
                    <a:pt x="1281" y="1203"/>
                  </a:cubicBezTo>
                  <a:lnTo>
                    <a:pt x="604" y="1203"/>
                  </a:lnTo>
                  <a:cubicBezTo>
                    <a:pt x="595" y="1203"/>
                    <a:pt x="586" y="1194"/>
                    <a:pt x="586" y="1185"/>
                  </a:cubicBezTo>
                  <a:lnTo>
                    <a:pt x="586" y="604"/>
                  </a:lnTo>
                  <a:cubicBezTo>
                    <a:pt x="586" y="595"/>
                    <a:pt x="595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5" y="1"/>
                    <a:pt x="0" y="275"/>
                    <a:pt x="0" y="604"/>
                  </a:cubicBezTo>
                  <a:lnTo>
                    <a:pt x="0" y="1185"/>
                  </a:lnTo>
                  <a:cubicBezTo>
                    <a:pt x="0" y="1518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8"/>
                    <a:pt x="1884" y="1185"/>
                  </a:cubicBezTo>
                  <a:lnTo>
                    <a:pt x="1884" y="604"/>
                  </a:lnTo>
                  <a:cubicBezTo>
                    <a:pt x="1884" y="275"/>
                    <a:pt x="1614" y="1"/>
                    <a:pt x="1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4"/>
            <p:cNvSpPr/>
            <p:nvPr/>
          </p:nvSpPr>
          <p:spPr>
            <a:xfrm>
              <a:off x="4836567" y="2130292"/>
              <a:ext cx="46004" cy="43757"/>
            </a:xfrm>
            <a:custGeom>
              <a:rect b="b" l="l" r="r" t="t"/>
              <a:pathLst>
                <a:path extrusionOk="0" h="1788" w="1880">
                  <a:moveTo>
                    <a:pt x="1276" y="585"/>
                  </a:moveTo>
                  <a:cubicBezTo>
                    <a:pt x="1285" y="585"/>
                    <a:pt x="1294" y="594"/>
                    <a:pt x="1294" y="604"/>
                  </a:cubicBezTo>
                  <a:lnTo>
                    <a:pt x="1294" y="1180"/>
                  </a:lnTo>
                  <a:cubicBezTo>
                    <a:pt x="1294" y="1193"/>
                    <a:pt x="1285" y="1202"/>
                    <a:pt x="1276" y="1202"/>
                  </a:cubicBezTo>
                  <a:lnTo>
                    <a:pt x="604" y="1202"/>
                  </a:lnTo>
                  <a:cubicBezTo>
                    <a:pt x="590" y="1202"/>
                    <a:pt x="586" y="1193"/>
                    <a:pt x="586" y="1180"/>
                  </a:cubicBezTo>
                  <a:lnTo>
                    <a:pt x="586" y="604"/>
                  </a:lnTo>
                  <a:cubicBezTo>
                    <a:pt x="586" y="594"/>
                    <a:pt x="590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10" y="1788"/>
                    <a:pt x="1880" y="1513"/>
                    <a:pt x="1880" y="1180"/>
                  </a:cubicBezTo>
                  <a:lnTo>
                    <a:pt x="1880" y="604"/>
                  </a:lnTo>
                  <a:cubicBezTo>
                    <a:pt x="1880" y="270"/>
                    <a:pt x="161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4836567" y="2182759"/>
              <a:ext cx="46004" cy="43659"/>
            </a:xfrm>
            <a:custGeom>
              <a:rect b="b" l="l" r="r" t="t"/>
              <a:pathLst>
                <a:path extrusionOk="0" h="1784" w="1880">
                  <a:moveTo>
                    <a:pt x="1276" y="585"/>
                  </a:moveTo>
                  <a:cubicBezTo>
                    <a:pt x="1285" y="585"/>
                    <a:pt x="1294" y="590"/>
                    <a:pt x="1294" y="604"/>
                  </a:cubicBezTo>
                  <a:lnTo>
                    <a:pt x="1294" y="1180"/>
                  </a:lnTo>
                  <a:cubicBezTo>
                    <a:pt x="1294" y="1189"/>
                    <a:pt x="1285" y="1198"/>
                    <a:pt x="1276" y="1198"/>
                  </a:cubicBezTo>
                  <a:lnTo>
                    <a:pt x="604" y="1198"/>
                  </a:lnTo>
                  <a:cubicBezTo>
                    <a:pt x="590" y="1198"/>
                    <a:pt x="586" y="1189"/>
                    <a:pt x="586" y="1180"/>
                  </a:cubicBezTo>
                  <a:lnTo>
                    <a:pt x="586" y="604"/>
                  </a:lnTo>
                  <a:cubicBezTo>
                    <a:pt x="586" y="590"/>
                    <a:pt x="590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0" y="1783"/>
                    <a:pt x="604" y="1783"/>
                  </a:cubicBezTo>
                  <a:lnTo>
                    <a:pt x="1276" y="1783"/>
                  </a:lnTo>
                  <a:cubicBezTo>
                    <a:pt x="1610" y="1783"/>
                    <a:pt x="1880" y="1513"/>
                    <a:pt x="1880" y="1180"/>
                  </a:cubicBezTo>
                  <a:lnTo>
                    <a:pt x="1880" y="604"/>
                  </a:lnTo>
                  <a:cubicBezTo>
                    <a:pt x="1880" y="270"/>
                    <a:pt x="161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4"/>
            <p:cNvSpPr/>
            <p:nvPr/>
          </p:nvSpPr>
          <p:spPr>
            <a:xfrm>
              <a:off x="4836567" y="2235104"/>
              <a:ext cx="46004" cy="43781"/>
            </a:xfrm>
            <a:custGeom>
              <a:rect b="b" l="l" r="r" t="t"/>
              <a:pathLst>
                <a:path extrusionOk="0" h="1789" w="1880">
                  <a:moveTo>
                    <a:pt x="1276" y="586"/>
                  </a:moveTo>
                  <a:cubicBezTo>
                    <a:pt x="1285" y="586"/>
                    <a:pt x="1294" y="595"/>
                    <a:pt x="1294" y="604"/>
                  </a:cubicBezTo>
                  <a:lnTo>
                    <a:pt x="1294" y="1185"/>
                  </a:lnTo>
                  <a:cubicBezTo>
                    <a:pt x="1294" y="1194"/>
                    <a:pt x="1285" y="1203"/>
                    <a:pt x="1276" y="1203"/>
                  </a:cubicBezTo>
                  <a:lnTo>
                    <a:pt x="604" y="1203"/>
                  </a:lnTo>
                  <a:cubicBezTo>
                    <a:pt x="590" y="1203"/>
                    <a:pt x="586" y="1194"/>
                    <a:pt x="586" y="1185"/>
                  </a:cubicBezTo>
                  <a:lnTo>
                    <a:pt x="586" y="604"/>
                  </a:lnTo>
                  <a:cubicBezTo>
                    <a:pt x="586" y="595"/>
                    <a:pt x="590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0" y="1"/>
                    <a:pt x="1" y="275"/>
                    <a:pt x="1" y="604"/>
                  </a:cubicBezTo>
                  <a:lnTo>
                    <a:pt x="1" y="1185"/>
                  </a:lnTo>
                  <a:cubicBezTo>
                    <a:pt x="1" y="1518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10" y="1788"/>
                    <a:pt x="1880" y="1518"/>
                    <a:pt x="1880" y="1185"/>
                  </a:cubicBezTo>
                  <a:lnTo>
                    <a:pt x="1880" y="604"/>
                  </a:lnTo>
                  <a:cubicBezTo>
                    <a:pt x="1880" y="275"/>
                    <a:pt x="161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4892073" y="2130292"/>
              <a:ext cx="46101" cy="43757"/>
            </a:xfrm>
            <a:custGeom>
              <a:rect b="b" l="l" r="r" t="t"/>
              <a:pathLst>
                <a:path extrusionOk="0" h="1788" w="1884">
                  <a:moveTo>
                    <a:pt x="1276" y="585"/>
                  </a:moveTo>
                  <a:cubicBezTo>
                    <a:pt x="1289" y="585"/>
                    <a:pt x="1298" y="594"/>
                    <a:pt x="1298" y="604"/>
                  </a:cubicBezTo>
                  <a:lnTo>
                    <a:pt x="1298" y="1180"/>
                  </a:lnTo>
                  <a:cubicBezTo>
                    <a:pt x="1298" y="1193"/>
                    <a:pt x="1289" y="1202"/>
                    <a:pt x="1276" y="1202"/>
                  </a:cubicBezTo>
                  <a:lnTo>
                    <a:pt x="604" y="1202"/>
                  </a:lnTo>
                  <a:cubicBezTo>
                    <a:pt x="594" y="1202"/>
                    <a:pt x="585" y="1193"/>
                    <a:pt x="585" y="1180"/>
                  </a:cubicBezTo>
                  <a:lnTo>
                    <a:pt x="585" y="604"/>
                  </a:lnTo>
                  <a:cubicBezTo>
                    <a:pt x="585" y="594"/>
                    <a:pt x="594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09" y="1788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09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4"/>
            <p:cNvSpPr/>
            <p:nvPr/>
          </p:nvSpPr>
          <p:spPr>
            <a:xfrm>
              <a:off x="4892073" y="2182759"/>
              <a:ext cx="46101" cy="43659"/>
            </a:xfrm>
            <a:custGeom>
              <a:rect b="b" l="l" r="r" t="t"/>
              <a:pathLst>
                <a:path extrusionOk="0" h="1784" w="1884">
                  <a:moveTo>
                    <a:pt x="1276" y="585"/>
                  </a:moveTo>
                  <a:cubicBezTo>
                    <a:pt x="1289" y="585"/>
                    <a:pt x="1298" y="590"/>
                    <a:pt x="1298" y="604"/>
                  </a:cubicBezTo>
                  <a:lnTo>
                    <a:pt x="1298" y="1180"/>
                  </a:lnTo>
                  <a:cubicBezTo>
                    <a:pt x="1298" y="1189"/>
                    <a:pt x="1289" y="1198"/>
                    <a:pt x="1276" y="1198"/>
                  </a:cubicBezTo>
                  <a:lnTo>
                    <a:pt x="604" y="1198"/>
                  </a:lnTo>
                  <a:cubicBezTo>
                    <a:pt x="594" y="1198"/>
                    <a:pt x="585" y="1189"/>
                    <a:pt x="585" y="1180"/>
                  </a:cubicBezTo>
                  <a:lnTo>
                    <a:pt x="585" y="604"/>
                  </a:lnTo>
                  <a:cubicBezTo>
                    <a:pt x="585" y="590"/>
                    <a:pt x="594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0" y="1783"/>
                    <a:pt x="604" y="1783"/>
                  </a:cubicBezTo>
                  <a:lnTo>
                    <a:pt x="1276" y="1783"/>
                  </a:lnTo>
                  <a:cubicBezTo>
                    <a:pt x="1609" y="1783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09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4"/>
            <p:cNvSpPr/>
            <p:nvPr/>
          </p:nvSpPr>
          <p:spPr>
            <a:xfrm>
              <a:off x="4892073" y="2235104"/>
              <a:ext cx="46101" cy="43781"/>
            </a:xfrm>
            <a:custGeom>
              <a:rect b="b" l="l" r="r" t="t"/>
              <a:pathLst>
                <a:path extrusionOk="0" h="1789" w="1884">
                  <a:moveTo>
                    <a:pt x="1276" y="586"/>
                  </a:moveTo>
                  <a:cubicBezTo>
                    <a:pt x="1289" y="586"/>
                    <a:pt x="1298" y="595"/>
                    <a:pt x="1298" y="604"/>
                  </a:cubicBezTo>
                  <a:lnTo>
                    <a:pt x="1298" y="1185"/>
                  </a:lnTo>
                  <a:cubicBezTo>
                    <a:pt x="1298" y="1194"/>
                    <a:pt x="1289" y="1203"/>
                    <a:pt x="1276" y="1203"/>
                  </a:cubicBezTo>
                  <a:lnTo>
                    <a:pt x="604" y="1203"/>
                  </a:lnTo>
                  <a:cubicBezTo>
                    <a:pt x="594" y="1203"/>
                    <a:pt x="585" y="1194"/>
                    <a:pt x="585" y="1185"/>
                  </a:cubicBezTo>
                  <a:lnTo>
                    <a:pt x="585" y="604"/>
                  </a:lnTo>
                  <a:cubicBezTo>
                    <a:pt x="585" y="595"/>
                    <a:pt x="594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0" y="1"/>
                    <a:pt x="0" y="275"/>
                    <a:pt x="0" y="604"/>
                  </a:cubicBezTo>
                  <a:lnTo>
                    <a:pt x="0" y="1185"/>
                  </a:lnTo>
                  <a:cubicBezTo>
                    <a:pt x="0" y="1518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09" y="1788"/>
                    <a:pt x="1884" y="1518"/>
                    <a:pt x="1884" y="1185"/>
                  </a:cubicBezTo>
                  <a:lnTo>
                    <a:pt x="1884" y="604"/>
                  </a:lnTo>
                  <a:cubicBezTo>
                    <a:pt x="1884" y="275"/>
                    <a:pt x="1609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4"/>
            <p:cNvSpPr/>
            <p:nvPr/>
          </p:nvSpPr>
          <p:spPr>
            <a:xfrm>
              <a:off x="4947554" y="2130292"/>
              <a:ext cx="46126" cy="43757"/>
            </a:xfrm>
            <a:custGeom>
              <a:rect b="b" l="l" r="r" t="t"/>
              <a:pathLst>
                <a:path extrusionOk="0" h="1788" w="1885">
                  <a:moveTo>
                    <a:pt x="1281" y="585"/>
                  </a:moveTo>
                  <a:cubicBezTo>
                    <a:pt x="1290" y="585"/>
                    <a:pt x="1299" y="594"/>
                    <a:pt x="1299" y="604"/>
                  </a:cubicBezTo>
                  <a:lnTo>
                    <a:pt x="1299" y="1180"/>
                  </a:lnTo>
                  <a:cubicBezTo>
                    <a:pt x="1299" y="1193"/>
                    <a:pt x="1290" y="1202"/>
                    <a:pt x="1281" y="1202"/>
                  </a:cubicBezTo>
                  <a:lnTo>
                    <a:pt x="604" y="1202"/>
                  </a:lnTo>
                  <a:cubicBezTo>
                    <a:pt x="595" y="1202"/>
                    <a:pt x="586" y="1193"/>
                    <a:pt x="586" y="1180"/>
                  </a:cubicBezTo>
                  <a:lnTo>
                    <a:pt x="586" y="604"/>
                  </a:lnTo>
                  <a:cubicBezTo>
                    <a:pt x="586" y="594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4"/>
            <p:cNvSpPr/>
            <p:nvPr/>
          </p:nvSpPr>
          <p:spPr>
            <a:xfrm>
              <a:off x="4947554" y="2182759"/>
              <a:ext cx="46126" cy="43659"/>
            </a:xfrm>
            <a:custGeom>
              <a:rect b="b" l="l" r="r" t="t"/>
              <a:pathLst>
                <a:path extrusionOk="0" h="1784" w="1885">
                  <a:moveTo>
                    <a:pt x="1281" y="585"/>
                  </a:moveTo>
                  <a:cubicBezTo>
                    <a:pt x="1290" y="585"/>
                    <a:pt x="1299" y="590"/>
                    <a:pt x="1299" y="604"/>
                  </a:cubicBezTo>
                  <a:lnTo>
                    <a:pt x="1299" y="1180"/>
                  </a:lnTo>
                  <a:cubicBezTo>
                    <a:pt x="1299" y="1189"/>
                    <a:pt x="1290" y="1198"/>
                    <a:pt x="1281" y="1198"/>
                  </a:cubicBezTo>
                  <a:lnTo>
                    <a:pt x="604" y="1198"/>
                  </a:lnTo>
                  <a:cubicBezTo>
                    <a:pt x="595" y="1198"/>
                    <a:pt x="586" y="1189"/>
                    <a:pt x="586" y="1180"/>
                  </a:cubicBezTo>
                  <a:lnTo>
                    <a:pt x="586" y="604"/>
                  </a:lnTo>
                  <a:cubicBezTo>
                    <a:pt x="586" y="590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5" y="1783"/>
                    <a:pt x="604" y="1783"/>
                  </a:cubicBezTo>
                  <a:lnTo>
                    <a:pt x="1281" y="1783"/>
                  </a:lnTo>
                  <a:cubicBezTo>
                    <a:pt x="1614" y="1783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4947554" y="2235104"/>
              <a:ext cx="46126" cy="43781"/>
            </a:xfrm>
            <a:custGeom>
              <a:rect b="b" l="l" r="r" t="t"/>
              <a:pathLst>
                <a:path extrusionOk="0" h="1789" w="1885">
                  <a:moveTo>
                    <a:pt x="1281" y="586"/>
                  </a:moveTo>
                  <a:cubicBezTo>
                    <a:pt x="1290" y="586"/>
                    <a:pt x="1299" y="595"/>
                    <a:pt x="1299" y="604"/>
                  </a:cubicBezTo>
                  <a:lnTo>
                    <a:pt x="1299" y="1185"/>
                  </a:lnTo>
                  <a:cubicBezTo>
                    <a:pt x="1299" y="1194"/>
                    <a:pt x="1290" y="1203"/>
                    <a:pt x="1281" y="1203"/>
                  </a:cubicBezTo>
                  <a:lnTo>
                    <a:pt x="604" y="1203"/>
                  </a:lnTo>
                  <a:cubicBezTo>
                    <a:pt x="595" y="1203"/>
                    <a:pt x="586" y="1194"/>
                    <a:pt x="586" y="1185"/>
                  </a:cubicBezTo>
                  <a:lnTo>
                    <a:pt x="586" y="604"/>
                  </a:lnTo>
                  <a:cubicBezTo>
                    <a:pt x="586" y="595"/>
                    <a:pt x="595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5" y="1"/>
                    <a:pt x="1" y="275"/>
                    <a:pt x="1" y="604"/>
                  </a:cubicBezTo>
                  <a:lnTo>
                    <a:pt x="1" y="1185"/>
                  </a:lnTo>
                  <a:cubicBezTo>
                    <a:pt x="1" y="1518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8"/>
                    <a:pt x="1884" y="1185"/>
                  </a:cubicBezTo>
                  <a:lnTo>
                    <a:pt x="1884" y="604"/>
                  </a:lnTo>
                  <a:cubicBezTo>
                    <a:pt x="1884" y="275"/>
                    <a:pt x="1614" y="1"/>
                    <a:pt x="1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4814199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84" y="581"/>
                    <a:pt x="1212" y="453"/>
                    <a:pt x="1212" y="289"/>
                  </a:cubicBezTo>
                  <a:cubicBezTo>
                    <a:pt x="1212" y="129"/>
                    <a:pt x="1084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4854360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79" y="581"/>
                    <a:pt x="1212" y="453"/>
                    <a:pt x="1212" y="289"/>
                  </a:cubicBezTo>
                  <a:cubicBezTo>
                    <a:pt x="1212" y="129"/>
                    <a:pt x="1079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4894423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84" y="581"/>
                    <a:pt x="1212" y="453"/>
                    <a:pt x="1212" y="289"/>
                  </a:cubicBezTo>
                  <a:cubicBezTo>
                    <a:pt x="1212" y="129"/>
                    <a:pt x="1084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4934583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79" y="581"/>
                    <a:pt x="1212" y="453"/>
                    <a:pt x="1212" y="289"/>
                  </a:cubicBezTo>
                  <a:cubicBezTo>
                    <a:pt x="1212" y="129"/>
                    <a:pt x="1079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4" name="Google Shape;1234;p34"/>
          <p:cNvGrpSpPr/>
          <p:nvPr/>
        </p:nvGrpSpPr>
        <p:grpSpPr>
          <a:xfrm>
            <a:off x="5330098" y="1852491"/>
            <a:ext cx="488421" cy="448336"/>
            <a:chOff x="5330098" y="1852491"/>
            <a:chExt cx="488421" cy="448336"/>
          </a:xfrm>
        </p:grpSpPr>
        <p:sp>
          <p:nvSpPr>
            <p:cNvPr id="1235" name="Google Shape;1235;p34"/>
            <p:cNvSpPr/>
            <p:nvPr/>
          </p:nvSpPr>
          <p:spPr>
            <a:xfrm>
              <a:off x="5330098" y="1852491"/>
              <a:ext cx="488421" cy="448336"/>
            </a:xfrm>
            <a:custGeom>
              <a:rect b="b" l="l" r="r" t="t"/>
              <a:pathLst>
                <a:path extrusionOk="0" h="18320" w="19960">
                  <a:moveTo>
                    <a:pt x="5541" y="3461"/>
                  </a:moveTo>
                  <a:lnTo>
                    <a:pt x="5541" y="4284"/>
                  </a:lnTo>
                  <a:lnTo>
                    <a:pt x="4681" y="4284"/>
                  </a:lnTo>
                  <a:cubicBezTo>
                    <a:pt x="4627" y="4284"/>
                    <a:pt x="4581" y="4239"/>
                    <a:pt x="4581" y="4188"/>
                  </a:cubicBezTo>
                  <a:lnTo>
                    <a:pt x="4581" y="3562"/>
                  </a:lnTo>
                  <a:cubicBezTo>
                    <a:pt x="4581" y="3507"/>
                    <a:pt x="4627" y="3461"/>
                    <a:pt x="4681" y="3461"/>
                  </a:cubicBezTo>
                  <a:close/>
                  <a:moveTo>
                    <a:pt x="15278" y="3461"/>
                  </a:moveTo>
                  <a:cubicBezTo>
                    <a:pt x="15333" y="3461"/>
                    <a:pt x="15379" y="3507"/>
                    <a:pt x="15379" y="3562"/>
                  </a:cubicBezTo>
                  <a:lnTo>
                    <a:pt x="15379" y="4188"/>
                  </a:lnTo>
                  <a:cubicBezTo>
                    <a:pt x="15379" y="4239"/>
                    <a:pt x="15333" y="4284"/>
                    <a:pt x="15278" y="4284"/>
                  </a:cubicBezTo>
                  <a:lnTo>
                    <a:pt x="14419" y="4284"/>
                  </a:lnTo>
                  <a:lnTo>
                    <a:pt x="14419" y="3461"/>
                  </a:lnTo>
                  <a:close/>
                  <a:moveTo>
                    <a:pt x="11946" y="3461"/>
                  </a:moveTo>
                  <a:lnTo>
                    <a:pt x="11946" y="12134"/>
                  </a:lnTo>
                  <a:lnTo>
                    <a:pt x="10711" y="12134"/>
                  </a:lnTo>
                  <a:lnTo>
                    <a:pt x="10711" y="3461"/>
                  </a:lnTo>
                  <a:close/>
                  <a:moveTo>
                    <a:pt x="10126" y="3461"/>
                  </a:moveTo>
                  <a:lnTo>
                    <a:pt x="10126" y="12134"/>
                  </a:lnTo>
                  <a:lnTo>
                    <a:pt x="8974" y="12134"/>
                  </a:lnTo>
                  <a:cubicBezTo>
                    <a:pt x="8814" y="12134"/>
                    <a:pt x="8682" y="12262"/>
                    <a:pt x="8682" y="12426"/>
                  </a:cubicBezTo>
                  <a:cubicBezTo>
                    <a:pt x="8682" y="12586"/>
                    <a:pt x="8814" y="12719"/>
                    <a:pt x="8974" y="12719"/>
                  </a:cubicBezTo>
                  <a:lnTo>
                    <a:pt x="13733" y="12719"/>
                  </a:lnTo>
                  <a:cubicBezTo>
                    <a:pt x="14113" y="12719"/>
                    <a:pt x="14419" y="12413"/>
                    <a:pt x="14419" y="12033"/>
                  </a:cubicBezTo>
                  <a:lnTo>
                    <a:pt x="14419" y="11777"/>
                  </a:lnTo>
                  <a:lnTo>
                    <a:pt x="19375" y="11777"/>
                  </a:lnTo>
                  <a:lnTo>
                    <a:pt x="19375" y="12742"/>
                  </a:lnTo>
                  <a:cubicBezTo>
                    <a:pt x="19375" y="13016"/>
                    <a:pt x="19151" y="13240"/>
                    <a:pt x="18876" y="13240"/>
                  </a:cubicBezTo>
                  <a:lnTo>
                    <a:pt x="1084" y="13240"/>
                  </a:lnTo>
                  <a:cubicBezTo>
                    <a:pt x="809" y="13240"/>
                    <a:pt x="585" y="13016"/>
                    <a:pt x="585" y="12742"/>
                  </a:cubicBezTo>
                  <a:lnTo>
                    <a:pt x="585" y="11777"/>
                  </a:lnTo>
                  <a:lnTo>
                    <a:pt x="5541" y="11777"/>
                  </a:lnTo>
                  <a:lnTo>
                    <a:pt x="5541" y="12033"/>
                  </a:lnTo>
                  <a:cubicBezTo>
                    <a:pt x="5541" y="12413"/>
                    <a:pt x="5847" y="12714"/>
                    <a:pt x="6227" y="12714"/>
                  </a:cubicBezTo>
                  <a:lnTo>
                    <a:pt x="7676" y="12714"/>
                  </a:lnTo>
                  <a:cubicBezTo>
                    <a:pt x="7836" y="12714"/>
                    <a:pt x="7968" y="12586"/>
                    <a:pt x="7968" y="12426"/>
                  </a:cubicBezTo>
                  <a:cubicBezTo>
                    <a:pt x="7968" y="12262"/>
                    <a:pt x="7836" y="12134"/>
                    <a:pt x="7676" y="12134"/>
                  </a:cubicBezTo>
                  <a:lnTo>
                    <a:pt x="6227" y="12134"/>
                  </a:lnTo>
                  <a:cubicBezTo>
                    <a:pt x="6172" y="12134"/>
                    <a:pt x="6126" y="12088"/>
                    <a:pt x="6126" y="12033"/>
                  </a:cubicBezTo>
                  <a:lnTo>
                    <a:pt x="6126" y="3461"/>
                  </a:lnTo>
                  <a:close/>
                  <a:moveTo>
                    <a:pt x="10542" y="13825"/>
                  </a:moveTo>
                  <a:lnTo>
                    <a:pt x="10542" y="14200"/>
                  </a:lnTo>
                  <a:cubicBezTo>
                    <a:pt x="10542" y="14507"/>
                    <a:pt x="10291" y="14758"/>
                    <a:pt x="9980" y="14758"/>
                  </a:cubicBezTo>
                  <a:cubicBezTo>
                    <a:pt x="9669" y="14758"/>
                    <a:pt x="9418" y="14507"/>
                    <a:pt x="9418" y="14200"/>
                  </a:cubicBezTo>
                  <a:lnTo>
                    <a:pt x="9418" y="13825"/>
                  </a:lnTo>
                  <a:close/>
                  <a:moveTo>
                    <a:pt x="11964" y="13825"/>
                  </a:moveTo>
                  <a:lnTo>
                    <a:pt x="12183" y="16235"/>
                  </a:lnTo>
                  <a:lnTo>
                    <a:pt x="7776" y="16235"/>
                  </a:lnTo>
                  <a:lnTo>
                    <a:pt x="7991" y="13825"/>
                  </a:lnTo>
                  <a:lnTo>
                    <a:pt x="8832" y="13825"/>
                  </a:lnTo>
                  <a:lnTo>
                    <a:pt x="8832" y="14200"/>
                  </a:lnTo>
                  <a:cubicBezTo>
                    <a:pt x="8832" y="14831"/>
                    <a:pt x="9349" y="15343"/>
                    <a:pt x="9980" y="15343"/>
                  </a:cubicBezTo>
                  <a:cubicBezTo>
                    <a:pt x="10611" y="15343"/>
                    <a:pt x="11127" y="14831"/>
                    <a:pt x="11127" y="14200"/>
                  </a:cubicBezTo>
                  <a:lnTo>
                    <a:pt x="11127" y="13825"/>
                  </a:lnTo>
                  <a:close/>
                  <a:moveTo>
                    <a:pt x="13514" y="16820"/>
                  </a:moveTo>
                  <a:cubicBezTo>
                    <a:pt x="13569" y="16820"/>
                    <a:pt x="13610" y="16861"/>
                    <a:pt x="13610" y="16916"/>
                  </a:cubicBezTo>
                  <a:lnTo>
                    <a:pt x="13610" y="17638"/>
                  </a:lnTo>
                  <a:cubicBezTo>
                    <a:pt x="13610" y="17693"/>
                    <a:pt x="13569" y="17734"/>
                    <a:pt x="13514" y="17734"/>
                  </a:cubicBezTo>
                  <a:lnTo>
                    <a:pt x="6446" y="17734"/>
                  </a:lnTo>
                  <a:cubicBezTo>
                    <a:pt x="6391" y="17734"/>
                    <a:pt x="6350" y="17693"/>
                    <a:pt x="6350" y="17638"/>
                  </a:cubicBezTo>
                  <a:lnTo>
                    <a:pt x="6350" y="16916"/>
                  </a:lnTo>
                  <a:cubicBezTo>
                    <a:pt x="6350" y="16861"/>
                    <a:pt x="6391" y="16820"/>
                    <a:pt x="6446" y="16820"/>
                  </a:cubicBezTo>
                  <a:close/>
                  <a:moveTo>
                    <a:pt x="1084" y="1"/>
                  </a:moveTo>
                  <a:cubicBezTo>
                    <a:pt x="485" y="1"/>
                    <a:pt x="0" y="490"/>
                    <a:pt x="0" y="1084"/>
                  </a:cubicBezTo>
                  <a:lnTo>
                    <a:pt x="0" y="12742"/>
                  </a:lnTo>
                  <a:cubicBezTo>
                    <a:pt x="0" y="13341"/>
                    <a:pt x="485" y="13825"/>
                    <a:pt x="1084" y="13825"/>
                  </a:cubicBezTo>
                  <a:lnTo>
                    <a:pt x="7406" y="13825"/>
                  </a:lnTo>
                  <a:lnTo>
                    <a:pt x="7191" y="16235"/>
                  </a:lnTo>
                  <a:lnTo>
                    <a:pt x="6446" y="16235"/>
                  </a:lnTo>
                  <a:cubicBezTo>
                    <a:pt x="6071" y="16235"/>
                    <a:pt x="5765" y="16541"/>
                    <a:pt x="5765" y="16916"/>
                  </a:cubicBezTo>
                  <a:lnTo>
                    <a:pt x="5765" y="17638"/>
                  </a:lnTo>
                  <a:cubicBezTo>
                    <a:pt x="5765" y="18013"/>
                    <a:pt x="6071" y="18319"/>
                    <a:pt x="6446" y="18319"/>
                  </a:cubicBezTo>
                  <a:lnTo>
                    <a:pt x="13514" y="18319"/>
                  </a:lnTo>
                  <a:cubicBezTo>
                    <a:pt x="13889" y="18319"/>
                    <a:pt x="14195" y="18013"/>
                    <a:pt x="14195" y="17638"/>
                  </a:cubicBezTo>
                  <a:lnTo>
                    <a:pt x="14195" y="16916"/>
                  </a:lnTo>
                  <a:cubicBezTo>
                    <a:pt x="14195" y="16541"/>
                    <a:pt x="13889" y="16235"/>
                    <a:pt x="13514" y="16235"/>
                  </a:cubicBezTo>
                  <a:lnTo>
                    <a:pt x="12769" y="16235"/>
                  </a:lnTo>
                  <a:lnTo>
                    <a:pt x="12554" y="13825"/>
                  </a:lnTo>
                  <a:lnTo>
                    <a:pt x="18876" y="13825"/>
                  </a:lnTo>
                  <a:cubicBezTo>
                    <a:pt x="19475" y="13825"/>
                    <a:pt x="19960" y="13341"/>
                    <a:pt x="19960" y="12742"/>
                  </a:cubicBezTo>
                  <a:lnTo>
                    <a:pt x="19960" y="1084"/>
                  </a:lnTo>
                  <a:cubicBezTo>
                    <a:pt x="19960" y="490"/>
                    <a:pt x="19475" y="1"/>
                    <a:pt x="18876" y="1"/>
                  </a:cubicBezTo>
                  <a:lnTo>
                    <a:pt x="4229" y="1"/>
                  </a:lnTo>
                  <a:cubicBezTo>
                    <a:pt x="4064" y="1"/>
                    <a:pt x="3936" y="133"/>
                    <a:pt x="3936" y="293"/>
                  </a:cubicBezTo>
                  <a:cubicBezTo>
                    <a:pt x="3936" y="458"/>
                    <a:pt x="4064" y="586"/>
                    <a:pt x="4229" y="586"/>
                  </a:cubicBezTo>
                  <a:lnTo>
                    <a:pt x="18876" y="586"/>
                  </a:lnTo>
                  <a:cubicBezTo>
                    <a:pt x="19151" y="586"/>
                    <a:pt x="19375" y="810"/>
                    <a:pt x="19375" y="1084"/>
                  </a:cubicBezTo>
                  <a:lnTo>
                    <a:pt x="19375" y="11192"/>
                  </a:lnTo>
                  <a:lnTo>
                    <a:pt x="14419" y="11192"/>
                  </a:lnTo>
                  <a:lnTo>
                    <a:pt x="14419" y="6543"/>
                  </a:lnTo>
                  <a:cubicBezTo>
                    <a:pt x="14419" y="6383"/>
                    <a:pt x="14286" y="6250"/>
                    <a:pt x="14126" y="6250"/>
                  </a:cubicBezTo>
                  <a:cubicBezTo>
                    <a:pt x="13962" y="6250"/>
                    <a:pt x="13834" y="6383"/>
                    <a:pt x="13834" y="6543"/>
                  </a:cubicBezTo>
                  <a:lnTo>
                    <a:pt x="13834" y="12033"/>
                  </a:lnTo>
                  <a:cubicBezTo>
                    <a:pt x="13834" y="12088"/>
                    <a:pt x="13788" y="12134"/>
                    <a:pt x="13733" y="12134"/>
                  </a:cubicBezTo>
                  <a:lnTo>
                    <a:pt x="12531" y="12134"/>
                  </a:lnTo>
                  <a:lnTo>
                    <a:pt x="12531" y="3461"/>
                  </a:lnTo>
                  <a:lnTo>
                    <a:pt x="13834" y="3461"/>
                  </a:lnTo>
                  <a:lnTo>
                    <a:pt x="13834" y="5244"/>
                  </a:lnTo>
                  <a:cubicBezTo>
                    <a:pt x="13834" y="5409"/>
                    <a:pt x="13962" y="5537"/>
                    <a:pt x="14126" y="5537"/>
                  </a:cubicBezTo>
                  <a:cubicBezTo>
                    <a:pt x="14286" y="5537"/>
                    <a:pt x="14419" y="5409"/>
                    <a:pt x="14419" y="5244"/>
                  </a:cubicBezTo>
                  <a:lnTo>
                    <a:pt x="14419" y="4870"/>
                  </a:lnTo>
                  <a:lnTo>
                    <a:pt x="15278" y="4870"/>
                  </a:lnTo>
                  <a:cubicBezTo>
                    <a:pt x="15658" y="4870"/>
                    <a:pt x="15960" y="4563"/>
                    <a:pt x="15960" y="4188"/>
                  </a:cubicBezTo>
                  <a:lnTo>
                    <a:pt x="15960" y="3562"/>
                  </a:lnTo>
                  <a:cubicBezTo>
                    <a:pt x="15960" y="3183"/>
                    <a:pt x="15658" y="2876"/>
                    <a:pt x="15278" y="2876"/>
                  </a:cubicBezTo>
                  <a:lnTo>
                    <a:pt x="4681" y="2876"/>
                  </a:lnTo>
                  <a:cubicBezTo>
                    <a:pt x="4302" y="2876"/>
                    <a:pt x="3996" y="3183"/>
                    <a:pt x="3996" y="3562"/>
                  </a:cubicBezTo>
                  <a:lnTo>
                    <a:pt x="3996" y="4188"/>
                  </a:lnTo>
                  <a:cubicBezTo>
                    <a:pt x="3996" y="4563"/>
                    <a:pt x="4302" y="4870"/>
                    <a:pt x="4681" y="4870"/>
                  </a:cubicBezTo>
                  <a:lnTo>
                    <a:pt x="5541" y="4870"/>
                  </a:lnTo>
                  <a:lnTo>
                    <a:pt x="5541" y="11192"/>
                  </a:lnTo>
                  <a:lnTo>
                    <a:pt x="585" y="11192"/>
                  </a:lnTo>
                  <a:lnTo>
                    <a:pt x="585" y="1084"/>
                  </a:lnTo>
                  <a:cubicBezTo>
                    <a:pt x="585" y="810"/>
                    <a:pt x="809" y="586"/>
                    <a:pt x="1084" y="586"/>
                  </a:cubicBezTo>
                  <a:lnTo>
                    <a:pt x="2926" y="586"/>
                  </a:lnTo>
                  <a:cubicBezTo>
                    <a:pt x="3090" y="586"/>
                    <a:pt x="3218" y="458"/>
                    <a:pt x="3218" y="293"/>
                  </a:cubicBezTo>
                  <a:cubicBezTo>
                    <a:pt x="3218" y="133"/>
                    <a:pt x="3090" y="1"/>
                    <a:pt x="29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4"/>
            <p:cNvSpPr/>
            <p:nvPr/>
          </p:nvSpPr>
          <p:spPr>
            <a:xfrm>
              <a:off x="5555646" y="1885968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320" y="1"/>
                  </a:moveTo>
                  <a:cubicBezTo>
                    <a:pt x="246" y="1"/>
                    <a:pt x="172" y="29"/>
                    <a:pt x="115" y="87"/>
                  </a:cubicBezTo>
                  <a:cubicBezTo>
                    <a:pt x="0" y="201"/>
                    <a:pt x="0" y="384"/>
                    <a:pt x="115" y="498"/>
                  </a:cubicBezTo>
                  <a:lnTo>
                    <a:pt x="558" y="941"/>
                  </a:lnTo>
                  <a:cubicBezTo>
                    <a:pt x="613" y="1001"/>
                    <a:pt x="691" y="1028"/>
                    <a:pt x="764" y="1028"/>
                  </a:cubicBezTo>
                  <a:cubicBezTo>
                    <a:pt x="837" y="1028"/>
                    <a:pt x="915" y="1001"/>
                    <a:pt x="970" y="941"/>
                  </a:cubicBezTo>
                  <a:lnTo>
                    <a:pt x="1413" y="498"/>
                  </a:lnTo>
                  <a:cubicBezTo>
                    <a:pt x="1527" y="384"/>
                    <a:pt x="1527" y="201"/>
                    <a:pt x="1413" y="87"/>
                  </a:cubicBezTo>
                  <a:cubicBezTo>
                    <a:pt x="1356" y="29"/>
                    <a:pt x="1282" y="1"/>
                    <a:pt x="1207" y="1"/>
                  </a:cubicBezTo>
                  <a:cubicBezTo>
                    <a:pt x="1133" y="1"/>
                    <a:pt x="1059" y="29"/>
                    <a:pt x="1002" y="87"/>
                  </a:cubicBezTo>
                  <a:lnTo>
                    <a:pt x="764" y="324"/>
                  </a:lnTo>
                  <a:lnTo>
                    <a:pt x="526" y="87"/>
                  </a:lnTo>
                  <a:cubicBezTo>
                    <a:pt x="469" y="29"/>
                    <a:pt x="395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4"/>
            <p:cNvSpPr/>
            <p:nvPr/>
          </p:nvSpPr>
          <p:spPr>
            <a:xfrm>
              <a:off x="5546248" y="2082524"/>
              <a:ext cx="14339" cy="47330"/>
            </a:xfrm>
            <a:custGeom>
              <a:rect b="b" l="l" r="r" t="t"/>
              <a:pathLst>
                <a:path extrusionOk="0" h="1934" w="586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1641"/>
                  </a:lnTo>
                  <a:cubicBezTo>
                    <a:pt x="0" y="1801"/>
                    <a:pt x="133" y="1934"/>
                    <a:pt x="293" y="1934"/>
                  </a:cubicBezTo>
                  <a:cubicBezTo>
                    <a:pt x="458" y="1934"/>
                    <a:pt x="586" y="1801"/>
                    <a:pt x="586" y="1641"/>
                  </a:cubicBezTo>
                  <a:lnTo>
                    <a:pt x="586" y="293"/>
                  </a:lnTo>
                  <a:cubicBezTo>
                    <a:pt x="586" y="128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4"/>
            <p:cNvSpPr/>
            <p:nvPr/>
          </p:nvSpPr>
          <p:spPr>
            <a:xfrm>
              <a:off x="5522851" y="2025676"/>
              <a:ext cx="14364" cy="104179"/>
            </a:xfrm>
            <a:custGeom>
              <a:rect b="b" l="l" r="r" t="t"/>
              <a:pathLst>
                <a:path extrusionOk="0" h="4257" w="587">
                  <a:moveTo>
                    <a:pt x="294" y="1"/>
                  </a:moveTo>
                  <a:cubicBezTo>
                    <a:pt x="134" y="1"/>
                    <a:pt x="1" y="129"/>
                    <a:pt x="1" y="293"/>
                  </a:cubicBezTo>
                  <a:lnTo>
                    <a:pt x="1" y="3964"/>
                  </a:lnTo>
                  <a:cubicBezTo>
                    <a:pt x="1" y="4124"/>
                    <a:pt x="134" y="4257"/>
                    <a:pt x="294" y="4257"/>
                  </a:cubicBezTo>
                  <a:cubicBezTo>
                    <a:pt x="458" y="4257"/>
                    <a:pt x="586" y="4124"/>
                    <a:pt x="586" y="3964"/>
                  </a:cubicBezTo>
                  <a:lnTo>
                    <a:pt x="586" y="293"/>
                  </a:lnTo>
                  <a:cubicBezTo>
                    <a:pt x="586" y="129"/>
                    <a:pt x="458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4"/>
            <p:cNvSpPr/>
            <p:nvPr/>
          </p:nvSpPr>
          <p:spPr>
            <a:xfrm>
              <a:off x="5719006" y="2088544"/>
              <a:ext cx="59633" cy="14365"/>
            </a:xfrm>
            <a:custGeom>
              <a:rect b="b" l="l" r="r" t="t"/>
              <a:pathLst>
                <a:path extrusionOk="0" h="587" w="2437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2144" y="586"/>
                  </a:lnTo>
                  <a:cubicBezTo>
                    <a:pt x="2304" y="586"/>
                    <a:pt x="2437" y="458"/>
                    <a:pt x="2437" y="293"/>
                  </a:cubicBezTo>
                  <a:cubicBezTo>
                    <a:pt x="2437" y="133"/>
                    <a:pt x="2304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4"/>
            <p:cNvSpPr/>
            <p:nvPr/>
          </p:nvSpPr>
          <p:spPr>
            <a:xfrm>
              <a:off x="5741815" y="2062604"/>
              <a:ext cx="36827" cy="14341"/>
            </a:xfrm>
            <a:custGeom>
              <a:rect b="b" l="l" r="r" t="t"/>
              <a:pathLst>
                <a:path extrusionOk="0" h="586" w="1505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1212" y="585"/>
                  </a:lnTo>
                  <a:cubicBezTo>
                    <a:pt x="1372" y="585"/>
                    <a:pt x="1505" y="453"/>
                    <a:pt x="1505" y="293"/>
                  </a:cubicBezTo>
                  <a:cubicBezTo>
                    <a:pt x="1505" y="133"/>
                    <a:pt x="1372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4"/>
            <p:cNvSpPr/>
            <p:nvPr/>
          </p:nvSpPr>
          <p:spPr>
            <a:xfrm>
              <a:off x="5370039" y="2088544"/>
              <a:ext cx="59633" cy="14365"/>
            </a:xfrm>
            <a:custGeom>
              <a:rect b="b" l="l" r="r" t="t"/>
              <a:pathLst>
                <a:path extrusionOk="0" h="587" w="2437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2144" y="586"/>
                  </a:lnTo>
                  <a:cubicBezTo>
                    <a:pt x="2309" y="586"/>
                    <a:pt x="2437" y="458"/>
                    <a:pt x="2437" y="293"/>
                  </a:cubicBezTo>
                  <a:cubicBezTo>
                    <a:pt x="2437" y="133"/>
                    <a:pt x="2309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4"/>
            <p:cNvSpPr/>
            <p:nvPr/>
          </p:nvSpPr>
          <p:spPr>
            <a:xfrm>
              <a:off x="5370039" y="2062604"/>
              <a:ext cx="36827" cy="14341"/>
            </a:xfrm>
            <a:custGeom>
              <a:rect b="b" l="l" r="r" t="t"/>
              <a:pathLst>
                <a:path extrusionOk="0" h="586" w="150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212" y="585"/>
                  </a:lnTo>
                  <a:cubicBezTo>
                    <a:pt x="1372" y="585"/>
                    <a:pt x="1504" y="453"/>
                    <a:pt x="1504" y="293"/>
                  </a:cubicBezTo>
                  <a:cubicBezTo>
                    <a:pt x="1504" y="133"/>
                    <a:pt x="1372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3" name="Google Shape;1243;p34"/>
          <p:cNvGrpSpPr/>
          <p:nvPr/>
        </p:nvGrpSpPr>
        <p:grpSpPr>
          <a:xfrm>
            <a:off x="6060801" y="1832473"/>
            <a:ext cx="363477" cy="488496"/>
            <a:chOff x="6060801" y="1832473"/>
            <a:chExt cx="363477" cy="488496"/>
          </a:xfrm>
        </p:grpSpPr>
        <p:sp>
          <p:nvSpPr>
            <p:cNvPr id="1244" name="Google Shape;1244;p34"/>
            <p:cNvSpPr/>
            <p:nvPr/>
          </p:nvSpPr>
          <p:spPr>
            <a:xfrm>
              <a:off x="6060801" y="1832473"/>
              <a:ext cx="363477" cy="488496"/>
            </a:xfrm>
            <a:custGeom>
              <a:rect b="b" l="l" r="r" t="t"/>
              <a:pathLst>
                <a:path extrusionOk="0" h="19961" w="14854">
                  <a:moveTo>
                    <a:pt x="1047" y="1719"/>
                  </a:moveTo>
                  <a:lnTo>
                    <a:pt x="1047" y="2519"/>
                  </a:lnTo>
                  <a:lnTo>
                    <a:pt x="983" y="2519"/>
                  </a:lnTo>
                  <a:cubicBezTo>
                    <a:pt x="764" y="2519"/>
                    <a:pt x="586" y="2341"/>
                    <a:pt x="586" y="2122"/>
                  </a:cubicBezTo>
                  <a:cubicBezTo>
                    <a:pt x="586" y="1898"/>
                    <a:pt x="764" y="1719"/>
                    <a:pt x="983" y="1719"/>
                  </a:cubicBezTo>
                  <a:close/>
                  <a:moveTo>
                    <a:pt x="1047" y="4037"/>
                  </a:moveTo>
                  <a:lnTo>
                    <a:pt x="1047" y="4837"/>
                  </a:lnTo>
                  <a:lnTo>
                    <a:pt x="983" y="4837"/>
                  </a:lnTo>
                  <a:cubicBezTo>
                    <a:pt x="764" y="4837"/>
                    <a:pt x="586" y="4659"/>
                    <a:pt x="586" y="4435"/>
                  </a:cubicBezTo>
                  <a:cubicBezTo>
                    <a:pt x="586" y="4215"/>
                    <a:pt x="764" y="4037"/>
                    <a:pt x="983" y="4037"/>
                  </a:cubicBezTo>
                  <a:close/>
                  <a:moveTo>
                    <a:pt x="1047" y="6355"/>
                  </a:moveTo>
                  <a:lnTo>
                    <a:pt x="1047" y="7155"/>
                  </a:lnTo>
                  <a:lnTo>
                    <a:pt x="983" y="7155"/>
                  </a:lnTo>
                  <a:cubicBezTo>
                    <a:pt x="764" y="7155"/>
                    <a:pt x="586" y="6977"/>
                    <a:pt x="586" y="6753"/>
                  </a:cubicBezTo>
                  <a:cubicBezTo>
                    <a:pt x="586" y="6533"/>
                    <a:pt x="764" y="6355"/>
                    <a:pt x="983" y="6355"/>
                  </a:cubicBezTo>
                  <a:close/>
                  <a:moveTo>
                    <a:pt x="1047" y="8673"/>
                  </a:moveTo>
                  <a:lnTo>
                    <a:pt x="1047" y="9473"/>
                  </a:lnTo>
                  <a:lnTo>
                    <a:pt x="983" y="9473"/>
                  </a:lnTo>
                  <a:cubicBezTo>
                    <a:pt x="764" y="9473"/>
                    <a:pt x="586" y="9290"/>
                    <a:pt x="586" y="9071"/>
                  </a:cubicBezTo>
                  <a:cubicBezTo>
                    <a:pt x="586" y="8851"/>
                    <a:pt x="764" y="8673"/>
                    <a:pt x="983" y="8673"/>
                  </a:cubicBezTo>
                  <a:close/>
                  <a:moveTo>
                    <a:pt x="1047" y="10991"/>
                  </a:moveTo>
                  <a:lnTo>
                    <a:pt x="1047" y="11791"/>
                  </a:lnTo>
                  <a:lnTo>
                    <a:pt x="983" y="11791"/>
                  </a:lnTo>
                  <a:cubicBezTo>
                    <a:pt x="764" y="11791"/>
                    <a:pt x="586" y="11608"/>
                    <a:pt x="586" y="11388"/>
                  </a:cubicBezTo>
                  <a:cubicBezTo>
                    <a:pt x="586" y="11169"/>
                    <a:pt x="764" y="10991"/>
                    <a:pt x="983" y="10991"/>
                  </a:cubicBezTo>
                  <a:close/>
                  <a:moveTo>
                    <a:pt x="1047" y="13308"/>
                  </a:moveTo>
                  <a:lnTo>
                    <a:pt x="1047" y="14108"/>
                  </a:lnTo>
                  <a:lnTo>
                    <a:pt x="983" y="14108"/>
                  </a:lnTo>
                  <a:cubicBezTo>
                    <a:pt x="764" y="14108"/>
                    <a:pt x="586" y="13926"/>
                    <a:pt x="586" y="13706"/>
                  </a:cubicBezTo>
                  <a:cubicBezTo>
                    <a:pt x="586" y="13487"/>
                    <a:pt x="764" y="13308"/>
                    <a:pt x="983" y="13308"/>
                  </a:cubicBezTo>
                  <a:close/>
                  <a:moveTo>
                    <a:pt x="1047" y="15622"/>
                  </a:moveTo>
                  <a:lnTo>
                    <a:pt x="1047" y="16422"/>
                  </a:lnTo>
                  <a:lnTo>
                    <a:pt x="983" y="16422"/>
                  </a:lnTo>
                  <a:cubicBezTo>
                    <a:pt x="764" y="16422"/>
                    <a:pt x="586" y="16243"/>
                    <a:pt x="586" y="16024"/>
                  </a:cubicBezTo>
                  <a:cubicBezTo>
                    <a:pt x="586" y="15805"/>
                    <a:pt x="764" y="15622"/>
                    <a:pt x="983" y="15622"/>
                  </a:cubicBezTo>
                  <a:close/>
                  <a:moveTo>
                    <a:pt x="1047" y="17939"/>
                  </a:moveTo>
                  <a:lnTo>
                    <a:pt x="1047" y="18740"/>
                  </a:lnTo>
                  <a:lnTo>
                    <a:pt x="983" y="18740"/>
                  </a:lnTo>
                  <a:cubicBezTo>
                    <a:pt x="764" y="18740"/>
                    <a:pt x="586" y="18561"/>
                    <a:pt x="586" y="18342"/>
                  </a:cubicBezTo>
                  <a:cubicBezTo>
                    <a:pt x="586" y="18122"/>
                    <a:pt x="764" y="17939"/>
                    <a:pt x="983" y="17939"/>
                  </a:cubicBezTo>
                  <a:close/>
                  <a:moveTo>
                    <a:pt x="1820" y="0"/>
                  </a:moveTo>
                  <a:cubicBezTo>
                    <a:pt x="1395" y="0"/>
                    <a:pt x="1047" y="348"/>
                    <a:pt x="1047" y="773"/>
                  </a:cubicBezTo>
                  <a:lnTo>
                    <a:pt x="1047" y="1134"/>
                  </a:lnTo>
                  <a:lnTo>
                    <a:pt x="983" y="1134"/>
                  </a:lnTo>
                  <a:cubicBezTo>
                    <a:pt x="439" y="1134"/>
                    <a:pt x="0" y="1578"/>
                    <a:pt x="0" y="2122"/>
                  </a:cubicBezTo>
                  <a:cubicBezTo>
                    <a:pt x="0" y="2661"/>
                    <a:pt x="439" y="3105"/>
                    <a:pt x="983" y="3105"/>
                  </a:cubicBezTo>
                  <a:lnTo>
                    <a:pt x="1047" y="3105"/>
                  </a:lnTo>
                  <a:lnTo>
                    <a:pt x="1047" y="3452"/>
                  </a:lnTo>
                  <a:lnTo>
                    <a:pt x="983" y="3452"/>
                  </a:lnTo>
                  <a:cubicBezTo>
                    <a:pt x="439" y="3452"/>
                    <a:pt x="0" y="3895"/>
                    <a:pt x="0" y="4435"/>
                  </a:cubicBezTo>
                  <a:cubicBezTo>
                    <a:pt x="0" y="4979"/>
                    <a:pt x="439" y="5422"/>
                    <a:pt x="983" y="5422"/>
                  </a:cubicBezTo>
                  <a:lnTo>
                    <a:pt x="1047" y="5422"/>
                  </a:lnTo>
                  <a:lnTo>
                    <a:pt x="1047" y="5770"/>
                  </a:lnTo>
                  <a:lnTo>
                    <a:pt x="983" y="5770"/>
                  </a:lnTo>
                  <a:cubicBezTo>
                    <a:pt x="439" y="5770"/>
                    <a:pt x="0" y="6213"/>
                    <a:pt x="0" y="6753"/>
                  </a:cubicBezTo>
                  <a:cubicBezTo>
                    <a:pt x="0" y="7297"/>
                    <a:pt x="439" y="7740"/>
                    <a:pt x="983" y="7740"/>
                  </a:cubicBezTo>
                  <a:lnTo>
                    <a:pt x="1047" y="7740"/>
                  </a:lnTo>
                  <a:lnTo>
                    <a:pt x="1047" y="8088"/>
                  </a:lnTo>
                  <a:lnTo>
                    <a:pt x="983" y="8088"/>
                  </a:lnTo>
                  <a:cubicBezTo>
                    <a:pt x="439" y="8088"/>
                    <a:pt x="0" y="8527"/>
                    <a:pt x="0" y="9071"/>
                  </a:cubicBezTo>
                  <a:cubicBezTo>
                    <a:pt x="0" y="9615"/>
                    <a:pt x="439" y="10058"/>
                    <a:pt x="983" y="10058"/>
                  </a:cubicBezTo>
                  <a:lnTo>
                    <a:pt x="1047" y="10058"/>
                  </a:lnTo>
                  <a:lnTo>
                    <a:pt x="1047" y="10405"/>
                  </a:lnTo>
                  <a:lnTo>
                    <a:pt x="983" y="10405"/>
                  </a:lnTo>
                  <a:cubicBezTo>
                    <a:pt x="439" y="10405"/>
                    <a:pt x="0" y="10844"/>
                    <a:pt x="0" y="11388"/>
                  </a:cubicBezTo>
                  <a:cubicBezTo>
                    <a:pt x="0" y="11932"/>
                    <a:pt x="439" y="12376"/>
                    <a:pt x="983" y="12376"/>
                  </a:cubicBezTo>
                  <a:lnTo>
                    <a:pt x="1047" y="12376"/>
                  </a:lnTo>
                  <a:lnTo>
                    <a:pt x="1047" y="12723"/>
                  </a:lnTo>
                  <a:lnTo>
                    <a:pt x="983" y="12723"/>
                  </a:lnTo>
                  <a:cubicBezTo>
                    <a:pt x="439" y="12723"/>
                    <a:pt x="0" y="13162"/>
                    <a:pt x="0" y="13706"/>
                  </a:cubicBezTo>
                  <a:cubicBezTo>
                    <a:pt x="0" y="14250"/>
                    <a:pt x="439" y="14689"/>
                    <a:pt x="983" y="14689"/>
                  </a:cubicBezTo>
                  <a:lnTo>
                    <a:pt x="1047" y="14689"/>
                  </a:lnTo>
                  <a:lnTo>
                    <a:pt x="1047" y="15037"/>
                  </a:lnTo>
                  <a:lnTo>
                    <a:pt x="983" y="15037"/>
                  </a:lnTo>
                  <a:cubicBezTo>
                    <a:pt x="439" y="15037"/>
                    <a:pt x="0" y="15480"/>
                    <a:pt x="0" y="16024"/>
                  </a:cubicBezTo>
                  <a:cubicBezTo>
                    <a:pt x="0" y="16568"/>
                    <a:pt x="439" y="17007"/>
                    <a:pt x="983" y="17007"/>
                  </a:cubicBezTo>
                  <a:lnTo>
                    <a:pt x="1047" y="17007"/>
                  </a:lnTo>
                  <a:lnTo>
                    <a:pt x="1047" y="17354"/>
                  </a:lnTo>
                  <a:lnTo>
                    <a:pt x="983" y="17354"/>
                  </a:lnTo>
                  <a:cubicBezTo>
                    <a:pt x="439" y="17354"/>
                    <a:pt x="0" y="17798"/>
                    <a:pt x="0" y="18342"/>
                  </a:cubicBezTo>
                  <a:cubicBezTo>
                    <a:pt x="0" y="18886"/>
                    <a:pt x="439" y="19325"/>
                    <a:pt x="983" y="19325"/>
                  </a:cubicBezTo>
                  <a:lnTo>
                    <a:pt x="1056" y="19325"/>
                  </a:lnTo>
                  <a:cubicBezTo>
                    <a:pt x="1125" y="19686"/>
                    <a:pt x="1440" y="19960"/>
                    <a:pt x="1820" y="19960"/>
                  </a:cubicBezTo>
                  <a:lnTo>
                    <a:pt x="3329" y="19960"/>
                  </a:lnTo>
                  <a:cubicBezTo>
                    <a:pt x="3534" y="19960"/>
                    <a:pt x="3713" y="19832"/>
                    <a:pt x="3781" y="19649"/>
                  </a:cubicBezTo>
                  <a:lnTo>
                    <a:pt x="14076" y="19649"/>
                  </a:lnTo>
                  <a:cubicBezTo>
                    <a:pt x="14506" y="19649"/>
                    <a:pt x="14854" y="19302"/>
                    <a:pt x="14854" y="18872"/>
                  </a:cubicBezTo>
                  <a:lnTo>
                    <a:pt x="14854" y="15983"/>
                  </a:lnTo>
                  <a:cubicBezTo>
                    <a:pt x="14854" y="15818"/>
                    <a:pt x="14721" y="15690"/>
                    <a:pt x="14561" y="15690"/>
                  </a:cubicBezTo>
                  <a:cubicBezTo>
                    <a:pt x="14396" y="15690"/>
                    <a:pt x="14268" y="15818"/>
                    <a:pt x="14268" y="15983"/>
                  </a:cubicBezTo>
                  <a:lnTo>
                    <a:pt x="14268" y="18872"/>
                  </a:lnTo>
                  <a:cubicBezTo>
                    <a:pt x="14268" y="18977"/>
                    <a:pt x="14182" y="19064"/>
                    <a:pt x="14076" y="19064"/>
                  </a:cubicBezTo>
                  <a:lnTo>
                    <a:pt x="3813" y="19064"/>
                  </a:lnTo>
                  <a:lnTo>
                    <a:pt x="3813" y="5893"/>
                  </a:lnTo>
                  <a:cubicBezTo>
                    <a:pt x="3813" y="5733"/>
                    <a:pt x="3685" y="5601"/>
                    <a:pt x="3525" y="5601"/>
                  </a:cubicBezTo>
                  <a:cubicBezTo>
                    <a:pt x="3361" y="5601"/>
                    <a:pt x="3233" y="5733"/>
                    <a:pt x="3233" y="5893"/>
                  </a:cubicBezTo>
                  <a:lnTo>
                    <a:pt x="3233" y="19375"/>
                  </a:lnTo>
                  <a:lnTo>
                    <a:pt x="1820" y="19375"/>
                  </a:lnTo>
                  <a:cubicBezTo>
                    <a:pt x="1715" y="19375"/>
                    <a:pt x="1632" y="19293"/>
                    <a:pt x="1632" y="19188"/>
                  </a:cubicBezTo>
                  <a:lnTo>
                    <a:pt x="1632" y="17939"/>
                  </a:lnTo>
                  <a:lnTo>
                    <a:pt x="2099" y="17939"/>
                  </a:lnTo>
                  <a:cubicBezTo>
                    <a:pt x="2263" y="17939"/>
                    <a:pt x="2391" y="17811"/>
                    <a:pt x="2391" y="17647"/>
                  </a:cubicBezTo>
                  <a:cubicBezTo>
                    <a:pt x="2391" y="17487"/>
                    <a:pt x="2263" y="17354"/>
                    <a:pt x="2099" y="17354"/>
                  </a:cubicBezTo>
                  <a:lnTo>
                    <a:pt x="1632" y="17354"/>
                  </a:lnTo>
                  <a:lnTo>
                    <a:pt x="1632" y="15622"/>
                  </a:lnTo>
                  <a:lnTo>
                    <a:pt x="2099" y="15622"/>
                  </a:lnTo>
                  <a:cubicBezTo>
                    <a:pt x="2263" y="15622"/>
                    <a:pt x="2391" y="15494"/>
                    <a:pt x="2391" y="15329"/>
                  </a:cubicBezTo>
                  <a:cubicBezTo>
                    <a:pt x="2391" y="15169"/>
                    <a:pt x="2263" y="15041"/>
                    <a:pt x="2099" y="15041"/>
                  </a:cubicBezTo>
                  <a:lnTo>
                    <a:pt x="1632" y="15041"/>
                  </a:lnTo>
                  <a:lnTo>
                    <a:pt x="1632" y="13308"/>
                  </a:lnTo>
                  <a:lnTo>
                    <a:pt x="2099" y="13308"/>
                  </a:lnTo>
                  <a:cubicBezTo>
                    <a:pt x="2263" y="13308"/>
                    <a:pt x="2391" y="13176"/>
                    <a:pt x="2391" y="13016"/>
                  </a:cubicBezTo>
                  <a:cubicBezTo>
                    <a:pt x="2391" y="12851"/>
                    <a:pt x="2263" y="12723"/>
                    <a:pt x="2099" y="12723"/>
                  </a:cubicBezTo>
                  <a:lnTo>
                    <a:pt x="1632" y="12723"/>
                  </a:lnTo>
                  <a:lnTo>
                    <a:pt x="1632" y="10991"/>
                  </a:lnTo>
                  <a:lnTo>
                    <a:pt x="2099" y="10991"/>
                  </a:lnTo>
                  <a:cubicBezTo>
                    <a:pt x="2263" y="10991"/>
                    <a:pt x="2391" y="10858"/>
                    <a:pt x="2391" y="10698"/>
                  </a:cubicBezTo>
                  <a:cubicBezTo>
                    <a:pt x="2391" y="10533"/>
                    <a:pt x="2263" y="10405"/>
                    <a:pt x="2099" y="10405"/>
                  </a:cubicBezTo>
                  <a:lnTo>
                    <a:pt x="1632" y="10405"/>
                  </a:lnTo>
                  <a:lnTo>
                    <a:pt x="1632" y="8673"/>
                  </a:lnTo>
                  <a:lnTo>
                    <a:pt x="2099" y="8673"/>
                  </a:lnTo>
                  <a:cubicBezTo>
                    <a:pt x="2263" y="8673"/>
                    <a:pt x="2391" y="8540"/>
                    <a:pt x="2391" y="8380"/>
                  </a:cubicBezTo>
                  <a:cubicBezTo>
                    <a:pt x="2391" y="8216"/>
                    <a:pt x="2263" y="8088"/>
                    <a:pt x="2099" y="8088"/>
                  </a:cubicBezTo>
                  <a:lnTo>
                    <a:pt x="1632" y="8088"/>
                  </a:lnTo>
                  <a:lnTo>
                    <a:pt x="1632" y="6355"/>
                  </a:lnTo>
                  <a:lnTo>
                    <a:pt x="2099" y="6355"/>
                  </a:lnTo>
                  <a:cubicBezTo>
                    <a:pt x="2263" y="6355"/>
                    <a:pt x="2391" y="6222"/>
                    <a:pt x="2391" y="6062"/>
                  </a:cubicBezTo>
                  <a:cubicBezTo>
                    <a:pt x="2391" y="5902"/>
                    <a:pt x="2263" y="5770"/>
                    <a:pt x="2099" y="5770"/>
                  </a:cubicBezTo>
                  <a:lnTo>
                    <a:pt x="1632" y="5770"/>
                  </a:lnTo>
                  <a:lnTo>
                    <a:pt x="1632" y="4037"/>
                  </a:lnTo>
                  <a:lnTo>
                    <a:pt x="2099" y="4037"/>
                  </a:lnTo>
                  <a:cubicBezTo>
                    <a:pt x="2263" y="4037"/>
                    <a:pt x="2391" y="3905"/>
                    <a:pt x="2391" y="3745"/>
                  </a:cubicBezTo>
                  <a:cubicBezTo>
                    <a:pt x="2391" y="3585"/>
                    <a:pt x="2263" y="3452"/>
                    <a:pt x="2099" y="3452"/>
                  </a:cubicBezTo>
                  <a:lnTo>
                    <a:pt x="1632" y="3452"/>
                  </a:lnTo>
                  <a:lnTo>
                    <a:pt x="1632" y="1719"/>
                  </a:lnTo>
                  <a:lnTo>
                    <a:pt x="2099" y="1719"/>
                  </a:lnTo>
                  <a:cubicBezTo>
                    <a:pt x="2263" y="1719"/>
                    <a:pt x="2391" y="1587"/>
                    <a:pt x="2391" y="1427"/>
                  </a:cubicBezTo>
                  <a:cubicBezTo>
                    <a:pt x="2391" y="1267"/>
                    <a:pt x="2263" y="1134"/>
                    <a:pt x="2099" y="1134"/>
                  </a:cubicBezTo>
                  <a:lnTo>
                    <a:pt x="1632" y="1134"/>
                  </a:lnTo>
                  <a:lnTo>
                    <a:pt x="1632" y="773"/>
                  </a:lnTo>
                  <a:cubicBezTo>
                    <a:pt x="1632" y="668"/>
                    <a:pt x="1715" y="586"/>
                    <a:pt x="1820" y="586"/>
                  </a:cubicBezTo>
                  <a:lnTo>
                    <a:pt x="3233" y="586"/>
                  </a:lnTo>
                  <a:lnTo>
                    <a:pt x="3233" y="4595"/>
                  </a:lnTo>
                  <a:cubicBezTo>
                    <a:pt x="3233" y="4755"/>
                    <a:pt x="3361" y="4888"/>
                    <a:pt x="3525" y="4888"/>
                  </a:cubicBezTo>
                  <a:cubicBezTo>
                    <a:pt x="3685" y="4888"/>
                    <a:pt x="3813" y="4755"/>
                    <a:pt x="3813" y="4595"/>
                  </a:cubicBezTo>
                  <a:lnTo>
                    <a:pt x="3813" y="897"/>
                  </a:lnTo>
                  <a:lnTo>
                    <a:pt x="14076" y="897"/>
                  </a:lnTo>
                  <a:cubicBezTo>
                    <a:pt x="14182" y="897"/>
                    <a:pt x="14268" y="979"/>
                    <a:pt x="14268" y="1084"/>
                  </a:cubicBezTo>
                  <a:lnTo>
                    <a:pt x="14268" y="14684"/>
                  </a:lnTo>
                  <a:cubicBezTo>
                    <a:pt x="14268" y="14844"/>
                    <a:pt x="14396" y="14977"/>
                    <a:pt x="14561" y="14977"/>
                  </a:cubicBezTo>
                  <a:cubicBezTo>
                    <a:pt x="14721" y="14977"/>
                    <a:pt x="14854" y="14844"/>
                    <a:pt x="14854" y="14684"/>
                  </a:cubicBezTo>
                  <a:lnTo>
                    <a:pt x="14854" y="1084"/>
                  </a:lnTo>
                  <a:cubicBezTo>
                    <a:pt x="14854" y="659"/>
                    <a:pt x="14506" y="311"/>
                    <a:pt x="14076" y="311"/>
                  </a:cubicBezTo>
                  <a:lnTo>
                    <a:pt x="3781" y="311"/>
                  </a:lnTo>
                  <a:cubicBezTo>
                    <a:pt x="3713" y="128"/>
                    <a:pt x="3534" y="0"/>
                    <a:pt x="3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4"/>
            <p:cNvSpPr/>
            <p:nvPr/>
          </p:nvSpPr>
          <p:spPr>
            <a:xfrm>
              <a:off x="6185102" y="1888073"/>
              <a:ext cx="193435" cy="193455"/>
            </a:xfrm>
            <a:custGeom>
              <a:rect b="b" l="l" r="r" t="t"/>
              <a:pathLst>
                <a:path extrusionOk="0" h="7905" w="7905">
                  <a:moveTo>
                    <a:pt x="3950" y="586"/>
                  </a:moveTo>
                  <a:cubicBezTo>
                    <a:pt x="5806" y="586"/>
                    <a:pt x="7320" y="2094"/>
                    <a:pt x="7320" y="3950"/>
                  </a:cubicBezTo>
                  <a:cubicBezTo>
                    <a:pt x="7320" y="5807"/>
                    <a:pt x="5806" y="7320"/>
                    <a:pt x="3950" y="7320"/>
                  </a:cubicBezTo>
                  <a:cubicBezTo>
                    <a:pt x="2094" y="7320"/>
                    <a:pt x="581" y="5807"/>
                    <a:pt x="581" y="3950"/>
                  </a:cubicBezTo>
                  <a:cubicBezTo>
                    <a:pt x="581" y="2094"/>
                    <a:pt x="2094" y="586"/>
                    <a:pt x="3950" y="586"/>
                  </a:cubicBezTo>
                  <a:close/>
                  <a:moveTo>
                    <a:pt x="3950" y="1"/>
                  </a:moveTo>
                  <a:cubicBezTo>
                    <a:pt x="1770" y="1"/>
                    <a:pt x="0" y="1770"/>
                    <a:pt x="0" y="3950"/>
                  </a:cubicBezTo>
                  <a:cubicBezTo>
                    <a:pt x="0" y="6131"/>
                    <a:pt x="1770" y="7905"/>
                    <a:pt x="3950" y="7905"/>
                  </a:cubicBezTo>
                  <a:cubicBezTo>
                    <a:pt x="6131" y="7905"/>
                    <a:pt x="7905" y="6131"/>
                    <a:pt x="7905" y="3950"/>
                  </a:cubicBezTo>
                  <a:cubicBezTo>
                    <a:pt x="7905" y="1770"/>
                    <a:pt x="6131" y="1"/>
                    <a:pt x="39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4"/>
            <p:cNvSpPr/>
            <p:nvPr/>
          </p:nvSpPr>
          <p:spPr>
            <a:xfrm>
              <a:off x="6257274" y="1941665"/>
              <a:ext cx="49136" cy="86168"/>
            </a:xfrm>
            <a:custGeom>
              <a:rect b="b" l="l" r="r" t="t"/>
              <a:pathLst>
                <a:path extrusionOk="0" h="3521" w="2008">
                  <a:moveTo>
                    <a:pt x="1001" y="0"/>
                  </a:moveTo>
                  <a:cubicBezTo>
                    <a:pt x="841" y="0"/>
                    <a:pt x="709" y="133"/>
                    <a:pt x="709" y="293"/>
                  </a:cubicBezTo>
                  <a:lnTo>
                    <a:pt x="709" y="407"/>
                  </a:lnTo>
                  <a:cubicBezTo>
                    <a:pt x="306" y="471"/>
                    <a:pt x="0" y="819"/>
                    <a:pt x="0" y="1235"/>
                  </a:cubicBezTo>
                  <a:cubicBezTo>
                    <a:pt x="0" y="1701"/>
                    <a:pt x="375" y="2076"/>
                    <a:pt x="837" y="2076"/>
                  </a:cubicBezTo>
                  <a:lnTo>
                    <a:pt x="1166" y="2076"/>
                  </a:lnTo>
                  <a:cubicBezTo>
                    <a:pt x="1308" y="2076"/>
                    <a:pt x="1422" y="2190"/>
                    <a:pt x="1422" y="2327"/>
                  </a:cubicBezTo>
                  <a:cubicBezTo>
                    <a:pt x="1422" y="2469"/>
                    <a:pt x="1308" y="2583"/>
                    <a:pt x="1166" y="2583"/>
                  </a:cubicBezTo>
                  <a:lnTo>
                    <a:pt x="837" y="2583"/>
                  </a:lnTo>
                  <a:cubicBezTo>
                    <a:pt x="736" y="2583"/>
                    <a:pt x="640" y="2519"/>
                    <a:pt x="604" y="2428"/>
                  </a:cubicBezTo>
                  <a:cubicBezTo>
                    <a:pt x="556" y="2315"/>
                    <a:pt x="447" y="2249"/>
                    <a:pt x="334" y="2249"/>
                  </a:cubicBezTo>
                  <a:cubicBezTo>
                    <a:pt x="296" y="2249"/>
                    <a:pt x="257" y="2256"/>
                    <a:pt x="220" y="2272"/>
                  </a:cubicBezTo>
                  <a:cubicBezTo>
                    <a:pt x="69" y="2336"/>
                    <a:pt x="0" y="2506"/>
                    <a:pt x="64" y="2656"/>
                  </a:cubicBezTo>
                  <a:cubicBezTo>
                    <a:pt x="178" y="2926"/>
                    <a:pt x="425" y="3114"/>
                    <a:pt x="709" y="3159"/>
                  </a:cubicBezTo>
                  <a:lnTo>
                    <a:pt x="709" y="3228"/>
                  </a:lnTo>
                  <a:cubicBezTo>
                    <a:pt x="709" y="3393"/>
                    <a:pt x="841" y="3521"/>
                    <a:pt x="1001" y="3521"/>
                  </a:cubicBezTo>
                  <a:cubicBezTo>
                    <a:pt x="1161" y="3521"/>
                    <a:pt x="1294" y="3393"/>
                    <a:pt x="1294" y="3228"/>
                  </a:cubicBezTo>
                  <a:lnTo>
                    <a:pt x="1294" y="3155"/>
                  </a:lnTo>
                  <a:cubicBezTo>
                    <a:pt x="1696" y="3095"/>
                    <a:pt x="2003" y="2748"/>
                    <a:pt x="2003" y="2327"/>
                  </a:cubicBezTo>
                  <a:cubicBezTo>
                    <a:pt x="2007" y="1866"/>
                    <a:pt x="1628" y="1491"/>
                    <a:pt x="1166" y="1491"/>
                  </a:cubicBezTo>
                  <a:lnTo>
                    <a:pt x="837" y="1491"/>
                  </a:lnTo>
                  <a:cubicBezTo>
                    <a:pt x="695" y="1491"/>
                    <a:pt x="581" y="1376"/>
                    <a:pt x="581" y="1235"/>
                  </a:cubicBezTo>
                  <a:cubicBezTo>
                    <a:pt x="581" y="1098"/>
                    <a:pt x="695" y="983"/>
                    <a:pt x="837" y="983"/>
                  </a:cubicBezTo>
                  <a:lnTo>
                    <a:pt x="1166" y="983"/>
                  </a:lnTo>
                  <a:cubicBezTo>
                    <a:pt x="1253" y="983"/>
                    <a:pt x="1331" y="1024"/>
                    <a:pt x="1376" y="1098"/>
                  </a:cubicBezTo>
                  <a:cubicBezTo>
                    <a:pt x="1433" y="1180"/>
                    <a:pt x="1526" y="1226"/>
                    <a:pt x="1620" y="1226"/>
                  </a:cubicBezTo>
                  <a:cubicBezTo>
                    <a:pt x="1677" y="1226"/>
                    <a:pt x="1733" y="1210"/>
                    <a:pt x="1783" y="1175"/>
                  </a:cubicBezTo>
                  <a:cubicBezTo>
                    <a:pt x="1916" y="1084"/>
                    <a:pt x="1952" y="901"/>
                    <a:pt x="1861" y="768"/>
                  </a:cubicBezTo>
                  <a:cubicBezTo>
                    <a:pt x="1728" y="572"/>
                    <a:pt x="1523" y="444"/>
                    <a:pt x="1294" y="407"/>
                  </a:cubicBezTo>
                  <a:lnTo>
                    <a:pt x="1294" y="293"/>
                  </a:lnTo>
                  <a:cubicBezTo>
                    <a:pt x="1294" y="133"/>
                    <a:pt x="1161" y="0"/>
                    <a:pt x="1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4"/>
            <p:cNvSpPr/>
            <p:nvPr/>
          </p:nvSpPr>
          <p:spPr>
            <a:xfrm>
              <a:off x="6212072" y="1915040"/>
              <a:ext cx="139406" cy="139420"/>
            </a:xfrm>
            <a:custGeom>
              <a:rect b="b" l="l" r="r" t="t"/>
              <a:pathLst>
                <a:path extrusionOk="0" h="5697" w="5697">
                  <a:moveTo>
                    <a:pt x="2848" y="585"/>
                  </a:moveTo>
                  <a:cubicBezTo>
                    <a:pt x="4096" y="585"/>
                    <a:pt x="5111" y="1600"/>
                    <a:pt x="5111" y="2848"/>
                  </a:cubicBezTo>
                  <a:cubicBezTo>
                    <a:pt x="5111" y="4096"/>
                    <a:pt x="4096" y="5111"/>
                    <a:pt x="2848" y="5111"/>
                  </a:cubicBezTo>
                  <a:cubicBezTo>
                    <a:pt x="1600" y="5111"/>
                    <a:pt x="585" y="4096"/>
                    <a:pt x="585" y="2848"/>
                  </a:cubicBezTo>
                  <a:cubicBezTo>
                    <a:pt x="585" y="1600"/>
                    <a:pt x="1600" y="585"/>
                    <a:pt x="2848" y="585"/>
                  </a:cubicBezTo>
                  <a:close/>
                  <a:moveTo>
                    <a:pt x="2848" y="0"/>
                  </a:moveTo>
                  <a:cubicBezTo>
                    <a:pt x="1276" y="0"/>
                    <a:pt x="0" y="1280"/>
                    <a:pt x="0" y="2848"/>
                  </a:cubicBezTo>
                  <a:cubicBezTo>
                    <a:pt x="0" y="4421"/>
                    <a:pt x="1276" y="5697"/>
                    <a:pt x="2848" y="5697"/>
                  </a:cubicBezTo>
                  <a:cubicBezTo>
                    <a:pt x="4421" y="5697"/>
                    <a:pt x="5697" y="4421"/>
                    <a:pt x="5697" y="2848"/>
                  </a:cubicBezTo>
                  <a:cubicBezTo>
                    <a:pt x="5697" y="1280"/>
                    <a:pt x="4421" y="0"/>
                    <a:pt x="2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4"/>
            <p:cNvSpPr/>
            <p:nvPr/>
          </p:nvSpPr>
          <p:spPr>
            <a:xfrm>
              <a:off x="6187892" y="2114851"/>
              <a:ext cx="187734" cy="59419"/>
            </a:xfrm>
            <a:custGeom>
              <a:rect b="b" l="l" r="r" t="t"/>
              <a:pathLst>
                <a:path extrusionOk="0" h="2428" w="7672">
                  <a:moveTo>
                    <a:pt x="687" y="0"/>
                  </a:moveTo>
                  <a:cubicBezTo>
                    <a:pt x="312" y="0"/>
                    <a:pt x="1" y="307"/>
                    <a:pt x="1" y="686"/>
                  </a:cubicBezTo>
                  <a:lnTo>
                    <a:pt x="1" y="1742"/>
                  </a:lnTo>
                  <a:cubicBezTo>
                    <a:pt x="1" y="2121"/>
                    <a:pt x="312" y="2428"/>
                    <a:pt x="687" y="2428"/>
                  </a:cubicBezTo>
                  <a:lnTo>
                    <a:pt x="6986" y="2428"/>
                  </a:lnTo>
                  <a:cubicBezTo>
                    <a:pt x="7361" y="2428"/>
                    <a:pt x="7672" y="2121"/>
                    <a:pt x="7672" y="1742"/>
                  </a:cubicBezTo>
                  <a:lnTo>
                    <a:pt x="7672" y="686"/>
                  </a:lnTo>
                  <a:cubicBezTo>
                    <a:pt x="7672" y="307"/>
                    <a:pt x="7361" y="0"/>
                    <a:pt x="6986" y="0"/>
                  </a:cubicBezTo>
                  <a:lnTo>
                    <a:pt x="5441" y="0"/>
                  </a:lnTo>
                  <a:cubicBezTo>
                    <a:pt x="5281" y="0"/>
                    <a:pt x="5148" y="133"/>
                    <a:pt x="5148" y="293"/>
                  </a:cubicBezTo>
                  <a:cubicBezTo>
                    <a:pt x="5148" y="453"/>
                    <a:pt x="5281" y="585"/>
                    <a:pt x="5441" y="585"/>
                  </a:cubicBezTo>
                  <a:lnTo>
                    <a:pt x="6986" y="585"/>
                  </a:lnTo>
                  <a:cubicBezTo>
                    <a:pt x="7041" y="585"/>
                    <a:pt x="7087" y="631"/>
                    <a:pt x="7087" y="686"/>
                  </a:cubicBezTo>
                  <a:lnTo>
                    <a:pt x="7087" y="1742"/>
                  </a:lnTo>
                  <a:cubicBezTo>
                    <a:pt x="7087" y="1797"/>
                    <a:pt x="7041" y="1843"/>
                    <a:pt x="6986" y="1843"/>
                  </a:cubicBezTo>
                  <a:lnTo>
                    <a:pt x="687" y="1843"/>
                  </a:lnTo>
                  <a:cubicBezTo>
                    <a:pt x="632" y="1843"/>
                    <a:pt x="586" y="1797"/>
                    <a:pt x="586" y="1742"/>
                  </a:cubicBezTo>
                  <a:lnTo>
                    <a:pt x="586" y="686"/>
                  </a:lnTo>
                  <a:cubicBezTo>
                    <a:pt x="586" y="631"/>
                    <a:pt x="632" y="585"/>
                    <a:pt x="687" y="585"/>
                  </a:cubicBezTo>
                  <a:lnTo>
                    <a:pt x="4143" y="585"/>
                  </a:lnTo>
                  <a:cubicBezTo>
                    <a:pt x="4303" y="585"/>
                    <a:pt x="4435" y="453"/>
                    <a:pt x="4435" y="293"/>
                  </a:cubicBezTo>
                  <a:cubicBezTo>
                    <a:pt x="4435" y="133"/>
                    <a:pt x="4303" y="0"/>
                    <a:pt x="4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4"/>
            <p:cNvSpPr/>
            <p:nvPr/>
          </p:nvSpPr>
          <p:spPr>
            <a:xfrm>
              <a:off x="6198538" y="2250986"/>
              <a:ext cx="166469" cy="14365"/>
            </a:xfrm>
            <a:custGeom>
              <a:rect b="b" l="l" r="r" t="t"/>
              <a:pathLst>
                <a:path extrusionOk="0" h="587" w="6803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6510" y="586"/>
                  </a:lnTo>
                  <a:cubicBezTo>
                    <a:pt x="6670" y="586"/>
                    <a:pt x="6803" y="453"/>
                    <a:pt x="6803" y="293"/>
                  </a:cubicBezTo>
                  <a:cubicBezTo>
                    <a:pt x="6803" y="133"/>
                    <a:pt x="6670" y="1"/>
                    <a:pt x="65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4"/>
            <p:cNvSpPr/>
            <p:nvPr/>
          </p:nvSpPr>
          <p:spPr>
            <a:xfrm>
              <a:off x="6198538" y="2221693"/>
              <a:ext cx="27529" cy="14341"/>
            </a:xfrm>
            <a:custGeom>
              <a:rect b="b" l="l" r="r" t="t"/>
              <a:pathLst>
                <a:path extrusionOk="0" h="586" w="112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832" y="585"/>
                  </a:lnTo>
                  <a:cubicBezTo>
                    <a:pt x="997" y="585"/>
                    <a:pt x="1125" y="453"/>
                    <a:pt x="1125" y="293"/>
                  </a:cubicBezTo>
                  <a:cubicBezTo>
                    <a:pt x="1125" y="133"/>
                    <a:pt x="997" y="0"/>
                    <a:pt x="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4"/>
            <p:cNvSpPr/>
            <p:nvPr/>
          </p:nvSpPr>
          <p:spPr>
            <a:xfrm>
              <a:off x="6236570" y="2221693"/>
              <a:ext cx="128443" cy="14341"/>
            </a:xfrm>
            <a:custGeom>
              <a:rect b="b" l="l" r="r" t="t"/>
              <a:pathLst>
                <a:path extrusionOk="0" h="586" w="524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4956" y="585"/>
                  </a:lnTo>
                  <a:cubicBezTo>
                    <a:pt x="5116" y="585"/>
                    <a:pt x="5249" y="453"/>
                    <a:pt x="5249" y="293"/>
                  </a:cubicBezTo>
                  <a:cubicBezTo>
                    <a:pt x="5249" y="133"/>
                    <a:pt x="5116" y="0"/>
                    <a:pt x="4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4"/>
            <p:cNvSpPr/>
            <p:nvPr/>
          </p:nvSpPr>
          <p:spPr>
            <a:xfrm>
              <a:off x="6337376" y="2192376"/>
              <a:ext cx="27651" cy="14341"/>
            </a:xfrm>
            <a:custGeom>
              <a:rect b="b" l="l" r="r" t="t"/>
              <a:pathLst>
                <a:path extrusionOk="0" h="586" w="113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837" y="586"/>
                  </a:lnTo>
                  <a:cubicBezTo>
                    <a:pt x="997" y="586"/>
                    <a:pt x="1130" y="458"/>
                    <a:pt x="1130" y="293"/>
                  </a:cubicBezTo>
                  <a:cubicBezTo>
                    <a:pt x="1130" y="133"/>
                    <a:pt x="997" y="0"/>
                    <a:pt x="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4"/>
            <p:cNvSpPr/>
            <p:nvPr/>
          </p:nvSpPr>
          <p:spPr>
            <a:xfrm>
              <a:off x="6198538" y="2192376"/>
              <a:ext cx="128663" cy="14341"/>
            </a:xfrm>
            <a:custGeom>
              <a:rect b="b" l="l" r="r" t="t"/>
              <a:pathLst>
                <a:path extrusionOk="0" h="586" w="5258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4965" y="586"/>
                  </a:lnTo>
                  <a:cubicBezTo>
                    <a:pt x="5125" y="586"/>
                    <a:pt x="5257" y="458"/>
                    <a:pt x="5257" y="293"/>
                  </a:cubicBezTo>
                  <a:cubicBezTo>
                    <a:pt x="5257" y="133"/>
                    <a:pt x="5125" y="0"/>
                    <a:pt x="4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4" name="Google Shape;1254;p34"/>
          <p:cNvGrpSpPr/>
          <p:nvPr/>
        </p:nvGrpSpPr>
        <p:grpSpPr>
          <a:xfrm>
            <a:off x="6741726" y="1832473"/>
            <a:ext cx="337857" cy="488496"/>
            <a:chOff x="6741726" y="1832473"/>
            <a:chExt cx="337857" cy="488496"/>
          </a:xfrm>
        </p:grpSpPr>
        <p:sp>
          <p:nvSpPr>
            <p:cNvPr id="1255" name="Google Shape;1255;p34"/>
            <p:cNvSpPr/>
            <p:nvPr/>
          </p:nvSpPr>
          <p:spPr>
            <a:xfrm>
              <a:off x="6741726" y="1832473"/>
              <a:ext cx="337857" cy="488496"/>
            </a:xfrm>
            <a:custGeom>
              <a:rect b="b" l="l" r="r" t="t"/>
              <a:pathLst>
                <a:path extrusionOk="0" h="19961" w="13807">
                  <a:moveTo>
                    <a:pt x="778" y="0"/>
                  </a:moveTo>
                  <a:cubicBezTo>
                    <a:pt x="348" y="0"/>
                    <a:pt x="0" y="348"/>
                    <a:pt x="0" y="773"/>
                  </a:cubicBezTo>
                  <a:lnTo>
                    <a:pt x="0" y="13807"/>
                  </a:lnTo>
                  <a:cubicBezTo>
                    <a:pt x="0" y="13967"/>
                    <a:pt x="133" y="14099"/>
                    <a:pt x="293" y="14099"/>
                  </a:cubicBezTo>
                  <a:cubicBezTo>
                    <a:pt x="458" y="14099"/>
                    <a:pt x="586" y="13967"/>
                    <a:pt x="586" y="13807"/>
                  </a:cubicBezTo>
                  <a:lnTo>
                    <a:pt x="586" y="773"/>
                  </a:lnTo>
                  <a:cubicBezTo>
                    <a:pt x="586" y="668"/>
                    <a:pt x="672" y="586"/>
                    <a:pt x="778" y="586"/>
                  </a:cubicBezTo>
                  <a:lnTo>
                    <a:pt x="9573" y="586"/>
                  </a:lnTo>
                  <a:lnTo>
                    <a:pt x="9573" y="3457"/>
                  </a:lnTo>
                  <a:cubicBezTo>
                    <a:pt x="9573" y="3886"/>
                    <a:pt x="9921" y="4234"/>
                    <a:pt x="10351" y="4234"/>
                  </a:cubicBezTo>
                  <a:lnTo>
                    <a:pt x="13226" y="4234"/>
                  </a:lnTo>
                  <a:lnTo>
                    <a:pt x="13226" y="19188"/>
                  </a:lnTo>
                  <a:cubicBezTo>
                    <a:pt x="13226" y="19293"/>
                    <a:pt x="13139" y="19375"/>
                    <a:pt x="13034" y="19375"/>
                  </a:cubicBezTo>
                  <a:lnTo>
                    <a:pt x="778" y="19375"/>
                  </a:lnTo>
                  <a:cubicBezTo>
                    <a:pt x="672" y="19375"/>
                    <a:pt x="586" y="19293"/>
                    <a:pt x="586" y="19188"/>
                  </a:cubicBezTo>
                  <a:lnTo>
                    <a:pt x="586" y="15105"/>
                  </a:lnTo>
                  <a:cubicBezTo>
                    <a:pt x="586" y="14945"/>
                    <a:pt x="458" y="14812"/>
                    <a:pt x="293" y="14812"/>
                  </a:cubicBezTo>
                  <a:cubicBezTo>
                    <a:pt x="133" y="14812"/>
                    <a:pt x="0" y="14945"/>
                    <a:pt x="0" y="15105"/>
                  </a:cubicBezTo>
                  <a:lnTo>
                    <a:pt x="0" y="19188"/>
                  </a:lnTo>
                  <a:cubicBezTo>
                    <a:pt x="0" y="19613"/>
                    <a:pt x="348" y="19960"/>
                    <a:pt x="778" y="19960"/>
                  </a:cubicBezTo>
                  <a:lnTo>
                    <a:pt x="13034" y="19960"/>
                  </a:lnTo>
                  <a:cubicBezTo>
                    <a:pt x="13459" y="19960"/>
                    <a:pt x="13807" y="19613"/>
                    <a:pt x="13807" y="19188"/>
                  </a:cubicBezTo>
                  <a:lnTo>
                    <a:pt x="13807" y="3941"/>
                  </a:lnTo>
                  <a:cubicBezTo>
                    <a:pt x="13807" y="3937"/>
                    <a:pt x="13807" y="3932"/>
                    <a:pt x="13807" y="3932"/>
                  </a:cubicBezTo>
                  <a:cubicBezTo>
                    <a:pt x="13807" y="3927"/>
                    <a:pt x="13807" y="3923"/>
                    <a:pt x="13807" y="3918"/>
                  </a:cubicBezTo>
                  <a:cubicBezTo>
                    <a:pt x="13807" y="3914"/>
                    <a:pt x="13807" y="3909"/>
                    <a:pt x="13807" y="3905"/>
                  </a:cubicBezTo>
                  <a:cubicBezTo>
                    <a:pt x="13798" y="3841"/>
                    <a:pt x="13770" y="3781"/>
                    <a:pt x="13724" y="3731"/>
                  </a:cubicBezTo>
                  <a:lnTo>
                    <a:pt x="12380" y="2391"/>
                  </a:lnTo>
                  <a:cubicBezTo>
                    <a:pt x="12323" y="2334"/>
                    <a:pt x="12249" y="2306"/>
                    <a:pt x="12175" y="2306"/>
                  </a:cubicBezTo>
                  <a:cubicBezTo>
                    <a:pt x="12100" y="2306"/>
                    <a:pt x="12026" y="2334"/>
                    <a:pt x="11969" y="2391"/>
                  </a:cubicBezTo>
                  <a:cubicBezTo>
                    <a:pt x="11855" y="2506"/>
                    <a:pt x="11855" y="2693"/>
                    <a:pt x="11969" y="2807"/>
                  </a:cubicBezTo>
                  <a:lnTo>
                    <a:pt x="12810" y="3649"/>
                  </a:lnTo>
                  <a:lnTo>
                    <a:pt x="10351" y="3649"/>
                  </a:lnTo>
                  <a:cubicBezTo>
                    <a:pt x="10245" y="3649"/>
                    <a:pt x="10159" y="3562"/>
                    <a:pt x="10159" y="3457"/>
                  </a:cubicBezTo>
                  <a:lnTo>
                    <a:pt x="10159" y="997"/>
                  </a:lnTo>
                  <a:lnTo>
                    <a:pt x="11050" y="1889"/>
                  </a:lnTo>
                  <a:cubicBezTo>
                    <a:pt x="11107" y="1946"/>
                    <a:pt x="11181" y="1974"/>
                    <a:pt x="11256" y="1974"/>
                  </a:cubicBezTo>
                  <a:cubicBezTo>
                    <a:pt x="11330" y="1974"/>
                    <a:pt x="11404" y="1946"/>
                    <a:pt x="11461" y="1889"/>
                  </a:cubicBezTo>
                  <a:cubicBezTo>
                    <a:pt x="11576" y="1774"/>
                    <a:pt x="11576" y="1587"/>
                    <a:pt x="11461" y="1473"/>
                  </a:cubicBezTo>
                  <a:lnTo>
                    <a:pt x="10076" y="83"/>
                  </a:lnTo>
                  <a:cubicBezTo>
                    <a:pt x="10026" y="37"/>
                    <a:pt x="9967" y="10"/>
                    <a:pt x="9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4"/>
            <p:cNvSpPr/>
            <p:nvPr/>
          </p:nvSpPr>
          <p:spPr>
            <a:xfrm>
              <a:off x="6780663" y="2022764"/>
              <a:ext cx="259994" cy="50707"/>
            </a:xfrm>
            <a:custGeom>
              <a:rect b="b" l="l" r="r" t="t"/>
              <a:pathLst>
                <a:path extrusionOk="0" h="2072" w="10625">
                  <a:moveTo>
                    <a:pt x="686" y="1"/>
                  </a:moveTo>
                  <a:cubicBezTo>
                    <a:pt x="307" y="1"/>
                    <a:pt x="0" y="307"/>
                    <a:pt x="0" y="687"/>
                  </a:cubicBezTo>
                  <a:lnTo>
                    <a:pt x="0" y="1391"/>
                  </a:lnTo>
                  <a:cubicBezTo>
                    <a:pt x="0" y="1765"/>
                    <a:pt x="307" y="2072"/>
                    <a:pt x="686" y="2072"/>
                  </a:cubicBezTo>
                  <a:lnTo>
                    <a:pt x="6199" y="2072"/>
                  </a:lnTo>
                  <a:cubicBezTo>
                    <a:pt x="6364" y="2072"/>
                    <a:pt x="6492" y="1944"/>
                    <a:pt x="6492" y="1779"/>
                  </a:cubicBezTo>
                  <a:cubicBezTo>
                    <a:pt x="6492" y="1619"/>
                    <a:pt x="6364" y="1487"/>
                    <a:pt x="6199" y="1487"/>
                  </a:cubicBezTo>
                  <a:lnTo>
                    <a:pt x="686" y="1487"/>
                  </a:lnTo>
                  <a:cubicBezTo>
                    <a:pt x="631" y="1487"/>
                    <a:pt x="585" y="1445"/>
                    <a:pt x="585" y="1391"/>
                  </a:cubicBezTo>
                  <a:lnTo>
                    <a:pt x="585" y="687"/>
                  </a:lnTo>
                  <a:cubicBezTo>
                    <a:pt x="585" y="632"/>
                    <a:pt x="631" y="586"/>
                    <a:pt x="686" y="586"/>
                  </a:cubicBezTo>
                  <a:lnTo>
                    <a:pt x="9944" y="586"/>
                  </a:lnTo>
                  <a:cubicBezTo>
                    <a:pt x="9998" y="586"/>
                    <a:pt x="10040" y="632"/>
                    <a:pt x="10040" y="687"/>
                  </a:cubicBezTo>
                  <a:lnTo>
                    <a:pt x="10040" y="1391"/>
                  </a:lnTo>
                  <a:cubicBezTo>
                    <a:pt x="10040" y="1445"/>
                    <a:pt x="9998" y="1487"/>
                    <a:pt x="9944" y="1487"/>
                  </a:cubicBezTo>
                  <a:lnTo>
                    <a:pt x="7502" y="1487"/>
                  </a:lnTo>
                  <a:cubicBezTo>
                    <a:pt x="7338" y="1487"/>
                    <a:pt x="7210" y="1619"/>
                    <a:pt x="7210" y="1779"/>
                  </a:cubicBezTo>
                  <a:cubicBezTo>
                    <a:pt x="7210" y="1944"/>
                    <a:pt x="7338" y="2072"/>
                    <a:pt x="7502" y="2072"/>
                  </a:cubicBezTo>
                  <a:lnTo>
                    <a:pt x="9944" y="2072"/>
                  </a:lnTo>
                  <a:cubicBezTo>
                    <a:pt x="10318" y="2072"/>
                    <a:pt x="10625" y="1765"/>
                    <a:pt x="10625" y="1391"/>
                  </a:cubicBezTo>
                  <a:lnTo>
                    <a:pt x="10625" y="687"/>
                  </a:lnTo>
                  <a:cubicBezTo>
                    <a:pt x="10625" y="307"/>
                    <a:pt x="10318" y="1"/>
                    <a:pt x="9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4"/>
            <p:cNvSpPr/>
            <p:nvPr/>
          </p:nvSpPr>
          <p:spPr>
            <a:xfrm>
              <a:off x="6938981" y="1986742"/>
              <a:ext cx="75417" cy="14341"/>
            </a:xfrm>
            <a:custGeom>
              <a:rect b="b" l="l" r="r" t="t"/>
              <a:pathLst>
                <a:path extrusionOk="0" h="586" w="3082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789" y="586"/>
                  </a:lnTo>
                  <a:cubicBezTo>
                    <a:pt x="2949" y="586"/>
                    <a:pt x="3081" y="453"/>
                    <a:pt x="3081" y="293"/>
                  </a:cubicBezTo>
                  <a:cubicBezTo>
                    <a:pt x="3081" y="133"/>
                    <a:pt x="2949" y="1"/>
                    <a:pt x="2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4"/>
            <p:cNvSpPr/>
            <p:nvPr/>
          </p:nvSpPr>
          <p:spPr>
            <a:xfrm>
              <a:off x="6969524" y="1962124"/>
              <a:ext cx="44878" cy="14365"/>
            </a:xfrm>
            <a:custGeom>
              <a:rect b="b" l="l" r="r" t="t"/>
              <a:pathLst>
                <a:path extrusionOk="0" h="587" w="1834">
                  <a:moveTo>
                    <a:pt x="293" y="1"/>
                  </a:moveTo>
                  <a:cubicBezTo>
                    <a:pt x="133" y="1"/>
                    <a:pt x="0" y="129"/>
                    <a:pt x="0" y="294"/>
                  </a:cubicBezTo>
                  <a:cubicBezTo>
                    <a:pt x="0" y="454"/>
                    <a:pt x="133" y="586"/>
                    <a:pt x="293" y="586"/>
                  </a:cubicBezTo>
                  <a:lnTo>
                    <a:pt x="1541" y="586"/>
                  </a:lnTo>
                  <a:cubicBezTo>
                    <a:pt x="1701" y="586"/>
                    <a:pt x="1833" y="454"/>
                    <a:pt x="1833" y="294"/>
                  </a:cubicBezTo>
                  <a:cubicBezTo>
                    <a:pt x="1833" y="129"/>
                    <a:pt x="1701" y="1"/>
                    <a:pt x="1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4"/>
            <p:cNvSpPr/>
            <p:nvPr/>
          </p:nvSpPr>
          <p:spPr>
            <a:xfrm>
              <a:off x="6847793" y="2095714"/>
              <a:ext cx="186731" cy="14243"/>
            </a:xfrm>
            <a:custGeom>
              <a:rect b="b" l="l" r="r" t="t"/>
              <a:pathLst>
                <a:path extrusionOk="0" h="582" w="7631">
                  <a:moveTo>
                    <a:pt x="293" y="0"/>
                  </a:moveTo>
                  <a:cubicBezTo>
                    <a:pt x="133" y="0"/>
                    <a:pt x="0" y="128"/>
                    <a:pt x="0" y="288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7338" y="581"/>
                  </a:lnTo>
                  <a:cubicBezTo>
                    <a:pt x="7498" y="581"/>
                    <a:pt x="7630" y="453"/>
                    <a:pt x="7630" y="288"/>
                  </a:cubicBezTo>
                  <a:cubicBezTo>
                    <a:pt x="7630" y="128"/>
                    <a:pt x="7498" y="0"/>
                    <a:pt x="7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4"/>
            <p:cNvSpPr/>
            <p:nvPr/>
          </p:nvSpPr>
          <p:spPr>
            <a:xfrm>
              <a:off x="6786928" y="2095714"/>
              <a:ext cx="32007" cy="14243"/>
            </a:xfrm>
            <a:custGeom>
              <a:rect b="b" l="l" r="r" t="t"/>
              <a:pathLst>
                <a:path extrusionOk="0" h="582" w="1308">
                  <a:moveTo>
                    <a:pt x="293" y="0"/>
                  </a:moveTo>
                  <a:cubicBezTo>
                    <a:pt x="133" y="0"/>
                    <a:pt x="0" y="128"/>
                    <a:pt x="0" y="288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1015" y="581"/>
                  </a:lnTo>
                  <a:cubicBezTo>
                    <a:pt x="1175" y="581"/>
                    <a:pt x="1308" y="453"/>
                    <a:pt x="1308" y="288"/>
                  </a:cubicBezTo>
                  <a:cubicBezTo>
                    <a:pt x="1308" y="128"/>
                    <a:pt x="1175" y="0"/>
                    <a:pt x="1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4"/>
            <p:cNvSpPr/>
            <p:nvPr/>
          </p:nvSpPr>
          <p:spPr>
            <a:xfrm>
              <a:off x="6866467" y="2123562"/>
              <a:ext cx="168060" cy="14341"/>
            </a:xfrm>
            <a:custGeom>
              <a:rect b="b" l="l" r="r" t="t"/>
              <a:pathLst>
                <a:path extrusionOk="0" h="586" w="6868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6575" y="586"/>
                  </a:lnTo>
                  <a:cubicBezTo>
                    <a:pt x="6735" y="586"/>
                    <a:pt x="6867" y="453"/>
                    <a:pt x="6867" y="293"/>
                  </a:cubicBezTo>
                  <a:cubicBezTo>
                    <a:pt x="6867" y="133"/>
                    <a:pt x="6735" y="1"/>
                    <a:pt x="6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4"/>
            <p:cNvSpPr/>
            <p:nvPr/>
          </p:nvSpPr>
          <p:spPr>
            <a:xfrm>
              <a:off x="6828777" y="2123562"/>
              <a:ext cx="22953" cy="14341"/>
            </a:xfrm>
            <a:custGeom>
              <a:rect b="b" l="l" r="r" t="t"/>
              <a:pathLst>
                <a:path extrusionOk="0" h="586" w="938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645" y="586"/>
                  </a:lnTo>
                  <a:cubicBezTo>
                    <a:pt x="805" y="586"/>
                    <a:pt x="937" y="453"/>
                    <a:pt x="937" y="293"/>
                  </a:cubicBezTo>
                  <a:cubicBezTo>
                    <a:pt x="937" y="133"/>
                    <a:pt x="805" y="1"/>
                    <a:pt x="6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4"/>
            <p:cNvSpPr/>
            <p:nvPr/>
          </p:nvSpPr>
          <p:spPr>
            <a:xfrm>
              <a:off x="6786928" y="2123562"/>
              <a:ext cx="27773" cy="14341"/>
            </a:xfrm>
            <a:custGeom>
              <a:rect b="b" l="l" r="r" t="t"/>
              <a:pathLst>
                <a:path extrusionOk="0" h="586" w="1135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841" y="586"/>
                  </a:lnTo>
                  <a:cubicBezTo>
                    <a:pt x="1001" y="586"/>
                    <a:pt x="1134" y="453"/>
                    <a:pt x="1134" y="293"/>
                  </a:cubicBezTo>
                  <a:cubicBezTo>
                    <a:pt x="1134" y="133"/>
                    <a:pt x="1001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4"/>
            <p:cNvSpPr/>
            <p:nvPr/>
          </p:nvSpPr>
          <p:spPr>
            <a:xfrm>
              <a:off x="6987634" y="2151754"/>
              <a:ext cx="46909" cy="14365"/>
            </a:xfrm>
            <a:custGeom>
              <a:rect b="b" l="l" r="r" t="t"/>
              <a:pathLst>
                <a:path extrusionOk="0" h="587" w="1917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1624" y="586"/>
                  </a:lnTo>
                  <a:cubicBezTo>
                    <a:pt x="1784" y="586"/>
                    <a:pt x="1916" y="453"/>
                    <a:pt x="1916" y="293"/>
                  </a:cubicBezTo>
                  <a:cubicBezTo>
                    <a:pt x="1916" y="133"/>
                    <a:pt x="1784" y="1"/>
                    <a:pt x="1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4"/>
            <p:cNvSpPr/>
            <p:nvPr/>
          </p:nvSpPr>
          <p:spPr>
            <a:xfrm>
              <a:off x="6939202" y="2151754"/>
              <a:ext cx="30123" cy="14365"/>
            </a:xfrm>
            <a:custGeom>
              <a:rect b="b" l="l" r="r" t="t"/>
              <a:pathLst>
                <a:path extrusionOk="0" h="587" w="1231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937" y="586"/>
                  </a:lnTo>
                  <a:cubicBezTo>
                    <a:pt x="1097" y="586"/>
                    <a:pt x="1230" y="453"/>
                    <a:pt x="1230" y="293"/>
                  </a:cubicBezTo>
                  <a:cubicBezTo>
                    <a:pt x="1230" y="133"/>
                    <a:pt x="1097" y="1"/>
                    <a:pt x="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4"/>
            <p:cNvSpPr/>
            <p:nvPr/>
          </p:nvSpPr>
          <p:spPr>
            <a:xfrm>
              <a:off x="6786928" y="2151754"/>
              <a:ext cx="135270" cy="14365"/>
            </a:xfrm>
            <a:custGeom>
              <a:rect b="b" l="l" r="r" t="t"/>
              <a:pathLst>
                <a:path extrusionOk="0" h="587" w="5528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5239" y="586"/>
                  </a:lnTo>
                  <a:cubicBezTo>
                    <a:pt x="5399" y="586"/>
                    <a:pt x="5527" y="453"/>
                    <a:pt x="5527" y="293"/>
                  </a:cubicBezTo>
                  <a:cubicBezTo>
                    <a:pt x="5527" y="133"/>
                    <a:pt x="5399" y="1"/>
                    <a:pt x="5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4"/>
            <p:cNvSpPr/>
            <p:nvPr/>
          </p:nvSpPr>
          <p:spPr>
            <a:xfrm>
              <a:off x="6899481" y="2179945"/>
              <a:ext cx="135050" cy="14365"/>
            </a:xfrm>
            <a:custGeom>
              <a:rect b="b" l="l" r="r" t="t"/>
              <a:pathLst>
                <a:path extrusionOk="0" h="587" w="5519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5226" y="586"/>
                  </a:lnTo>
                  <a:cubicBezTo>
                    <a:pt x="5386" y="586"/>
                    <a:pt x="5518" y="453"/>
                    <a:pt x="5518" y="293"/>
                  </a:cubicBezTo>
                  <a:cubicBezTo>
                    <a:pt x="5518" y="133"/>
                    <a:pt x="5386" y="1"/>
                    <a:pt x="5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4"/>
            <p:cNvSpPr/>
            <p:nvPr/>
          </p:nvSpPr>
          <p:spPr>
            <a:xfrm>
              <a:off x="6841969" y="2250325"/>
              <a:ext cx="63793" cy="14341"/>
            </a:xfrm>
            <a:custGeom>
              <a:rect b="b" l="l" r="r" t="t"/>
              <a:pathLst>
                <a:path extrusionOk="0" h="586" w="2607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2314" y="586"/>
                  </a:lnTo>
                  <a:cubicBezTo>
                    <a:pt x="2478" y="586"/>
                    <a:pt x="2606" y="453"/>
                    <a:pt x="2606" y="293"/>
                  </a:cubicBezTo>
                  <a:cubicBezTo>
                    <a:pt x="2606" y="128"/>
                    <a:pt x="2478" y="0"/>
                    <a:pt x="2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4"/>
            <p:cNvSpPr/>
            <p:nvPr/>
          </p:nvSpPr>
          <p:spPr>
            <a:xfrm>
              <a:off x="6788714" y="2202557"/>
              <a:ext cx="62105" cy="62111"/>
            </a:xfrm>
            <a:custGeom>
              <a:rect b="b" l="l" r="r" t="t"/>
              <a:pathLst>
                <a:path extrusionOk="0" h="2538" w="2538">
                  <a:moveTo>
                    <a:pt x="1271" y="0"/>
                  </a:moveTo>
                  <a:cubicBezTo>
                    <a:pt x="572" y="0"/>
                    <a:pt x="0" y="572"/>
                    <a:pt x="0" y="1271"/>
                  </a:cubicBezTo>
                  <a:cubicBezTo>
                    <a:pt x="0" y="1966"/>
                    <a:pt x="572" y="2538"/>
                    <a:pt x="1271" y="2538"/>
                  </a:cubicBezTo>
                  <a:cubicBezTo>
                    <a:pt x="1431" y="2538"/>
                    <a:pt x="1559" y="2405"/>
                    <a:pt x="1559" y="2245"/>
                  </a:cubicBezTo>
                  <a:cubicBezTo>
                    <a:pt x="1559" y="2080"/>
                    <a:pt x="1431" y="1952"/>
                    <a:pt x="1271" y="1952"/>
                  </a:cubicBezTo>
                  <a:cubicBezTo>
                    <a:pt x="892" y="1952"/>
                    <a:pt x="586" y="1646"/>
                    <a:pt x="586" y="1271"/>
                  </a:cubicBezTo>
                  <a:cubicBezTo>
                    <a:pt x="586" y="892"/>
                    <a:pt x="892" y="586"/>
                    <a:pt x="1271" y="586"/>
                  </a:cubicBezTo>
                  <a:cubicBezTo>
                    <a:pt x="1646" y="586"/>
                    <a:pt x="1953" y="892"/>
                    <a:pt x="1953" y="1271"/>
                  </a:cubicBezTo>
                  <a:cubicBezTo>
                    <a:pt x="1953" y="1431"/>
                    <a:pt x="2081" y="1559"/>
                    <a:pt x="2245" y="1559"/>
                  </a:cubicBezTo>
                  <a:cubicBezTo>
                    <a:pt x="2405" y="1559"/>
                    <a:pt x="2538" y="1431"/>
                    <a:pt x="2538" y="1271"/>
                  </a:cubicBezTo>
                  <a:cubicBezTo>
                    <a:pt x="2538" y="572"/>
                    <a:pt x="1966" y="0"/>
                    <a:pt x="12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4"/>
            <p:cNvSpPr/>
            <p:nvPr/>
          </p:nvSpPr>
          <p:spPr>
            <a:xfrm>
              <a:off x="6952613" y="2250325"/>
              <a:ext cx="80139" cy="14341"/>
            </a:xfrm>
            <a:custGeom>
              <a:rect b="b" l="l" r="r" t="t"/>
              <a:pathLst>
                <a:path extrusionOk="0" h="586" w="3275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2982" y="586"/>
                  </a:lnTo>
                  <a:cubicBezTo>
                    <a:pt x="3142" y="586"/>
                    <a:pt x="3274" y="453"/>
                    <a:pt x="3274" y="293"/>
                  </a:cubicBezTo>
                  <a:cubicBezTo>
                    <a:pt x="3274" y="128"/>
                    <a:pt x="3142" y="0"/>
                    <a:pt x="29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4"/>
            <p:cNvSpPr/>
            <p:nvPr/>
          </p:nvSpPr>
          <p:spPr>
            <a:xfrm>
              <a:off x="6792850" y="1871970"/>
              <a:ext cx="124748" cy="129117"/>
            </a:xfrm>
            <a:custGeom>
              <a:rect b="b" l="l" r="r" t="t"/>
              <a:pathLst>
                <a:path extrusionOk="0" h="5276" w="5098">
                  <a:moveTo>
                    <a:pt x="2552" y="1747"/>
                  </a:moveTo>
                  <a:cubicBezTo>
                    <a:pt x="2858" y="1747"/>
                    <a:pt x="3109" y="1998"/>
                    <a:pt x="3109" y="2304"/>
                  </a:cubicBezTo>
                  <a:cubicBezTo>
                    <a:pt x="3109" y="2615"/>
                    <a:pt x="2858" y="2867"/>
                    <a:pt x="2552" y="2867"/>
                  </a:cubicBezTo>
                  <a:cubicBezTo>
                    <a:pt x="2241" y="2867"/>
                    <a:pt x="1989" y="2615"/>
                    <a:pt x="1989" y="2304"/>
                  </a:cubicBezTo>
                  <a:cubicBezTo>
                    <a:pt x="1989" y="1998"/>
                    <a:pt x="2241" y="1747"/>
                    <a:pt x="2552" y="1747"/>
                  </a:cubicBezTo>
                  <a:close/>
                  <a:moveTo>
                    <a:pt x="2963" y="3374"/>
                  </a:moveTo>
                  <a:cubicBezTo>
                    <a:pt x="3274" y="3415"/>
                    <a:pt x="3512" y="3680"/>
                    <a:pt x="3512" y="4000"/>
                  </a:cubicBezTo>
                  <a:lnTo>
                    <a:pt x="3512" y="4691"/>
                  </a:lnTo>
                  <a:lnTo>
                    <a:pt x="1587" y="4691"/>
                  </a:lnTo>
                  <a:lnTo>
                    <a:pt x="1587" y="4000"/>
                  </a:lnTo>
                  <a:cubicBezTo>
                    <a:pt x="1587" y="3680"/>
                    <a:pt x="1825" y="3415"/>
                    <a:pt x="2136" y="3374"/>
                  </a:cubicBezTo>
                  <a:cubicBezTo>
                    <a:pt x="2264" y="3424"/>
                    <a:pt x="2405" y="3452"/>
                    <a:pt x="2552" y="3452"/>
                  </a:cubicBezTo>
                  <a:cubicBezTo>
                    <a:pt x="2693" y="3452"/>
                    <a:pt x="2835" y="3424"/>
                    <a:pt x="2963" y="3374"/>
                  </a:cubicBezTo>
                  <a:close/>
                  <a:moveTo>
                    <a:pt x="4417" y="585"/>
                  </a:moveTo>
                  <a:cubicBezTo>
                    <a:pt x="4472" y="585"/>
                    <a:pt x="4513" y="627"/>
                    <a:pt x="4513" y="681"/>
                  </a:cubicBezTo>
                  <a:lnTo>
                    <a:pt x="4513" y="4595"/>
                  </a:lnTo>
                  <a:cubicBezTo>
                    <a:pt x="4513" y="4645"/>
                    <a:pt x="4472" y="4691"/>
                    <a:pt x="4417" y="4691"/>
                  </a:cubicBezTo>
                  <a:lnTo>
                    <a:pt x="4097" y="4691"/>
                  </a:lnTo>
                  <a:lnTo>
                    <a:pt x="4097" y="4000"/>
                  </a:lnTo>
                  <a:cubicBezTo>
                    <a:pt x="4097" y="3552"/>
                    <a:pt x="3854" y="3159"/>
                    <a:pt x="3493" y="2949"/>
                  </a:cubicBezTo>
                  <a:cubicBezTo>
                    <a:pt x="3621" y="2766"/>
                    <a:pt x="3694" y="2542"/>
                    <a:pt x="3694" y="2304"/>
                  </a:cubicBezTo>
                  <a:cubicBezTo>
                    <a:pt x="3694" y="1673"/>
                    <a:pt x="3182" y="1161"/>
                    <a:pt x="2552" y="1161"/>
                  </a:cubicBezTo>
                  <a:cubicBezTo>
                    <a:pt x="1916" y="1161"/>
                    <a:pt x="1404" y="1673"/>
                    <a:pt x="1404" y="2304"/>
                  </a:cubicBezTo>
                  <a:cubicBezTo>
                    <a:pt x="1404" y="2542"/>
                    <a:pt x="1477" y="2766"/>
                    <a:pt x="1605" y="2949"/>
                  </a:cubicBezTo>
                  <a:cubicBezTo>
                    <a:pt x="1244" y="3159"/>
                    <a:pt x="1002" y="3552"/>
                    <a:pt x="1002" y="4000"/>
                  </a:cubicBezTo>
                  <a:lnTo>
                    <a:pt x="1002" y="4691"/>
                  </a:lnTo>
                  <a:lnTo>
                    <a:pt x="682" y="4691"/>
                  </a:lnTo>
                  <a:cubicBezTo>
                    <a:pt x="631" y="4691"/>
                    <a:pt x="586" y="4645"/>
                    <a:pt x="586" y="4595"/>
                  </a:cubicBezTo>
                  <a:lnTo>
                    <a:pt x="586" y="681"/>
                  </a:lnTo>
                  <a:cubicBezTo>
                    <a:pt x="586" y="627"/>
                    <a:pt x="631" y="585"/>
                    <a:pt x="682" y="585"/>
                  </a:cubicBezTo>
                  <a:close/>
                  <a:moveTo>
                    <a:pt x="682" y="0"/>
                  </a:moveTo>
                  <a:cubicBezTo>
                    <a:pt x="307" y="0"/>
                    <a:pt x="1" y="307"/>
                    <a:pt x="1" y="681"/>
                  </a:cubicBezTo>
                  <a:lnTo>
                    <a:pt x="1" y="4595"/>
                  </a:lnTo>
                  <a:cubicBezTo>
                    <a:pt x="1" y="4970"/>
                    <a:pt x="307" y="5276"/>
                    <a:pt x="682" y="5276"/>
                  </a:cubicBezTo>
                  <a:lnTo>
                    <a:pt x="4417" y="5276"/>
                  </a:lnTo>
                  <a:cubicBezTo>
                    <a:pt x="4792" y="5276"/>
                    <a:pt x="5098" y="4970"/>
                    <a:pt x="5098" y="4595"/>
                  </a:cubicBezTo>
                  <a:lnTo>
                    <a:pt x="5098" y="681"/>
                  </a:lnTo>
                  <a:cubicBezTo>
                    <a:pt x="5098" y="307"/>
                    <a:pt x="4792" y="0"/>
                    <a:pt x="4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2" name="Google Shape;1272;p34"/>
          <p:cNvGrpSpPr/>
          <p:nvPr/>
        </p:nvGrpSpPr>
        <p:grpSpPr>
          <a:xfrm>
            <a:off x="7379234" y="1832424"/>
            <a:ext cx="399717" cy="488545"/>
            <a:chOff x="7379234" y="1832424"/>
            <a:chExt cx="399717" cy="488545"/>
          </a:xfrm>
        </p:grpSpPr>
        <p:sp>
          <p:nvSpPr>
            <p:cNvPr id="1273" name="Google Shape;1273;p34"/>
            <p:cNvSpPr/>
            <p:nvPr/>
          </p:nvSpPr>
          <p:spPr>
            <a:xfrm>
              <a:off x="7615304" y="1947734"/>
              <a:ext cx="25204" cy="18110"/>
            </a:xfrm>
            <a:custGeom>
              <a:rect b="b" l="l" r="r" t="t"/>
              <a:pathLst>
                <a:path extrusionOk="0" h="740" w="1030">
                  <a:moveTo>
                    <a:pt x="697" y="1"/>
                  </a:moveTo>
                  <a:cubicBezTo>
                    <a:pt x="660" y="1"/>
                    <a:pt x="622" y="8"/>
                    <a:pt x="586" y="22"/>
                  </a:cubicBezTo>
                  <a:lnTo>
                    <a:pt x="220" y="178"/>
                  </a:lnTo>
                  <a:cubicBezTo>
                    <a:pt x="69" y="237"/>
                    <a:pt x="1" y="411"/>
                    <a:pt x="60" y="557"/>
                  </a:cubicBezTo>
                  <a:cubicBezTo>
                    <a:pt x="110" y="671"/>
                    <a:pt x="216" y="740"/>
                    <a:pt x="330" y="740"/>
                  </a:cubicBezTo>
                  <a:cubicBezTo>
                    <a:pt x="371" y="740"/>
                    <a:pt x="408" y="731"/>
                    <a:pt x="444" y="717"/>
                  </a:cubicBezTo>
                  <a:lnTo>
                    <a:pt x="810" y="566"/>
                  </a:lnTo>
                  <a:cubicBezTo>
                    <a:pt x="961" y="502"/>
                    <a:pt x="1029" y="333"/>
                    <a:pt x="970" y="182"/>
                  </a:cubicBezTo>
                  <a:cubicBezTo>
                    <a:pt x="921" y="68"/>
                    <a:pt x="813" y="1"/>
                    <a:pt x="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4"/>
            <p:cNvSpPr/>
            <p:nvPr/>
          </p:nvSpPr>
          <p:spPr>
            <a:xfrm>
              <a:off x="7602113" y="1922798"/>
              <a:ext cx="22047" cy="22246"/>
            </a:xfrm>
            <a:custGeom>
              <a:rect b="b" l="l" r="r" t="t"/>
              <a:pathLst>
                <a:path extrusionOk="0" h="909" w="901">
                  <a:moveTo>
                    <a:pt x="569" y="1"/>
                  </a:moveTo>
                  <a:cubicBezTo>
                    <a:pt x="479" y="1"/>
                    <a:pt x="391" y="41"/>
                    <a:pt x="334" y="118"/>
                  </a:cubicBezTo>
                  <a:lnTo>
                    <a:pt x="96" y="442"/>
                  </a:lnTo>
                  <a:cubicBezTo>
                    <a:pt x="0" y="570"/>
                    <a:pt x="28" y="753"/>
                    <a:pt x="160" y="849"/>
                  </a:cubicBezTo>
                  <a:cubicBezTo>
                    <a:pt x="211" y="890"/>
                    <a:pt x="270" y="909"/>
                    <a:pt x="334" y="909"/>
                  </a:cubicBezTo>
                  <a:cubicBezTo>
                    <a:pt x="421" y="909"/>
                    <a:pt x="512" y="867"/>
                    <a:pt x="567" y="790"/>
                  </a:cubicBezTo>
                  <a:lnTo>
                    <a:pt x="805" y="465"/>
                  </a:lnTo>
                  <a:cubicBezTo>
                    <a:pt x="901" y="337"/>
                    <a:pt x="873" y="154"/>
                    <a:pt x="745" y="58"/>
                  </a:cubicBezTo>
                  <a:cubicBezTo>
                    <a:pt x="692" y="19"/>
                    <a:pt x="630" y="1"/>
                    <a:pt x="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4"/>
            <p:cNvSpPr/>
            <p:nvPr/>
          </p:nvSpPr>
          <p:spPr>
            <a:xfrm>
              <a:off x="7621129" y="1975485"/>
              <a:ext cx="25082" cy="15883"/>
            </a:xfrm>
            <a:custGeom>
              <a:rect b="b" l="l" r="r" t="t"/>
              <a:pathLst>
                <a:path extrusionOk="0" h="649" w="1025">
                  <a:moveTo>
                    <a:pt x="315" y="1"/>
                  </a:moveTo>
                  <a:cubicBezTo>
                    <a:pt x="172" y="1"/>
                    <a:pt x="49" y="105"/>
                    <a:pt x="28" y="250"/>
                  </a:cubicBezTo>
                  <a:cubicBezTo>
                    <a:pt x="0" y="410"/>
                    <a:pt x="110" y="561"/>
                    <a:pt x="270" y="584"/>
                  </a:cubicBezTo>
                  <a:lnTo>
                    <a:pt x="668" y="644"/>
                  </a:lnTo>
                  <a:cubicBezTo>
                    <a:pt x="682" y="644"/>
                    <a:pt x="700" y="648"/>
                    <a:pt x="714" y="648"/>
                  </a:cubicBezTo>
                  <a:cubicBezTo>
                    <a:pt x="855" y="648"/>
                    <a:pt x="979" y="543"/>
                    <a:pt x="1002" y="397"/>
                  </a:cubicBezTo>
                  <a:cubicBezTo>
                    <a:pt x="1024" y="237"/>
                    <a:pt x="915" y="90"/>
                    <a:pt x="755" y="63"/>
                  </a:cubicBezTo>
                  <a:lnTo>
                    <a:pt x="357" y="4"/>
                  </a:lnTo>
                  <a:cubicBezTo>
                    <a:pt x="343" y="2"/>
                    <a:pt x="329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7379234" y="1832424"/>
              <a:ext cx="399717" cy="488545"/>
            </a:xfrm>
            <a:custGeom>
              <a:rect b="b" l="l" r="r" t="t"/>
              <a:pathLst>
                <a:path extrusionOk="0" h="19963" w="16335">
                  <a:moveTo>
                    <a:pt x="8207" y="830"/>
                  </a:moveTo>
                  <a:lnTo>
                    <a:pt x="10630" y="1822"/>
                  </a:lnTo>
                  <a:lnTo>
                    <a:pt x="8998" y="2508"/>
                  </a:lnTo>
                  <a:cubicBezTo>
                    <a:pt x="8986" y="2512"/>
                    <a:pt x="8975" y="2513"/>
                    <a:pt x="8966" y="2513"/>
                  </a:cubicBezTo>
                  <a:cubicBezTo>
                    <a:pt x="8952" y="2513"/>
                    <a:pt x="8941" y="2510"/>
                    <a:pt x="8934" y="2508"/>
                  </a:cubicBezTo>
                  <a:cubicBezTo>
                    <a:pt x="8920" y="2499"/>
                    <a:pt x="8902" y="2489"/>
                    <a:pt x="8892" y="2462"/>
                  </a:cubicBezTo>
                  <a:lnTo>
                    <a:pt x="8207" y="830"/>
                  </a:lnTo>
                  <a:close/>
                  <a:moveTo>
                    <a:pt x="6864" y="4496"/>
                  </a:moveTo>
                  <a:cubicBezTo>
                    <a:pt x="7633" y="4496"/>
                    <a:pt x="8364" y="4949"/>
                    <a:pt x="8678" y="5703"/>
                  </a:cubicBezTo>
                  <a:cubicBezTo>
                    <a:pt x="8883" y="6197"/>
                    <a:pt x="8879" y="6741"/>
                    <a:pt x="8673" y="7230"/>
                  </a:cubicBezTo>
                  <a:lnTo>
                    <a:pt x="7877" y="7230"/>
                  </a:lnTo>
                  <a:cubicBezTo>
                    <a:pt x="7983" y="7034"/>
                    <a:pt x="8001" y="6791"/>
                    <a:pt x="7909" y="6567"/>
                  </a:cubicBezTo>
                  <a:cubicBezTo>
                    <a:pt x="7785" y="6271"/>
                    <a:pt x="7495" y="6092"/>
                    <a:pt x="7191" y="6092"/>
                  </a:cubicBezTo>
                  <a:cubicBezTo>
                    <a:pt x="7092" y="6092"/>
                    <a:pt x="6991" y="6111"/>
                    <a:pt x="6895" y="6151"/>
                  </a:cubicBezTo>
                  <a:lnTo>
                    <a:pt x="6625" y="6266"/>
                  </a:lnTo>
                  <a:cubicBezTo>
                    <a:pt x="6602" y="6275"/>
                    <a:pt x="6578" y="6279"/>
                    <a:pt x="6554" y="6279"/>
                  </a:cubicBezTo>
                  <a:cubicBezTo>
                    <a:pt x="6530" y="6279"/>
                    <a:pt x="6506" y="6275"/>
                    <a:pt x="6483" y="6266"/>
                  </a:cubicBezTo>
                  <a:cubicBezTo>
                    <a:pt x="6437" y="6247"/>
                    <a:pt x="6401" y="6211"/>
                    <a:pt x="6378" y="6165"/>
                  </a:cubicBezTo>
                  <a:cubicBezTo>
                    <a:pt x="6360" y="6115"/>
                    <a:pt x="6360" y="6064"/>
                    <a:pt x="6378" y="6019"/>
                  </a:cubicBezTo>
                  <a:cubicBezTo>
                    <a:pt x="6396" y="5973"/>
                    <a:pt x="6433" y="5936"/>
                    <a:pt x="6483" y="5914"/>
                  </a:cubicBezTo>
                  <a:lnTo>
                    <a:pt x="6748" y="5804"/>
                  </a:lnTo>
                  <a:cubicBezTo>
                    <a:pt x="6772" y="5793"/>
                    <a:pt x="6798" y="5788"/>
                    <a:pt x="6823" y="5788"/>
                  </a:cubicBezTo>
                  <a:cubicBezTo>
                    <a:pt x="6860" y="5788"/>
                    <a:pt x="6897" y="5799"/>
                    <a:pt x="6927" y="5818"/>
                  </a:cubicBezTo>
                  <a:cubicBezTo>
                    <a:pt x="6977" y="5851"/>
                    <a:pt x="7032" y="5867"/>
                    <a:pt x="7087" y="5867"/>
                  </a:cubicBezTo>
                  <a:cubicBezTo>
                    <a:pt x="7182" y="5867"/>
                    <a:pt x="7275" y="5819"/>
                    <a:pt x="7333" y="5735"/>
                  </a:cubicBezTo>
                  <a:cubicBezTo>
                    <a:pt x="7420" y="5598"/>
                    <a:pt x="7384" y="5420"/>
                    <a:pt x="7247" y="5328"/>
                  </a:cubicBezTo>
                  <a:cubicBezTo>
                    <a:pt x="7119" y="5244"/>
                    <a:pt x="6971" y="5202"/>
                    <a:pt x="6824" y="5202"/>
                  </a:cubicBezTo>
                  <a:cubicBezTo>
                    <a:pt x="6771" y="5202"/>
                    <a:pt x="6718" y="5208"/>
                    <a:pt x="6666" y="5219"/>
                  </a:cubicBezTo>
                  <a:lnTo>
                    <a:pt x="6639" y="5150"/>
                  </a:lnTo>
                  <a:cubicBezTo>
                    <a:pt x="6590" y="5039"/>
                    <a:pt x="6482" y="4973"/>
                    <a:pt x="6366" y="4973"/>
                  </a:cubicBezTo>
                  <a:cubicBezTo>
                    <a:pt x="6329" y="4973"/>
                    <a:pt x="6291" y="4980"/>
                    <a:pt x="6255" y="4995"/>
                  </a:cubicBezTo>
                  <a:cubicBezTo>
                    <a:pt x="6104" y="5059"/>
                    <a:pt x="6035" y="5228"/>
                    <a:pt x="6099" y="5379"/>
                  </a:cubicBezTo>
                  <a:lnTo>
                    <a:pt x="6127" y="5447"/>
                  </a:lnTo>
                  <a:cubicBezTo>
                    <a:pt x="5999" y="5530"/>
                    <a:pt x="5898" y="5653"/>
                    <a:pt x="5839" y="5795"/>
                  </a:cubicBezTo>
                  <a:cubicBezTo>
                    <a:pt x="5761" y="5987"/>
                    <a:pt x="5761" y="6197"/>
                    <a:pt x="5839" y="6389"/>
                  </a:cubicBezTo>
                  <a:cubicBezTo>
                    <a:pt x="5921" y="6581"/>
                    <a:pt x="6067" y="6727"/>
                    <a:pt x="6259" y="6805"/>
                  </a:cubicBezTo>
                  <a:cubicBezTo>
                    <a:pt x="6355" y="6844"/>
                    <a:pt x="6456" y="6863"/>
                    <a:pt x="6556" y="6863"/>
                  </a:cubicBezTo>
                  <a:cubicBezTo>
                    <a:pt x="6657" y="6863"/>
                    <a:pt x="6757" y="6844"/>
                    <a:pt x="6853" y="6805"/>
                  </a:cubicBezTo>
                  <a:lnTo>
                    <a:pt x="7123" y="6691"/>
                  </a:lnTo>
                  <a:cubicBezTo>
                    <a:pt x="7147" y="6680"/>
                    <a:pt x="7172" y="6676"/>
                    <a:pt x="7196" y="6676"/>
                  </a:cubicBezTo>
                  <a:cubicBezTo>
                    <a:pt x="7270" y="6676"/>
                    <a:pt x="7339" y="6719"/>
                    <a:pt x="7370" y="6791"/>
                  </a:cubicBezTo>
                  <a:cubicBezTo>
                    <a:pt x="7411" y="6887"/>
                    <a:pt x="7365" y="7002"/>
                    <a:pt x="7269" y="7043"/>
                  </a:cubicBezTo>
                  <a:lnTo>
                    <a:pt x="7000" y="7152"/>
                  </a:lnTo>
                  <a:cubicBezTo>
                    <a:pt x="6975" y="7163"/>
                    <a:pt x="6950" y="7168"/>
                    <a:pt x="6925" y="7168"/>
                  </a:cubicBezTo>
                  <a:cubicBezTo>
                    <a:pt x="6876" y="7168"/>
                    <a:pt x="6830" y="7149"/>
                    <a:pt x="6794" y="7116"/>
                  </a:cubicBezTo>
                  <a:cubicBezTo>
                    <a:pt x="6737" y="7059"/>
                    <a:pt x="6663" y="7031"/>
                    <a:pt x="6588" y="7031"/>
                  </a:cubicBezTo>
                  <a:cubicBezTo>
                    <a:pt x="6512" y="7031"/>
                    <a:pt x="6436" y="7060"/>
                    <a:pt x="6378" y="7120"/>
                  </a:cubicBezTo>
                  <a:cubicBezTo>
                    <a:pt x="6346" y="7152"/>
                    <a:pt x="6328" y="7189"/>
                    <a:pt x="6314" y="7230"/>
                  </a:cubicBezTo>
                  <a:lnTo>
                    <a:pt x="5061" y="7230"/>
                  </a:lnTo>
                  <a:cubicBezTo>
                    <a:pt x="5061" y="7226"/>
                    <a:pt x="5057" y="7221"/>
                    <a:pt x="5057" y="7216"/>
                  </a:cubicBezTo>
                  <a:cubicBezTo>
                    <a:pt x="4636" y="6220"/>
                    <a:pt x="5112" y="5068"/>
                    <a:pt x="6108" y="4647"/>
                  </a:cubicBezTo>
                  <a:cubicBezTo>
                    <a:pt x="6355" y="4545"/>
                    <a:pt x="6612" y="4496"/>
                    <a:pt x="6864" y="4496"/>
                  </a:cubicBezTo>
                  <a:close/>
                  <a:moveTo>
                    <a:pt x="14621" y="10270"/>
                  </a:moveTo>
                  <a:lnTo>
                    <a:pt x="15727" y="12913"/>
                  </a:lnTo>
                  <a:cubicBezTo>
                    <a:pt x="15741" y="12940"/>
                    <a:pt x="15736" y="12963"/>
                    <a:pt x="15727" y="12977"/>
                  </a:cubicBezTo>
                  <a:cubicBezTo>
                    <a:pt x="15722" y="12986"/>
                    <a:pt x="15709" y="13009"/>
                    <a:pt x="15681" y="13022"/>
                  </a:cubicBezTo>
                  <a:lnTo>
                    <a:pt x="14301" y="13603"/>
                  </a:lnTo>
                  <a:lnTo>
                    <a:pt x="14301" y="10279"/>
                  </a:lnTo>
                  <a:lnTo>
                    <a:pt x="14529" y="10279"/>
                  </a:lnTo>
                  <a:cubicBezTo>
                    <a:pt x="14561" y="10279"/>
                    <a:pt x="14589" y="10275"/>
                    <a:pt x="14621" y="10270"/>
                  </a:cubicBezTo>
                  <a:close/>
                  <a:moveTo>
                    <a:pt x="7668" y="1"/>
                  </a:moveTo>
                  <a:cubicBezTo>
                    <a:pt x="7628" y="1"/>
                    <a:pt x="7588" y="9"/>
                    <a:pt x="7553" y="25"/>
                  </a:cubicBezTo>
                  <a:lnTo>
                    <a:pt x="6428" y="496"/>
                  </a:lnTo>
                  <a:cubicBezTo>
                    <a:pt x="6277" y="556"/>
                    <a:pt x="6209" y="729"/>
                    <a:pt x="6268" y="876"/>
                  </a:cubicBezTo>
                  <a:cubicBezTo>
                    <a:pt x="6317" y="990"/>
                    <a:pt x="6426" y="1057"/>
                    <a:pt x="6541" y="1057"/>
                  </a:cubicBezTo>
                  <a:cubicBezTo>
                    <a:pt x="6578" y="1057"/>
                    <a:pt x="6616" y="1050"/>
                    <a:pt x="6652" y="1036"/>
                  </a:cubicBezTo>
                  <a:lnTo>
                    <a:pt x="7507" y="674"/>
                  </a:lnTo>
                  <a:lnTo>
                    <a:pt x="8353" y="2686"/>
                  </a:lnTo>
                  <a:cubicBezTo>
                    <a:pt x="8422" y="2851"/>
                    <a:pt x="8550" y="2979"/>
                    <a:pt x="8714" y="3047"/>
                  </a:cubicBezTo>
                  <a:cubicBezTo>
                    <a:pt x="8796" y="3079"/>
                    <a:pt x="8883" y="3097"/>
                    <a:pt x="8966" y="3097"/>
                  </a:cubicBezTo>
                  <a:cubicBezTo>
                    <a:pt x="9057" y="3097"/>
                    <a:pt x="9144" y="3079"/>
                    <a:pt x="9226" y="3047"/>
                  </a:cubicBezTo>
                  <a:lnTo>
                    <a:pt x="11238" y="2201"/>
                  </a:lnTo>
                  <a:lnTo>
                    <a:pt x="13345" y="7230"/>
                  </a:lnTo>
                  <a:lnTo>
                    <a:pt x="12243" y="7230"/>
                  </a:lnTo>
                  <a:cubicBezTo>
                    <a:pt x="12079" y="7230"/>
                    <a:pt x="11951" y="7358"/>
                    <a:pt x="11951" y="7523"/>
                  </a:cubicBezTo>
                  <a:cubicBezTo>
                    <a:pt x="11951" y="7683"/>
                    <a:pt x="12079" y="7815"/>
                    <a:pt x="12243" y="7815"/>
                  </a:cubicBezTo>
                  <a:lnTo>
                    <a:pt x="14529" y="7815"/>
                  </a:lnTo>
                  <a:cubicBezTo>
                    <a:pt x="14566" y="7815"/>
                    <a:pt x="14598" y="7843"/>
                    <a:pt x="14598" y="7884"/>
                  </a:cubicBezTo>
                  <a:lnTo>
                    <a:pt x="14598" y="9626"/>
                  </a:lnTo>
                  <a:cubicBezTo>
                    <a:pt x="14598" y="9662"/>
                    <a:pt x="14566" y="9694"/>
                    <a:pt x="14529" y="9694"/>
                  </a:cubicBezTo>
                  <a:lnTo>
                    <a:pt x="654" y="9694"/>
                  </a:lnTo>
                  <a:cubicBezTo>
                    <a:pt x="613" y="9694"/>
                    <a:pt x="586" y="9662"/>
                    <a:pt x="586" y="9626"/>
                  </a:cubicBezTo>
                  <a:lnTo>
                    <a:pt x="586" y="7884"/>
                  </a:lnTo>
                  <a:cubicBezTo>
                    <a:pt x="586" y="7843"/>
                    <a:pt x="613" y="7815"/>
                    <a:pt x="654" y="7815"/>
                  </a:cubicBezTo>
                  <a:lnTo>
                    <a:pt x="10945" y="7815"/>
                  </a:lnTo>
                  <a:cubicBezTo>
                    <a:pt x="11105" y="7815"/>
                    <a:pt x="11238" y="7683"/>
                    <a:pt x="11238" y="7523"/>
                  </a:cubicBezTo>
                  <a:cubicBezTo>
                    <a:pt x="11238" y="7358"/>
                    <a:pt x="11105" y="7230"/>
                    <a:pt x="10945" y="7230"/>
                  </a:cubicBezTo>
                  <a:lnTo>
                    <a:pt x="9295" y="7230"/>
                  </a:lnTo>
                  <a:cubicBezTo>
                    <a:pt x="9478" y="6659"/>
                    <a:pt x="9455" y="6042"/>
                    <a:pt x="9217" y="5475"/>
                  </a:cubicBezTo>
                  <a:cubicBezTo>
                    <a:pt x="8811" y="4500"/>
                    <a:pt x="7859" y="3912"/>
                    <a:pt x="6861" y="3912"/>
                  </a:cubicBezTo>
                  <a:cubicBezTo>
                    <a:pt x="6535" y="3912"/>
                    <a:pt x="6203" y="3975"/>
                    <a:pt x="5884" y="4108"/>
                  </a:cubicBezTo>
                  <a:cubicBezTo>
                    <a:pt x="4659" y="4624"/>
                    <a:pt x="4042" y="5987"/>
                    <a:pt x="4440" y="7230"/>
                  </a:cubicBezTo>
                  <a:lnTo>
                    <a:pt x="2785" y="7230"/>
                  </a:lnTo>
                  <a:lnTo>
                    <a:pt x="1185" y="3417"/>
                  </a:lnTo>
                  <a:cubicBezTo>
                    <a:pt x="1175" y="3390"/>
                    <a:pt x="1180" y="3367"/>
                    <a:pt x="1185" y="3353"/>
                  </a:cubicBezTo>
                  <a:cubicBezTo>
                    <a:pt x="1189" y="3340"/>
                    <a:pt x="1203" y="3321"/>
                    <a:pt x="1230" y="3308"/>
                  </a:cubicBezTo>
                  <a:lnTo>
                    <a:pt x="5455" y="1539"/>
                  </a:lnTo>
                  <a:cubicBezTo>
                    <a:pt x="5601" y="1475"/>
                    <a:pt x="5674" y="1305"/>
                    <a:pt x="5610" y="1155"/>
                  </a:cubicBezTo>
                  <a:cubicBezTo>
                    <a:pt x="5562" y="1042"/>
                    <a:pt x="5456" y="975"/>
                    <a:pt x="5342" y="975"/>
                  </a:cubicBezTo>
                  <a:cubicBezTo>
                    <a:pt x="5304" y="975"/>
                    <a:pt x="5264" y="983"/>
                    <a:pt x="5226" y="999"/>
                  </a:cubicBezTo>
                  <a:lnTo>
                    <a:pt x="1006" y="2768"/>
                  </a:lnTo>
                  <a:cubicBezTo>
                    <a:pt x="842" y="2837"/>
                    <a:pt x="714" y="2965"/>
                    <a:pt x="645" y="3129"/>
                  </a:cubicBezTo>
                  <a:cubicBezTo>
                    <a:pt x="577" y="3299"/>
                    <a:pt x="577" y="3477"/>
                    <a:pt x="645" y="3641"/>
                  </a:cubicBezTo>
                  <a:lnTo>
                    <a:pt x="2149" y="7230"/>
                  </a:lnTo>
                  <a:lnTo>
                    <a:pt x="654" y="7230"/>
                  </a:lnTo>
                  <a:cubicBezTo>
                    <a:pt x="293" y="7230"/>
                    <a:pt x="1" y="7523"/>
                    <a:pt x="1" y="7884"/>
                  </a:cubicBezTo>
                  <a:lnTo>
                    <a:pt x="1" y="9626"/>
                  </a:lnTo>
                  <a:cubicBezTo>
                    <a:pt x="1" y="9987"/>
                    <a:pt x="293" y="10279"/>
                    <a:pt x="654" y="10279"/>
                  </a:cubicBezTo>
                  <a:lnTo>
                    <a:pt x="883" y="10279"/>
                  </a:lnTo>
                  <a:lnTo>
                    <a:pt x="883" y="14371"/>
                  </a:lnTo>
                  <a:cubicBezTo>
                    <a:pt x="883" y="14536"/>
                    <a:pt x="1015" y="14664"/>
                    <a:pt x="1175" y="14664"/>
                  </a:cubicBezTo>
                  <a:cubicBezTo>
                    <a:pt x="1335" y="14664"/>
                    <a:pt x="1468" y="14536"/>
                    <a:pt x="1468" y="14371"/>
                  </a:cubicBezTo>
                  <a:lnTo>
                    <a:pt x="1468" y="10279"/>
                  </a:lnTo>
                  <a:lnTo>
                    <a:pt x="13715" y="10279"/>
                  </a:lnTo>
                  <a:lnTo>
                    <a:pt x="13715" y="19308"/>
                  </a:lnTo>
                  <a:cubicBezTo>
                    <a:pt x="13715" y="19345"/>
                    <a:pt x="13683" y="19377"/>
                    <a:pt x="13647" y="19377"/>
                  </a:cubicBezTo>
                  <a:lnTo>
                    <a:pt x="1537" y="19377"/>
                  </a:lnTo>
                  <a:cubicBezTo>
                    <a:pt x="1500" y="19377"/>
                    <a:pt x="1468" y="19345"/>
                    <a:pt x="1468" y="19308"/>
                  </a:cubicBezTo>
                  <a:lnTo>
                    <a:pt x="1468" y="15674"/>
                  </a:lnTo>
                  <a:cubicBezTo>
                    <a:pt x="1468" y="15509"/>
                    <a:pt x="1335" y="15381"/>
                    <a:pt x="1175" y="15381"/>
                  </a:cubicBezTo>
                  <a:cubicBezTo>
                    <a:pt x="1015" y="15381"/>
                    <a:pt x="883" y="15509"/>
                    <a:pt x="883" y="15674"/>
                  </a:cubicBezTo>
                  <a:lnTo>
                    <a:pt x="883" y="19308"/>
                  </a:lnTo>
                  <a:cubicBezTo>
                    <a:pt x="883" y="19670"/>
                    <a:pt x="1175" y="19962"/>
                    <a:pt x="1537" y="19962"/>
                  </a:cubicBezTo>
                  <a:lnTo>
                    <a:pt x="13647" y="19962"/>
                  </a:lnTo>
                  <a:cubicBezTo>
                    <a:pt x="14003" y="19962"/>
                    <a:pt x="14301" y="19670"/>
                    <a:pt x="14301" y="19308"/>
                  </a:cubicBezTo>
                  <a:lnTo>
                    <a:pt x="14301" y="14234"/>
                  </a:lnTo>
                  <a:lnTo>
                    <a:pt x="15910" y="13562"/>
                  </a:lnTo>
                  <a:cubicBezTo>
                    <a:pt x="16074" y="13493"/>
                    <a:pt x="16202" y="13361"/>
                    <a:pt x="16271" y="13196"/>
                  </a:cubicBezTo>
                  <a:cubicBezTo>
                    <a:pt x="16335" y="13032"/>
                    <a:pt x="16335" y="12849"/>
                    <a:pt x="16266" y="12684"/>
                  </a:cubicBezTo>
                  <a:lnTo>
                    <a:pt x="15110" y="9923"/>
                  </a:lnTo>
                  <a:cubicBezTo>
                    <a:pt x="15156" y="9836"/>
                    <a:pt x="15183" y="9735"/>
                    <a:pt x="15183" y="9626"/>
                  </a:cubicBezTo>
                  <a:lnTo>
                    <a:pt x="15183" y="7884"/>
                  </a:lnTo>
                  <a:cubicBezTo>
                    <a:pt x="15183" y="7523"/>
                    <a:pt x="14890" y="7230"/>
                    <a:pt x="14529" y="7230"/>
                  </a:cubicBezTo>
                  <a:lnTo>
                    <a:pt x="13981" y="7230"/>
                  </a:lnTo>
                  <a:lnTo>
                    <a:pt x="11663" y="1708"/>
                  </a:lnTo>
                  <a:cubicBezTo>
                    <a:pt x="11635" y="1635"/>
                    <a:pt x="11576" y="1580"/>
                    <a:pt x="11503" y="1548"/>
                  </a:cubicBezTo>
                  <a:lnTo>
                    <a:pt x="7777" y="21"/>
                  </a:lnTo>
                  <a:cubicBezTo>
                    <a:pt x="7742" y="8"/>
                    <a:pt x="7704" y="1"/>
                    <a:pt x="7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7433834" y="1902022"/>
              <a:ext cx="63671" cy="34188"/>
            </a:xfrm>
            <a:custGeom>
              <a:rect b="b" l="l" r="r" t="t"/>
              <a:pathLst>
                <a:path extrusionOk="0" h="1397" w="2602">
                  <a:moveTo>
                    <a:pt x="2273" y="1"/>
                  </a:moveTo>
                  <a:cubicBezTo>
                    <a:pt x="2234" y="1"/>
                    <a:pt x="2195" y="9"/>
                    <a:pt x="2158" y="25"/>
                  </a:cubicBezTo>
                  <a:lnTo>
                    <a:pt x="220" y="834"/>
                  </a:lnTo>
                  <a:cubicBezTo>
                    <a:pt x="69" y="898"/>
                    <a:pt x="1" y="1067"/>
                    <a:pt x="65" y="1218"/>
                  </a:cubicBezTo>
                  <a:cubicBezTo>
                    <a:pt x="110" y="1328"/>
                    <a:pt x="220" y="1396"/>
                    <a:pt x="334" y="1396"/>
                  </a:cubicBezTo>
                  <a:cubicBezTo>
                    <a:pt x="371" y="1396"/>
                    <a:pt x="407" y="1392"/>
                    <a:pt x="444" y="1373"/>
                  </a:cubicBezTo>
                  <a:lnTo>
                    <a:pt x="2382" y="564"/>
                  </a:lnTo>
                  <a:cubicBezTo>
                    <a:pt x="2533" y="500"/>
                    <a:pt x="2602" y="327"/>
                    <a:pt x="2538" y="180"/>
                  </a:cubicBezTo>
                  <a:cubicBezTo>
                    <a:pt x="2493" y="68"/>
                    <a:pt x="2385" y="1"/>
                    <a:pt x="2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7443109" y="1934055"/>
              <a:ext cx="35604" cy="22392"/>
            </a:xfrm>
            <a:custGeom>
              <a:rect b="b" l="l" r="r" t="t"/>
              <a:pathLst>
                <a:path extrusionOk="0" h="915" w="1455">
                  <a:moveTo>
                    <a:pt x="1120" y="0"/>
                  </a:moveTo>
                  <a:cubicBezTo>
                    <a:pt x="1083" y="0"/>
                    <a:pt x="1044" y="8"/>
                    <a:pt x="1007" y="23"/>
                  </a:cubicBezTo>
                  <a:lnTo>
                    <a:pt x="220" y="353"/>
                  </a:lnTo>
                  <a:cubicBezTo>
                    <a:pt x="70" y="417"/>
                    <a:pt x="1" y="586"/>
                    <a:pt x="65" y="737"/>
                  </a:cubicBezTo>
                  <a:cubicBezTo>
                    <a:pt x="111" y="846"/>
                    <a:pt x="220" y="915"/>
                    <a:pt x="335" y="915"/>
                  </a:cubicBezTo>
                  <a:cubicBezTo>
                    <a:pt x="371" y="915"/>
                    <a:pt x="408" y="910"/>
                    <a:pt x="444" y="892"/>
                  </a:cubicBezTo>
                  <a:lnTo>
                    <a:pt x="1235" y="563"/>
                  </a:lnTo>
                  <a:cubicBezTo>
                    <a:pt x="1382" y="499"/>
                    <a:pt x="1455" y="330"/>
                    <a:pt x="1391" y="179"/>
                  </a:cubicBezTo>
                  <a:cubicBezTo>
                    <a:pt x="1343" y="69"/>
                    <a:pt x="1235" y="0"/>
                    <a:pt x="1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7506887" y="2109589"/>
              <a:ext cx="116159" cy="57633"/>
            </a:xfrm>
            <a:custGeom>
              <a:rect b="b" l="l" r="r" t="t"/>
              <a:pathLst>
                <a:path extrusionOk="0" h="2355" w="4747">
                  <a:moveTo>
                    <a:pt x="3914" y="586"/>
                  </a:moveTo>
                  <a:cubicBezTo>
                    <a:pt x="4051" y="586"/>
                    <a:pt x="4161" y="700"/>
                    <a:pt x="4161" y="837"/>
                  </a:cubicBezTo>
                  <a:lnTo>
                    <a:pt x="4161" y="1523"/>
                  </a:lnTo>
                  <a:cubicBezTo>
                    <a:pt x="4161" y="1660"/>
                    <a:pt x="4051" y="1770"/>
                    <a:pt x="3914" y="1770"/>
                  </a:cubicBezTo>
                  <a:lnTo>
                    <a:pt x="837" y="1770"/>
                  </a:lnTo>
                  <a:cubicBezTo>
                    <a:pt x="700" y="1770"/>
                    <a:pt x="586" y="1660"/>
                    <a:pt x="586" y="1523"/>
                  </a:cubicBezTo>
                  <a:lnTo>
                    <a:pt x="586" y="837"/>
                  </a:lnTo>
                  <a:cubicBezTo>
                    <a:pt x="586" y="700"/>
                    <a:pt x="700" y="586"/>
                    <a:pt x="837" y="586"/>
                  </a:cubicBezTo>
                  <a:close/>
                  <a:moveTo>
                    <a:pt x="837" y="0"/>
                  </a:moveTo>
                  <a:cubicBezTo>
                    <a:pt x="376" y="0"/>
                    <a:pt x="1" y="375"/>
                    <a:pt x="1" y="837"/>
                  </a:cubicBezTo>
                  <a:lnTo>
                    <a:pt x="1" y="1523"/>
                  </a:lnTo>
                  <a:cubicBezTo>
                    <a:pt x="1" y="1980"/>
                    <a:pt x="376" y="2355"/>
                    <a:pt x="837" y="2355"/>
                  </a:cubicBezTo>
                  <a:lnTo>
                    <a:pt x="3914" y="2355"/>
                  </a:lnTo>
                  <a:cubicBezTo>
                    <a:pt x="4371" y="2355"/>
                    <a:pt x="4746" y="1980"/>
                    <a:pt x="4746" y="1523"/>
                  </a:cubicBezTo>
                  <a:lnTo>
                    <a:pt x="4746" y="837"/>
                  </a:lnTo>
                  <a:cubicBezTo>
                    <a:pt x="4746" y="375"/>
                    <a:pt x="4371" y="0"/>
                    <a:pt x="3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7435743" y="2231531"/>
              <a:ext cx="103166" cy="54182"/>
            </a:xfrm>
            <a:custGeom>
              <a:rect b="b" l="l" r="r" t="t"/>
              <a:pathLst>
                <a:path extrusionOk="0" h="2214" w="4216">
                  <a:moveTo>
                    <a:pt x="3502" y="586"/>
                  </a:moveTo>
                  <a:cubicBezTo>
                    <a:pt x="3571" y="586"/>
                    <a:pt x="3630" y="645"/>
                    <a:pt x="3630" y="714"/>
                  </a:cubicBezTo>
                  <a:lnTo>
                    <a:pt x="3630" y="1495"/>
                  </a:lnTo>
                  <a:cubicBezTo>
                    <a:pt x="3630" y="1568"/>
                    <a:pt x="3571" y="1628"/>
                    <a:pt x="3502" y="1628"/>
                  </a:cubicBezTo>
                  <a:lnTo>
                    <a:pt x="718" y="1628"/>
                  </a:lnTo>
                  <a:cubicBezTo>
                    <a:pt x="645" y="1628"/>
                    <a:pt x="585" y="1568"/>
                    <a:pt x="585" y="1495"/>
                  </a:cubicBezTo>
                  <a:lnTo>
                    <a:pt x="585" y="714"/>
                  </a:lnTo>
                  <a:cubicBezTo>
                    <a:pt x="585" y="645"/>
                    <a:pt x="645" y="586"/>
                    <a:pt x="718" y="586"/>
                  </a:cubicBezTo>
                  <a:close/>
                  <a:moveTo>
                    <a:pt x="718" y="0"/>
                  </a:moveTo>
                  <a:cubicBezTo>
                    <a:pt x="325" y="0"/>
                    <a:pt x="0" y="320"/>
                    <a:pt x="0" y="714"/>
                  </a:cubicBezTo>
                  <a:lnTo>
                    <a:pt x="0" y="1495"/>
                  </a:lnTo>
                  <a:cubicBezTo>
                    <a:pt x="0" y="1888"/>
                    <a:pt x="325" y="2213"/>
                    <a:pt x="718" y="2213"/>
                  </a:cubicBezTo>
                  <a:lnTo>
                    <a:pt x="3502" y="2213"/>
                  </a:lnTo>
                  <a:cubicBezTo>
                    <a:pt x="3895" y="2213"/>
                    <a:pt x="4215" y="1893"/>
                    <a:pt x="4215" y="1495"/>
                  </a:cubicBezTo>
                  <a:lnTo>
                    <a:pt x="4215" y="714"/>
                  </a:lnTo>
                  <a:cubicBezTo>
                    <a:pt x="4215" y="320"/>
                    <a:pt x="3895" y="0"/>
                    <a:pt x="3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7645847" y="2240585"/>
              <a:ext cx="48353" cy="14341"/>
            </a:xfrm>
            <a:custGeom>
              <a:rect b="b" l="l" r="r" t="t"/>
              <a:pathLst>
                <a:path extrusionOk="0" h="586" w="197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1683" y="586"/>
                  </a:lnTo>
                  <a:cubicBezTo>
                    <a:pt x="1843" y="586"/>
                    <a:pt x="1976" y="453"/>
                    <a:pt x="1976" y="293"/>
                  </a:cubicBezTo>
                  <a:cubicBezTo>
                    <a:pt x="1976" y="133"/>
                    <a:pt x="1843" y="1"/>
                    <a:pt x="1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7607032" y="2264298"/>
              <a:ext cx="87162" cy="14243"/>
            </a:xfrm>
            <a:custGeom>
              <a:rect b="b" l="l" r="r" t="t"/>
              <a:pathLst>
                <a:path extrusionOk="0" h="582" w="3562">
                  <a:moveTo>
                    <a:pt x="293" y="1"/>
                  </a:moveTo>
                  <a:cubicBezTo>
                    <a:pt x="128" y="1"/>
                    <a:pt x="0" y="129"/>
                    <a:pt x="0" y="293"/>
                  </a:cubicBezTo>
                  <a:cubicBezTo>
                    <a:pt x="0" y="453"/>
                    <a:pt x="128" y="581"/>
                    <a:pt x="293" y="581"/>
                  </a:cubicBezTo>
                  <a:lnTo>
                    <a:pt x="3269" y="581"/>
                  </a:lnTo>
                  <a:cubicBezTo>
                    <a:pt x="3429" y="581"/>
                    <a:pt x="3562" y="453"/>
                    <a:pt x="3562" y="293"/>
                  </a:cubicBezTo>
                  <a:cubicBezTo>
                    <a:pt x="3562" y="129"/>
                    <a:pt x="3429" y="1"/>
                    <a:pt x="3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3" name="Google Shape;1283;p34"/>
          <p:cNvGrpSpPr/>
          <p:nvPr/>
        </p:nvGrpSpPr>
        <p:grpSpPr>
          <a:xfrm>
            <a:off x="1389437" y="1832473"/>
            <a:ext cx="351512" cy="488496"/>
            <a:chOff x="1389437" y="1832473"/>
            <a:chExt cx="351512" cy="488496"/>
          </a:xfrm>
        </p:grpSpPr>
        <p:sp>
          <p:nvSpPr>
            <p:cNvPr id="1284" name="Google Shape;1284;p34"/>
            <p:cNvSpPr/>
            <p:nvPr/>
          </p:nvSpPr>
          <p:spPr>
            <a:xfrm>
              <a:off x="1389437" y="1832473"/>
              <a:ext cx="351512" cy="488496"/>
            </a:xfrm>
            <a:custGeom>
              <a:rect b="b" l="l" r="r" t="t"/>
              <a:pathLst>
                <a:path extrusionOk="0" h="19961" w="14365">
                  <a:moveTo>
                    <a:pt x="12184" y="2652"/>
                  </a:moveTo>
                  <a:cubicBezTo>
                    <a:pt x="12239" y="2652"/>
                    <a:pt x="12285" y="2698"/>
                    <a:pt x="12285" y="2753"/>
                  </a:cubicBezTo>
                  <a:lnTo>
                    <a:pt x="12285" y="17779"/>
                  </a:lnTo>
                  <a:cubicBezTo>
                    <a:pt x="12285" y="17839"/>
                    <a:pt x="12239" y="17880"/>
                    <a:pt x="12184" y="17880"/>
                  </a:cubicBezTo>
                  <a:lnTo>
                    <a:pt x="2177" y="17880"/>
                  </a:lnTo>
                  <a:cubicBezTo>
                    <a:pt x="2122" y="17880"/>
                    <a:pt x="2076" y="17839"/>
                    <a:pt x="2076" y="17779"/>
                  </a:cubicBezTo>
                  <a:lnTo>
                    <a:pt x="2076" y="2753"/>
                  </a:lnTo>
                  <a:cubicBezTo>
                    <a:pt x="2076" y="2698"/>
                    <a:pt x="2122" y="2652"/>
                    <a:pt x="2177" y="2652"/>
                  </a:cubicBezTo>
                  <a:lnTo>
                    <a:pt x="3557" y="2652"/>
                  </a:lnTo>
                  <a:cubicBezTo>
                    <a:pt x="3653" y="3100"/>
                    <a:pt x="4033" y="3443"/>
                    <a:pt x="4499" y="3466"/>
                  </a:cubicBezTo>
                  <a:cubicBezTo>
                    <a:pt x="4518" y="3467"/>
                    <a:pt x="4538" y="3467"/>
                    <a:pt x="4557" y="3467"/>
                  </a:cubicBezTo>
                  <a:cubicBezTo>
                    <a:pt x="4928" y="3467"/>
                    <a:pt x="5272" y="3261"/>
                    <a:pt x="5445" y="2931"/>
                  </a:cubicBezTo>
                  <a:cubicBezTo>
                    <a:pt x="5464" y="2899"/>
                    <a:pt x="5500" y="2881"/>
                    <a:pt x="5537" y="2881"/>
                  </a:cubicBezTo>
                  <a:lnTo>
                    <a:pt x="8824" y="2881"/>
                  </a:lnTo>
                  <a:cubicBezTo>
                    <a:pt x="8865" y="2881"/>
                    <a:pt x="8897" y="2899"/>
                    <a:pt x="8915" y="2926"/>
                  </a:cubicBezTo>
                  <a:cubicBezTo>
                    <a:pt x="9089" y="3260"/>
                    <a:pt x="9432" y="3466"/>
                    <a:pt x="9811" y="3466"/>
                  </a:cubicBezTo>
                  <a:cubicBezTo>
                    <a:pt x="10300" y="3466"/>
                    <a:pt x="10712" y="3118"/>
                    <a:pt x="10808" y="2652"/>
                  </a:cubicBezTo>
                  <a:close/>
                  <a:moveTo>
                    <a:pt x="4261" y="0"/>
                  </a:moveTo>
                  <a:cubicBezTo>
                    <a:pt x="3914" y="0"/>
                    <a:pt x="3621" y="247"/>
                    <a:pt x="3553" y="572"/>
                  </a:cubicBezTo>
                  <a:lnTo>
                    <a:pt x="1153" y="572"/>
                  </a:lnTo>
                  <a:cubicBezTo>
                    <a:pt x="517" y="572"/>
                    <a:pt x="1" y="1089"/>
                    <a:pt x="1" y="1724"/>
                  </a:cubicBezTo>
                  <a:lnTo>
                    <a:pt x="1" y="18808"/>
                  </a:lnTo>
                  <a:cubicBezTo>
                    <a:pt x="1" y="19444"/>
                    <a:pt x="517" y="19960"/>
                    <a:pt x="1153" y="19960"/>
                  </a:cubicBezTo>
                  <a:lnTo>
                    <a:pt x="13208" y="19960"/>
                  </a:lnTo>
                  <a:cubicBezTo>
                    <a:pt x="13843" y="19960"/>
                    <a:pt x="14365" y="19444"/>
                    <a:pt x="14365" y="18808"/>
                  </a:cubicBezTo>
                  <a:lnTo>
                    <a:pt x="14365" y="7379"/>
                  </a:lnTo>
                  <a:cubicBezTo>
                    <a:pt x="14365" y="7214"/>
                    <a:pt x="14232" y="7086"/>
                    <a:pt x="14072" y="7086"/>
                  </a:cubicBezTo>
                  <a:cubicBezTo>
                    <a:pt x="13907" y="7086"/>
                    <a:pt x="13779" y="7214"/>
                    <a:pt x="13779" y="7379"/>
                  </a:cubicBezTo>
                  <a:lnTo>
                    <a:pt x="13779" y="18808"/>
                  </a:lnTo>
                  <a:cubicBezTo>
                    <a:pt x="13779" y="19119"/>
                    <a:pt x="13523" y="19375"/>
                    <a:pt x="13208" y="19375"/>
                  </a:cubicBezTo>
                  <a:lnTo>
                    <a:pt x="1153" y="19375"/>
                  </a:lnTo>
                  <a:cubicBezTo>
                    <a:pt x="837" y="19375"/>
                    <a:pt x="586" y="19119"/>
                    <a:pt x="586" y="18808"/>
                  </a:cubicBezTo>
                  <a:lnTo>
                    <a:pt x="586" y="1724"/>
                  </a:lnTo>
                  <a:cubicBezTo>
                    <a:pt x="586" y="1413"/>
                    <a:pt x="837" y="1157"/>
                    <a:pt x="1153" y="1157"/>
                  </a:cubicBezTo>
                  <a:lnTo>
                    <a:pt x="3534" y="1157"/>
                  </a:lnTo>
                  <a:lnTo>
                    <a:pt x="3534" y="2067"/>
                  </a:lnTo>
                  <a:lnTo>
                    <a:pt x="2177" y="2067"/>
                  </a:lnTo>
                  <a:cubicBezTo>
                    <a:pt x="1802" y="2067"/>
                    <a:pt x="1491" y="2373"/>
                    <a:pt x="1491" y="2753"/>
                  </a:cubicBezTo>
                  <a:lnTo>
                    <a:pt x="1491" y="17779"/>
                  </a:lnTo>
                  <a:cubicBezTo>
                    <a:pt x="1491" y="18159"/>
                    <a:pt x="1802" y="18465"/>
                    <a:pt x="2177" y="18465"/>
                  </a:cubicBezTo>
                  <a:lnTo>
                    <a:pt x="12184" y="18465"/>
                  </a:lnTo>
                  <a:cubicBezTo>
                    <a:pt x="12563" y="18465"/>
                    <a:pt x="12870" y="18159"/>
                    <a:pt x="12870" y="17779"/>
                  </a:cubicBezTo>
                  <a:lnTo>
                    <a:pt x="12870" y="2753"/>
                  </a:lnTo>
                  <a:cubicBezTo>
                    <a:pt x="12870" y="2373"/>
                    <a:pt x="12563" y="2067"/>
                    <a:pt x="12184" y="2067"/>
                  </a:cubicBezTo>
                  <a:lnTo>
                    <a:pt x="10826" y="2067"/>
                  </a:lnTo>
                  <a:lnTo>
                    <a:pt x="10826" y="1157"/>
                  </a:lnTo>
                  <a:lnTo>
                    <a:pt x="13208" y="1157"/>
                  </a:lnTo>
                  <a:cubicBezTo>
                    <a:pt x="13523" y="1157"/>
                    <a:pt x="13779" y="1413"/>
                    <a:pt x="13779" y="1724"/>
                  </a:cubicBezTo>
                  <a:lnTo>
                    <a:pt x="13779" y="6076"/>
                  </a:lnTo>
                  <a:cubicBezTo>
                    <a:pt x="13779" y="6241"/>
                    <a:pt x="13907" y="6369"/>
                    <a:pt x="14072" y="6369"/>
                  </a:cubicBezTo>
                  <a:cubicBezTo>
                    <a:pt x="14232" y="6369"/>
                    <a:pt x="14365" y="6241"/>
                    <a:pt x="14365" y="6076"/>
                  </a:cubicBezTo>
                  <a:lnTo>
                    <a:pt x="14365" y="1724"/>
                  </a:lnTo>
                  <a:cubicBezTo>
                    <a:pt x="14365" y="1089"/>
                    <a:pt x="13843" y="572"/>
                    <a:pt x="13208" y="572"/>
                  </a:cubicBezTo>
                  <a:lnTo>
                    <a:pt x="10808" y="572"/>
                  </a:lnTo>
                  <a:cubicBezTo>
                    <a:pt x="10739" y="247"/>
                    <a:pt x="10447" y="0"/>
                    <a:pt x="10099" y="0"/>
                  </a:cubicBezTo>
                  <a:lnTo>
                    <a:pt x="7132" y="0"/>
                  </a:lnTo>
                  <a:cubicBezTo>
                    <a:pt x="6972" y="0"/>
                    <a:pt x="6840" y="128"/>
                    <a:pt x="6840" y="293"/>
                  </a:cubicBezTo>
                  <a:cubicBezTo>
                    <a:pt x="6840" y="453"/>
                    <a:pt x="6972" y="586"/>
                    <a:pt x="7132" y="586"/>
                  </a:cubicBezTo>
                  <a:lnTo>
                    <a:pt x="10099" y="586"/>
                  </a:lnTo>
                  <a:cubicBezTo>
                    <a:pt x="10177" y="586"/>
                    <a:pt x="10241" y="645"/>
                    <a:pt x="10241" y="723"/>
                  </a:cubicBezTo>
                  <a:lnTo>
                    <a:pt x="10241" y="2451"/>
                  </a:lnTo>
                  <a:cubicBezTo>
                    <a:pt x="10241" y="2689"/>
                    <a:pt x="10049" y="2885"/>
                    <a:pt x="9811" y="2885"/>
                  </a:cubicBezTo>
                  <a:cubicBezTo>
                    <a:pt x="9651" y="2885"/>
                    <a:pt x="9505" y="2794"/>
                    <a:pt x="9432" y="2657"/>
                  </a:cubicBezTo>
                  <a:cubicBezTo>
                    <a:pt x="9313" y="2433"/>
                    <a:pt x="9080" y="2295"/>
                    <a:pt x="8824" y="2295"/>
                  </a:cubicBezTo>
                  <a:lnTo>
                    <a:pt x="5537" y="2295"/>
                  </a:lnTo>
                  <a:cubicBezTo>
                    <a:pt x="5281" y="2295"/>
                    <a:pt x="5048" y="2433"/>
                    <a:pt x="4933" y="2657"/>
                  </a:cubicBezTo>
                  <a:cubicBezTo>
                    <a:pt x="4855" y="2796"/>
                    <a:pt x="4710" y="2881"/>
                    <a:pt x="4551" y="2881"/>
                  </a:cubicBezTo>
                  <a:cubicBezTo>
                    <a:pt x="4543" y="2881"/>
                    <a:pt x="4535" y="2881"/>
                    <a:pt x="4526" y="2881"/>
                  </a:cubicBezTo>
                  <a:cubicBezTo>
                    <a:pt x="4302" y="2871"/>
                    <a:pt x="4120" y="2670"/>
                    <a:pt x="4120" y="2433"/>
                  </a:cubicBezTo>
                  <a:lnTo>
                    <a:pt x="4120" y="723"/>
                  </a:lnTo>
                  <a:cubicBezTo>
                    <a:pt x="4120" y="645"/>
                    <a:pt x="4184" y="586"/>
                    <a:pt x="4261" y="586"/>
                  </a:cubicBezTo>
                  <a:lnTo>
                    <a:pt x="5834" y="586"/>
                  </a:lnTo>
                  <a:cubicBezTo>
                    <a:pt x="5999" y="586"/>
                    <a:pt x="6127" y="453"/>
                    <a:pt x="6127" y="293"/>
                  </a:cubicBezTo>
                  <a:cubicBezTo>
                    <a:pt x="6127" y="128"/>
                    <a:pt x="5999" y="0"/>
                    <a:pt x="5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1502773" y="1863797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lnTo>
                    <a:pt x="1" y="298"/>
                  </a:lnTo>
                  <a:cubicBezTo>
                    <a:pt x="1" y="462"/>
                    <a:pt x="129" y="590"/>
                    <a:pt x="293" y="590"/>
                  </a:cubicBezTo>
                  <a:cubicBezTo>
                    <a:pt x="453" y="590"/>
                    <a:pt x="586" y="462"/>
                    <a:pt x="586" y="298"/>
                  </a:cubicBez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4"/>
            <p:cNvSpPr/>
            <p:nvPr/>
          </p:nvSpPr>
          <p:spPr>
            <a:xfrm>
              <a:off x="1613197" y="1863797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lnTo>
                    <a:pt x="1" y="298"/>
                  </a:lnTo>
                  <a:cubicBezTo>
                    <a:pt x="1" y="462"/>
                    <a:pt x="133" y="590"/>
                    <a:pt x="293" y="590"/>
                  </a:cubicBezTo>
                  <a:cubicBezTo>
                    <a:pt x="458" y="590"/>
                    <a:pt x="586" y="462"/>
                    <a:pt x="586" y="298"/>
                  </a:cubicBezTo>
                  <a:lnTo>
                    <a:pt x="586" y="293"/>
                  </a:lnTo>
                  <a:cubicBezTo>
                    <a:pt x="586" y="133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1461829" y="2066960"/>
              <a:ext cx="206649" cy="50707"/>
            </a:xfrm>
            <a:custGeom>
              <a:rect b="b" l="l" r="r" t="t"/>
              <a:pathLst>
                <a:path extrusionOk="0" h="2072" w="8445">
                  <a:moveTo>
                    <a:pt x="686" y="1"/>
                  </a:moveTo>
                  <a:cubicBezTo>
                    <a:pt x="307" y="1"/>
                    <a:pt x="0" y="307"/>
                    <a:pt x="0" y="686"/>
                  </a:cubicBezTo>
                  <a:lnTo>
                    <a:pt x="0" y="1390"/>
                  </a:lnTo>
                  <a:cubicBezTo>
                    <a:pt x="0" y="1765"/>
                    <a:pt x="307" y="2072"/>
                    <a:pt x="686" y="2072"/>
                  </a:cubicBezTo>
                  <a:lnTo>
                    <a:pt x="7763" y="2072"/>
                  </a:lnTo>
                  <a:cubicBezTo>
                    <a:pt x="8138" y="2072"/>
                    <a:pt x="8444" y="1765"/>
                    <a:pt x="8444" y="1390"/>
                  </a:cubicBezTo>
                  <a:lnTo>
                    <a:pt x="8444" y="686"/>
                  </a:lnTo>
                  <a:cubicBezTo>
                    <a:pt x="8444" y="307"/>
                    <a:pt x="8138" y="1"/>
                    <a:pt x="7763" y="1"/>
                  </a:cubicBezTo>
                  <a:lnTo>
                    <a:pt x="3694" y="1"/>
                  </a:lnTo>
                  <a:cubicBezTo>
                    <a:pt x="3534" y="1"/>
                    <a:pt x="3402" y="133"/>
                    <a:pt x="3402" y="293"/>
                  </a:cubicBezTo>
                  <a:cubicBezTo>
                    <a:pt x="3402" y="458"/>
                    <a:pt x="3534" y="586"/>
                    <a:pt x="3694" y="586"/>
                  </a:cubicBezTo>
                  <a:lnTo>
                    <a:pt x="7763" y="586"/>
                  </a:lnTo>
                  <a:cubicBezTo>
                    <a:pt x="7813" y="586"/>
                    <a:pt x="7859" y="631"/>
                    <a:pt x="7859" y="686"/>
                  </a:cubicBezTo>
                  <a:lnTo>
                    <a:pt x="7859" y="1390"/>
                  </a:lnTo>
                  <a:cubicBezTo>
                    <a:pt x="7859" y="1445"/>
                    <a:pt x="7813" y="1486"/>
                    <a:pt x="7763" y="1486"/>
                  </a:cubicBezTo>
                  <a:lnTo>
                    <a:pt x="686" y="1486"/>
                  </a:lnTo>
                  <a:cubicBezTo>
                    <a:pt x="631" y="1486"/>
                    <a:pt x="586" y="1445"/>
                    <a:pt x="586" y="1390"/>
                  </a:cubicBezTo>
                  <a:lnTo>
                    <a:pt x="586" y="686"/>
                  </a:lnTo>
                  <a:cubicBezTo>
                    <a:pt x="586" y="631"/>
                    <a:pt x="631" y="586"/>
                    <a:pt x="686" y="586"/>
                  </a:cubicBezTo>
                  <a:lnTo>
                    <a:pt x="2396" y="586"/>
                  </a:lnTo>
                  <a:cubicBezTo>
                    <a:pt x="2556" y="586"/>
                    <a:pt x="2688" y="458"/>
                    <a:pt x="2688" y="293"/>
                  </a:cubicBezTo>
                  <a:cubicBezTo>
                    <a:pt x="2688" y="133"/>
                    <a:pt x="2556" y="1"/>
                    <a:pt x="2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1592738" y="2136997"/>
              <a:ext cx="50702" cy="14341"/>
            </a:xfrm>
            <a:custGeom>
              <a:rect b="b" l="l" r="r" t="t"/>
              <a:pathLst>
                <a:path extrusionOk="0" h="586" w="2072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779" y="586"/>
                  </a:lnTo>
                  <a:cubicBezTo>
                    <a:pt x="1939" y="586"/>
                    <a:pt x="2071" y="453"/>
                    <a:pt x="2071" y="293"/>
                  </a:cubicBezTo>
                  <a:cubicBezTo>
                    <a:pt x="2071" y="133"/>
                    <a:pt x="1939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1578518" y="2162962"/>
              <a:ext cx="79112" cy="14341"/>
            </a:xfrm>
            <a:custGeom>
              <a:rect b="b" l="l" r="r" t="t"/>
              <a:pathLst>
                <a:path extrusionOk="0" h="586" w="3233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2940" y="585"/>
                  </a:lnTo>
                  <a:cubicBezTo>
                    <a:pt x="3105" y="585"/>
                    <a:pt x="3233" y="453"/>
                    <a:pt x="3233" y="293"/>
                  </a:cubicBezTo>
                  <a:cubicBezTo>
                    <a:pt x="3233" y="133"/>
                    <a:pt x="3105" y="0"/>
                    <a:pt x="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1578518" y="2188902"/>
              <a:ext cx="79112" cy="14341"/>
            </a:xfrm>
            <a:custGeom>
              <a:rect b="b" l="l" r="r" t="t"/>
              <a:pathLst>
                <a:path extrusionOk="0" h="586" w="3233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2940" y="586"/>
                  </a:lnTo>
                  <a:cubicBezTo>
                    <a:pt x="3105" y="586"/>
                    <a:pt x="3233" y="453"/>
                    <a:pt x="3233" y="293"/>
                  </a:cubicBezTo>
                  <a:cubicBezTo>
                    <a:pt x="3233" y="129"/>
                    <a:pt x="3105" y="1"/>
                    <a:pt x="2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4"/>
            <p:cNvSpPr/>
            <p:nvPr/>
          </p:nvSpPr>
          <p:spPr>
            <a:xfrm>
              <a:off x="1486890" y="2136997"/>
              <a:ext cx="50702" cy="14341"/>
            </a:xfrm>
            <a:custGeom>
              <a:rect b="b" l="l" r="r" t="t"/>
              <a:pathLst>
                <a:path extrusionOk="0" h="586" w="2072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779" y="586"/>
                  </a:lnTo>
                  <a:cubicBezTo>
                    <a:pt x="1939" y="586"/>
                    <a:pt x="2071" y="453"/>
                    <a:pt x="2071" y="293"/>
                  </a:cubicBezTo>
                  <a:cubicBezTo>
                    <a:pt x="2071" y="133"/>
                    <a:pt x="1939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4"/>
            <p:cNvSpPr/>
            <p:nvPr/>
          </p:nvSpPr>
          <p:spPr>
            <a:xfrm>
              <a:off x="1472671" y="2162962"/>
              <a:ext cx="79112" cy="14341"/>
            </a:xfrm>
            <a:custGeom>
              <a:rect b="b" l="l" r="r" t="t"/>
              <a:pathLst>
                <a:path extrusionOk="0" h="586" w="3233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2940" y="585"/>
                  </a:lnTo>
                  <a:cubicBezTo>
                    <a:pt x="3100" y="585"/>
                    <a:pt x="3233" y="453"/>
                    <a:pt x="3233" y="293"/>
                  </a:cubicBezTo>
                  <a:cubicBezTo>
                    <a:pt x="3233" y="133"/>
                    <a:pt x="3100" y="0"/>
                    <a:pt x="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1472671" y="2188902"/>
              <a:ext cx="79112" cy="14341"/>
            </a:xfrm>
            <a:custGeom>
              <a:rect b="b" l="l" r="r" t="t"/>
              <a:pathLst>
                <a:path extrusionOk="0" h="586" w="3233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2940" y="586"/>
                  </a:lnTo>
                  <a:cubicBezTo>
                    <a:pt x="3100" y="586"/>
                    <a:pt x="3233" y="453"/>
                    <a:pt x="3233" y="293"/>
                  </a:cubicBezTo>
                  <a:cubicBezTo>
                    <a:pt x="3233" y="129"/>
                    <a:pt x="3100" y="1"/>
                    <a:pt x="2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1509161" y="2230185"/>
              <a:ext cx="111999" cy="14341"/>
            </a:xfrm>
            <a:custGeom>
              <a:rect b="b" l="l" r="r" t="t"/>
              <a:pathLst>
                <a:path extrusionOk="0" h="586" w="4577">
                  <a:moveTo>
                    <a:pt x="293" y="1"/>
                  </a:moveTo>
                  <a:cubicBezTo>
                    <a:pt x="128" y="1"/>
                    <a:pt x="0" y="129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4284" y="586"/>
                  </a:lnTo>
                  <a:cubicBezTo>
                    <a:pt x="4448" y="586"/>
                    <a:pt x="4576" y="453"/>
                    <a:pt x="4576" y="293"/>
                  </a:cubicBezTo>
                  <a:cubicBezTo>
                    <a:pt x="4576" y="129"/>
                    <a:pt x="4448" y="1"/>
                    <a:pt x="4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1522792" y="1952066"/>
              <a:ext cx="46224" cy="80123"/>
            </a:xfrm>
            <a:custGeom>
              <a:rect b="b" l="l" r="r" t="t"/>
              <a:pathLst>
                <a:path extrusionOk="0" h="3274" w="1889">
                  <a:moveTo>
                    <a:pt x="947" y="1"/>
                  </a:moveTo>
                  <a:cubicBezTo>
                    <a:pt x="783" y="1"/>
                    <a:pt x="655" y="129"/>
                    <a:pt x="655" y="293"/>
                  </a:cubicBezTo>
                  <a:lnTo>
                    <a:pt x="655" y="375"/>
                  </a:lnTo>
                  <a:cubicBezTo>
                    <a:pt x="284" y="444"/>
                    <a:pt x="1" y="769"/>
                    <a:pt x="1" y="1157"/>
                  </a:cubicBezTo>
                  <a:cubicBezTo>
                    <a:pt x="1" y="1591"/>
                    <a:pt x="357" y="1948"/>
                    <a:pt x="796" y="1948"/>
                  </a:cubicBezTo>
                  <a:lnTo>
                    <a:pt x="1098" y="1948"/>
                  </a:lnTo>
                  <a:cubicBezTo>
                    <a:pt x="1212" y="1948"/>
                    <a:pt x="1304" y="2044"/>
                    <a:pt x="1304" y="2158"/>
                  </a:cubicBezTo>
                  <a:cubicBezTo>
                    <a:pt x="1304" y="2273"/>
                    <a:pt x="1212" y="2364"/>
                    <a:pt x="1098" y="2364"/>
                  </a:cubicBezTo>
                  <a:lnTo>
                    <a:pt x="796" y="2364"/>
                  </a:lnTo>
                  <a:cubicBezTo>
                    <a:pt x="710" y="2364"/>
                    <a:pt x="636" y="2314"/>
                    <a:pt x="604" y="2236"/>
                  </a:cubicBezTo>
                  <a:cubicBezTo>
                    <a:pt x="556" y="2125"/>
                    <a:pt x="447" y="2059"/>
                    <a:pt x="332" y="2059"/>
                  </a:cubicBezTo>
                  <a:cubicBezTo>
                    <a:pt x="295" y="2059"/>
                    <a:pt x="257" y="2066"/>
                    <a:pt x="220" y="2081"/>
                  </a:cubicBezTo>
                  <a:cubicBezTo>
                    <a:pt x="69" y="2145"/>
                    <a:pt x="1" y="2318"/>
                    <a:pt x="65" y="2465"/>
                  </a:cubicBezTo>
                  <a:cubicBezTo>
                    <a:pt x="170" y="2716"/>
                    <a:pt x="394" y="2890"/>
                    <a:pt x="655" y="2935"/>
                  </a:cubicBezTo>
                  <a:lnTo>
                    <a:pt x="655" y="2981"/>
                  </a:lnTo>
                  <a:cubicBezTo>
                    <a:pt x="655" y="3141"/>
                    <a:pt x="783" y="3274"/>
                    <a:pt x="947" y="3274"/>
                  </a:cubicBezTo>
                  <a:cubicBezTo>
                    <a:pt x="1107" y="3274"/>
                    <a:pt x="1240" y="3141"/>
                    <a:pt x="1240" y="2981"/>
                  </a:cubicBezTo>
                  <a:lnTo>
                    <a:pt x="1240" y="2935"/>
                  </a:lnTo>
                  <a:cubicBezTo>
                    <a:pt x="1610" y="2867"/>
                    <a:pt x="1889" y="2547"/>
                    <a:pt x="1889" y="2158"/>
                  </a:cubicBezTo>
                  <a:cubicBezTo>
                    <a:pt x="1889" y="1719"/>
                    <a:pt x="1532" y="1363"/>
                    <a:pt x="1098" y="1363"/>
                  </a:cubicBezTo>
                  <a:lnTo>
                    <a:pt x="796" y="1363"/>
                  </a:lnTo>
                  <a:cubicBezTo>
                    <a:pt x="682" y="1363"/>
                    <a:pt x="586" y="1271"/>
                    <a:pt x="586" y="1157"/>
                  </a:cubicBezTo>
                  <a:cubicBezTo>
                    <a:pt x="586" y="1043"/>
                    <a:pt x="682" y="947"/>
                    <a:pt x="796" y="947"/>
                  </a:cubicBezTo>
                  <a:lnTo>
                    <a:pt x="1098" y="947"/>
                  </a:lnTo>
                  <a:cubicBezTo>
                    <a:pt x="1167" y="947"/>
                    <a:pt x="1231" y="983"/>
                    <a:pt x="1272" y="1038"/>
                  </a:cubicBezTo>
                  <a:cubicBezTo>
                    <a:pt x="1326" y="1124"/>
                    <a:pt x="1418" y="1169"/>
                    <a:pt x="1512" y="1169"/>
                  </a:cubicBezTo>
                  <a:cubicBezTo>
                    <a:pt x="1568" y="1169"/>
                    <a:pt x="1625" y="1153"/>
                    <a:pt x="1674" y="1121"/>
                  </a:cubicBezTo>
                  <a:cubicBezTo>
                    <a:pt x="1811" y="1029"/>
                    <a:pt x="1843" y="846"/>
                    <a:pt x="1756" y="714"/>
                  </a:cubicBezTo>
                  <a:cubicBezTo>
                    <a:pt x="1633" y="535"/>
                    <a:pt x="1446" y="412"/>
                    <a:pt x="1240" y="375"/>
                  </a:cubicBezTo>
                  <a:lnTo>
                    <a:pt x="1240" y="293"/>
                  </a:lnTo>
                  <a:cubicBezTo>
                    <a:pt x="1240" y="129"/>
                    <a:pt x="1107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1481408" y="1927668"/>
              <a:ext cx="129006" cy="128921"/>
            </a:xfrm>
            <a:custGeom>
              <a:rect b="b" l="l" r="r" t="t"/>
              <a:pathLst>
                <a:path extrusionOk="0" h="5268" w="5272">
                  <a:moveTo>
                    <a:pt x="2638" y="582"/>
                  </a:moveTo>
                  <a:cubicBezTo>
                    <a:pt x="3767" y="582"/>
                    <a:pt x="4686" y="1505"/>
                    <a:pt x="4686" y="2634"/>
                  </a:cubicBezTo>
                  <a:cubicBezTo>
                    <a:pt x="4686" y="3763"/>
                    <a:pt x="3767" y="4682"/>
                    <a:pt x="2638" y="4682"/>
                  </a:cubicBezTo>
                  <a:cubicBezTo>
                    <a:pt x="1509" y="4682"/>
                    <a:pt x="586" y="3763"/>
                    <a:pt x="586" y="2634"/>
                  </a:cubicBezTo>
                  <a:cubicBezTo>
                    <a:pt x="586" y="1505"/>
                    <a:pt x="1509" y="582"/>
                    <a:pt x="2638" y="582"/>
                  </a:cubicBezTo>
                  <a:close/>
                  <a:moveTo>
                    <a:pt x="2638" y="1"/>
                  </a:moveTo>
                  <a:cubicBezTo>
                    <a:pt x="1184" y="1"/>
                    <a:pt x="0" y="1180"/>
                    <a:pt x="0" y="2634"/>
                  </a:cubicBezTo>
                  <a:cubicBezTo>
                    <a:pt x="0" y="4088"/>
                    <a:pt x="1184" y="5267"/>
                    <a:pt x="2638" y="5267"/>
                  </a:cubicBezTo>
                  <a:cubicBezTo>
                    <a:pt x="4092" y="5267"/>
                    <a:pt x="5272" y="4088"/>
                    <a:pt x="5272" y="2634"/>
                  </a:cubicBezTo>
                  <a:cubicBezTo>
                    <a:pt x="5272" y="1180"/>
                    <a:pt x="4092" y="1"/>
                    <a:pt x="2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4"/>
            <p:cNvSpPr/>
            <p:nvPr/>
          </p:nvSpPr>
          <p:spPr>
            <a:xfrm>
              <a:off x="1624504" y="1984956"/>
              <a:ext cx="24421" cy="14341"/>
            </a:xfrm>
            <a:custGeom>
              <a:rect b="b" l="l" r="r" t="t"/>
              <a:pathLst>
                <a:path extrusionOk="0" h="586" w="998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705" y="586"/>
                  </a:lnTo>
                  <a:cubicBezTo>
                    <a:pt x="865" y="586"/>
                    <a:pt x="997" y="453"/>
                    <a:pt x="997" y="293"/>
                  </a:cubicBezTo>
                  <a:cubicBezTo>
                    <a:pt x="997" y="133"/>
                    <a:pt x="865" y="1"/>
                    <a:pt x="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4"/>
            <p:cNvSpPr/>
            <p:nvPr/>
          </p:nvSpPr>
          <p:spPr>
            <a:xfrm>
              <a:off x="1619144" y="1954513"/>
              <a:ext cx="25082" cy="19505"/>
            </a:xfrm>
            <a:custGeom>
              <a:rect b="b" l="l" r="r" t="t"/>
              <a:pathLst>
                <a:path extrusionOk="0" h="797" w="1025">
                  <a:moveTo>
                    <a:pt x="695" y="0"/>
                  </a:moveTo>
                  <a:cubicBezTo>
                    <a:pt x="643" y="0"/>
                    <a:pt x="591" y="14"/>
                    <a:pt x="544" y="42"/>
                  </a:cubicBezTo>
                  <a:lnTo>
                    <a:pt x="183" y="257"/>
                  </a:lnTo>
                  <a:cubicBezTo>
                    <a:pt x="46" y="339"/>
                    <a:pt x="0" y="518"/>
                    <a:pt x="82" y="655"/>
                  </a:cubicBezTo>
                  <a:cubicBezTo>
                    <a:pt x="137" y="746"/>
                    <a:pt x="238" y="797"/>
                    <a:pt x="334" y="797"/>
                  </a:cubicBezTo>
                  <a:cubicBezTo>
                    <a:pt x="389" y="797"/>
                    <a:pt x="439" y="787"/>
                    <a:pt x="485" y="755"/>
                  </a:cubicBezTo>
                  <a:lnTo>
                    <a:pt x="841" y="545"/>
                  </a:lnTo>
                  <a:cubicBezTo>
                    <a:pt x="983" y="458"/>
                    <a:pt x="1024" y="280"/>
                    <a:pt x="942" y="143"/>
                  </a:cubicBezTo>
                  <a:cubicBezTo>
                    <a:pt x="888" y="50"/>
                    <a:pt x="793" y="0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1619022" y="2010112"/>
              <a:ext cx="25082" cy="19627"/>
            </a:xfrm>
            <a:custGeom>
              <a:rect b="b" l="l" r="r" t="t"/>
              <a:pathLst>
                <a:path extrusionOk="0" h="802" w="1025">
                  <a:moveTo>
                    <a:pt x="334" y="0"/>
                  </a:moveTo>
                  <a:cubicBezTo>
                    <a:pt x="236" y="0"/>
                    <a:pt x="140" y="50"/>
                    <a:pt x="83" y="143"/>
                  </a:cubicBezTo>
                  <a:cubicBezTo>
                    <a:pt x="1" y="280"/>
                    <a:pt x="46" y="458"/>
                    <a:pt x="183" y="541"/>
                  </a:cubicBezTo>
                  <a:lnTo>
                    <a:pt x="540" y="760"/>
                  </a:lnTo>
                  <a:cubicBezTo>
                    <a:pt x="586" y="788"/>
                    <a:pt x="641" y="801"/>
                    <a:pt x="691" y="801"/>
                  </a:cubicBezTo>
                  <a:cubicBezTo>
                    <a:pt x="791" y="801"/>
                    <a:pt x="887" y="751"/>
                    <a:pt x="942" y="660"/>
                  </a:cubicBezTo>
                  <a:cubicBezTo>
                    <a:pt x="1025" y="522"/>
                    <a:pt x="979" y="344"/>
                    <a:pt x="842" y="257"/>
                  </a:cubicBezTo>
                  <a:lnTo>
                    <a:pt x="485" y="42"/>
                  </a:lnTo>
                  <a:cubicBezTo>
                    <a:pt x="438" y="14"/>
                    <a:pt x="386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1460043" y="1922431"/>
              <a:ext cx="23834" cy="14341"/>
            </a:xfrm>
            <a:custGeom>
              <a:rect b="b" l="l" r="r" t="t"/>
              <a:pathLst>
                <a:path extrusionOk="0" h="586" w="974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681" y="585"/>
                  </a:lnTo>
                  <a:cubicBezTo>
                    <a:pt x="841" y="585"/>
                    <a:pt x="974" y="453"/>
                    <a:pt x="974" y="293"/>
                  </a:cubicBezTo>
                  <a:cubicBezTo>
                    <a:pt x="974" y="133"/>
                    <a:pt x="841" y="0"/>
                    <a:pt x="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1" name="Google Shape;1301;p34"/>
          <p:cNvGrpSpPr/>
          <p:nvPr/>
        </p:nvGrpSpPr>
        <p:grpSpPr>
          <a:xfrm>
            <a:off x="7334594" y="1102830"/>
            <a:ext cx="488544" cy="408935"/>
            <a:chOff x="7334594" y="1102830"/>
            <a:chExt cx="488544" cy="408935"/>
          </a:xfrm>
        </p:grpSpPr>
        <p:sp>
          <p:nvSpPr>
            <p:cNvPr id="1302" name="Google Shape;1302;p34"/>
            <p:cNvSpPr/>
            <p:nvPr/>
          </p:nvSpPr>
          <p:spPr>
            <a:xfrm>
              <a:off x="7334594" y="1102830"/>
              <a:ext cx="488544" cy="408935"/>
            </a:xfrm>
            <a:custGeom>
              <a:rect b="b" l="l" r="r" t="t"/>
              <a:pathLst>
                <a:path extrusionOk="0" h="16710" w="19965">
                  <a:moveTo>
                    <a:pt x="878" y="0"/>
                  </a:moveTo>
                  <a:cubicBezTo>
                    <a:pt x="394" y="0"/>
                    <a:pt x="0" y="398"/>
                    <a:pt x="0" y="878"/>
                  </a:cubicBezTo>
                  <a:lnTo>
                    <a:pt x="0" y="15832"/>
                  </a:lnTo>
                  <a:cubicBezTo>
                    <a:pt x="0" y="16312"/>
                    <a:pt x="394" y="16710"/>
                    <a:pt x="878" y="16710"/>
                  </a:cubicBezTo>
                  <a:lnTo>
                    <a:pt x="19087" y="16710"/>
                  </a:lnTo>
                  <a:cubicBezTo>
                    <a:pt x="19572" y="16710"/>
                    <a:pt x="19965" y="16312"/>
                    <a:pt x="19965" y="15832"/>
                  </a:cubicBezTo>
                  <a:lnTo>
                    <a:pt x="19965" y="8732"/>
                  </a:lnTo>
                  <a:cubicBezTo>
                    <a:pt x="19965" y="8568"/>
                    <a:pt x="19832" y="8440"/>
                    <a:pt x="19672" y="8440"/>
                  </a:cubicBezTo>
                  <a:cubicBezTo>
                    <a:pt x="19512" y="8440"/>
                    <a:pt x="19380" y="8568"/>
                    <a:pt x="19380" y="8732"/>
                  </a:cubicBezTo>
                  <a:lnTo>
                    <a:pt x="19380" y="15832"/>
                  </a:lnTo>
                  <a:cubicBezTo>
                    <a:pt x="19380" y="15992"/>
                    <a:pt x="19247" y="16124"/>
                    <a:pt x="19087" y="16124"/>
                  </a:cubicBezTo>
                  <a:lnTo>
                    <a:pt x="878" y="16124"/>
                  </a:lnTo>
                  <a:cubicBezTo>
                    <a:pt x="718" y="16124"/>
                    <a:pt x="586" y="15992"/>
                    <a:pt x="586" y="15832"/>
                  </a:cubicBezTo>
                  <a:lnTo>
                    <a:pt x="586" y="3310"/>
                  </a:lnTo>
                  <a:lnTo>
                    <a:pt x="19380" y="3310"/>
                  </a:lnTo>
                  <a:lnTo>
                    <a:pt x="19380" y="7429"/>
                  </a:lnTo>
                  <a:cubicBezTo>
                    <a:pt x="19380" y="7594"/>
                    <a:pt x="19512" y="7722"/>
                    <a:pt x="19672" y="7722"/>
                  </a:cubicBezTo>
                  <a:cubicBezTo>
                    <a:pt x="19832" y="7722"/>
                    <a:pt x="19965" y="7594"/>
                    <a:pt x="19965" y="7429"/>
                  </a:cubicBezTo>
                  <a:lnTo>
                    <a:pt x="19965" y="878"/>
                  </a:lnTo>
                  <a:cubicBezTo>
                    <a:pt x="19965" y="398"/>
                    <a:pt x="19572" y="0"/>
                    <a:pt x="19087" y="0"/>
                  </a:cubicBezTo>
                  <a:lnTo>
                    <a:pt x="4709" y="0"/>
                  </a:lnTo>
                  <a:cubicBezTo>
                    <a:pt x="4549" y="0"/>
                    <a:pt x="4421" y="133"/>
                    <a:pt x="4421" y="293"/>
                  </a:cubicBezTo>
                  <a:cubicBezTo>
                    <a:pt x="4421" y="458"/>
                    <a:pt x="4549" y="586"/>
                    <a:pt x="4709" y="586"/>
                  </a:cubicBezTo>
                  <a:lnTo>
                    <a:pt x="19087" y="586"/>
                  </a:lnTo>
                  <a:cubicBezTo>
                    <a:pt x="19247" y="586"/>
                    <a:pt x="19380" y="718"/>
                    <a:pt x="19380" y="878"/>
                  </a:cubicBezTo>
                  <a:lnTo>
                    <a:pt x="19380" y="2725"/>
                  </a:lnTo>
                  <a:lnTo>
                    <a:pt x="586" y="2725"/>
                  </a:lnTo>
                  <a:lnTo>
                    <a:pt x="586" y="878"/>
                  </a:lnTo>
                  <a:cubicBezTo>
                    <a:pt x="586" y="718"/>
                    <a:pt x="718" y="586"/>
                    <a:pt x="878" y="586"/>
                  </a:cubicBezTo>
                  <a:lnTo>
                    <a:pt x="3411" y="586"/>
                  </a:lnTo>
                  <a:cubicBezTo>
                    <a:pt x="3575" y="586"/>
                    <a:pt x="3703" y="458"/>
                    <a:pt x="3703" y="293"/>
                  </a:cubicBezTo>
                  <a:cubicBezTo>
                    <a:pt x="3703" y="133"/>
                    <a:pt x="3575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4"/>
            <p:cNvSpPr/>
            <p:nvPr/>
          </p:nvSpPr>
          <p:spPr>
            <a:xfrm>
              <a:off x="7371280" y="1135719"/>
              <a:ext cx="14364" cy="14463"/>
            </a:xfrm>
            <a:custGeom>
              <a:rect b="b" l="l" r="r" t="t"/>
              <a:pathLst>
                <a:path extrusionOk="0" h="591" w="587">
                  <a:moveTo>
                    <a:pt x="294" y="0"/>
                  </a:moveTo>
                  <a:cubicBezTo>
                    <a:pt x="134" y="0"/>
                    <a:pt x="1" y="128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4" y="590"/>
                    <a:pt x="294" y="590"/>
                  </a:cubicBezTo>
                  <a:cubicBezTo>
                    <a:pt x="454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8"/>
                    <a:pt x="454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4"/>
            <p:cNvSpPr/>
            <p:nvPr/>
          </p:nvSpPr>
          <p:spPr>
            <a:xfrm>
              <a:off x="7396683" y="1135719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3" y="590"/>
                    <a:pt x="293" y="590"/>
                  </a:cubicBezTo>
                  <a:cubicBezTo>
                    <a:pt x="458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8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7422209" y="1135719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28" y="0"/>
                    <a:pt x="0" y="128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0"/>
                    <a:pt x="293" y="590"/>
                  </a:cubicBezTo>
                  <a:cubicBezTo>
                    <a:pt x="453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28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7584884" y="1135719"/>
              <a:ext cx="201608" cy="14341"/>
            </a:xfrm>
            <a:custGeom>
              <a:rect b="b" l="l" r="r" t="t"/>
              <a:pathLst>
                <a:path extrusionOk="0" h="586" w="8239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7946" y="586"/>
                  </a:lnTo>
                  <a:cubicBezTo>
                    <a:pt x="8110" y="586"/>
                    <a:pt x="8238" y="458"/>
                    <a:pt x="8238" y="293"/>
                  </a:cubicBezTo>
                  <a:cubicBezTo>
                    <a:pt x="8238" y="133"/>
                    <a:pt x="8110" y="0"/>
                    <a:pt x="79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7540563" y="1284751"/>
              <a:ext cx="234056" cy="180240"/>
            </a:xfrm>
            <a:custGeom>
              <a:rect b="b" l="l" r="r" t="t"/>
              <a:pathLst>
                <a:path extrusionOk="0" h="7365" w="9565">
                  <a:moveTo>
                    <a:pt x="8767" y="1"/>
                  </a:moveTo>
                  <a:cubicBezTo>
                    <a:pt x="8682" y="1"/>
                    <a:pt x="8601" y="36"/>
                    <a:pt x="8545" y="105"/>
                  </a:cubicBezTo>
                  <a:lnTo>
                    <a:pt x="6387" y="2661"/>
                  </a:lnTo>
                  <a:lnTo>
                    <a:pt x="5825" y="2190"/>
                  </a:lnTo>
                  <a:cubicBezTo>
                    <a:pt x="5769" y="2144"/>
                    <a:pt x="5702" y="2122"/>
                    <a:pt x="5636" y="2122"/>
                  </a:cubicBezTo>
                  <a:cubicBezTo>
                    <a:pt x="5555" y="2122"/>
                    <a:pt x="5476" y="2154"/>
                    <a:pt x="5418" y="2217"/>
                  </a:cubicBezTo>
                  <a:lnTo>
                    <a:pt x="4079" y="3703"/>
                  </a:lnTo>
                  <a:lnTo>
                    <a:pt x="2447" y="3054"/>
                  </a:lnTo>
                  <a:cubicBezTo>
                    <a:pt x="2410" y="3040"/>
                    <a:pt x="2372" y="3033"/>
                    <a:pt x="2335" y="3033"/>
                  </a:cubicBezTo>
                  <a:cubicBezTo>
                    <a:pt x="2284" y="3033"/>
                    <a:pt x="2235" y="3046"/>
                    <a:pt x="2191" y="3072"/>
                  </a:cubicBezTo>
                  <a:lnTo>
                    <a:pt x="586" y="4009"/>
                  </a:lnTo>
                  <a:lnTo>
                    <a:pt x="586" y="1015"/>
                  </a:lnTo>
                  <a:cubicBezTo>
                    <a:pt x="586" y="855"/>
                    <a:pt x="453" y="722"/>
                    <a:pt x="293" y="722"/>
                  </a:cubicBezTo>
                  <a:cubicBezTo>
                    <a:pt x="129" y="722"/>
                    <a:pt x="1" y="855"/>
                    <a:pt x="1" y="1015"/>
                  </a:cubicBezTo>
                  <a:lnTo>
                    <a:pt x="1" y="7072"/>
                  </a:lnTo>
                  <a:cubicBezTo>
                    <a:pt x="1" y="7237"/>
                    <a:pt x="129" y="7365"/>
                    <a:pt x="293" y="7365"/>
                  </a:cubicBezTo>
                  <a:lnTo>
                    <a:pt x="9272" y="7365"/>
                  </a:lnTo>
                  <a:cubicBezTo>
                    <a:pt x="9432" y="7365"/>
                    <a:pt x="9565" y="7237"/>
                    <a:pt x="9565" y="7072"/>
                  </a:cubicBezTo>
                  <a:cubicBezTo>
                    <a:pt x="9565" y="6912"/>
                    <a:pt x="9432" y="6780"/>
                    <a:pt x="9272" y="6780"/>
                  </a:cubicBezTo>
                  <a:lnTo>
                    <a:pt x="9062" y="6780"/>
                  </a:lnTo>
                  <a:lnTo>
                    <a:pt x="9062" y="4773"/>
                  </a:lnTo>
                  <a:cubicBezTo>
                    <a:pt x="9062" y="4613"/>
                    <a:pt x="8929" y="4480"/>
                    <a:pt x="8769" y="4480"/>
                  </a:cubicBezTo>
                  <a:cubicBezTo>
                    <a:pt x="8605" y="4480"/>
                    <a:pt x="8477" y="4613"/>
                    <a:pt x="8477" y="4773"/>
                  </a:cubicBezTo>
                  <a:lnTo>
                    <a:pt x="8477" y="6780"/>
                  </a:lnTo>
                  <a:lnTo>
                    <a:pt x="7549" y="6780"/>
                  </a:lnTo>
                  <a:lnTo>
                    <a:pt x="7549" y="6473"/>
                  </a:lnTo>
                  <a:cubicBezTo>
                    <a:pt x="7549" y="6313"/>
                    <a:pt x="7421" y="6185"/>
                    <a:pt x="7256" y="6185"/>
                  </a:cubicBezTo>
                  <a:cubicBezTo>
                    <a:pt x="7096" y="6185"/>
                    <a:pt x="6963" y="6313"/>
                    <a:pt x="6963" y="6473"/>
                  </a:cubicBezTo>
                  <a:lnTo>
                    <a:pt x="6963" y="6780"/>
                  </a:lnTo>
                  <a:lnTo>
                    <a:pt x="5752" y="6780"/>
                  </a:lnTo>
                  <a:lnTo>
                    <a:pt x="5752" y="6473"/>
                  </a:lnTo>
                  <a:cubicBezTo>
                    <a:pt x="5752" y="6313"/>
                    <a:pt x="5624" y="6185"/>
                    <a:pt x="5459" y="6185"/>
                  </a:cubicBezTo>
                  <a:cubicBezTo>
                    <a:pt x="5299" y="6185"/>
                    <a:pt x="5167" y="6313"/>
                    <a:pt x="5167" y="6473"/>
                  </a:cubicBezTo>
                  <a:lnTo>
                    <a:pt x="5167" y="6780"/>
                  </a:lnTo>
                  <a:lnTo>
                    <a:pt x="3955" y="6780"/>
                  </a:lnTo>
                  <a:lnTo>
                    <a:pt x="3955" y="6473"/>
                  </a:lnTo>
                  <a:cubicBezTo>
                    <a:pt x="3955" y="6313"/>
                    <a:pt x="3827" y="6185"/>
                    <a:pt x="3663" y="6185"/>
                  </a:cubicBezTo>
                  <a:cubicBezTo>
                    <a:pt x="3503" y="6185"/>
                    <a:pt x="3375" y="6313"/>
                    <a:pt x="3375" y="6473"/>
                  </a:cubicBezTo>
                  <a:lnTo>
                    <a:pt x="3375" y="6780"/>
                  </a:lnTo>
                  <a:lnTo>
                    <a:pt x="2163" y="6780"/>
                  </a:lnTo>
                  <a:lnTo>
                    <a:pt x="2163" y="6473"/>
                  </a:lnTo>
                  <a:cubicBezTo>
                    <a:pt x="2163" y="6313"/>
                    <a:pt x="2031" y="6185"/>
                    <a:pt x="1871" y="6185"/>
                  </a:cubicBezTo>
                  <a:cubicBezTo>
                    <a:pt x="1706" y="6185"/>
                    <a:pt x="1578" y="6313"/>
                    <a:pt x="1578" y="6473"/>
                  </a:cubicBezTo>
                  <a:lnTo>
                    <a:pt x="1578" y="6780"/>
                  </a:lnTo>
                  <a:lnTo>
                    <a:pt x="586" y="6780"/>
                  </a:lnTo>
                  <a:lnTo>
                    <a:pt x="586" y="4686"/>
                  </a:lnTo>
                  <a:lnTo>
                    <a:pt x="2360" y="3648"/>
                  </a:lnTo>
                  <a:lnTo>
                    <a:pt x="4051" y="4325"/>
                  </a:lnTo>
                  <a:cubicBezTo>
                    <a:pt x="4086" y="4337"/>
                    <a:pt x="4122" y="4343"/>
                    <a:pt x="4158" y="4343"/>
                  </a:cubicBezTo>
                  <a:cubicBezTo>
                    <a:pt x="4241" y="4343"/>
                    <a:pt x="4323" y="4311"/>
                    <a:pt x="4380" y="4247"/>
                  </a:cubicBezTo>
                  <a:lnTo>
                    <a:pt x="5665" y="2821"/>
                  </a:lnTo>
                  <a:lnTo>
                    <a:pt x="6237" y="3296"/>
                  </a:lnTo>
                  <a:cubicBezTo>
                    <a:pt x="6291" y="3342"/>
                    <a:pt x="6358" y="3365"/>
                    <a:pt x="6424" y="3365"/>
                  </a:cubicBezTo>
                  <a:cubicBezTo>
                    <a:pt x="6508" y="3365"/>
                    <a:pt x="6592" y="3328"/>
                    <a:pt x="6648" y="3259"/>
                  </a:cubicBezTo>
                  <a:lnTo>
                    <a:pt x="8477" y="1092"/>
                  </a:lnTo>
                  <a:lnTo>
                    <a:pt x="8477" y="3474"/>
                  </a:lnTo>
                  <a:cubicBezTo>
                    <a:pt x="8477" y="3639"/>
                    <a:pt x="8605" y="3767"/>
                    <a:pt x="8769" y="3767"/>
                  </a:cubicBezTo>
                  <a:cubicBezTo>
                    <a:pt x="8929" y="3767"/>
                    <a:pt x="9062" y="3639"/>
                    <a:pt x="9062" y="3474"/>
                  </a:cubicBezTo>
                  <a:lnTo>
                    <a:pt x="9062" y="292"/>
                  </a:lnTo>
                  <a:cubicBezTo>
                    <a:pt x="9062" y="169"/>
                    <a:pt x="8984" y="59"/>
                    <a:pt x="8870" y="18"/>
                  </a:cubicBezTo>
                  <a:cubicBezTo>
                    <a:pt x="8836" y="6"/>
                    <a:pt x="8801" y="1"/>
                    <a:pt x="8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7590586" y="1322437"/>
              <a:ext cx="14339" cy="20165"/>
            </a:xfrm>
            <a:custGeom>
              <a:rect b="b" l="l" r="r" t="t"/>
              <a:pathLst>
                <a:path extrusionOk="0" h="824" w="58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531"/>
                  </a:lnTo>
                  <a:cubicBezTo>
                    <a:pt x="0" y="691"/>
                    <a:pt x="133" y="823"/>
                    <a:pt x="293" y="823"/>
                  </a:cubicBezTo>
                  <a:cubicBezTo>
                    <a:pt x="453" y="823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4"/>
            <p:cNvSpPr/>
            <p:nvPr/>
          </p:nvSpPr>
          <p:spPr>
            <a:xfrm>
              <a:off x="7671128" y="1299605"/>
              <a:ext cx="14364" cy="20067"/>
            </a:xfrm>
            <a:custGeom>
              <a:rect b="b" l="l" r="r" t="t"/>
              <a:pathLst>
                <a:path extrusionOk="0" h="820" w="587">
                  <a:moveTo>
                    <a:pt x="294" y="1"/>
                  </a:moveTo>
                  <a:cubicBezTo>
                    <a:pt x="134" y="1"/>
                    <a:pt x="1" y="129"/>
                    <a:pt x="1" y="289"/>
                  </a:cubicBezTo>
                  <a:lnTo>
                    <a:pt x="1" y="527"/>
                  </a:lnTo>
                  <a:cubicBezTo>
                    <a:pt x="1" y="687"/>
                    <a:pt x="134" y="819"/>
                    <a:pt x="294" y="819"/>
                  </a:cubicBezTo>
                  <a:cubicBezTo>
                    <a:pt x="458" y="819"/>
                    <a:pt x="586" y="687"/>
                    <a:pt x="586" y="527"/>
                  </a:cubicBezTo>
                  <a:lnTo>
                    <a:pt x="586" y="289"/>
                  </a:lnTo>
                  <a:cubicBezTo>
                    <a:pt x="586" y="129"/>
                    <a:pt x="458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4"/>
            <p:cNvSpPr/>
            <p:nvPr/>
          </p:nvSpPr>
          <p:spPr>
            <a:xfrm>
              <a:off x="7747999" y="1250271"/>
              <a:ext cx="14339" cy="20165"/>
            </a:xfrm>
            <a:custGeom>
              <a:rect b="b" l="l" r="r" t="t"/>
              <a:pathLst>
                <a:path extrusionOk="0" h="824" w="58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lnTo>
                    <a:pt x="1" y="531"/>
                  </a:lnTo>
                  <a:cubicBezTo>
                    <a:pt x="1" y="691"/>
                    <a:pt x="129" y="824"/>
                    <a:pt x="293" y="824"/>
                  </a:cubicBezTo>
                  <a:cubicBezTo>
                    <a:pt x="453" y="824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4"/>
            <p:cNvSpPr/>
            <p:nvPr/>
          </p:nvSpPr>
          <p:spPr>
            <a:xfrm>
              <a:off x="7386625" y="1450644"/>
              <a:ext cx="127660" cy="14341"/>
            </a:xfrm>
            <a:custGeom>
              <a:rect b="b" l="l" r="r" t="t"/>
              <a:pathLst>
                <a:path extrusionOk="0" h="586" w="5217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4924" y="586"/>
                  </a:lnTo>
                  <a:cubicBezTo>
                    <a:pt x="5084" y="586"/>
                    <a:pt x="5217" y="458"/>
                    <a:pt x="5217" y="293"/>
                  </a:cubicBezTo>
                  <a:cubicBezTo>
                    <a:pt x="5217" y="133"/>
                    <a:pt x="5084" y="1"/>
                    <a:pt x="4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4"/>
            <p:cNvSpPr/>
            <p:nvPr/>
          </p:nvSpPr>
          <p:spPr>
            <a:xfrm>
              <a:off x="7386625" y="1421327"/>
              <a:ext cx="30783" cy="14341"/>
            </a:xfrm>
            <a:custGeom>
              <a:rect b="b" l="l" r="r" t="t"/>
              <a:pathLst>
                <a:path extrusionOk="0" h="586" w="1258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965" y="586"/>
                  </a:lnTo>
                  <a:cubicBezTo>
                    <a:pt x="1125" y="586"/>
                    <a:pt x="1257" y="458"/>
                    <a:pt x="1257" y="293"/>
                  </a:cubicBezTo>
                  <a:cubicBezTo>
                    <a:pt x="1257" y="133"/>
                    <a:pt x="1125" y="1"/>
                    <a:pt x="9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4"/>
            <p:cNvSpPr/>
            <p:nvPr/>
          </p:nvSpPr>
          <p:spPr>
            <a:xfrm>
              <a:off x="7434054" y="1421327"/>
              <a:ext cx="80237" cy="14341"/>
            </a:xfrm>
            <a:custGeom>
              <a:rect b="b" l="l" r="r" t="t"/>
              <a:pathLst>
                <a:path extrusionOk="0" h="586" w="3279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2986" y="586"/>
                  </a:lnTo>
                  <a:cubicBezTo>
                    <a:pt x="3146" y="586"/>
                    <a:pt x="3279" y="458"/>
                    <a:pt x="3279" y="293"/>
                  </a:cubicBezTo>
                  <a:cubicBezTo>
                    <a:pt x="3279" y="133"/>
                    <a:pt x="3146" y="1"/>
                    <a:pt x="2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4"/>
            <p:cNvSpPr/>
            <p:nvPr/>
          </p:nvSpPr>
          <p:spPr>
            <a:xfrm>
              <a:off x="7483393" y="1392034"/>
              <a:ext cx="30906" cy="14341"/>
            </a:xfrm>
            <a:custGeom>
              <a:rect b="b" l="l" r="r" t="t"/>
              <a:pathLst>
                <a:path extrusionOk="0" h="586" w="1263">
                  <a:moveTo>
                    <a:pt x="293" y="0"/>
                  </a:moveTo>
                  <a:cubicBezTo>
                    <a:pt x="129" y="0"/>
                    <a:pt x="1" y="133"/>
                    <a:pt x="1" y="293"/>
                  </a:cubicBezTo>
                  <a:cubicBezTo>
                    <a:pt x="1" y="457"/>
                    <a:pt x="129" y="585"/>
                    <a:pt x="293" y="585"/>
                  </a:cubicBezTo>
                  <a:lnTo>
                    <a:pt x="970" y="585"/>
                  </a:lnTo>
                  <a:cubicBezTo>
                    <a:pt x="1130" y="585"/>
                    <a:pt x="1263" y="457"/>
                    <a:pt x="1263" y="293"/>
                  </a:cubicBezTo>
                  <a:cubicBezTo>
                    <a:pt x="1263" y="133"/>
                    <a:pt x="1130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4"/>
            <p:cNvSpPr/>
            <p:nvPr/>
          </p:nvSpPr>
          <p:spPr>
            <a:xfrm>
              <a:off x="7386625" y="1392034"/>
              <a:ext cx="80457" cy="14341"/>
            </a:xfrm>
            <a:custGeom>
              <a:rect b="b" l="l" r="r" t="t"/>
              <a:pathLst>
                <a:path extrusionOk="0" h="586" w="3288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7"/>
                    <a:pt x="128" y="585"/>
                    <a:pt x="293" y="585"/>
                  </a:cubicBezTo>
                  <a:lnTo>
                    <a:pt x="2995" y="585"/>
                  </a:lnTo>
                  <a:cubicBezTo>
                    <a:pt x="3155" y="585"/>
                    <a:pt x="3287" y="457"/>
                    <a:pt x="3287" y="293"/>
                  </a:cubicBezTo>
                  <a:cubicBezTo>
                    <a:pt x="3287" y="133"/>
                    <a:pt x="3155" y="0"/>
                    <a:pt x="29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4"/>
            <p:cNvSpPr/>
            <p:nvPr/>
          </p:nvSpPr>
          <p:spPr>
            <a:xfrm>
              <a:off x="7440442" y="1246478"/>
              <a:ext cx="51142" cy="14341"/>
            </a:xfrm>
            <a:custGeom>
              <a:rect b="b" l="l" r="r" t="t"/>
              <a:pathLst>
                <a:path extrusionOk="0" h="586" w="2090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797" y="586"/>
                  </a:lnTo>
                  <a:cubicBezTo>
                    <a:pt x="1957" y="586"/>
                    <a:pt x="2089" y="453"/>
                    <a:pt x="2089" y="293"/>
                  </a:cubicBezTo>
                  <a:cubicBezTo>
                    <a:pt x="2089" y="128"/>
                    <a:pt x="1957" y="0"/>
                    <a:pt x="1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4"/>
            <p:cNvSpPr/>
            <p:nvPr/>
          </p:nvSpPr>
          <p:spPr>
            <a:xfrm>
              <a:off x="7440442" y="1217063"/>
              <a:ext cx="93084" cy="14341"/>
            </a:xfrm>
            <a:custGeom>
              <a:rect b="b" l="l" r="r" t="t"/>
              <a:pathLst>
                <a:path extrusionOk="0" h="586" w="3804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511" y="585"/>
                  </a:lnTo>
                  <a:cubicBezTo>
                    <a:pt x="3671" y="585"/>
                    <a:pt x="3804" y="453"/>
                    <a:pt x="3804" y="293"/>
                  </a:cubicBezTo>
                  <a:cubicBezTo>
                    <a:pt x="3804" y="133"/>
                    <a:pt x="3671" y="0"/>
                    <a:pt x="3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4"/>
            <p:cNvSpPr/>
            <p:nvPr/>
          </p:nvSpPr>
          <p:spPr>
            <a:xfrm>
              <a:off x="7440442" y="1267401"/>
              <a:ext cx="51142" cy="14341"/>
            </a:xfrm>
            <a:custGeom>
              <a:rect b="b" l="l" r="r" t="t"/>
              <a:pathLst>
                <a:path extrusionOk="0" h="586" w="209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797" y="585"/>
                  </a:lnTo>
                  <a:cubicBezTo>
                    <a:pt x="1957" y="585"/>
                    <a:pt x="2089" y="453"/>
                    <a:pt x="2089" y="293"/>
                  </a:cubicBezTo>
                  <a:cubicBezTo>
                    <a:pt x="2089" y="133"/>
                    <a:pt x="1957" y="0"/>
                    <a:pt x="1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4"/>
            <p:cNvSpPr/>
            <p:nvPr/>
          </p:nvSpPr>
          <p:spPr>
            <a:xfrm>
              <a:off x="7385842" y="1340913"/>
              <a:ext cx="37488" cy="25182"/>
            </a:xfrm>
            <a:custGeom>
              <a:rect b="b" l="l" r="r" t="t"/>
              <a:pathLst>
                <a:path extrusionOk="0" h="1029" w="1532">
                  <a:moveTo>
                    <a:pt x="323" y="1"/>
                  </a:moveTo>
                  <a:cubicBezTo>
                    <a:pt x="247" y="1"/>
                    <a:pt x="172" y="30"/>
                    <a:pt x="115" y="87"/>
                  </a:cubicBezTo>
                  <a:cubicBezTo>
                    <a:pt x="0" y="201"/>
                    <a:pt x="0" y="384"/>
                    <a:pt x="115" y="498"/>
                  </a:cubicBezTo>
                  <a:lnTo>
                    <a:pt x="558" y="942"/>
                  </a:lnTo>
                  <a:cubicBezTo>
                    <a:pt x="613" y="996"/>
                    <a:pt x="691" y="1028"/>
                    <a:pt x="768" y="1028"/>
                  </a:cubicBezTo>
                  <a:cubicBezTo>
                    <a:pt x="846" y="1028"/>
                    <a:pt x="919" y="996"/>
                    <a:pt x="974" y="942"/>
                  </a:cubicBezTo>
                  <a:lnTo>
                    <a:pt x="1417" y="498"/>
                  </a:lnTo>
                  <a:cubicBezTo>
                    <a:pt x="1532" y="384"/>
                    <a:pt x="1532" y="201"/>
                    <a:pt x="1417" y="87"/>
                  </a:cubicBezTo>
                  <a:cubicBezTo>
                    <a:pt x="1360" y="30"/>
                    <a:pt x="1285" y="1"/>
                    <a:pt x="1210" y="1"/>
                  </a:cubicBezTo>
                  <a:cubicBezTo>
                    <a:pt x="1135" y="1"/>
                    <a:pt x="1061" y="30"/>
                    <a:pt x="1006" y="87"/>
                  </a:cubicBezTo>
                  <a:lnTo>
                    <a:pt x="768" y="324"/>
                  </a:lnTo>
                  <a:lnTo>
                    <a:pt x="531" y="87"/>
                  </a:lnTo>
                  <a:cubicBezTo>
                    <a:pt x="473" y="30"/>
                    <a:pt x="398" y="1"/>
                    <a:pt x="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4"/>
            <p:cNvSpPr/>
            <p:nvPr/>
          </p:nvSpPr>
          <p:spPr>
            <a:xfrm>
              <a:off x="7379894" y="1211116"/>
              <a:ext cx="44119" cy="75669"/>
            </a:xfrm>
            <a:custGeom>
              <a:rect b="b" l="l" r="r" t="t"/>
              <a:pathLst>
                <a:path extrusionOk="0" h="3092" w="1803">
                  <a:moveTo>
                    <a:pt x="902" y="1"/>
                  </a:moveTo>
                  <a:cubicBezTo>
                    <a:pt x="742" y="1"/>
                    <a:pt x="609" y="133"/>
                    <a:pt x="609" y="293"/>
                  </a:cubicBezTo>
                  <a:lnTo>
                    <a:pt x="609" y="357"/>
                  </a:lnTo>
                  <a:cubicBezTo>
                    <a:pt x="266" y="426"/>
                    <a:pt x="6" y="732"/>
                    <a:pt x="6" y="1102"/>
                  </a:cubicBezTo>
                  <a:cubicBezTo>
                    <a:pt x="6" y="1519"/>
                    <a:pt x="344" y="1857"/>
                    <a:pt x="764" y="1857"/>
                  </a:cubicBezTo>
                  <a:lnTo>
                    <a:pt x="1043" y="1857"/>
                  </a:lnTo>
                  <a:cubicBezTo>
                    <a:pt x="1139" y="1857"/>
                    <a:pt x="1217" y="1935"/>
                    <a:pt x="1217" y="2031"/>
                  </a:cubicBezTo>
                  <a:cubicBezTo>
                    <a:pt x="1217" y="2127"/>
                    <a:pt x="1139" y="2204"/>
                    <a:pt x="1043" y="2204"/>
                  </a:cubicBezTo>
                  <a:lnTo>
                    <a:pt x="764" y="2204"/>
                  </a:lnTo>
                  <a:cubicBezTo>
                    <a:pt x="691" y="2204"/>
                    <a:pt x="632" y="2163"/>
                    <a:pt x="604" y="2099"/>
                  </a:cubicBezTo>
                  <a:cubicBezTo>
                    <a:pt x="556" y="1989"/>
                    <a:pt x="446" y="1920"/>
                    <a:pt x="332" y="1920"/>
                  </a:cubicBezTo>
                  <a:cubicBezTo>
                    <a:pt x="295" y="1920"/>
                    <a:pt x="257" y="1928"/>
                    <a:pt x="220" y="1944"/>
                  </a:cubicBezTo>
                  <a:cubicBezTo>
                    <a:pt x="70" y="2008"/>
                    <a:pt x="1" y="2177"/>
                    <a:pt x="65" y="2328"/>
                  </a:cubicBezTo>
                  <a:cubicBezTo>
                    <a:pt x="161" y="2561"/>
                    <a:pt x="371" y="2725"/>
                    <a:pt x="609" y="2776"/>
                  </a:cubicBezTo>
                  <a:lnTo>
                    <a:pt x="609" y="2803"/>
                  </a:lnTo>
                  <a:cubicBezTo>
                    <a:pt x="609" y="2963"/>
                    <a:pt x="742" y="3091"/>
                    <a:pt x="902" y="3091"/>
                  </a:cubicBezTo>
                  <a:cubicBezTo>
                    <a:pt x="1066" y="3091"/>
                    <a:pt x="1194" y="2963"/>
                    <a:pt x="1194" y="2803"/>
                  </a:cubicBezTo>
                  <a:lnTo>
                    <a:pt x="1194" y="2776"/>
                  </a:lnTo>
                  <a:cubicBezTo>
                    <a:pt x="1542" y="2707"/>
                    <a:pt x="1802" y="2401"/>
                    <a:pt x="1802" y="2031"/>
                  </a:cubicBezTo>
                  <a:cubicBezTo>
                    <a:pt x="1802" y="1615"/>
                    <a:pt x="1464" y="1276"/>
                    <a:pt x="1043" y="1276"/>
                  </a:cubicBezTo>
                  <a:lnTo>
                    <a:pt x="764" y="1276"/>
                  </a:lnTo>
                  <a:cubicBezTo>
                    <a:pt x="668" y="1276"/>
                    <a:pt x="591" y="1198"/>
                    <a:pt x="591" y="1102"/>
                  </a:cubicBezTo>
                  <a:cubicBezTo>
                    <a:pt x="591" y="1006"/>
                    <a:pt x="668" y="929"/>
                    <a:pt x="764" y="929"/>
                  </a:cubicBezTo>
                  <a:lnTo>
                    <a:pt x="1043" y="929"/>
                  </a:lnTo>
                  <a:cubicBezTo>
                    <a:pt x="1103" y="929"/>
                    <a:pt x="1158" y="956"/>
                    <a:pt x="1190" y="1002"/>
                  </a:cubicBezTo>
                  <a:cubicBezTo>
                    <a:pt x="1247" y="1088"/>
                    <a:pt x="1338" y="1132"/>
                    <a:pt x="1432" y="1132"/>
                  </a:cubicBezTo>
                  <a:cubicBezTo>
                    <a:pt x="1488" y="1132"/>
                    <a:pt x="1545" y="1117"/>
                    <a:pt x="1596" y="1084"/>
                  </a:cubicBezTo>
                  <a:cubicBezTo>
                    <a:pt x="1729" y="993"/>
                    <a:pt x="1766" y="810"/>
                    <a:pt x="1674" y="677"/>
                  </a:cubicBezTo>
                  <a:cubicBezTo>
                    <a:pt x="1560" y="508"/>
                    <a:pt x="1391" y="398"/>
                    <a:pt x="1194" y="357"/>
                  </a:cubicBezTo>
                  <a:lnTo>
                    <a:pt x="1194" y="293"/>
                  </a:lnTo>
                  <a:cubicBezTo>
                    <a:pt x="1194" y="133"/>
                    <a:pt x="1066" y="1"/>
                    <a:pt x="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1" name="Google Shape;1321;p34"/>
          <p:cNvGrpSpPr/>
          <p:nvPr/>
        </p:nvGrpSpPr>
        <p:grpSpPr>
          <a:xfrm>
            <a:off x="6706704" y="1062990"/>
            <a:ext cx="410362" cy="488618"/>
            <a:chOff x="6706704" y="1062990"/>
            <a:chExt cx="410362" cy="488618"/>
          </a:xfrm>
        </p:grpSpPr>
        <p:sp>
          <p:nvSpPr>
            <p:cNvPr id="1322" name="Google Shape;1322;p34"/>
            <p:cNvSpPr/>
            <p:nvPr/>
          </p:nvSpPr>
          <p:spPr>
            <a:xfrm>
              <a:off x="6807290" y="1472913"/>
              <a:ext cx="87162" cy="14341"/>
            </a:xfrm>
            <a:custGeom>
              <a:rect b="b" l="l" r="r" t="t"/>
              <a:pathLst>
                <a:path extrusionOk="0" h="586" w="3562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269" y="585"/>
                  </a:lnTo>
                  <a:cubicBezTo>
                    <a:pt x="3429" y="585"/>
                    <a:pt x="3562" y="453"/>
                    <a:pt x="3562" y="293"/>
                  </a:cubicBezTo>
                  <a:cubicBezTo>
                    <a:pt x="3562" y="133"/>
                    <a:pt x="3429" y="0"/>
                    <a:pt x="3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4"/>
            <p:cNvSpPr/>
            <p:nvPr/>
          </p:nvSpPr>
          <p:spPr>
            <a:xfrm>
              <a:off x="6761647" y="1472913"/>
              <a:ext cx="34136" cy="14341"/>
            </a:xfrm>
            <a:custGeom>
              <a:rect b="b" l="l" r="r" t="t"/>
              <a:pathLst>
                <a:path extrusionOk="0" h="586" w="139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102" y="585"/>
                  </a:lnTo>
                  <a:cubicBezTo>
                    <a:pt x="1262" y="585"/>
                    <a:pt x="1394" y="453"/>
                    <a:pt x="1394" y="293"/>
                  </a:cubicBezTo>
                  <a:cubicBezTo>
                    <a:pt x="1394" y="133"/>
                    <a:pt x="1262" y="0"/>
                    <a:pt x="1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4"/>
            <p:cNvSpPr/>
            <p:nvPr/>
          </p:nvSpPr>
          <p:spPr>
            <a:xfrm>
              <a:off x="6761647" y="1446606"/>
              <a:ext cx="82121" cy="14365"/>
            </a:xfrm>
            <a:custGeom>
              <a:rect b="b" l="l" r="r" t="t"/>
              <a:pathLst>
                <a:path extrusionOk="0" h="587" w="3356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4"/>
                    <a:pt x="133" y="586"/>
                    <a:pt x="293" y="586"/>
                  </a:cubicBezTo>
                  <a:lnTo>
                    <a:pt x="3063" y="586"/>
                  </a:lnTo>
                  <a:cubicBezTo>
                    <a:pt x="3223" y="586"/>
                    <a:pt x="3356" y="454"/>
                    <a:pt x="3356" y="294"/>
                  </a:cubicBezTo>
                  <a:cubicBezTo>
                    <a:pt x="3356" y="134"/>
                    <a:pt x="3223" y="1"/>
                    <a:pt x="3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4"/>
            <p:cNvSpPr/>
            <p:nvPr/>
          </p:nvSpPr>
          <p:spPr>
            <a:xfrm>
              <a:off x="6811768" y="1266275"/>
              <a:ext cx="14217" cy="20043"/>
            </a:xfrm>
            <a:custGeom>
              <a:rect b="b" l="l" r="r" t="t"/>
              <a:pathLst>
                <a:path extrusionOk="0" h="819" w="581">
                  <a:moveTo>
                    <a:pt x="288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526"/>
                  </a:lnTo>
                  <a:cubicBezTo>
                    <a:pt x="0" y="691"/>
                    <a:pt x="128" y="819"/>
                    <a:pt x="288" y="819"/>
                  </a:cubicBezTo>
                  <a:cubicBezTo>
                    <a:pt x="453" y="819"/>
                    <a:pt x="581" y="691"/>
                    <a:pt x="581" y="526"/>
                  </a:cubicBezTo>
                  <a:lnTo>
                    <a:pt x="581" y="293"/>
                  </a:lnTo>
                  <a:cubicBezTo>
                    <a:pt x="581" y="133"/>
                    <a:pt x="45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4"/>
            <p:cNvSpPr/>
            <p:nvPr/>
          </p:nvSpPr>
          <p:spPr>
            <a:xfrm>
              <a:off x="6892310" y="1243345"/>
              <a:ext cx="14339" cy="20165"/>
            </a:xfrm>
            <a:custGeom>
              <a:rect b="b" l="l" r="r" t="t"/>
              <a:pathLst>
                <a:path extrusionOk="0" h="824" w="58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531"/>
                  </a:lnTo>
                  <a:cubicBezTo>
                    <a:pt x="1" y="691"/>
                    <a:pt x="133" y="823"/>
                    <a:pt x="293" y="823"/>
                  </a:cubicBezTo>
                  <a:cubicBezTo>
                    <a:pt x="453" y="823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4"/>
            <p:cNvSpPr/>
            <p:nvPr/>
          </p:nvSpPr>
          <p:spPr>
            <a:xfrm>
              <a:off x="6969059" y="1194109"/>
              <a:ext cx="14364" cy="20165"/>
            </a:xfrm>
            <a:custGeom>
              <a:rect b="b" l="l" r="r" t="t"/>
              <a:pathLst>
                <a:path extrusionOk="0" h="824" w="587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lnTo>
                    <a:pt x="1" y="531"/>
                  </a:lnTo>
                  <a:cubicBezTo>
                    <a:pt x="1" y="691"/>
                    <a:pt x="134" y="824"/>
                    <a:pt x="294" y="824"/>
                  </a:cubicBezTo>
                  <a:cubicBezTo>
                    <a:pt x="454" y="824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4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4"/>
            <p:cNvSpPr/>
            <p:nvPr/>
          </p:nvSpPr>
          <p:spPr>
            <a:xfrm>
              <a:off x="6706704" y="1062990"/>
              <a:ext cx="410362" cy="488618"/>
            </a:xfrm>
            <a:custGeom>
              <a:rect b="b" l="l" r="r" t="t"/>
              <a:pathLst>
                <a:path extrusionOk="0" h="19966" w="16770">
                  <a:moveTo>
                    <a:pt x="10159" y="1002"/>
                  </a:moveTo>
                  <a:lnTo>
                    <a:pt x="12806" y="3649"/>
                  </a:lnTo>
                  <a:lnTo>
                    <a:pt x="10346" y="3649"/>
                  </a:lnTo>
                  <a:cubicBezTo>
                    <a:pt x="10241" y="3649"/>
                    <a:pt x="10159" y="3567"/>
                    <a:pt x="10159" y="3462"/>
                  </a:cubicBezTo>
                  <a:lnTo>
                    <a:pt x="10159" y="1002"/>
                  </a:lnTo>
                  <a:close/>
                  <a:moveTo>
                    <a:pt x="10721" y="7860"/>
                  </a:moveTo>
                  <a:lnTo>
                    <a:pt x="10721" y="11681"/>
                  </a:lnTo>
                  <a:lnTo>
                    <a:pt x="9592" y="12961"/>
                  </a:lnTo>
                  <a:cubicBezTo>
                    <a:pt x="9564" y="12952"/>
                    <a:pt x="9532" y="12948"/>
                    <a:pt x="9505" y="12948"/>
                  </a:cubicBezTo>
                  <a:cubicBezTo>
                    <a:pt x="9340" y="12948"/>
                    <a:pt x="9212" y="13080"/>
                    <a:pt x="9212" y="13240"/>
                  </a:cubicBezTo>
                  <a:lnTo>
                    <a:pt x="9212" y="13391"/>
                  </a:lnTo>
                  <a:lnTo>
                    <a:pt x="9075" y="13547"/>
                  </a:lnTo>
                  <a:lnTo>
                    <a:pt x="8001" y="13547"/>
                  </a:lnTo>
                  <a:lnTo>
                    <a:pt x="8001" y="13240"/>
                  </a:lnTo>
                  <a:cubicBezTo>
                    <a:pt x="8001" y="13080"/>
                    <a:pt x="7868" y="12948"/>
                    <a:pt x="7708" y="12948"/>
                  </a:cubicBezTo>
                  <a:cubicBezTo>
                    <a:pt x="7548" y="12948"/>
                    <a:pt x="7416" y="13080"/>
                    <a:pt x="7416" y="13240"/>
                  </a:cubicBezTo>
                  <a:lnTo>
                    <a:pt x="7416" y="13547"/>
                  </a:lnTo>
                  <a:lnTo>
                    <a:pt x="6204" y="13547"/>
                  </a:lnTo>
                  <a:lnTo>
                    <a:pt x="6204" y="13240"/>
                  </a:lnTo>
                  <a:cubicBezTo>
                    <a:pt x="6204" y="13080"/>
                    <a:pt x="6072" y="12948"/>
                    <a:pt x="5912" y="12948"/>
                  </a:cubicBezTo>
                  <a:cubicBezTo>
                    <a:pt x="5752" y="12948"/>
                    <a:pt x="5619" y="13080"/>
                    <a:pt x="5619" y="13240"/>
                  </a:cubicBezTo>
                  <a:lnTo>
                    <a:pt x="5619" y="13547"/>
                  </a:lnTo>
                  <a:lnTo>
                    <a:pt x="4408" y="13547"/>
                  </a:lnTo>
                  <a:lnTo>
                    <a:pt x="4408" y="13240"/>
                  </a:lnTo>
                  <a:cubicBezTo>
                    <a:pt x="4408" y="13080"/>
                    <a:pt x="4275" y="12948"/>
                    <a:pt x="4115" y="12948"/>
                  </a:cubicBezTo>
                  <a:cubicBezTo>
                    <a:pt x="3955" y="12948"/>
                    <a:pt x="3822" y="13080"/>
                    <a:pt x="3822" y="13240"/>
                  </a:cubicBezTo>
                  <a:lnTo>
                    <a:pt x="3822" y="13547"/>
                  </a:lnTo>
                  <a:lnTo>
                    <a:pt x="2830" y="13547"/>
                  </a:lnTo>
                  <a:lnTo>
                    <a:pt x="2830" y="11453"/>
                  </a:lnTo>
                  <a:lnTo>
                    <a:pt x="4609" y="10415"/>
                  </a:lnTo>
                  <a:lnTo>
                    <a:pt x="6300" y="11087"/>
                  </a:lnTo>
                  <a:cubicBezTo>
                    <a:pt x="6335" y="11101"/>
                    <a:pt x="6372" y="11108"/>
                    <a:pt x="6408" y="11108"/>
                  </a:cubicBezTo>
                  <a:cubicBezTo>
                    <a:pt x="6489" y="11108"/>
                    <a:pt x="6568" y="11074"/>
                    <a:pt x="6625" y="11014"/>
                  </a:cubicBezTo>
                  <a:lnTo>
                    <a:pt x="7909" y="9583"/>
                  </a:lnTo>
                  <a:lnTo>
                    <a:pt x="8485" y="10063"/>
                  </a:lnTo>
                  <a:cubicBezTo>
                    <a:pt x="8540" y="10108"/>
                    <a:pt x="8607" y="10130"/>
                    <a:pt x="8673" y="10130"/>
                  </a:cubicBezTo>
                  <a:cubicBezTo>
                    <a:pt x="8756" y="10130"/>
                    <a:pt x="8838" y="10095"/>
                    <a:pt x="8897" y="10026"/>
                  </a:cubicBezTo>
                  <a:lnTo>
                    <a:pt x="10721" y="7860"/>
                  </a:lnTo>
                  <a:close/>
                  <a:moveTo>
                    <a:pt x="773" y="1"/>
                  </a:moveTo>
                  <a:cubicBezTo>
                    <a:pt x="348" y="1"/>
                    <a:pt x="0" y="348"/>
                    <a:pt x="0" y="778"/>
                  </a:cubicBezTo>
                  <a:lnTo>
                    <a:pt x="0" y="13725"/>
                  </a:lnTo>
                  <a:cubicBezTo>
                    <a:pt x="0" y="13885"/>
                    <a:pt x="128" y="14017"/>
                    <a:pt x="293" y="14017"/>
                  </a:cubicBezTo>
                  <a:cubicBezTo>
                    <a:pt x="453" y="14017"/>
                    <a:pt x="586" y="13885"/>
                    <a:pt x="586" y="13725"/>
                  </a:cubicBezTo>
                  <a:lnTo>
                    <a:pt x="586" y="778"/>
                  </a:lnTo>
                  <a:cubicBezTo>
                    <a:pt x="586" y="673"/>
                    <a:pt x="668" y="586"/>
                    <a:pt x="773" y="586"/>
                  </a:cubicBezTo>
                  <a:lnTo>
                    <a:pt x="9573" y="586"/>
                  </a:lnTo>
                  <a:lnTo>
                    <a:pt x="9573" y="3462"/>
                  </a:lnTo>
                  <a:cubicBezTo>
                    <a:pt x="9573" y="3887"/>
                    <a:pt x="9921" y="4234"/>
                    <a:pt x="10346" y="4234"/>
                  </a:cubicBezTo>
                  <a:lnTo>
                    <a:pt x="13222" y="4234"/>
                  </a:lnTo>
                  <a:lnTo>
                    <a:pt x="13222" y="8842"/>
                  </a:lnTo>
                  <a:lnTo>
                    <a:pt x="12659" y="9482"/>
                  </a:lnTo>
                  <a:cubicBezTo>
                    <a:pt x="12554" y="9601"/>
                    <a:pt x="12563" y="9789"/>
                    <a:pt x="12687" y="9894"/>
                  </a:cubicBezTo>
                  <a:cubicBezTo>
                    <a:pt x="12741" y="9942"/>
                    <a:pt x="12810" y="9966"/>
                    <a:pt x="12878" y="9966"/>
                  </a:cubicBezTo>
                  <a:cubicBezTo>
                    <a:pt x="12958" y="9966"/>
                    <a:pt x="13039" y="9933"/>
                    <a:pt x="13098" y="9866"/>
                  </a:cubicBezTo>
                  <a:lnTo>
                    <a:pt x="13898" y="8961"/>
                  </a:lnTo>
                  <a:cubicBezTo>
                    <a:pt x="13936" y="8918"/>
                    <a:pt x="13990" y="8896"/>
                    <a:pt x="14044" y="8896"/>
                  </a:cubicBezTo>
                  <a:cubicBezTo>
                    <a:pt x="14088" y="8896"/>
                    <a:pt x="14131" y="8910"/>
                    <a:pt x="14168" y="8938"/>
                  </a:cubicBezTo>
                  <a:lnTo>
                    <a:pt x="16019" y="10493"/>
                  </a:lnTo>
                  <a:cubicBezTo>
                    <a:pt x="16097" y="10561"/>
                    <a:pt x="16111" y="10680"/>
                    <a:pt x="16047" y="10762"/>
                  </a:cubicBezTo>
                  <a:lnTo>
                    <a:pt x="11681" y="16230"/>
                  </a:lnTo>
                  <a:cubicBezTo>
                    <a:pt x="11649" y="16271"/>
                    <a:pt x="11603" y="16294"/>
                    <a:pt x="11548" y="16299"/>
                  </a:cubicBezTo>
                  <a:cubicBezTo>
                    <a:pt x="11542" y="16299"/>
                    <a:pt x="11536" y="16300"/>
                    <a:pt x="11530" y="16300"/>
                  </a:cubicBezTo>
                  <a:cubicBezTo>
                    <a:pt x="11486" y="16300"/>
                    <a:pt x="11443" y="16286"/>
                    <a:pt x="11407" y="16258"/>
                  </a:cubicBezTo>
                  <a:lnTo>
                    <a:pt x="10858" y="15796"/>
                  </a:lnTo>
                  <a:cubicBezTo>
                    <a:pt x="10803" y="15751"/>
                    <a:pt x="10737" y="15729"/>
                    <a:pt x="10671" y="15729"/>
                  </a:cubicBezTo>
                  <a:cubicBezTo>
                    <a:pt x="10588" y="15729"/>
                    <a:pt x="10505" y="15764"/>
                    <a:pt x="10447" y="15832"/>
                  </a:cubicBezTo>
                  <a:cubicBezTo>
                    <a:pt x="10341" y="15956"/>
                    <a:pt x="10360" y="16143"/>
                    <a:pt x="10483" y="16244"/>
                  </a:cubicBezTo>
                  <a:lnTo>
                    <a:pt x="10886" y="16582"/>
                  </a:lnTo>
                  <a:lnTo>
                    <a:pt x="10497" y="16811"/>
                  </a:lnTo>
                  <a:cubicBezTo>
                    <a:pt x="10401" y="16794"/>
                    <a:pt x="10297" y="16787"/>
                    <a:pt x="10191" y="16787"/>
                  </a:cubicBezTo>
                  <a:cubicBezTo>
                    <a:pt x="9871" y="16787"/>
                    <a:pt x="9534" y="16850"/>
                    <a:pt x="9372" y="16884"/>
                  </a:cubicBezTo>
                  <a:cubicBezTo>
                    <a:pt x="9360" y="16886"/>
                    <a:pt x="9349" y="16887"/>
                    <a:pt x="9337" y="16887"/>
                  </a:cubicBezTo>
                  <a:cubicBezTo>
                    <a:pt x="9289" y="16887"/>
                    <a:pt x="9243" y="16872"/>
                    <a:pt x="9203" y="16843"/>
                  </a:cubicBezTo>
                  <a:lnTo>
                    <a:pt x="9098" y="16751"/>
                  </a:lnTo>
                  <a:cubicBezTo>
                    <a:pt x="9052" y="16715"/>
                    <a:pt x="9029" y="16655"/>
                    <a:pt x="9029" y="16596"/>
                  </a:cubicBezTo>
                  <a:cubicBezTo>
                    <a:pt x="9039" y="16376"/>
                    <a:pt x="9039" y="15842"/>
                    <a:pt x="8901" y="15476"/>
                  </a:cubicBezTo>
                  <a:lnTo>
                    <a:pt x="9061" y="15055"/>
                  </a:lnTo>
                  <a:lnTo>
                    <a:pt x="9487" y="15407"/>
                  </a:lnTo>
                  <a:cubicBezTo>
                    <a:pt x="9537" y="15453"/>
                    <a:pt x="9605" y="15476"/>
                    <a:pt x="9674" y="15476"/>
                  </a:cubicBezTo>
                  <a:cubicBezTo>
                    <a:pt x="9756" y="15476"/>
                    <a:pt x="9839" y="15439"/>
                    <a:pt x="9898" y="15371"/>
                  </a:cubicBezTo>
                  <a:cubicBezTo>
                    <a:pt x="9999" y="15247"/>
                    <a:pt x="9985" y="15064"/>
                    <a:pt x="9861" y="14959"/>
                  </a:cubicBezTo>
                  <a:lnTo>
                    <a:pt x="9295" y="14484"/>
                  </a:lnTo>
                  <a:cubicBezTo>
                    <a:pt x="9253" y="14447"/>
                    <a:pt x="9231" y="14401"/>
                    <a:pt x="9226" y="14351"/>
                  </a:cubicBezTo>
                  <a:cubicBezTo>
                    <a:pt x="9221" y="14296"/>
                    <a:pt x="9240" y="14246"/>
                    <a:pt x="9272" y="14209"/>
                  </a:cubicBezTo>
                  <a:lnTo>
                    <a:pt x="12234" y="10849"/>
                  </a:lnTo>
                  <a:cubicBezTo>
                    <a:pt x="12339" y="10726"/>
                    <a:pt x="12330" y="10543"/>
                    <a:pt x="12207" y="10433"/>
                  </a:cubicBezTo>
                  <a:cubicBezTo>
                    <a:pt x="12152" y="10385"/>
                    <a:pt x="12084" y="10361"/>
                    <a:pt x="12015" y="10361"/>
                  </a:cubicBezTo>
                  <a:cubicBezTo>
                    <a:pt x="11935" y="10361"/>
                    <a:pt x="11855" y="10394"/>
                    <a:pt x="11795" y="10461"/>
                  </a:cubicBezTo>
                  <a:lnTo>
                    <a:pt x="11306" y="11014"/>
                  </a:lnTo>
                  <a:lnTo>
                    <a:pt x="11306" y="7059"/>
                  </a:lnTo>
                  <a:cubicBezTo>
                    <a:pt x="11306" y="6936"/>
                    <a:pt x="11228" y="6826"/>
                    <a:pt x="11114" y="6785"/>
                  </a:cubicBezTo>
                  <a:cubicBezTo>
                    <a:pt x="11081" y="6772"/>
                    <a:pt x="11046" y="6766"/>
                    <a:pt x="11012" y="6766"/>
                  </a:cubicBezTo>
                  <a:cubicBezTo>
                    <a:pt x="10929" y="6766"/>
                    <a:pt x="10848" y="6803"/>
                    <a:pt x="10790" y="6867"/>
                  </a:cubicBezTo>
                  <a:lnTo>
                    <a:pt x="8636" y="9428"/>
                  </a:lnTo>
                  <a:lnTo>
                    <a:pt x="8069" y="8957"/>
                  </a:lnTo>
                  <a:cubicBezTo>
                    <a:pt x="8016" y="8911"/>
                    <a:pt x="7950" y="8889"/>
                    <a:pt x="7884" y="8889"/>
                  </a:cubicBezTo>
                  <a:cubicBezTo>
                    <a:pt x="7804" y="8889"/>
                    <a:pt x="7725" y="8922"/>
                    <a:pt x="7667" y="8984"/>
                  </a:cubicBezTo>
                  <a:lnTo>
                    <a:pt x="6328" y="10470"/>
                  </a:lnTo>
                  <a:lnTo>
                    <a:pt x="4691" y="9821"/>
                  </a:lnTo>
                  <a:cubicBezTo>
                    <a:pt x="4657" y="9805"/>
                    <a:pt x="4620" y="9798"/>
                    <a:pt x="4583" y="9798"/>
                  </a:cubicBezTo>
                  <a:cubicBezTo>
                    <a:pt x="4532" y="9798"/>
                    <a:pt x="4480" y="9812"/>
                    <a:pt x="4435" y="9839"/>
                  </a:cubicBezTo>
                  <a:lnTo>
                    <a:pt x="2830" y="10776"/>
                  </a:lnTo>
                  <a:lnTo>
                    <a:pt x="2830" y="7782"/>
                  </a:lnTo>
                  <a:cubicBezTo>
                    <a:pt x="2830" y="7622"/>
                    <a:pt x="2698" y="7489"/>
                    <a:pt x="2538" y="7489"/>
                  </a:cubicBezTo>
                  <a:cubicBezTo>
                    <a:pt x="2378" y="7489"/>
                    <a:pt x="2245" y="7622"/>
                    <a:pt x="2245" y="7782"/>
                  </a:cubicBezTo>
                  <a:lnTo>
                    <a:pt x="2245" y="13839"/>
                  </a:lnTo>
                  <a:cubicBezTo>
                    <a:pt x="2245" y="13999"/>
                    <a:pt x="2378" y="14132"/>
                    <a:pt x="2538" y="14132"/>
                  </a:cubicBezTo>
                  <a:lnTo>
                    <a:pt x="8668" y="14132"/>
                  </a:lnTo>
                  <a:cubicBezTo>
                    <a:pt x="8645" y="14214"/>
                    <a:pt x="8636" y="14305"/>
                    <a:pt x="8641" y="14392"/>
                  </a:cubicBezTo>
                  <a:cubicBezTo>
                    <a:pt x="8645" y="14424"/>
                    <a:pt x="8650" y="14456"/>
                    <a:pt x="8655" y="14484"/>
                  </a:cubicBezTo>
                  <a:lnTo>
                    <a:pt x="8344" y="15302"/>
                  </a:lnTo>
                  <a:cubicBezTo>
                    <a:pt x="8298" y="15416"/>
                    <a:pt x="8303" y="15544"/>
                    <a:pt x="8348" y="15663"/>
                  </a:cubicBezTo>
                  <a:cubicBezTo>
                    <a:pt x="8421" y="15837"/>
                    <a:pt x="8458" y="16194"/>
                    <a:pt x="8444" y="16573"/>
                  </a:cubicBezTo>
                  <a:cubicBezTo>
                    <a:pt x="8440" y="16738"/>
                    <a:pt x="8485" y="16898"/>
                    <a:pt x="8572" y="17030"/>
                  </a:cubicBezTo>
                  <a:lnTo>
                    <a:pt x="8362" y="17282"/>
                  </a:lnTo>
                  <a:cubicBezTo>
                    <a:pt x="8257" y="17405"/>
                    <a:pt x="8275" y="17592"/>
                    <a:pt x="8399" y="17693"/>
                  </a:cubicBezTo>
                  <a:cubicBezTo>
                    <a:pt x="8453" y="17739"/>
                    <a:pt x="8522" y="17762"/>
                    <a:pt x="8586" y="17762"/>
                  </a:cubicBezTo>
                  <a:cubicBezTo>
                    <a:pt x="8668" y="17762"/>
                    <a:pt x="8751" y="17730"/>
                    <a:pt x="8810" y="17656"/>
                  </a:cubicBezTo>
                  <a:lnTo>
                    <a:pt x="9020" y="17410"/>
                  </a:lnTo>
                  <a:cubicBezTo>
                    <a:pt x="9116" y="17451"/>
                    <a:pt x="9221" y="17474"/>
                    <a:pt x="9327" y="17474"/>
                  </a:cubicBezTo>
                  <a:cubicBezTo>
                    <a:pt x="9381" y="17474"/>
                    <a:pt x="9441" y="17464"/>
                    <a:pt x="9496" y="17455"/>
                  </a:cubicBezTo>
                  <a:cubicBezTo>
                    <a:pt x="9746" y="17400"/>
                    <a:pt x="9989" y="17371"/>
                    <a:pt x="10179" y="17371"/>
                  </a:cubicBezTo>
                  <a:cubicBezTo>
                    <a:pt x="10270" y="17371"/>
                    <a:pt x="10349" y="17378"/>
                    <a:pt x="10410" y="17391"/>
                  </a:cubicBezTo>
                  <a:cubicBezTo>
                    <a:pt x="10445" y="17399"/>
                    <a:pt x="10479" y="17403"/>
                    <a:pt x="10513" y="17403"/>
                  </a:cubicBezTo>
                  <a:cubicBezTo>
                    <a:pt x="10602" y="17403"/>
                    <a:pt x="10688" y="17378"/>
                    <a:pt x="10767" y="17332"/>
                  </a:cubicBezTo>
                  <a:lnTo>
                    <a:pt x="11516" y="16884"/>
                  </a:lnTo>
                  <a:lnTo>
                    <a:pt x="11608" y="16884"/>
                  </a:lnTo>
                  <a:cubicBezTo>
                    <a:pt x="11818" y="16861"/>
                    <a:pt x="12006" y="16760"/>
                    <a:pt x="12138" y="16591"/>
                  </a:cubicBezTo>
                  <a:lnTo>
                    <a:pt x="13222" y="15238"/>
                  </a:lnTo>
                  <a:lnTo>
                    <a:pt x="13222" y="19188"/>
                  </a:lnTo>
                  <a:cubicBezTo>
                    <a:pt x="13222" y="19293"/>
                    <a:pt x="13135" y="19380"/>
                    <a:pt x="13030" y="19380"/>
                  </a:cubicBezTo>
                  <a:lnTo>
                    <a:pt x="773" y="19380"/>
                  </a:lnTo>
                  <a:cubicBezTo>
                    <a:pt x="668" y="19380"/>
                    <a:pt x="586" y="19293"/>
                    <a:pt x="586" y="19188"/>
                  </a:cubicBezTo>
                  <a:lnTo>
                    <a:pt x="586" y="15023"/>
                  </a:lnTo>
                  <a:cubicBezTo>
                    <a:pt x="586" y="14863"/>
                    <a:pt x="453" y="14731"/>
                    <a:pt x="293" y="14731"/>
                  </a:cubicBezTo>
                  <a:cubicBezTo>
                    <a:pt x="128" y="14731"/>
                    <a:pt x="0" y="14863"/>
                    <a:pt x="0" y="15023"/>
                  </a:cubicBezTo>
                  <a:lnTo>
                    <a:pt x="0" y="19188"/>
                  </a:lnTo>
                  <a:cubicBezTo>
                    <a:pt x="0" y="19618"/>
                    <a:pt x="348" y="19965"/>
                    <a:pt x="773" y="19965"/>
                  </a:cubicBezTo>
                  <a:lnTo>
                    <a:pt x="13030" y="19965"/>
                  </a:lnTo>
                  <a:cubicBezTo>
                    <a:pt x="13459" y="19965"/>
                    <a:pt x="13807" y="19618"/>
                    <a:pt x="13807" y="19188"/>
                  </a:cubicBezTo>
                  <a:lnTo>
                    <a:pt x="13807" y="14507"/>
                  </a:lnTo>
                  <a:lnTo>
                    <a:pt x="16504" y="11128"/>
                  </a:lnTo>
                  <a:cubicBezTo>
                    <a:pt x="16769" y="10794"/>
                    <a:pt x="16719" y="10319"/>
                    <a:pt x="16394" y="10045"/>
                  </a:cubicBezTo>
                  <a:lnTo>
                    <a:pt x="14543" y="8490"/>
                  </a:lnTo>
                  <a:cubicBezTo>
                    <a:pt x="14397" y="8369"/>
                    <a:pt x="14221" y="8309"/>
                    <a:pt x="14047" y="8309"/>
                  </a:cubicBezTo>
                  <a:cubicBezTo>
                    <a:pt x="13965" y="8309"/>
                    <a:pt x="13884" y="8322"/>
                    <a:pt x="13807" y="8349"/>
                  </a:cubicBezTo>
                  <a:lnTo>
                    <a:pt x="13807" y="3942"/>
                  </a:lnTo>
                  <a:cubicBezTo>
                    <a:pt x="13807" y="3864"/>
                    <a:pt x="13775" y="3791"/>
                    <a:pt x="13720" y="3736"/>
                  </a:cubicBezTo>
                  <a:lnTo>
                    <a:pt x="10072" y="88"/>
                  </a:lnTo>
                  <a:cubicBezTo>
                    <a:pt x="10017" y="33"/>
                    <a:pt x="9944" y="1"/>
                    <a:pt x="98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4"/>
            <p:cNvSpPr/>
            <p:nvPr/>
          </p:nvSpPr>
          <p:spPr>
            <a:xfrm>
              <a:off x="6792410" y="1129455"/>
              <a:ext cx="44095" cy="75644"/>
            </a:xfrm>
            <a:custGeom>
              <a:rect b="b" l="l" r="r" t="t"/>
              <a:pathLst>
                <a:path extrusionOk="0" h="3091" w="1802">
                  <a:moveTo>
                    <a:pt x="901" y="0"/>
                  </a:moveTo>
                  <a:cubicBezTo>
                    <a:pt x="741" y="0"/>
                    <a:pt x="608" y="128"/>
                    <a:pt x="608" y="293"/>
                  </a:cubicBezTo>
                  <a:lnTo>
                    <a:pt x="608" y="352"/>
                  </a:lnTo>
                  <a:cubicBezTo>
                    <a:pt x="265" y="426"/>
                    <a:pt x="5" y="732"/>
                    <a:pt x="5" y="1098"/>
                  </a:cubicBezTo>
                  <a:cubicBezTo>
                    <a:pt x="5" y="1514"/>
                    <a:pt x="343" y="1857"/>
                    <a:pt x="759" y="1857"/>
                  </a:cubicBezTo>
                  <a:lnTo>
                    <a:pt x="1043" y="1857"/>
                  </a:lnTo>
                  <a:cubicBezTo>
                    <a:pt x="1139" y="1857"/>
                    <a:pt x="1216" y="1934"/>
                    <a:pt x="1216" y="2030"/>
                  </a:cubicBezTo>
                  <a:cubicBezTo>
                    <a:pt x="1216" y="2126"/>
                    <a:pt x="1139" y="2204"/>
                    <a:pt x="1043" y="2204"/>
                  </a:cubicBezTo>
                  <a:lnTo>
                    <a:pt x="759" y="2204"/>
                  </a:lnTo>
                  <a:cubicBezTo>
                    <a:pt x="691" y="2204"/>
                    <a:pt x="627" y="2163"/>
                    <a:pt x="599" y="2094"/>
                  </a:cubicBezTo>
                  <a:cubicBezTo>
                    <a:pt x="554" y="1984"/>
                    <a:pt x="444" y="1917"/>
                    <a:pt x="330" y="1917"/>
                  </a:cubicBezTo>
                  <a:cubicBezTo>
                    <a:pt x="293" y="1917"/>
                    <a:pt x="255" y="1924"/>
                    <a:pt x="220" y="1939"/>
                  </a:cubicBezTo>
                  <a:cubicBezTo>
                    <a:pt x="69" y="2003"/>
                    <a:pt x="0" y="2177"/>
                    <a:pt x="64" y="2323"/>
                  </a:cubicBezTo>
                  <a:cubicBezTo>
                    <a:pt x="160" y="2556"/>
                    <a:pt x="366" y="2721"/>
                    <a:pt x="608" y="2771"/>
                  </a:cubicBezTo>
                  <a:lnTo>
                    <a:pt x="608" y="2798"/>
                  </a:lnTo>
                  <a:cubicBezTo>
                    <a:pt x="608" y="2958"/>
                    <a:pt x="741" y="3091"/>
                    <a:pt x="901" y="3091"/>
                  </a:cubicBezTo>
                  <a:cubicBezTo>
                    <a:pt x="1066" y="3091"/>
                    <a:pt x="1194" y="2958"/>
                    <a:pt x="1194" y="2798"/>
                  </a:cubicBezTo>
                  <a:lnTo>
                    <a:pt x="1194" y="2771"/>
                  </a:lnTo>
                  <a:cubicBezTo>
                    <a:pt x="1541" y="2702"/>
                    <a:pt x="1802" y="2396"/>
                    <a:pt x="1802" y="2030"/>
                  </a:cubicBezTo>
                  <a:cubicBezTo>
                    <a:pt x="1802" y="1610"/>
                    <a:pt x="1463" y="1271"/>
                    <a:pt x="1043" y="1271"/>
                  </a:cubicBezTo>
                  <a:lnTo>
                    <a:pt x="759" y="1271"/>
                  </a:lnTo>
                  <a:cubicBezTo>
                    <a:pt x="668" y="1271"/>
                    <a:pt x="590" y="1194"/>
                    <a:pt x="590" y="1098"/>
                  </a:cubicBezTo>
                  <a:cubicBezTo>
                    <a:pt x="590" y="1002"/>
                    <a:pt x="668" y="924"/>
                    <a:pt x="759" y="924"/>
                  </a:cubicBezTo>
                  <a:lnTo>
                    <a:pt x="1043" y="924"/>
                  </a:lnTo>
                  <a:cubicBezTo>
                    <a:pt x="1102" y="924"/>
                    <a:pt x="1157" y="951"/>
                    <a:pt x="1189" y="1002"/>
                  </a:cubicBezTo>
                  <a:cubicBezTo>
                    <a:pt x="1243" y="1085"/>
                    <a:pt x="1335" y="1130"/>
                    <a:pt x="1429" y="1130"/>
                  </a:cubicBezTo>
                  <a:cubicBezTo>
                    <a:pt x="1485" y="1130"/>
                    <a:pt x="1542" y="1114"/>
                    <a:pt x="1591" y="1079"/>
                  </a:cubicBezTo>
                  <a:cubicBezTo>
                    <a:pt x="1728" y="988"/>
                    <a:pt x="1760" y="805"/>
                    <a:pt x="1674" y="672"/>
                  </a:cubicBezTo>
                  <a:cubicBezTo>
                    <a:pt x="1559" y="508"/>
                    <a:pt x="1386" y="394"/>
                    <a:pt x="1194" y="352"/>
                  </a:cubicBezTo>
                  <a:lnTo>
                    <a:pt x="1194" y="293"/>
                  </a:lnTo>
                  <a:cubicBezTo>
                    <a:pt x="1194" y="128"/>
                    <a:pt x="1066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4"/>
            <p:cNvSpPr/>
            <p:nvPr/>
          </p:nvSpPr>
          <p:spPr>
            <a:xfrm>
              <a:off x="6753913" y="1106745"/>
              <a:ext cx="121078" cy="121065"/>
            </a:xfrm>
            <a:custGeom>
              <a:rect b="b" l="l" r="r" t="t"/>
              <a:pathLst>
                <a:path extrusionOk="0" h="4947" w="4948">
                  <a:moveTo>
                    <a:pt x="2474" y="586"/>
                  </a:moveTo>
                  <a:cubicBezTo>
                    <a:pt x="3516" y="586"/>
                    <a:pt x="4367" y="1431"/>
                    <a:pt x="4367" y="2474"/>
                  </a:cubicBezTo>
                  <a:cubicBezTo>
                    <a:pt x="4367" y="3516"/>
                    <a:pt x="3516" y="4362"/>
                    <a:pt x="2474" y="4362"/>
                  </a:cubicBezTo>
                  <a:cubicBezTo>
                    <a:pt x="1432" y="4362"/>
                    <a:pt x="586" y="3516"/>
                    <a:pt x="586" y="2474"/>
                  </a:cubicBezTo>
                  <a:cubicBezTo>
                    <a:pt x="586" y="1431"/>
                    <a:pt x="1432" y="586"/>
                    <a:pt x="2474" y="586"/>
                  </a:cubicBezTo>
                  <a:close/>
                  <a:moveTo>
                    <a:pt x="2474" y="0"/>
                  </a:moveTo>
                  <a:cubicBezTo>
                    <a:pt x="1112" y="0"/>
                    <a:pt x="1" y="1107"/>
                    <a:pt x="1" y="2474"/>
                  </a:cubicBezTo>
                  <a:cubicBezTo>
                    <a:pt x="1" y="3836"/>
                    <a:pt x="1112" y="4947"/>
                    <a:pt x="2474" y="4947"/>
                  </a:cubicBezTo>
                  <a:cubicBezTo>
                    <a:pt x="3841" y="4947"/>
                    <a:pt x="4947" y="3836"/>
                    <a:pt x="4947" y="2474"/>
                  </a:cubicBezTo>
                  <a:cubicBezTo>
                    <a:pt x="4947" y="1107"/>
                    <a:pt x="3841" y="0"/>
                    <a:pt x="2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4"/>
            <p:cNvSpPr/>
            <p:nvPr/>
          </p:nvSpPr>
          <p:spPr>
            <a:xfrm>
              <a:off x="6886168" y="1144896"/>
              <a:ext cx="29878" cy="14341"/>
            </a:xfrm>
            <a:custGeom>
              <a:rect b="b" l="l" r="r" t="t"/>
              <a:pathLst>
                <a:path extrusionOk="0" h="586" w="1221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3"/>
                    <a:pt x="128" y="585"/>
                    <a:pt x="293" y="585"/>
                  </a:cubicBezTo>
                  <a:lnTo>
                    <a:pt x="928" y="585"/>
                  </a:lnTo>
                  <a:cubicBezTo>
                    <a:pt x="1088" y="585"/>
                    <a:pt x="1221" y="453"/>
                    <a:pt x="1221" y="293"/>
                  </a:cubicBezTo>
                  <a:cubicBezTo>
                    <a:pt x="1221" y="133"/>
                    <a:pt x="1088" y="0"/>
                    <a:pt x="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4"/>
            <p:cNvSpPr/>
            <p:nvPr/>
          </p:nvSpPr>
          <p:spPr>
            <a:xfrm>
              <a:off x="6886168" y="1169172"/>
              <a:ext cx="49234" cy="14341"/>
            </a:xfrm>
            <a:custGeom>
              <a:rect b="b" l="l" r="r" t="t"/>
              <a:pathLst>
                <a:path extrusionOk="0" h="586" w="2012">
                  <a:moveTo>
                    <a:pt x="293" y="0"/>
                  </a:moveTo>
                  <a:cubicBezTo>
                    <a:pt x="128" y="0"/>
                    <a:pt x="0" y="128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1724" y="586"/>
                  </a:lnTo>
                  <a:cubicBezTo>
                    <a:pt x="1884" y="586"/>
                    <a:pt x="2012" y="453"/>
                    <a:pt x="2012" y="293"/>
                  </a:cubicBezTo>
                  <a:cubicBezTo>
                    <a:pt x="2012" y="128"/>
                    <a:pt x="1884" y="0"/>
                    <a:pt x="1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3" name="Google Shape;1333;p34"/>
          <p:cNvGrpSpPr/>
          <p:nvPr/>
        </p:nvGrpSpPr>
        <p:grpSpPr>
          <a:xfrm>
            <a:off x="6106102" y="1062990"/>
            <a:ext cx="272889" cy="488618"/>
            <a:chOff x="6106102" y="1062990"/>
            <a:chExt cx="272889" cy="488618"/>
          </a:xfrm>
        </p:grpSpPr>
        <p:sp>
          <p:nvSpPr>
            <p:cNvPr id="1334" name="Google Shape;1334;p34"/>
            <p:cNvSpPr/>
            <p:nvPr/>
          </p:nvSpPr>
          <p:spPr>
            <a:xfrm>
              <a:off x="6106102" y="1062990"/>
              <a:ext cx="272889" cy="488618"/>
            </a:xfrm>
            <a:custGeom>
              <a:rect b="b" l="l" r="r" t="t"/>
              <a:pathLst>
                <a:path extrusionOk="0" h="19966" w="11152">
                  <a:moveTo>
                    <a:pt x="1267" y="1"/>
                  </a:moveTo>
                  <a:cubicBezTo>
                    <a:pt x="568" y="1"/>
                    <a:pt x="1" y="572"/>
                    <a:pt x="1" y="1267"/>
                  </a:cubicBezTo>
                  <a:lnTo>
                    <a:pt x="1" y="5245"/>
                  </a:lnTo>
                  <a:cubicBezTo>
                    <a:pt x="1" y="5409"/>
                    <a:pt x="129" y="5537"/>
                    <a:pt x="294" y="5537"/>
                  </a:cubicBezTo>
                  <a:cubicBezTo>
                    <a:pt x="454" y="5537"/>
                    <a:pt x="586" y="5409"/>
                    <a:pt x="586" y="5245"/>
                  </a:cubicBezTo>
                  <a:lnTo>
                    <a:pt x="586" y="1267"/>
                  </a:lnTo>
                  <a:cubicBezTo>
                    <a:pt x="586" y="892"/>
                    <a:pt x="888" y="586"/>
                    <a:pt x="1267" y="586"/>
                  </a:cubicBezTo>
                  <a:lnTo>
                    <a:pt x="2328" y="586"/>
                  </a:lnTo>
                  <a:lnTo>
                    <a:pt x="2566" y="1263"/>
                  </a:lnTo>
                  <a:cubicBezTo>
                    <a:pt x="2716" y="1692"/>
                    <a:pt x="3123" y="1976"/>
                    <a:pt x="3576" y="1976"/>
                  </a:cubicBezTo>
                  <a:lnTo>
                    <a:pt x="5217" y="1976"/>
                  </a:lnTo>
                  <a:cubicBezTo>
                    <a:pt x="5382" y="1976"/>
                    <a:pt x="5510" y="1848"/>
                    <a:pt x="5510" y="1683"/>
                  </a:cubicBezTo>
                  <a:cubicBezTo>
                    <a:pt x="5510" y="1523"/>
                    <a:pt x="5382" y="1391"/>
                    <a:pt x="5217" y="1391"/>
                  </a:cubicBezTo>
                  <a:lnTo>
                    <a:pt x="3576" y="1391"/>
                  </a:lnTo>
                  <a:cubicBezTo>
                    <a:pt x="3370" y="1391"/>
                    <a:pt x="3187" y="1263"/>
                    <a:pt x="3119" y="1066"/>
                  </a:cubicBezTo>
                  <a:lnTo>
                    <a:pt x="2950" y="586"/>
                  </a:lnTo>
                  <a:lnTo>
                    <a:pt x="8202" y="586"/>
                  </a:lnTo>
                  <a:lnTo>
                    <a:pt x="8029" y="1066"/>
                  </a:lnTo>
                  <a:cubicBezTo>
                    <a:pt x="7960" y="1263"/>
                    <a:pt x="7777" y="1391"/>
                    <a:pt x="7572" y="1391"/>
                  </a:cubicBezTo>
                  <a:lnTo>
                    <a:pt x="6520" y="1391"/>
                  </a:lnTo>
                  <a:cubicBezTo>
                    <a:pt x="6355" y="1391"/>
                    <a:pt x="6227" y="1523"/>
                    <a:pt x="6227" y="1683"/>
                  </a:cubicBezTo>
                  <a:cubicBezTo>
                    <a:pt x="6227" y="1848"/>
                    <a:pt x="6355" y="1976"/>
                    <a:pt x="6520" y="1976"/>
                  </a:cubicBezTo>
                  <a:lnTo>
                    <a:pt x="7572" y="1976"/>
                  </a:lnTo>
                  <a:cubicBezTo>
                    <a:pt x="8024" y="1976"/>
                    <a:pt x="8431" y="1692"/>
                    <a:pt x="8582" y="1263"/>
                  </a:cubicBezTo>
                  <a:lnTo>
                    <a:pt x="8820" y="586"/>
                  </a:lnTo>
                  <a:lnTo>
                    <a:pt x="9885" y="586"/>
                  </a:lnTo>
                  <a:cubicBezTo>
                    <a:pt x="10260" y="586"/>
                    <a:pt x="10566" y="892"/>
                    <a:pt x="10566" y="1267"/>
                  </a:cubicBezTo>
                  <a:lnTo>
                    <a:pt x="10566" y="12303"/>
                  </a:lnTo>
                  <a:lnTo>
                    <a:pt x="9204" y="12303"/>
                  </a:lnTo>
                  <a:cubicBezTo>
                    <a:pt x="9039" y="12303"/>
                    <a:pt x="8911" y="12431"/>
                    <a:pt x="8911" y="12596"/>
                  </a:cubicBezTo>
                  <a:cubicBezTo>
                    <a:pt x="8911" y="12756"/>
                    <a:pt x="9039" y="12884"/>
                    <a:pt x="9204" y="12884"/>
                  </a:cubicBezTo>
                  <a:lnTo>
                    <a:pt x="10566" y="12884"/>
                  </a:lnTo>
                  <a:lnTo>
                    <a:pt x="10566" y="18699"/>
                  </a:lnTo>
                  <a:cubicBezTo>
                    <a:pt x="10566" y="19074"/>
                    <a:pt x="10260" y="19380"/>
                    <a:pt x="9885" y="19380"/>
                  </a:cubicBezTo>
                  <a:lnTo>
                    <a:pt x="1267" y="19380"/>
                  </a:lnTo>
                  <a:cubicBezTo>
                    <a:pt x="888" y="19380"/>
                    <a:pt x="586" y="19074"/>
                    <a:pt x="586" y="18699"/>
                  </a:cubicBezTo>
                  <a:lnTo>
                    <a:pt x="586" y="12884"/>
                  </a:lnTo>
                  <a:lnTo>
                    <a:pt x="7905" y="12884"/>
                  </a:lnTo>
                  <a:cubicBezTo>
                    <a:pt x="8065" y="12884"/>
                    <a:pt x="8198" y="12756"/>
                    <a:pt x="8198" y="12596"/>
                  </a:cubicBezTo>
                  <a:cubicBezTo>
                    <a:pt x="8198" y="12431"/>
                    <a:pt x="8065" y="12303"/>
                    <a:pt x="7905" y="12303"/>
                  </a:cubicBezTo>
                  <a:lnTo>
                    <a:pt x="586" y="12303"/>
                  </a:lnTo>
                  <a:lnTo>
                    <a:pt x="586" y="6547"/>
                  </a:lnTo>
                  <a:cubicBezTo>
                    <a:pt x="586" y="6383"/>
                    <a:pt x="454" y="6255"/>
                    <a:pt x="294" y="6255"/>
                  </a:cubicBezTo>
                  <a:cubicBezTo>
                    <a:pt x="129" y="6255"/>
                    <a:pt x="1" y="6383"/>
                    <a:pt x="1" y="6547"/>
                  </a:cubicBezTo>
                  <a:lnTo>
                    <a:pt x="1" y="18699"/>
                  </a:lnTo>
                  <a:cubicBezTo>
                    <a:pt x="1" y="19394"/>
                    <a:pt x="568" y="19965"/>
                    <a:pt x="1267" y="19965"/>
                  </a:cubicBezTo>
                  <a:lnTo>
                    <a:pt x="9885" y="19965"/>
                  </a:lnTo>
                  <a:cubicBezTo>
                    <a:pt x="10580" y="19965"/>
                    <a:pt x="11151" y="19394"/>
                    <a:pt x="11151" y="18699"/>
                  </a:cubicBezTo>
                  <a:lnTo>
                    <a:pt x="11151" y="1267"/>
                  </a:lnTo>
                  <a:cubicBezTo>
                    <a:pt x="11151" y="572"/>
                    <a:pt x="10580" y="1"/>
                    <a:pt x="9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4"/>
            <p:cNvSpPr/>
            <p:nvPr/>
          </p:nvSpPr>
          <p:spPr>
            <a:xfrm>
              <a:off x="6139337" y="1171105"/>
              <a:ext cx="206209" cy="159194"/>
            </a:xfrm>
            <a:custGeom>
              <a:rect b="b" l="l" r="r" t="t"/>
              <a:pathLst>
                <a:path extrusionOk="0" h="6505" w="8427">
                  <a:moveTo>
                    <a:pt x="7398" y="1096"/>
                  </a:moveTo>
                  <a:lnTo>
                    <a:pt x="7398" y="5919"/>
                  </a:lnTo>
                  <a:lnTo>
                    <a:pt x="6666" y="5919"/>
                  </a:lnTo>
                  <a:lnTo>
                    <a:pt x="6666" y="5691"/>
                  </a:lnTo>
                  <a:cubicBezTo>
                    <a:pt x="6666" y="5531"/>
                    <a:pt x="6534" y="5398"/>
                    <a:pt x="6374" y="5398"/>
                  </a:cubicBezTo>
                  <a:cubicBezTo>
                    <a:pt x="6214" y="5398"/>
                    <a:pt x="6081" y="5531"/>
                    <a:pt x="6081" y="5691"/>
                  </a:cubicBezTo>
                  <a:lnTo>
                    <a:pt x="6081" y="5919"/>
                  </a:lnTo>
                  <a:lnTo>
                    <a:pt x="5098" y="5919"/>
                  </a:lnTo>
                  <a:lnTo>
                    <a:pt x="5098" y="5691"/>
                  </a:lnTo>
                  <a:cubicBezTo>
                    <a:pt x="5098" y="5531"/>
                    <a:pt x="4965" y="5398"/>
                    <a:pt x="4805" y="5398"/>
                  </a:cubicBezTo>
                  <a:cubicBezTo>
                    <a:pt x="4645" y="5398"/>
                    <a:pt x="4513" y="5531"/>
                    <a:pt x="4513" y="5691"/>
                  </a:cubicBezTo>
                  <a:lnTo>
                    <a:pt x="4513" y="5919"/>
                  </a:lnTo>
                  <a:lnTo>
                    <a:pt x="3530" y="5919"/>
                  </a:lnTo>
                  <a:lnTo>
                    <a:pt x="3530" y="5691"/>
                  </a:lnTo>
                  <a:cubicBezTo>
                    <a:pt x="3530" y="5531"/>
                    <a:pt x="3397" y="5398"/>
                    <a:pt x="3237" y="5398"/>
                  </a:cubicBezTo>
                  <a:cubicBezTo>
                    <a:pt x="3077" y="5398"/>
                    <a:pt x="2945" y="5531"/>
                    <a:pt x="2945" y="5691"/>
                  </a:cubicBezTo>
                  <a:lnTo>
                    <a:pt x="2945" y="5919"/>
                  </a:lnTo>
                  <a:lnTo>
                    <a:pt x="1962" y="5919"/>
                  </a:lnTo>
                  <a:lnTo>
                    <a:pt x="1962" y="5691"/>
                  </a:lnTo>
                  <a:cubicBezTo>
                    <a:pt x="1962" y="5531"/>
                    <a:pt x="1829" y="5398"/>
                    <a:pt x="1669" y="5398"/>
                  </a:cubicBezTo>
                  <a:cubicBezTo>
                    <a:pt x="1509" y="5398"/>
                    <a:pt x="1377" y="5531"/>
                    <a:pt x="1377" y="5691"/>
                  </a:cubicBezTo>
                  <a:lnTo>
                    <a:pt x="1377" y="5919"/>
                  </a:lnTo>
                  <a:lnTo>
                    <a:pt x="586" y="5919"/>
                  </a:lnTo>
                  <a:lnTo>
                    <a:pt x="586" y="4150"/>
                  </a:lnTo>
                  <a:lnTo>
                    <a:pt x="2104" y="3268"/>
                  </a:lnTo>
                  <a:lnTo>
                    <a:pt x="3562" y="3848"/>
                  </a:lnTo>
                  <a:cubicBezTo>
                    <a:pt x="3597" y="3861"/>
                    <a:pt x="3633" y="3867"/>
                    <a:pt x="3668" y="3867"/>
                  </a:cubicBezTo>
                  <a:cubicBezTo>
                    <a:pt x="3750" y="3867"/>
                    <a:pt x="3829" y="3834"/>
                    <a:pt x="3887" y="3771"/>
                  </a:cubicBezTo>
                  <a:lnTo>
                    <a:pt x="4988" y="2550"/>
                  </a:lnTo>
                  <a:lnTo>
                    <a:pt x="5459" y="2943"/>
                  </a:lnTo>
                  <a:cubicBezTo>
                    <a:pt x="5514" y="2990"/>
                    <a:pt x="5581" y="3012"/>
                    <a:pt x="5647" y="3012"/>
                  </a:cubicBezTo>
                  <a:cubicBezTo>
                    <a:pt x="5730" y="3012"/>
                    <a:pt x="5812" y="2977"/>
                    <a:pt x="5871" y="2911"/>
                  </a:cubicBezTo>
                  <a:lnTo>
                    <a:pt x="7398" y="1096"/>
                  </a:lnTo>
                  <a:close/>
                  <a:moveTo>
                    <a:pt x="7694" y="1"/>
                  </a:moveTo>
                  <a:cubicBezTo>
                    <a:pt x="7609" y="1"/>
                    <a:pt x="7526" y="38"/>
                    <a:pt x="7466" y="104"/>
                  </a:cubicBezTo>
                  <a:lnTo>
                    <a:pt x="5610" y="2308"/>
                  </a:lnTo>
                  <a:lnTo>
                    <a:pt x="5144" y="1924"/>
                  </a:lnTo>
                  <a:cubicBezTo>
                    <a:pt x="5089" y="1878"/>
                    <a:pt x="5022" y="1855"/>
                    <a:pt x="4956" y="1855"/>
                  </a:cubicBezTo>
                  <a:cubicBezTo>
                    <a:pt x="4877" y="1855"/>
                    <a:pt x="4798" y="1887"/>
                    <a:pt x="4741" y="1951"/>
                  </a:cubicBezTo>
                  <a:lnTo>
                    <a:pt x="3589" y="3227"/>
                  </a:lnTo>
                  <a:lnTo>
                    <a:pt x="2186" y="2669"/>
                  </a:lnTo>
                  <a:cubicBezTo>
                    <a:pt x="2151" y="2655"/>
                    <a:pt x="2113" y="2648"/>
                    <a:pt x="2076" y="2648"/>
                  </a:cubicBezTo>
                  <a:cubicBezTo>
                    <a:pt x="2025" y="2648"/>
                    <a:pt x="1975" y="2661"/>
                    <a:pt x="1930" y="2687"/>
                  </a:cubicBezTo>
                  <a:lnTo>
                    <a:pt x="586" y="3474"/>
                  </a:lnTo>
                  <a:lnTo>
                    <a:pt x="586" y="927"/>
                  </a:lnTo>
                  <a:cubicBezTo>
                    <a:pt x="586" y="763"/>
                    <a:pt x="453" y="635"/>
                    <a:pt x="293" y="635"/>
                  </a:cubicBezTo>
                  <a:cubicBezTo>
                    <a:pt x="129" y="635"/>
                    <a:pt x="1" y="763"/>
                    <a:pt x="1" y="927"/>
                  </a:cubicBezTo>
                  <a:lnTo>
                    <a:pt x="1" y="6212"/>
                  </a:lnTo>
                  <a:cubicBezTo>
                    <a:pt x="1" y="6376"/>
                    <a:pt x="129" y="6504"/>
                    <a:pt x="293" y="6504"/>
                  </a:cubicBezTo>
                  <a:lnTo>
                    <a:pt x="8134" y="6504"/>
                  </a:lnTo>
                  <a:cubicBezTo>
                    <a:pt x="8294" y="6504"/>
                    <a:pt x="8426" y="6376"/>
                    <a:pt x="8426" y="6212"/>
                  </a:cubicBezTo>
                  <a:cubicBezTo>
                    <a:pt x="8426" y="6052"/>
                    <a:pt x="8294" y="5919"/>
                    <a:pt x="8134" y="5919"/>
                  </a:cubicBezTo>
                  <a:lnTo>
                    <a:pt x="7983" y="5919"/>
                  </a:lnTo>
                  <a:lnTo>
                    <a:pt x="7983" y="292"/>
                  </a:lnTo>
                  <a:cubicBezTo>
                    <a:pt x="7983" y="173"/>
                    <a:pt x="7905" y="63"/>
                    <a:pt x="7791" y="17"/>
                  </a:cubicBezTo>
                  <a:cubicBezTo>
                    <a:pt x="7759" y="6"/>
                    <a:pt x="7727" y="1"/>
                    <a:pt x="7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6182973" y="1204068"/>
              <a:ext cx="14339" cy="19382"/>
            </a:xfrm>
            <a:custGeom>
              <a:rect b="b" l="l" r="r" t="t"/>
              <a:pathLst>
                <a:path extrusionOk="0" h="792" w="586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lnTo>
                    <a:pt x="1" y="499"/>
                  </a:lnTo>
                  <a:cubicBezTo>
                    <a:pt x="1" y="659"/>
                    <a:pt x="133" y="792"/>
                    <a:pt x="293" y="792"/>
                  </a:cubicBezTo>
                  <a:cubicBezTo>
                    <a:pt x="458" y="792"/>
                    <a:pt x="586" y="659"/>
                    <a:pt x="586" y="499"/>
                  </a:cubicBezTo>
                  <a:lnTo>
                    <a:pt x="586" y="293"/>
                  </a:lnTo>
                  <a:cubicBezTo>
                    <a:pt x="586" y="129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6253358" y="1184051"/>
              <a:ext cx="14339" cy="19382"/>
            </a:xfrm>
            <a:custGeom>
              <a:rect b="b" l="l" r="r" t="t"/>
              <a:pathLst>
                <a:path extrusionOk="0" h="792" w="58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499"/>
                  </a:lnTo>
                  <a:cubicBezTo>
                    <a:pt x="0" y="659"/>
                    <a:pt x="133" y="791"/>
                    <a:pt x="293" y="791"/>
                  </a:cubicBezTo>
                  <a:cubicBezTo>
                    <a:pt x="457" y="791"/>
                    <a:pt x="585" y="659"/>
                    <a:pt x="585" y="499"/>
                  </a:cubicBezTo>
                  <a:lnTo>
                    <a:pt x="585" y="293"/>
                  </a:lnTo>
                  <a:cubicBezTo>
                    <a:pt x="585" y="133"/>
                    <a:pt x="457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6320367" y="1141079"/>
              <a:ext cx="14339" cy="19382"/>
            </a:xfrm>
            <a:custGeom>
              <a:rect b="b" l="l" r="r" t="t"/>
              <a:pathLst>
                <a:path extrusionOk="0" h="792" w="58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lnTo>
                    <a:pt x="1" y="499"/>
                  </a:lnTo>
                  <a:cubicBezTo>
                    <a:pt x="1" y="659"/>
                    <a:pt x="133" y="792"/>
                    <a:pt x="293" y="792"/>
                  </a:cubicBezTo>
                  <a:cubicBezTo>
                    <a:pt x="458" y="792"/>
                    <a:pt x="586" y="659"/>
                    <a:pt x="586" y="499"/>
                  </a:cubicBezTo>
                  <a:lnTo>
                    <a:pt x="586" y="293"/>
                  </a:lnTo>
                  <a:cubicBezTo>
                    <a:pt x="586" y="133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6297215" y="1403879"/>
              <a:ext cx="44095" cy="75669"/>
            </a:xfrm>
            <a:custGeom>
              <a:rect b="b" l="l" r="r" t="t"/>
              <a:pathLst>
                <a:path extrusionOk="0" h="3092" w="1802">
                  <a:moveTo>
                    <a:pt x="901" y="1"/>
                  </a:moveTo>
                  <a:cubicBezTo>
                    <a:pt x="741" y="1"/>
                    <a:pt x="608" y="129"/>
                    <a:pt x="608" y="293"/>
                  </a:cubicBezTo>
                  <a:lnTo>
                    <a:pt x="608" y="353"/>
                  </a:lnTo>
                  <a:cubicBezTo>
                    <a:pt x="261" y="426"/>
                    <a:pt x="0" y="732"/>
                    <a:pt x="0" y="1098"/>
                  </a:cubicBezTo>
                  <a:cubicBezTo>
                    <a:pt x="0" y="1514"/>
                    <a:pt x="343" y="1857"/>
                    <a:pt x="759" y="1857"/>
                  </a:cubicBezTo>
                  <a:lnTo>
                    <a:pt x="1043" y="1857"/>
                  </a:lnTo>
                  <a:cubicBezTo>
                    <a:pt x="1139" y="1857"/>
                    <a:pt x="1216" y="1934"/>
                    <a:pt x="1216" y="2030"/>
                  </a:cubicBezTo>
                  <a:cubicBezTo>
                    <a:pt x="1216" y="2126"/>
                    <a:pt x="1139" y="2204"/>
                    <a:pt x="1043" y="2204"/>
                  </a:cubicBezTo>
                  <a:lnTo>
                    <a:pt x="759" y="2204"/>
                  </a:lnTo>
                  <a:cubicBezTo>
                    <a:pt x="691" y="2204"/>
                    <a:pt x="627" y="2163"/>
                    <a:pt x="599" y="2094"/>
                  </a:cubicBezTo>
                  <a:cubicBezTo>
                    <a:pt x="554" y="1984"/>
                    <a:pt x="444" y="1918"/>
                    <a:pt x="328" y="1918"/>
                  </a:cubicBezTo>
                  <a:cubicBezTo>
                    <a:pt x="290" y="1918"/>
                    <a:pt x="252" y="1924"/>
                    <a:pt x="215" y="1939"/>
                  </a:cubicBezTo>
                  <a:cubicBezTo>
                    <a:pt x="69" y="2003"/>
                    <a:pt x="0" y="2177"/>
                    <a:pt x="60" y="2323"/>
                  </a:cubicBezTo>
                  <a:cubicBezTo>
                    <a:pt x="160" y="2556"/>
                    <a:pt x="366" y="2721"/>
                    <a:pt x="608" y="2771"/>
                  </a:cubicBezTo>
                  <a:lnTo>
                    <a:pt x="608" y="2798"/>
                  </a:lnTo>
                  <a:cubicBezTo>
                    <a:pt x="608" y="2958"/>
                    <a:pt x="741" y="3091"/>
                    <a:pt x="901" y="3091"/>
                  </a:cubicBezTo>
                  <a:cubicBezTo>
                    <a:pt x="1061" y="3091"/>
                    <a:pt x="1193" y="2958"/>
                    <a:pt x="1193" y="2798"/>
                  </a:cubicBezTo>
                  <a:lnTo>
                    <a:pt x="1193" y="2771"/>
                  </a:lnTo>
                  <a:cubicBezTo>
                    <a:pt x="1541" y="2702"/>
                    <a:pt x="1801" y="2396"/>
                    <a:pt x="1801" y="2030"/>
                  </a:cubicBezTo>
                  <a:cubicBezTo>
                    <a:pt x="1801" y="1610"/>
                    <a:pt x="1459" y="1272"/>
                    <a:pt x="1043" y="1272"/>
                  </a:cubicBezTo>
                  <a:lnTo>
                    <a:pt x="759" y="1272"/>
                  </a:lnTo>
                  <a:cubicBezTo>
                    <a:pt x="663" y="1272"/>
                    <a:pt x="585" y="1194"/>
                    <a:pt x="585" y="1098"/>
                  </a:cubicBezTo>
                  <a:cubicBezTo>
                    <a:pt x="585" y="1002"/>
                    <a:pt x="663" y="924"/>
                    <a:pt x="759" y="924"/>
                  </a:cubicBezTo>
                  <a:lnTo>
                    <a:pt x="1043" y="924"/>
                  </a:lnTo>
                  <a:cubicBezTo>
                    <a:pt x="1102" y="924"/>
                    <a:pt x="1152" y="952"/>
                    <a:pt x="1184" y="1002"/>
                  </a:cubicBezTo>
                  <a:cubicBezTo>
                    <a:pt x="1241" y="1085"/>
                    <a:pt x="1334" y="1130"/>
                    <a:pt x="1428" y="1130"/>
                  </a:cubicBezTo>
                  <a:cubicBezTo>
                    <a:pt x="1485" y="1130"/>
                    <a:pt x="1542" y="1114"/>
                    <a:pt x="1591" y="1080"/>
                  </a:cubicBezTo>
                  <a:cubicBezTo>
                    <a:pt x="1728" y="988"/>
                    <a:pt x="1760" y="805"/>
                    <a:pt x="1669" y="673"/>
                  </a:cubicBezTo>
                  <a:cubicBezTo>
                    <a:pt x="1559" y="508"/>
                    <a:pt x="1385" y="394"/>
                    <a:pt x="1193" y="353"/>
                  </a:cubicBezTo>
                  <a:lnTo>
                    <a:pt x="1193" y="293"/>
                  </a:lnTo>
                  <a:cubicBezTo>
                    <a:pt x="1193" y="129"/>
                    <a:pt x="1061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6143815" y="1406350"/>
              <a:ext cx="83590" cy="14341"/>
            </a:xfrm>
            <a:custGeom>
              <a:rect b="b" l="l" r="r" t="t"/>
              <a:pathLst>
                <a:path extrusionOk="0" h="586" w="3416">
                  <a:moveTo>
                    <a:pt x="293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5"/>
                    <a:pt x="293" y="585"/>
                  </a:cubicBezTo>
                  <a:lnTo>
                    <a:pt x="3123" y="585"/>
                  </a:lnTo>
                  <a:cubicBezTo>
                    <a:pt x="3288" y="585"/>
                    <a:pt x="3416" y="453"/>
                    <a:pt x="3416" y="293"/>
                  </a:cubicBezTo>
                  <a:cubicBezTo>
                    <a:pt x="3416" y="128"/>
                    <a:pt x="3288" y="0"/>
                    <a:pt x="3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6239825" y="1434542"/>
              <a:ext cx="36705" cy="14341"/>
            </a:xfrm>
            <a:custGeom>
              <a:rect b="b" l="l" r="r" t="t"/>
              <a:pathLst>
                <a:path extrusionOk="0" h="586" w="1500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212" y="585"/>
                  </a:lnTo>
                  <a:cubicBezTo>
                    <a:pt x="1372" y="585"/>
                    <a:pt x="1500" y="453"/>
                    <a:pt x="1500" y="293"/>
                  </a:cubicBezTo>
                  <a:cubicBezTo>
                    <a:pt x="1500" y="128"/>
                    <a:pt x="1372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6143815" y="1434542"/>
              <a:ext cx="42211" cy="14341"/>
            </a:xfrm>
            <a:custGeom>
              <a:rect b="b" l="l" r="r" t="t"/>
              <a:pathLst>
                <a:path extrusionOk="0" h="586" w="1725">
                  <a:moveTo>
                    <a:pt x="293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5"/>
                    <a:pt x="293" y="585"/>
                  </a:cubicBezTo>
                  <a:lnTo>
                    <a:pt x="1431" y="585"/>
                  </a:lnTo>
                  <a:cubicBezTo>
                    <a:pt x="1591" y="585"/>
                    <a:pt x="1724" y="453"/>
                    <a:pt x="1724" y="293"/>
                  </a:cubicBezTo>
                  <a:cubicBezTo>
                    <a:pt x="1724" y="128"/>
                    <a:pt x="1591" y="0"/>
                    <a:pt x="1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6199541" y="1434542"/>
              <a:ext cx="27871" cy="14341"/>
            </a:xfrm>
            <a:custGeom>
              <a:rect b="b" l="l" r="r" t="t"/>
              <a:pathLst>
                <a:path extrusionOk="0" h="586" w="1139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846" y="585"/>
                  </a:lnTo>
                  <a:cubicBezTo>
                    <a:pt x="1011" y="585"/>
                    <a:pt x="1139" y="453"/>
                    <a:pt x="1139" y="293"/>
                  </a:cubicBezTo>
                  <a:cubicBezTo>
                    <a:pt x="1139" y="128"/>
                    <a:pt x="1011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6143815" y="1462733"/>
              <a:ext cx="110335" cy="14341"/>
            </a:xfrm>
            <a:custGeom>
              <a:rect b="b" l="l" r="r" t="t"/>
              <a:pathLst>
                <a:path extrusionOk="0" h="586" w="4509">
                  <a:moveTo>
                    <a:pt x="293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5"/>
                    <a:pt x="293" y="585"/>
                  </a:cubicBezTo>
                  <a:lnTo>
                    <a:pt x="4216" y="585"/>
                  </a:lnTo>
                  <a:cubicBezTo>
                    <a:pt x="4380" y="585"/>
                    <a:pt x="4508" y="453"/>
                    <a:pt x="4508" y="293"/>
                  </a:cubicBezTo>
                  <a:cubicBezTo>
                    <a:pt x="4508" y="128"/>
                    <a:pt x="4380" y="0"/>
                    <a:pt x="4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6139337" y="1122285"/>
              <a:ext cx="38956" cy="14365"/>
            </a:xfrm>
            <a:custGeom>
              <a:rect b="b" l="l" r="r" t="t"/>
              <a:pathLst>
                <a:path extrusionOk="0" h="587" w="1592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1299" y="586"/>
                  </a:lnTo>
                  <a:cubicBezTo>
                    <a:pt x="1464" y="586"/>
                    <a:pt x="1592" y="458"/>
                    <a:pt x="1592" y="293"/>
                  </a:cubicBezTo>
                  <a:cubicBezTo>
                    <a:pt x="1592" y="133"/>
                    <a:pt x="1464" y="1"/>
                    <a:pt x="1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6139337" y="1149154"/>
              <a:ext cx="67488" cy="14341"/>
            </a:xfrm>
            <a:custGeom>
              <a:rect b="b" l="l" r="r" t="t"/>
              <a:pathLst>
                <a:path extrusionOk="0" h="586" w="2758">
                  <a:moveTo>
                    <a:pt x="293" y="0"/>
                  </a:moveTo>
                  <a:cubicBezTo>
                    <a:pt x="129" y="0"/>
                    <a:pt x="1" y="133"/>
                    <a:pt x="1" y="293"/>
                  </a:cubicBezTo>
                  <a:cubicBezTo>
                    <a:pt x="1" y="453"/>
                    <a:pt x="129" y="585"/>
                    <a:pt x="293" y="585"/>
                  </a:cubicBezTo>
                  <a:lnTo>
                    <a:pt x="2465" y="585"/>
                  </a:lnTo>
                  <a:cubicBezTo>
                    <a:pt x="2629" y="585"/>
                    <a:pt x="2757" y="453"/>
                    <a:pt x="2757" y="293"/>
                  </a:cubicBezTo>
                  <a:cubicBezTo>
                    <a:pt x="2757" y="133"/>
                    <a:pt x="2629" y="0"/>
                    <a:pt x="2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6223819" y="1497091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320" y="1"/>
                  </a:moveTo>
                  <a:cubicBezTo>
                    <a:pt x="246" y="1"/>
                    <a:pt x="172" y="29"/>
                    <a:pt x="115" y="87"/>
                  </a:cubicBezTo>
                  <a:cubicBezTo>
                    <a:pt x="0" y="201"/>
                    <a:pt x="0" y="388"/>
                    <a:pt x="115" y="503"/>
                  </a:cubicBezTo>
                  <a:lnTo>
                    <a:pt x="558" y="946"/>
                  </a:lnTo>
                  <a:cubicBezTo>
                    <a:pt x="613" y="1001"/>
                    <a:pt x="686" y="1028"/>
                    <a:pt x="764" y="1028"/>
                  </a:cubicBezTo>
                  <a:cubicBezTo>
                    <a:pt x="841" y="1028"/>
                    <a:pt x="915" y="1001"/>
                    <a:pt x="969" y="946"/>
                  </a:cubicBezTo>
                  <a:lnTo>
                    <a:pt x="1413" y="503"/>
                  </a:lnTo>
                  <a:cubicBezTo>
                    <a:pt x="1527" y="388"/>
                    <a:pt x="1527" y="201"/>
                    <a:pt x="1413" y="87"/>
                  </a:cubicBezTo>
                  <a:cubicBezTo>
                    <a:pt x="1356" y="29"/>
                    <a:pt x="1281" y="1"/>
                    <a:pt x="1207" y="1"/>
                  </a:cubicBezTo>
                  <a:cubicBezTo>
                    <a:pt x="1133" y="1"/>
                    <a:pt x="1059" y="29"/>
                    <a:pt x="1001" y="87"/>
                  </a:cubicBezTo>
                  <a:lnTo>
                    <a:pt x="764" y="324"/>
                  </a:lnTo>
                  <a:lnTo>
                    <a:pt x="526" y="87"/>
                  </a:lnTo>
                  <a:cubicBezTo>
                    <a:pt x="469" y="29"/>
                    <a:pt x="395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34"/>
          <p:cNvGrpSpPr/>
          <p:nvPr/>
        </p:nvGrpSpPr>
        <p:grpSpPr>
          <a:xfrm>
            <a:off x="5330098" y="1083130"/>
            <a:ext cx="488421" cy="448336"/>
            <a:chOff x="5330098" y="1083130"/>
            <a:chExt cx="488421" cy="448336"/>
          </a:xfrm>
        </p:grpSpPr>
        <p:sp>
          <p:nvSpPr>
            <p:cNvPr id="1349" name="Google Shape;1349;p34"/>
            <p:cNvSpPr/>
            <p:nvPr/>
          </p:nvSpPr>
          <p:spPr>
            <a:xfrm>
              <a:off x="5330098" y="1083130"/>
              <a:ext cx="488421" cy="448336"/>
            </a:xfrm>
            <a:custGeom>
              <a:rect b="b" l="l" r="r" t="t"/>
              <a:pathLst>
                <a:path extrusionOk="0" h="18320" w="19960">
                  <a:moveTo>
                    <a:pt x="18876" y="586"/>
                  </a:moveTo>
                  <a:cubicBezTo>
                    <a:pt x="19151" y="586"/>
                    <a:pt x="19375" y="810"/>
                    <a:pt x="19375" y="1084"/>
                  </a:cubicBezTo>
                  <a:lnTo>
                    <a:pt x="19375" y="11188"/>
                  </a:lnTo>
                  <a:lnTo>
                    <a:pt x="17025" y="11188"/>
                  </a:lnTo>
                  <a:cubicBezTo>
                    <a:pt x="16865" y="11188"/>
                    <a:pt x="16732" y="11320"/>
                    <a:pt x="16732" y="11480"/>
                  </a:cubicBezTo>
                  <a:cubicBezTo>
                    <a:pt x="16732" y="11645"/>
                    <a:pt x="16865" y="11773"/>
                    <a:pt x="17025" y="11773"/>
                  </a:cubicBezTo>
                  <a:lnTo>
                    <a:pt x="19375" y="11773"/>
                  </a:lnTo>
                  <a:lnTo>
                    <a:pt x="19375" y="12742"/>
                  </a:lnTo>
                  <a:cubicBezTo>
                    <a:pt x="19375" y="13016"/>
                    <a:pt x="19151" y="13240"/>
                    <a:pt x="18876" y="13240"/>
                  </a:cubicBezTo>
                  <a:lnTo>
                    <a:pt x="1084" y="13240"/>
                  </a:lnTo>
                  <a:cubicBezTo>
                    <a:pt x="809" y="13240"/>
                    <a:pt x="585" y="13016"/>
                    <a:pt x="585" y="12742"/>
                  </a:cubicBezTo>
                  <a:lnTo>
                    <a:pt x="585" y="11773"/>
                  </a:lnTo>
                  <a:lnTo>
                    <a:pt x="15726" y="11773"/>
                  </a:lnTo>
                  <a:cubicBezTo>
                    <a:pt x="15886" y="11773"/>
                    <a:pt x="16019" y="11645"/>
                    <a:pt x="16019" y="11480"/>
                  </a:cubicBezTo>
                  <a:cubicBezTo>
                    <a:pt x="16019" y="11320"/>
                    <a:pt x="15886" y="11188"/>
                    <a:pt x="15726" y="11188"/>
                  </a:cubicBezTo>
                  <a:lnTo>
                    <a:pt x="12252" y="11188"/>
                  </a:lnTo>
                  <a:lnTo>
                    <a:pt x="12252" y="586"/>
                  </a:lnTo>
                  <a:close/>
                  <a:moveTo>
                    <a:pt x="10542" y="13825"/>
                  </a:moveTo>
                  <a:lnTo>
                    <a:pt x="10542" y="14196"/>
                  </a:lnTo>
                  <a:cubicBezTo>
                    <a:pt x="10542" y="14507"/>
                    <a:pt x="10291" y="14758"/>
                    <a:pt x="9980" y="14758"/>
                  </a:cubicBezTo>
                  <a:cubicBezTo>
                    <a:pt x="9669" y="14758"/>
                    <a:pt x="9418" y="14507"/>
                    <a:pt x="9418" y="14196"/>
                  </a:cubicBezTo>
                  <a:lnTo>
                    <a:pt x="9418" y="13825"/>
                  </a:lnTo>
                  <a:close/>
                  <a:moveTo>
                    <a:pt x="11969" y="13825"/>
                  </a:moveTo>
                  <a:lnTo>
                    <a:pt x="12183" y="16235"/>
                  </a:lnTo>
                  <a:lnTo>
                    <a:pt x="7776" y="16235"/>
                  </a:lnTo>
                  <a:lnTo>
                    <a:pt x="7991" y="13825"/>
                  </a:lnTo>
                  <a:lnTo>
                    <a:pt x="8832" y="13825"/>
                  </a:lnTo>
                  <a:lnTo>
                    <a:pt x="8832" y="14196"/>
                  </a:lnTo>
                  <a:cubicBezTo>
                    <a:pt x="8832" y="14827"/>
                    <a:pt x="9349" y="15343"/>
                    <a:pt x="9980" y="15343"/>
                  </a:cubicBezTo>
                  <a:cubicBezTo>
                    <a:pt x="10611" y="15343"/>
                    <a:pt x="11127" y="14827"/>
                    <a:pt x="11127" y="14196"/>
                  </a:cubicBezTo>
                  <a:lnTo>
                    <a:pt x="11127" y="13825"/>
                  </a:lnTo>
                  <a:close/>
                  <a:moveTo>
                    <a:pt x="13514" y="16820"/>
                  </a:moveTo>
                  <a:cubicBezTo>
                    <a:pt x="13569" y="16820"/>
                    <a:pt x="13610" y="16861"/>
                    <a:pt x="13610" y="16916"/>
                  </a:cubicBezTo>
                  <a:lnTo>
                    <a:pt x="13610" y="17638"/>
                  </a:lnTo>
                  <a:cubicBezTo>
                    <a:pt x="13610" y="17693"/>
                    <a:pt x="13569" y="17734"/>
                    <a:pt x="13514" y="17734"/>
                  </a:cubicBezTo>
                  <a:lnTo>
                    <a:pt x="6446" y="17734"/>
                  </a:lnTo>
                  <a:cubicBezTo>
                    <a:pt x="6391" y="17734"/>
                    <a:pt x="6350" y="17693"/>
                    <a:pt x="6350" y="17638"/>
                  </a:cubicBezTo>
                  <a:lnTo>
                    <a:pt x="6350" y="16916"/>
                  </a:lnTo>
                  <a:cubicBezTo>
                    <a:pt x="6350" y="16861"/>
                    <a:pt x="6391" y="16820"/>
                    <a:pt x="6446" y="16820"/>
                  </a:cubicBezTo>
                  <a:close/>
                  <a:moveTo>
                    <a:pt x="1084" y="1"/>
                  </a:moveTo>
                  <a:cubicBezTo>
                    <a:pt x="485" y="1"/>
                    <a:pt x="0" y="485"/>
                    <a:pt x="0" y="1084"/>
                  </a:cubicBezTo>
                  <a:lnTo>
                    <a:pt x="0" y="2927"/>
                  </a:lnTo>
                  <a:cubicBezTo>
                    <a:pt x="0" y="3087"/>
                    <a:pt x="128" y="3219"/>
                    <a:pt x="293" y="3219"/>
                  </a:cubicBezTo>
                  <a:cubicBezTo>
                    <a:pt x="453" y="3219"/>
                    <a:pt x="585" y="3087"/>
                    <a:pt x="585" y="2927"/>
                  </a:cubicBezTo>
                  <a:lnTo>
                    <a:pt x="585" y="1084"/>
                  </a:lnTo>
                  <a:cubicBezTo>
                    <a:pt x="585" y="810"/>
                    <a:pt x="809" y="586"/>
                    <a:pt x="1084" y="586"/>
                  </a:cubicBezTo>
                  <a:lnTo>
                    <a:pt x="11667" y="586"/>
                  </a:lnTo>
                  <a:lnTo>
                    <a:pt x="11667" y="11188"/>
                  </a:lnTo>
                  <a:lnTo>
                    <a:pt x="585" y="11188"/>
                  </a:lnTo>
                  <a:lnTo>
                    <a:pt x="585" y="4225"/>
                  </a:lnTo>
                  <a:cubicBezTo>
                    <a:pt x="585" y="4065"/>
                    <a:pt x="453" y="3932"/>
                    <a:pt x="293" y="3932"/>
                  </a:cubicBezTo>
                  <a:cubicBezTo>
                    <a:pt x="128" y="3932"/>
                    <a:pt x="0" y="4065"/>
                    <a:pt x="0" y="4225"/>
                  </a:cubicBezTo>
                  <a:lnTo>
                    <a:pt x="0" y="12742"/>
                  </a:lnTo>
                  <a:cubicBezTo>
                    <a:pt x="0" y="13336"/>
                    <a:pt x="485" y="13825"/>
                    <a:pt x="1084" y="13825"/>
                  </a:cubicBezTo>
                  <a:lnTo>
                    <a:pt x="7406" y="13825"/>
                  </a:lnTo>
                  <a:lnTo>
                    <a:pt x="7191" y="16235"/>
                  </a:lnTo>
                  <a:lnTo>
                    <a:pt x="6446" y="16235"/>
                  </a:lnTo>
                  <a:cubicBezTo>
                    <a:pt x="6071" y="16235"/>
                    <a:pt x="5765" y="16541"/>
                    <a:pt x="5765" y="16916"/>
                  </a:cubicBezTo>
                  <a:lnTo>
                    <a:pt x="5765" y="17638"/>
                  </a:lnTo>
                  <a:cubicBezTo>
                    <a:pt x="5765" y="18013"/>
                    <a:pt x="6071" y="18319"/>
                    <a:pt x="6446" y="18319"/>
                  </a:cubicBezTo>
                  <a:lnTo>
                    <a:pt x="13514" y="18319"/>
                  </a:lnTo>
                  <a:cubicBezTo>
                    <a:pt x="13889" y="18319"/>
                    <a:pt x="14195" y="18013"/>
                    <a:pt x="14195" y="17638"/>
                  </a:cubicBezTo>
                  <a:lnTo>
                    <a:pt x="14195" y="16916"/>
                  </a:lnTo>
                  <a:cubicBezTo>
                    <a:pt x="14195" y="16541"/>
                    <a:pt x="13889" y="16235"/>
                    <a:pt x="13514" y="16235"/>
                  </a:cubicBezTo>
                  <a:lnTo>
                    <a:pt x="12769" y="16235"/>
                  </a:lnTo>
                  <a:lnTo>
                    <a:pt x="12554" y="13825"/>
                  </a:lnTo>
                  <a:lnTo>
                    <a:pt x="18876" y="13825"/>
                  </a:lnTo>
                  <a:cubicBezTo>
                    <a:pt x="19475" y="13825"/>
                    <a:pt x="19960" y="13336"/>
                    <a:pt x="19960" y="12742"/>
                  </a:cubicBezTo>
                  <a:lnTo>
                    <a:pt x="19960" y="1084"/>
                  </a:lnTo>
                  <a:cubicBezTo>
                    <a:pt x="19960" y="485"/>
                    <a:pt x="19475" y="1"/>
                    <a:pt x="188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5380661" y="1171374"/>
              <a:ext cx="206184" cy="159145"/>
            </a:xfrm>
            <a:custGeom>
              <a:rect b="b" l="l" r="r" t="t"/>
              <a:pathLst>
                <a:path extrusionOk="0" h="6503" w="8426">
                  <a:moveTo>
                    <a:pt x="7692" y="0"/>
                  </a:moveTo>
                  <a:cubicBezTo>
                    <a:pt x="7608" y="0"/>
                    <a:pt x="7526" y="38"/>
                    <a:pt x="7470" y="102"/>
                  </a:cubicBezTo>
                  <a:lnTo>
                    <a:pt x="5614" y="2310"/>
                  </a:lnTo>
                  <a:lnTo>
                    <a:pt x="5148" y="1922"/>
                  </a:lnTo>
                  <a:cubicBezTo>
                    <a:pt x="5094" y="1876"/>
                    <a:pt x="5027" y="1854"/>
                    <a:pt x="4961" y="1854"/>
                  </a:cubicBezTo>
                  <a:cubicBezTo>
                    <a:pt x="4880" y="1854"/>
                    <a:pt x="4799" y="1887"/>
                    <a:pt x="4741" y="1949"/>
                  </a:cubicBezTo>
                  <a:lnTo>
                    <a:pt x="3594" y="3225"/>
                  </a:lnTo>
                  <a:lnTo>
                    <a:pt x="2190" y="2667"/>
                  </a:lnTo>
                  <a:cubicBezTo>
                    <a:pt x="2156" y="2654"/>
                    <a:pt x="2120" y="2648"/>
                    <a:pt x="2086" y="2648"/>
                  </a:cubicBezTo>
                  <a:cubicBezTo>
                    <a:pt x="2033" y="2648"/>
                    <a:pt x="1981" y="2662"/>
                    <a:pt x="1934" y="2690"/>
                  </a:cubicBezTo>
                  <a:lnTo>
                    <a:pt x="586" y="3472"/>
                  </a:lnTo>
                  <a:lnTo>
                    <a:pt x="586" y="925"/>
                  </a:lnTo>
                  <a:cubicBezTo>
                    <a:pt x="586" y="761"/>
                    <a:pt x="458" y="633"/>
                    <a:pt x="293" y="633"/>
                  </a:cubicBezTo>
                  <a:cubicBezTo>
                    <a:pt x="133" y="633"/>
                    <a:pt x="0" y="761"/>
                    <a:pt x="0" y="925"/>
                  </a:cubicBezTo>
                  <a:lnTo>
                    <a:pt x="0" y="6210"/>
                  </a:lnTo>
                  <a:cubicBezTo>
                    <a:pt x="0" y="6375"/>
                    <a:pt x="133" y="6503"/>
                    <a:pt x="293" y="6503"/>
                  </a:cubicBezTo>
                  <a:lnTo>
                    <a:pt x="8133" y="6503"/>
                  </a:lnTo>
                  <a:cubicBezTo>
                    <a:pt x="8298" y="6503"/>
                    <a:pt x="8426" y="6375"/>
                    <a:pt x="8426" y="6210"/>
                  </a:cubicBezTo>
                  <a:cubicBezTo>
                    <a:pt x="8426" y="6050"/>
                    <a:pt x="8298" y="5922"/>
                    <a:pt x="8133" y="5922"/>
                  </a:cubicBezTo>
                  <a:lnTo>
                    <a:pt x="7987" y="5922"/>
                  </a:lnTo>
                  <a:lnTo>
                    <a:pt x="7987" y="4322"/>
                  </a:lnTo>
                  <a:cubicBezTo>
                    <a:pt x="7987" y="4157"/>
                    <a:pt x="7855" y="4029"/>
                    <a:pt x="7694" y="4029"/>
                  </a:cubicBezTo>
                  <a:cubicBezTo>
                    <a:pt x="7534" y="4029"/>
                    <a:pt x="7402" y="4157"/>
                    <a:pt x="7402" y="4322"/>
                  </a:cubicBezTo>
                  <a:lnTo>
                    <a:pt x="7402" y="5922"/>
                  </a:lnTo>
                  <a:lnTo>
                    <a:pt x="6666" y="5922"/>
                  </a:lnTo>
                  <a:lnTo>
                    <a:pt x="6666" y="5689"/>
                  </a:lnTo>
                  <a:cubicBezTo>
                    <a:pt x="6666" y="5529"/>
                    <a:pt x="6538" y="5396"/>
                    <a:pt x="6378" y="5396"/>
                  </a:cubicBezTo>
                  <a:cubicBezTo>
                    <a:pt x="6213" y="5396"/>
                    <a:pt x="6085" y="5529"/>
                    <a:pt x="6085" y="5689"/>
                  </a:cubicBezTo>
                  <a:lnTo>
                    <a:pt x="6085" y="5922"/>
                  </a:lnTo>
                  <a:lnTo>
                    <a:pt x="5102" y="5922"/>
                  </a:lnTo>
                  <a:lnTo>
                    <a:pt x="5102" y="5689"/>
                  </a:lnTo>
                  <a:cubicBezTo>
                    <a:pt x="5102" y="5529"/>
                    <a:pt x="4970" y="5396"/>
                    <a:pt x="4810" y="5396"/>
                  </a:cubicBezTo>
                  <a:cubicBezTo>
                    <a:pt x="4645" y="5396"/>
                    <a:pt x="4517" y="5529"/>
                    <a:pt x="4517" y="5689"/>
                  </a:cubicBezTo>
                  <a:lnTo>
                    <a:pt x="4517" y="5922"/>
                  </a:lnTo>
                  <a:lnTo>
                    <a:pt x="3534" y="5922"/>
                  </a:lnTo>
                  <a:lnTo>
                    <a:pt x="3534" y="5689"/>
                  </a:lnTo>
                  <a:cubicBezTo>
                    <a:pt x="3534" y="5529"/>
                    <a:pt x="3402" y="5396"/>
                    <a:pt x="3242" y="5396"/>
                  </a:cubicBezTo>
                  <a:cubicBezTo>
                    <a:pt x="3077" y="5396"/>
                    <a:pt x="2949" y="5529"/>
                    <a:pt x="2949" y="5689"/>
                  </a:cubicBezTo>
                  <a:lnTo>
                    <a:pt x="2949" y="5922"/>
                  </a:lnTo>
                  <a:lnTo>
                    <a:pt x="1966" y="5922"/>
                  </a:lnTo>
                  <a:lnTo>
                    <a:pt x="1966" y="5689"/>
                  </a:lnTo>
                  <a:cubicBezTo>
                    <a:pt x="1966" y="5529"/>
                    <a:pt x="1834" y="5396"/>
                    <a:pt x="1674" y="5396"/>
                  </a:cubicBezTo>
                  <a:cubicBezTo>
                    <a:pt x="1509" y="5396"/>
                    <a:pt x="1381" y="5529"/>
                    <a:pt x="1381" y="5689"/>
                  </a:cubicBezTo>
                  <a:lnTo>
                    <a:pt x="1381" y="5922"/>
                  </a:lnTo>
                  <a:lnTo>
                    <a:pt x="586" y="5922"/>
                  </a:lnTo>
                  <a:lnTo>
                    <a:pt x="586" y="4148"/>
                  </a:lnTo>
                  <a:lnTo>
                    <a:pt x="2103" y="3266"/>
                  </a:lnTo>
                  <a:lnTo>
                    <a:pt x="3566" y="3847"/>
                  </a:lnTo>
                  <a:cubicBezTo>
                    <a:pt x="3601" y="3860"/>
                    <a:pt x="3637" y="3867"/>
                    <a:pt x="3673" y="3867"/>
                  </a:cubicBezTo>
                  <a:cubicBezTo>
                    <a:pt x="3754" y="3867"/>
                    <a:pt x="3834" y="3832"/>
                    <a:pt x="3891" y="3769"/>
                  </a:cubicBezTo>
                  <a:lnTo>
                    <a:pt x="4988" y="2548"/>
                  </a:lnTo>
                  <a:lnTo>
                    <a:pt x="5464" y="2946"/>
                  </a:lnTo>
                  <a:cubicBezTo>
                    <a:pt x="5518" y="2991"/>
                    <a:pt x="5585" y="3013"/>
                    <a:pt x="5651" y="3013"/>
                  </a:cubicBezTo>
                  <a:cubicBezTo>
                    <a:pt x="5734" y="3013"/>
                    <a:pt x="5817" y="2978"/>
                    <a:pt x="5875" y="2909"/>
                  </a:cubicBezTo>
                  <a:lnTo>
                    <a:pt x="7402" y="1094"/>
                  </a:lnTo>
                  <a:lnTo>
                    <a:pt x="7402" y="3024"/>
                  </a:lnTo>
                  <a:cubicBezTo>
                    <a:pt x="7402" y="3184"/>
                    <a:pt x="7534" y="3316"/>
                    <a:pt x="7694" y="3316"/>
                  </a:cubicBezTo>
                  <a:cubicBezTo>
                    <a:pt x="7855" y="3316"/>
                    <a:pt x="7987" y="3184"/>
                    <a:pt x="7987" y="3024"/>
                  </a:cubicBezTo>
                  <a:lnTo>
                    <a:pt x="7987" y="294"/>
                  </a:lnTo>
                  <a:cubicBezTo>
                    <a:pt x="7987" y="171"/>
                    <a:pt x="7909" y="61"/>
                    <a:pt x="7795" y="20"/>
                  </a:cubicBezTo>
                  <a:cubicBezTo>
                    <a:pt x="7762" y="7"/>
                    <a:pt x="7727" y="0"/>
                    <a:pt x="7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5424395" y="1204289"/>
              <a:ext cx="14364" cy="19382"/>
            </a:xfrm>
            <a:custGeom>
              <a:rect b="b" l="l" r="r" t="t"/>
              <a:pathLst>
                <a:path extrusionOk="0" h="792" w="587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lnTo>
                    <a:pt x="1" y="499"/>
                  </a:lnTo>
                  <a:cubicBezTo>
                    <a:pt x="1" y="659"/>
                    <a:pt x="134" y="792"/>
                    <a:pt x="294" y="792"/>
                  </a:cubicBezTo>
                  <a:cubicBezTo>
                    <a:pt x="454" y="792"/>
                    <a:pt x="586" y="659"/>
                    <a:pt x="586" y="499"/>
                  </a:cubicBezTo>
                  <a:lnTo>
                    <a:pt x="586" y="293"/>
                  </a:lnTo>
                  <a:cubicBezTo>
                    <a:pt x="586" y="133"/>
                    <a:pt x="454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5494780" y="1184271"/>
              <a:ext cx="14339" cy="19382"/>
            </a:xfrm>
            <a:custGeom>
              <a:rect b="b" l="l" r="r" t="t"/>
              <a:pathLst>
                <a:path extrusionOk="0" h="792" w="58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lnTo>
                    <a:pt x="1" y="499"/>
                  </a:lnTo>
                  <a:cubicBezTo>
                    <a:pt x="1" y="663"/>
                    <a:pt x="133" y="791"/>
                    <a:pt x="293" y="791"/>
                  </a:cubicBezTo>
                  <a:cubicBezTo>
                    <a:pt x="453" y="791"/>
                    <a:pt x="586" y="663"/>
                    <a:pt x="586" y="499"/>
                  </a:cubicBez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4"/>
            <p:cNvSpPr/>
            <p:nvPr/>
          </p:nvSpPr>
          <p:spPr>
            <a:xfrm>
              <a:off x="5561788" y="1141323"/>
              <a:ext cx="14364" cy="19358"/>
            </a:xfrm>
            <a:custGeom>
              <a:rect b="b" l="l" r="r" t="t"/>
              <a:pathLst>
                <a:path extrusionOk="0" h="791" w="587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498"/>
                  </a:lnTo>
                  <a:cubicBezTo>
                    <a:pt x="1" y="663"/>
                    <a:pt x="133" y="791"/>
                    <a:pt x="293" y="791"/>
                  </a:cubicBezTo>
                  <a:cubicBezTo>
                    <a:pt x="454" y="791"/>
                    <a:pt x="586" y="663"/>
                    <a:pt x="586" y="498"/>
                  </a:cubicBezTo>
                  <a:lnTo>
                    <a:pt x="586" y="293"/>
                  </a:lnTo>
                  <a:cubicBezTo>
                    <a:pt x="586" y="133"/>
                    <a:pt x="454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4"/>
            <p:cNvSpPr/>
            <p:nvPr/>
          </p:nvSpPr>
          <p:spPr>
            <a:xfrm>
              <a:off x="5380661" y="1120841"/>
              <a:ext cx="39054" cy="14341"/>
            </a:xfrm>
            <a:custGeom>
              <a:rect b="b" l="l" r="r" t="t"/>
              <a:pathLst>
                <a:path extrusionOk="0" h="586" w="159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303" y="586"/>
                  </a:lnTo>
                  <a:cubicBezTo>
                    <a:pt x="1463" y="586"/>
                    <a:pt x="1596" y="453"/>
                    <a:pt x="1596" y="293"/>
                  </a:cubicBezTo>
                  <a:cubicBezTo>
                    <a:pt x="1596" y="133"/>
                    <a:pt x="1463" y="0"/>
                    <a:pt x="1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4"/>
            <p:cNvSpPr/>
            <p:nvPr/>
          </p:nvSpPr>
          <p:spPr>
            <a:xfrm>
              <a:off x="5380661" y="1147686"/>
              <a:ext cx="67586" cy="14341"/>
            </a:xfrm>
            <a:custGeom>
              <a:rect b="b" l="l" r="r" t="t"/>
              <a:pathLst>
                <a:path extrusionOk="0" h="586" w="2762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469" y="586"/>
                  </a:lnTo>
                  <a:cubicBezTo>
                    <a:pt x="2629" y="586"/>
                    <a:pt x="2762" y="453"/>
                    <a:pt x="2762" y="293"/>
                  </a:cubicBezTo>
                  <a:cubicBezTo>
                    <a:pt x="2762" y="129"/>
                    <a:pt x="2629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4"/>
            <p:cNvSpPr/>
            <p:nvPr/>
          </p:nvSpPr>
          <p:spPr>
            <a:xfrm>
              <a:off x="5695952" y="1143550"/>
              <a:ext cx="44095" cy="75644"/>
            </a:xfrm>
            <a:custGeom>
              <a:rect b="b" l="l" r="r" t="t"/>
              <a:pathLst>
                <a:path extrusionOk="0" h="3091" w="1802">
                  <a:moveTo>
                    <a:pt x="901" y="0"/>
                  </a:moveTo>
                  <a:cubicBezTo>
                    <a:pt x="741" y="0"/>
                    <a:pt x="608" y="133"/>
                    <a:pt x="608" y="293"/>
                  </a:cubicBezTo>
                  <a:lnTo>
                    <a:pt x="608" y="357"/>
                  </a:lnTo>
                  <a:cubicBezTo>
                    <a:pt x="261" y="426"/>
                    <a:pt x="0" y="732"/>
                    <a:pt x="0" y="1098"/>
                  </a:cubicBezTo>
                  <a:cubicBezTo>
                    <a:pt x="0" y="1518"/>
                    <a:pt x="343" y="1857"/>
                    <a:pt x="759" y="1857"/>
                  </a:cubicBezTo>
                  <a:lnTo>
                    <a:pt x="1043" y="1857"/>
                  </a:lnTo>
                  <a:cubicBezTo>
                    <a:pt x="1139" y="1857"/>
                    <a:pt x="1216" y="1934"/>
                    <a:pt x="1216" y="2030"/>
                  </a:cubicBezTo>
                  <a:cubicBezTo>
                    <a:pt x="1216" y="2126"/>
                    <a:pt x="1139" y="2204"/>
                    <a:pt x="1043" y="2204"/>
                  </a:cubicBezTo>
                  <a:lnTo>
                    <a:pt x="759" y="2204"/>
                  </a:lnTo>
                  <a:cubicBezTo>
                    <a:pt x="691" y="2204"/>
                    <a:pt x="627" y="2163"/>
                    <a:pt x="599" y="2099"/>
                  </a:cubicBezTo>
                  <a:cubicBezTo>
                    <a:pt x="551" y="1986"/>
                    <a:pt x="445" y="1919"/>
                    <a:pt x="331" y="1919"/>
                  </a:cubicBezTo>
                  <a:cubicBezTo>
                    <a:pt x="293" y="1919"/>
                    <a:pt x="253" y="1927"/>
                    <a:pt x="215" y="1943"/>
                  </a:cubicBezTo>
                  <a:cubicBezTo>
                    <a:pt x="69" y="2007"/>
                    <a:pt x="0" y="2177"/>
                    <a:pt x="60" y="2327"/>
                  </a:cubicBezTo>
                  <a:cubicBezTo>
                    <a:pt x="160" y="2561"/>
                    <a:pt x="366" y="2725"/>
                    <a:pt x="608" y="2775"/>
                  </a:cubicBezTo>
                  <a:lnTo>
                    <a:pt x="608" y="2798"/>
                  </a:lnTo>
                  <a:cubicBezTo>
                    <a:pt x="608" y="2963"/>
                    <a:pt x="741" y="3091"/>
                    <a:pt x="901" y="3091"/>
                  </a:cubicBezTo>
                  <a:cubicBezTo>
                    <a:pt x="1061" y="3091"/>
                    <a:pt x="1194" y="2963"/>
                    <a:pt x="1194" y="2798"/>
                  </a:cubicBezTo>
                  <a:lnTo>
                    <a:pt x="1194" y="2775"/>
                  </a:lnTo>
                  <a:cubicBezTo>
                    <a:pt x="1541" y="2702"/>
                    <a:pt x="1802" y="2396"/>
                    <a:pt x="1802" y="2030"/>
                  </a:cubicBezTo>
                  <a:cubicBezTo>
                    <a:pt x="1802" y="1614"/>
                    <a:pt x="1459" y="1271"/>
                    <a:pt x="1043" y="1271"/>
                  </a:cubicBezTo>
                  <a:lnTo>
                    <a:pt x="759" y="1271"/>
                  </a:lnTo>
                  <a:cubicBezTo>
                    <a:pt x="663" y="1271"/>
                    <a:pt x="585" y="1194"/>
                    <a:pt x="585" y="1098"/>
                  </a:cubicBezTo>
                  <a:cubicBezTo>
                    <a:pt x="585" y="1002"/>
                    <a:pt x="663" y="924"/>
                    <a:pt x="759" y="924"/>
                  </a:cubicBezTo>
                  <a:lnTo>
                    <a:pt x="1043" y="924"/>
                  </a:lnTo>
                  <a:cubicBezTo>
                    <a:pt x="1097" y="924"/>
                    <a:pt x="1152" y="956"/>
                    <a:pt x="1184" y="1002"/>
                  </a:cubicBezTo>
                  <a:cubicBezTo>
                    <a:pt x="1242" y="1085"/>
                    <a:pt x="1334" y="1130"/>
                    <a:pt x="1428" y="1130"/>
                  </a:cubicBezTo>
                  <a:cubicBezTo>
                    <a:pt x="1485" y="1130"/>
                    <a:pt x="1542" y="1114"/>
                    <a:pt x="1591" y="1079"/>
                  </a:cubicBezTo>
                  <a:cubicBezTo>
                    <a:pt x="1724" y="993"/>
                    <a:pt x="1760" y="810"/>
                    <a:pt x="1669" y="672"/>
                  </a:cubicBezTo>
                  <a:cubicBezTo>
                    <a:pt x="1559" y="508"/>
                    <a:pt x="1386" y="394"/>
                    <a:pt x="1194" y="357"/>
                  </a:cubicBezTo>
                  <a:lnTo>
                    <a:pt x="1194" y="293"/>
                  </a:lnTo>
                  <a:cubicBezTo>
                    <a:pt x="1194" y="133"/>
                    <a:pt x="1061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4"/>
            <p:cNvSpPr/>
            <p:nvPr/>
          </p:nvSpPr>
          <p:spPr>
            <a:xfrm>
              <a:off x="5657455" y="1120841"/>
              <a:ext cx="121078" cy="121065"/>
            </a:xfrm>
            <a:custGeom>
              <a:rect b="b" l="l" r="r" t="t"/>
              <a:pathLst>
                <a:path extrusionOk="0" h="4947" w="4948">
                  <a:moveTo>
                    <a:pt x="2474" y="586"/>
                  </a:moveTo>
                  <a:cubicBezTo>
                    <a:pt x="3516" y="586"/>
                    <a:pt x="4362" y="1431"/>
                    <a:pt x="4362" y="2474"/>
                  </a:cubicBezTo>
                  <a:cubicBezTo>
                    <a:pt x="4362" y="3516"/>
                    <a:pt x="3516" y="4362"/>
                    <a:pt x="2474" y="4362"/>
                  </a:cubicBezTo>
                  <a:cubicBezTo>
                    <a:pt x="1432" y="4362"/>
                    <a:pt x="586" y="3516"/>
                    <a:pt x="586" y="2474"/>
                  </a:cubicBezTo>
                  <a:cubicBezTo>
                    <a:pt x="586" y="1431"/>
                    <a:pt x="1432" y="586"/>
                    <a:pt x="2474" y="586"/>
                  </a:cubicBezTo>
                  <a:close/>
                  <a:moveTo>
                    <a:pt x="2474" y="0"/>
                  </a:moveTo>
                  <a:cubicBezTo>
                    <a:pt x="1112" y="0"/>
                    <a:pt x="1" y="1111"/>
                    <a:pt x="1" y="2474"/>
                  </a:cubicBezTo>
                  <a:cubicBezTo>
                    <a:pt x="1" y="3841"/>
                    <a:pt x="1112" y="4947"/>
                    <a:pt x="2474" y="4947"/>
                  </a:cubicBezTo>
                  <a:cubicBezTo>
                    <a:pt x="3836" y="4947"/>
                    <a:pt x="4947" y="3841"/>
                    <a:pt x="4947" y="2474"/>
                  </a:cubicBezTo>
                  <a:cubicBezTo>
                    <a:pt x="4947" y="1111"/>
                    <a:pt x="3836" y="0"/>
                    <a:pt x="2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4"/>
            <p:cNvSpPr/>
            <p:nvPr/>
          </p:nvSpPr>
          <p:spPr>
            <a:xfrm>
              <a:off x="5651630" y="1259105"/>
              <a:ext cx="66265" cy="14365"/>
            </a:xfrm>
            <a:custGeom>
              <a:rect b="b" l="l" r="r" t="t"/>
              <a:pathLst>
                <a:path extrusionOk="0" h="587" w="2708">
                  <a:moveTo>
                    <a:pt x="294" y="1"/>
                  </a:moveTo>
                  <a:cubicBezTo>
                    <a:pt x="129" y="1"/>
                    <a:pt x="1" y="134"/>
                    <a:pt x="1" y="294"/>
                  </a:cubicBezTo>
                  <a:cubicBezTo>
                    <a:pt x="1" y="458"/>
                    <a:pt x="129" y="586"/>
                    <a:pt x="294" y="586"/>
                  </a:cubicBezTo>
                  <a:lnTo>
                    <a:pt x="2415" y="586"/>
                  </a:lnTo>
                  <a:cubicBezTo>
                    <a:pt x="2579" y="586"/>
                    <a:pt x="2707" y="458"/>
                    <a:pt x="2707" y="294"/>
                  </a:cubicBezTo>
                  <a:cubicBezTo>
                    <a:pt x="2707" y="134"/>
                    <a:pt x="2579" y="1"/>
                    <a:pt x="2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4"/>
            <p:cNvSpPr/>
            <p:nvPr/>
          </p:nvSpPr>
          <p:spPr>
            <a:xfrm>
              <a:off x="5740028" y="1287296"/>
              <a:ext cx="36729" cy="14365"/>
            </a:xfrm>
            <a:custGeom>
              <a:rect b="b" l="l" r="r" t="t"/>
              <a:pathLst>
                <a:path extrusionOk="0" h="587" w="1501">
                  <a:moveTo>
                    <a:pt x="293" y="1"/>
                  </a:moveTo>
                  <a:cubicBezTo>
                    <a:pt x="133" y="1"/>
                    <a:pt x="1" y="134"/>
                    <a:pt x="1" y="294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1207" y="586"/>
                  </a:lnTo>
                  <a:cubicBezTo>
                    <a:pt x="1372" y="586"/>
                    <a:pt x="1500" y="458"/>
                    <a:pt x="1500" y="294"/>
                  </a:cubicBezTo>
                  <a:cubicBezTo>
                    <a:pt x="1500" y="134"/>
                    <a:pt x="1372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4"/>
            <p:cNvSpPr/>
            <p:nvPr/>
          </p:nvSpPr>
          <p:spPr>
            <a:xfrm>
              <a:off x="5651630" y="1287296"/>
              <a:ext cx="42211" cy="14365"/>
            </a:xfrm>
            <a:custGeom>
              <a:rect b="b" l="l" r="r" t="t"/>
              <a:pathLst>
                <a:path extrusionOk="0" h="587" w="1725">
                  <a:moveTo>
                    <a:pt x="294" y="1"/>
                  </a:moveTo>
                  <a:cubicBezTo>
                    <a:pt x="129" y="1"/>
                    <a:pt x="1" y="134"/>
                    <a:pt x="1" y="294"/>
                  </a:cubicBezTo>
                  <a:cubicBezTo>
                    <a:pt x="1" y="458"/>
                    <a:pt x="129" y="586"/>
                    <a:pt x="294" y="586"/>
                  </a:cubicBezTo>
                  <a:lnTo>
                    <a:pt x="1432" y="586"/>
                  </a:lnTo>
                  <a:cubicBezTo>
                    <a:pt x="1592" y="586"/>
                    <a:pt x="1724" y="458"/>
                    <a:pt x="1724" y="294"/>
                  </a:cubicBezTo>
                  <a:cubicBezTo>
                    <a:pt x="1724" y="134"/>
                    <a:pt x="1592" y="1"/>
                    <a:pt x="1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4"/>
            <p:cNvSpPr/>
            <p:nvPr/>
          </p:nvSpPr>
          <p:spPr>
            <a:xfrm>
              <a:off x="5703563" y="1287296"/>
              <a:ext cx="27871" cy="14365"/>
            </a:xfrm>
            <a:custGeom>
              <a:rect b="b" l="l" r="r" t="t"/>
              <a:pathLst>
                <a:path extrusionOk="0" h="587" w="1139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846" y="586"/>
                  </a:lnTo>
                  <a:cubicBezTo>
                    <a:pt x="1011" y="586"/>
                    <a:pt x="1139" y="458"/>
                    <a:pt x="1139" y="294"/>
                  </a:cubicBezTo>
                  <a:cubicBezTo>
                    <a:pt x="1139" y="134"/>
                    <a:pt x="1011" y="1"/>
                    <a:pt x="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4"/>
            <p:cNvSpPr/>
            <p:nvPr/>
          </p:nvSpPr>
          <p:spPr>
            <a:xfrm>
              <a:off x="5651630" y="1315512"/>
              <a:ext cx="125115" cy="14341"/>
            </a:xfrm>
            <a:custGeom>
              <a:rect b="b" l="l" r="r" t="t"/>
              <a:pathLst>
                <a:path extrusionOk="0" h="586" w="5113">
                  <a:moveTo>
                    <a:pt x="294" y="0"/>
                  </a:moveTo>
                  <a:cubicBezTo>
                    <a:pt x="129" y="0"/>
                    <a:pt x="1" y="133"/>
                    <a:pt x="1" y="293"/>
                  </a:cubicBezTo>
                  <a:cubicBezTo>
                    <a:pt x="1" y="457"/>
                    <a:pt x="129" y="585"/>
                    <a:pt x="294" y="585"/>
                  </a:cubicBezTo>
                  <a:lnTo>
                    <a:pt x="4819" y="585"/>
                  </a:lnTo>
                  <a:cubicBezTo>
                    <a:pt x="4984" y="585"/>
                    <a:pt x="5112" y="457"/>
                    <a:pt x="5112" y="293"/>
                  </a:cubicBezTo>
                  <a:cubicBezTo>
                    <a:pt x="5112" y="133"/>
                    <a:pt x="4984" y="0"/>
                    <a:pt x="48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3" name="Google Shape;1363;p34"/>
          <p:cNvGrpSpPr/>
          <p:nvPr/>
        </p:nvGrpSpPr>
        <p:grpSpPr>
          <a:xfrm>
            <a:off x="4661925" y="1068667"/>
            <a:ext cx="488446" cy="477214"/>
            <a:chOff x="4661925" y="1068667"/>
            <a:chExt cx="488446" cy="477214"/>
          </a:xfrm>
        </p:grpSpPr>
        <p:sp>
          <p:nvSpPr>
            <p:cNvPr id="1364" name="Google Shape;1364;p34"/>
            <p:cNvSpPr/>
            <p:nvPr/>
          </p:nvSpPr>
          <p:spPr>
            <a:xfrm>
              <a:off x="4932895" y="1193325"/>
              <a:ext cx="25987" cy="18379"/>
            </a:xfrm>
            <a:custGeom>
              <a:rect b="b" l="l" r="r" t="t"/>
              <a:pathLst>
                <a:path extrusionOk="0" h="751" w="1062">
                  <a:moveTo>
                    <a:pt x="731" y="0"/>
                  </a:moveTo>
                  <a:cubicBezTo>
                    <a:pt x="693" y="0"/>
                    <a:pt x="655" y="8"/>
                    <a:pt x="618" y="24"/>
                  </a:cubicBezTo>
                  <a:lnTo>
                    <a:pt x="225" y="188"/>
                  </a:lnTo>
                  <a:cubicBezTo>
                    <a:pt x="74" y="248"/>
                    <a:pt x="1" y="421"/>
                    <a:pt x="65" y="568"/>
                  </a:cubicBezTo>
                  <a:cubicBezTo>
                    <a:pt x="110" y="682"/>
                    <a:pt x="220" y="751"/>
                    <a:pt x="334" y="751"/>
                  </a:cubicBezTo>
                  <a:cubicBezTo>
                    <a:pt x="371" y="751"/>
                    <a:pt x="412" y="741"/>
                    <a:pt x="449" y="728"/>
                  </a:cubicBezTo>
                  <a:lnTo>
                    <a:pt x="842" y="563"/>
                  </a:lnTo>
                  <a:cubicBezTo>
                    <a:pt x="993" y="504"/>
                    <a:pt x="1061" y="330"/>
                    <a:pt x="1002" y="184"/>
                  </a:cubicBezTo>
                  <a:cubicBezTo>
                    <a:pt x="954" y="70"/>
                    <a:pt x="846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4"/>
            <p:cNvSpPr/>
            <p:nvPr/>
          </p:nvSpPr>
          <p:spPr>
            <a:xfrm>
              <a:off x="4918700" y="1166309"/>
              <a:ext cx="22512" cy="22906"/>
            </a:xfrm>
            <a:custGeom>
              <a:rect b="b" l="l" r="r" t="t"/>
              <a:pathLst>
                <a:path extrusionOk="0" h="936" w="920">
                  <a:moveTo>
                    <a:pt x="589" y="1"/>
                  </a:moveTo>
                  <a:cubicBezTo>
                    <a:pt x="498" y="1"/>
                    <a:pt x="410" y="42"/>
                    <a:pt x="352" y="122"/>
                  </a:cubicBezTo>
                  <a:lnTo>
                    <a:pt x="96" y="469"/>
                  </a:lnTo>
                  <a:cubicBezTo>
                    <a:pt x="0" y="602"/>
                    <a:pt x="28" y="785"/>
                    <a:pt x="160" y="881"/>
                  </a:cubicBezTo>
                  <a:cubicBezTo>
                    <a:pt x="210" y="917"/>
                    <a:pt x="270" y="936"/>
                    <a:pt x="334" y="936"/>
                  </a:cubicBezTo>
                  <a:cubicBezTo>
                    <a:pt x="421" y="936"/>
                    <a:pt x="512" y="895"/>
                    <a:pt x="567" y="817"/>
                  </a:cubicBezTo>
                  <a:lnTo>
                    <a:pt x="823" y="469"/>
                  </a:lnTo>
                  <a:cubicBezTo>
                    <a:pt x="919" y="337"/>
                    <a:pt x="892" y="154"/>
                    <a:pt x="764" y="58"/>
                  </a:cubicBezTo>
                  <a:cubicBezTo>
                    <a:pt x="710" y="19"/>
                    <a:pt x="649" y="1"/>
                    <a:pt x="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4"/>
            <p:cNvSpPr/>
            <p:nvPr/>
          </p:nvSpPr>
          <p:spPr>
            <a:xfrm>
              <a:off x="4939282" y="1223328"/>
              <a:ext cx="25865" cy="15907"/>
            </a:xfrm>
            <a:custGeom>
              <a:rect b="b" l="l" r="r" t="t"/>
              <a:pathLst>
                <a:path extrusionOk="0" h="650" w="1057">
                  <a:moveTo>
                    <a:pt x="309" y="1"/>
                  </a:moveTo>
                  <a:cubicBezTo>
                    <a:pt x="168" y="1"/>
                    <a:pt x="44" y="107"/>
                    <a:pt x="23" y="247"/>
                  </a:cubicBezTo>
                  <a:cubicBezTo>
                    <a:pt x="0" y="407"/>
                    <a:pt x="110" y="558"/>
                    <a:pt x="270" y="581"/>
                  </a:cubicBezTo>
                  <a:lnTo>
                    <a:pt x="700" y="645"/>
                  </a:lnTo>
                  <a:cubicBezTo>
                    <a:pt x="714" y="649"/>
                    <a:pt x="727" y="649"/>
                    <a:pt x="741" y="649"/>
                  </a:cubicBezTo>
                  <a:cubicBezTo>
                    <a:pt x="883" y="649"/>
                    <a:pt x="1011" y="544"/>
                    <a:pt x="1029" y="402"/>
                  </a:cubicBezTo>
                  <a:cubicBezTo>
                    <a:pt x="1056" y="242"/>
                    <a:pt x="947" y="91"/>
                    <a:pt x="787" y="69"/>
                  </a:cubicBezTo>
                  <a:lnTo>
                    <a:pt x="357" y="5"/>
                  </a:lnTo>
                  <a:cubicBezTo>
                    <a:pt x="341" y="2"/>
                    <a:pt x="325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4"/>
            <p:cNvSpPr/>
            <p:nvPr/>
          </p:nvSpPr>
          <p:spPr>
            <a:xfrm>
              <a:off x="4661925" y="1068667"/>
              <a:ext cx="488446" cy="477214"/>
            </a:xfrm>
            <a:custGeom>
              <a:rect b="b" l="l" r="r" t="t"/>
              <a:pathLst>
                <a:path extrusionOk="0" h="19500" w="19961">
                  <a:moveTo>
                    <a:pt x="9450" y="834"/>
                  </a:moveTo>
                  <a:lnTo>
                    <a:pt x="12175" y="1945"/>
                  </a:lnTo>
                  <a:lnTo>
                    <a:pt x="10360" y="2708"/>
                  </a:lnTo>
                  <a:cubicBezTo>
                    <a:pt x="10345" y="2714"/>
                    <a:pt x="10331" y="2716"/>
                    <a:pt x="10317" y="2716"/>
                  </a:cubicBezTo>
                  <a:cubicBezTo>
                    <a:pt x="10272" y="2716"/>
                    <a:pt x="10230" y="2690"/>
                    <a:pt x="10209" y="2644"/>
                  </a:cubicBezTo>
                  <a:lnTo>
                    <a:pt x="9450" y="834"/>
                  </a:lnTo>
                  <a:close/>
                  <a:moveTo>
                    <a:pt x="16234" y="4057"/>
                  </a:moveTo>
                  <a:cubicBezTo>
                    <a:pt x="16321" y="4057"/>
                    <a:pt x="16394" y="4130"/>
                    <a:pt x="16394" y="4222"/>
                  </a:cubicBezTo>
                  <a:lnTo>
                    <a:pt x="16394" y="5067"/>
                  </a:lnTo>
                  <a:cubicBezTo>
                    <a:pt x="16394" y="5154"/>
                    <a:pt x="16321" y="5227"/>
                    <a:pt x="16234" y="5227"/>
                  </a:cubicBezTo>
                  <a:lnTo>
                    <a:pt x="14634" y="5227"/>
                  </a:lnTo>
                  <a:lnTo>
                    <a:pt x="14140" y="4057"/>
                  </a:lnTo>
                  <a:close/>
                  <a:moveTo>
                    <a:pt x="17354" y="2526"/>
                  </a:moveTo>
                  <a:cubicBezTo>
                    <a:pt x="17624" y="2526"/>
                    <a:pt x="17843" y="2745"/>
                    <a:pt x="17843" y="3015"/>
                  </a:cubicBezTo>
                  <a:lnTo>
                    <a:pt x="17843" y="7746"/>
                  </a:lnTo>
                  <a:lnTo>
                    <a:pt x="15686" y="7746"/>
                  </a:lnTo>
                  <a:lnTo>
                    <a:pt x="14876" y="5813"/>
                  </a:lnTo>
                  <a:lnTo>
                    <a:pt x="16234" y="5813"/>
                  </a:lnTo>
                  <a:cubicBezTo>
                    <a:pt x="16646" y="5813"/>
                    <a:pt x="16979" y="5479"/>
                    <a:pt x="16979" y="5067"/>
                  </a:cubicBezTo>
                  <a:lnTo>
                    <a:pt x="16979" y="4222"/>
                  </a:lnTo>
                  <a:cubicBezTo>
                    <a:pt x="16979" y="3810"/>
                    <a:pt x="16646" y="3472"/>
                    <a:pt x="16234" y="3472"/>
                  </a:cubicBezTo>
                  <a:lnTo>
                    <a:pt x="13893" y="3472"/>
                  </a:lnTo>
                  <a:lnTo>
                    <a:pt x="13500" y="2526"/>
                  </a:lnTo>
                  <a:close/>
                  <a:moveTo>
                    <a:pt x="8750" y="679"/>
                  </a:moveTo>
                  <a:lnTo>
                    <a:pt x="9669" y="2873"/>
                  </a:lnTo>
                  <a:cubicBezTo>
                    <a:pt x="9784" y="3138"/>
                    <a:pt x="10044" y="3303"/>
                    <a:pt x="10314" y="3303"/>
                  </a:cubicBezTo>
                  <a:cubicBezTo>
                    <a:pt x="10405" y="3303"/>
                    <a:pt x="10497" y="3284"/>
                    <a:pt x="10584" y="3248"/>
                  </a:cubicBezTo>
                  <a:lnTo>
                    <a:pt x="12783" y="2324"/>
                  </a:lnTo>
                  <a:lnTo>
                    <a:pt x="15055" y="7746"/>
                  </a:lnTo>
                  <a:lnTo>
                    <a:pt x="13637" y="7746"/>
                  </a:lnTo>
                  <a:cubicBezTo>
                    <a:pt x="13477" y="7746"/>
                    <a:pt x="13345" y="7874"/>
                    <a:pt x="13345" y="8039"/>
                  </a:cubicBezTo>
                  <a:cubicBezTo>
                    <a:pt x="13345" y="8199"/>
                    <a:pt x="13477" y="8332"/>
                    <a:pt x="13637" y="8332"/>
                  </a:cubicBezTo>
                  <a:lnTo>
                    <a:pt x="18886" y="8332"/>
                  </a:lnTo>
                  <a:cubicBezTo>
                    <a:pt x="19155" y="8332"/>
                    <a:pt x="19375" y="8546"/>
                    <a:pt x="19375" y="8816"/>
                  </a:cubicBezTo>
                  <a:lnTo>
                    <a:pt x="19375" y="17699"/>
                  </a:lnTo>
                  <a:cubicBezTo>
                    <a:pt x="19375" y="18371"/>
                    <a:pt x="18831" y="18915"/>
                    <a:pt x="18159" y="18915"/>
                  </a:cubicBezTo>
                  <a:lnTo>
                    <a:pt x="3141" y="18915"/>
                  </a:lnTo>
                  <a:cubicBezTo>
                    <a:pt x="3434" y="18595"/>
                    <a:pt x="3612" y="18170"/>
                    <a:pt x="3612" y="17699"/>
                  </a:cubicBezTo>
                  <a:lnTo>
                    <a:pt x="3612" y="14508"/>
                  </a:lnTo>
                  <a:cubicBezTo>
                    <a:pt x="3612" y="14348"/>
                    <a:pt x="3484" y="14215"/>
                    <a:pt x="3319" y="14215"/>
                  </a:cubicBezTo>
                  <a:cubicBezTo>
                    <a:pt x="3159" y="14215"/>
                    <a:pt x="3027" y="14348"/>
                    <a:pt x="3027" y="14508"/>
                  </a:cubicBezTo>
                  <a:lnTo>
                    <a:pt x="3027" y="17699"/>
                  </a:lnTo>
                  <a:cubicBezTo>
                    <a:pt x="3027" y="18371"/>
                    <a:pt x="2483" y="18915"/>
                    <a:pt x="1815" y="18915"/>
                  </a:cubicBezTo>
                  <a:lnTo>
                    <a:pt x="1797" y="18915"/>
                  </a:lnTo>
                  <a:cubicBezTo>
                    <a:pt x="1129" y="18915"/>
                    <a:pt x="581" y="18371"/>
                    <a:pt x="581" y="17699"/>
                  </a:cubicBezTo>
                  <a:lnTo>
                    <a:pt x="581" y="5090"/>
                  </a:lnTo>
                  <a:cubicBezTo>
                    <a:pt x="581" y="4821"/>
                    <a:pt x="800" y="4601"/>
                    <a:pt x="1070" y="4601"/>
                  </a:cubicBezTo>
                  <a:lnTo>
                    <a:pt x="1637" y="4601"/>
                  </a:lnTo>
                  <a:lnTo>
                    <a:pt x="2231" y="6027"/>
                  </a:lnTo>
                  <a:cubicBezTo>
                    <a:pt x="2279" y="6138"/>
                    <a:pt x="2390" y="6206"/>
                    <a:pt x="2504" y="6206"/>
                  </a:cubicBezTo>
                  <a:cubicBezTo>
                    <a:pt x="2541" y="6206"/>
                    <a:pt x="2579" y="6199"/>
                    <a:pt x="2615" y="6183"/>
                  </a:cubicBezTo>
                  <a:cubicBezTo>
                    <a:pt x="2766" y="6119"/>
                    <a:pt x="2835" y="5950"/>
                    <a:pt x="2771" y="5799"/>
                  </a:cubicBezTo>
                  <a:lnTo>
                    <a:pt x="1884" y="3678"/>
                  </a:lnTo>
                  <a:cubicBezTo>
                    <a:pt x="1861" y="3623"/>
                    <a:pt x="1888" y="3554"/>
                    <a:pt x="1943" y="3531"/>
                  </a:cubicBezTo>
                  <a:lnTo>
                    <a:pt x="8750" y="679"/>
                  </a:lnTo>
                  <a:close/>
                  <a:moveTo>
                    <a:pt x="8906" y="1"/>
                  </a:moveTo>
                  <a:cubicBezTo>
                    <a:pt x="8868" y="1"/>
                    <a:pt x="8830" y="9"/>
                    <a:pt x="8796" y="25"/>
                  </a:cubicBezTo>
                  <a:lnTo>
                    <a:pt x="1719" y="2992"/>
                  </a:lnTo>
                  <a:cubicBezTo>
                    <a:pt x="1363" y="3138"/>
                    <a:pt x="1193" y="3550"/>
                    <a:pt x="1344" y="3906"/>
                  </a:cubicBezTo>
                  <a:lnTo>
                    <a:pt x="1390" y="4016"/>
                  </a:lnTo>
                  <a:lnTo>
                    <a:pt x="1070" y="4016"/>
                  </a:lnTo>
                  <a:cubicBezTo>
                    <a:pt x="480" y="4016"/>
                    <a:pt x="0" y="4501"/>
                    <a:pt x="0" y="5090"/>
                  </a:cubicBezTo>
                  <a:lnTo>
                    <a:pt x="0" y="17699"/>
                  </a:lnTo>
                  <a:cubicBezTo>
                    <a:pt x="0" y="18691"/>
                    <a:pt x="805" y="19500"/>
                    <a:pt x="1797" y="19500"/>
                  </a:cubicBezTo>
                  <a:lnTo>
                    <a:pt x="18159" y="19500"/>
                  </a:lnTo>
                  <a:cubicBezTo>
                    <a:pt x="19151" y="19500"/>
                    <a:pt x="19960" y="18691"/>
                    <a:pt x="19960" y="17699"/>
                  </a:cubicBezTo>
                  <a:lnTo>
                    <a:pt x="19960" y="8816"/>
                  </a:lnTo>
                  <a:cubicBezTo>
                    <a:pt x="19960" y="8226"/>
                    <a:pt x="19480" y="7746"/>
                    <a:pt x="18886" y="7746"/>
                  </a:cubicBezTo>
                  <a:lnTo>
                    <a:pt x="18429" y="7746"/>
                  </a:lnTo>
                  <a:lnTo>
                    <a:pt x="18429" y="3015"/>
                  </a:lnTo>
                  <a:cubicBezTo>
                    <a:pt x="18429" y="2420"/>
                    <a:pt x="17948" y="1940"/>
                    <a:pt x="17354" y="1940"/>
                  </a:cubicBezTo>
                  <a:lnTo>
                    <a:pt x="13253" y="1940"/>
                  </a:lnTo>
                  <a:lnTo>
                    <a:pt x="13208" y="1831"/>
                  </a:lnTo>
                  <a:cubicBezTo>
                    <a:pt x="13176" y="1758"/>
                    <a:pt x="13121" y="1703"/>
                    <a:pt x="13048" y="1671"/>
                  </a:cubicBezTo>
                  <a:lnTo>
                    <a:pt x="9016" y="25"/>
                  </a:lnTo>
                  <a:cubicBezTo>
                    <a:pt x="8981" y="9"/>
                    <a:pt x="8944" y="1"/>
                    <a:pt x="8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4"/>
            <p:cNvSpPr/>
            <p:nvPr/>
          </p:nvSpPr>
          <p:spPr>
            <a:xfrm>
              <a:off x="4727269" y="1172109"/>
              <a:ext cx="243770" cy="227007"/>
            </a:xfrm>
            <a:custGeom>
              <a:rect b="b" l="l" r="r" t="t"/>
              <a:pathLst>
                <a:path extrusionOk="0" h="9276" w="9962">
                  <a:moveTo>
                    <a:pt x="5376" y="584"/>
                  </a:moveTo>
                  <a:cubicBezTo>
                    <a:pt x="5652" y="584"/>
                    <a:pt x="5928" y="638"/>
                    <a:pt x="6190" y="744"/>
                  </a:cubicBezTo>
                  <a:cubicBezTo>
                    <a:pt x="6720" y="964"/>
                    <a:pt x="7132" y="1375"/>
                    <a:pt x="7356" y="1906"/>
                  </a:cubicBezTo>
                  <a:cubicBezTo>
                    <a:pt x="7571" y="2422"/>
                    <a:pt x="7575" y="2998"/>
                    <a:pt x="7370" y="3519"/>
                  </a:cubicBezTo>
                  <a:lnTo>
                    <a:pt x="6464" y="3519"/>
                  </a:lnTo>
                  <a:cubicBezTo>
                    <a:pt x="6556" y="3318"/>
                    <a:pt x="6574" y="3076"/>
                    <a:pt x="6478" y="2856"/>
                  </a:cubicBezTo>
                  <a:cubicBezTo>
                    <a:pt x="6396" y="2655"/>
                    <a:pt x="6240" y="2500"/>
                    <a:pt x="6039" y="2418"/>
                  </a:cubicBezTo>
                  <a:cubicBezTo>
                    <a:pt x="5940" y="2377"/>
                    <a:pt x="5835" y="2356"/>
                    <a:pt x="5731" y="2356"/>
                  </a:cubicBezTo>
                  <a:cubicBezTo>
                    <a:pt x="5624" y="2356"/>
                    <a:pt x="5517" y="2378"/>
                    <a:pt x="5417" y="2422"/>
                  </a:cubicBezTo>
                  <a:lnTo>
                    <a:pt x="5125" y="2541"/>
                  </a:lnTo>
                  <a:cubicBezTo>
                    <a:pt x="5096" y="2554"/>
                    <a:pt x="5066" y="2560"/>
                    <a:pt x="5036" y="2560"/>
                  </a:cubicBezTo>
                  <a:cubicBezTo>
                    <a:pt x="4947" y="2560"/>
                    <a:pt x="4862" y="2507"/>
                    <a:pt x="4828" y="2418"/>
                  </a:cubicBezTo>
                  <a:cubicBezTo>
                    <a:pt x="4777" y="2303"/>
                    <a:pt x="4832" y="2171"/>
                    <a:pt x="4947" y="2120"/>
                  </a:cubicBezTo>
                  <a:lnTo>
                    <a:pt x="5239" y="1997"/>
                  </a:lnTo>
                  <a:cubicBezTo>
                    <a:pt x="5266" y="1986"/>
                    <a:pt x="5294" y="1981"/>
                    <a:pt x="5322" y="1981"/>
                  </a:cubicBezTo>
                  <a:cubicBezTo>
                    <a:pt x="5368" y="1981"/>
                    <a:pt x="5415" y="1995"/>
                    <a:pt x="5454" y="2020"/>
                  </a:cubicBezTo>
                  <a:cubicBezTo>
                    <a:pt x="5502" y="2052"/>
                    <a:pt x="5557" y="2067"/>
                    <a:pt x="5612" y="2067"/>
                  </a:cubicBezTo>
                  <a:cubicBezTo>
                    <a:pt x="5707" y="2067"/>
                    <a:pt x="5801" y="2020"/>
                    <a:pt x="5856" y="1933"/>
                  </a:cubicBezTo>
                  <a:cubicBezTo>
                    <a:pt x="5948" y="1800"/>
                    <a:pt x="5907" y="1618"/>
                    <a:pt x="5774" y="1531"/>
                  </a:cubicBezTo>
                  <a:cubicBezTo>
                    <a:pt x="5639" y="1442"/>
                    <a:pt x="5482" y="1395"/>
                    <a:pt x="5325" y="1395"/>
                  </a:cubicBezTo>
                  <a:cubicBezTo>
                    <a:pt x="5264" y="1395"/>
                    <a:pt x="5203" y="1402"/>
                    <a:pt x="5143" y="1416"/>
                  </a:cubicBezTo>
                  <a:lnTo>
                    <a:pt x="5107" y="1325"/>
                  </a:lnTo>
                  <a:cubicBezTo>
                    <a:pt x="5058" y="1214"/>
                    <a:pt x="4947" y="1148"/>
                    <a:pt x="4833" y="1148"/>
                  </a:cubicBezTo>
                  <a:cubicBezTo>
                    <a:pt x="4796" y="1148"/>
                    <a:pt x="4758" y="1155"/>
                    <a:pt x="4723" y="1170"/>
                  </a:cubicBezTo>
                  <a:cubicBezTo>
                    <a:pt x="4572" y="1234"/>
                    <a:pt x="4503" y="1403"/>
                    <a:pt x="4567" y="1554"/>
                  </a:cubicBezTo>
                  <a:lnTo>
                    <a:pt x="4604" y="1645"/>
                  </a:lnTo>
                  <a:cubicBezTo>
                    <a:pt x="4275" y="1851"/>
                    <a:pt x="4133" y="2276"/>
                    <a:pt x="4288" y="2646"/>
                  </a:cubicBezTo>
                  <a:cubicBezTo>
                    <a:pt x="4419" y="2956"/>
                    <a:pt x="4721" y="3144"/>
                    <a:pt x="5037" y="3144"/>
                  </a:cubicBezTo>
                  <a:cubicBezTo>
                    <a:pt x="5141" y="3144"/>
                    <a:pt x="5247" y="3123"/>
                    <a:pt x="5349" y="3080"/>
                  </a:cubicBezTo>
                  <a:lnTo>
                    <a:pt x="5641" y="2962"/>
                  </a:lnTo>
                  <a:cubicBezTo>
                    <a:pt x="5670" y="2947"/>
                    <a:pt x="5701" y="2940"/>
                    <a:pt x="5732" y="2940"/>
                  </a:cubicBezTo>
                  <a:cubicBezTo>
                    <a:pt x="5761" y="2940"/>
                    <a:pt x="5789" y="2946"/>
                    <a:pt x="5815" y="2957"/>
                  </a:cubicBezTo>
                  <a:cubicBezTo>
                    <a:pt x="5870" y="2984"/>
                    <a:pt x="5916" y="3026"/>
                    <a:pt x="5939" y="3080"/>
                  </a:cubicBezTo>
                  <a:cubicBezTo>
                    <a:pt x="5989" y="3199"/>
                    <a:pt x="5934" y="3332"/>
                    <a:pt x="5815" y="3382"/>
                  </a:cubicBezTo>
                  <a:lnTo>
                    <a:pt x="5527" y="3501"/>
                  </a:lnTo>
                  <a:cubicBezTo>
                    <a:pt x="5509" y="3510"/>
                    <a:pt x="5486" y="3515"/>
                    <a:pt x="5468" y="3519"/>
                  </a:cubicBezTo>
                  <a:lnTo>
                    <a:pt x="5413" y="3519"/>
                  </a:lnTo>
                  <a:cubicBezTo>
                    <a:pt x="5363" y="3515"/>
                    <a:pt x="5317" y="3492"/>
                    <a:pt x="5280" y="3455"/>
                  </a:cubicBezTo>
                  <a:cubicBezTo>
                    <a:pt x="5222" y="3399"/>
                    <a:pt x="5148" y="3372"/>
                    <a:pt x="5075" y="3372"/>
                  </a:cubicBezTo>
                  <a:cubicBezTo>
                    <a:pt x="4999" y="3372"/>
                    <a:pt x="4923" y="3402"/>
                    <a:pt x="4864" y="3460"/>
                  </a:cubicBezTo>
                  <a:cubicBezTo>
                    <a:pt x="4846" y="3478"/>
                    <a:pt x="4832" y="3497"/>
                    <a:pt x="4823" y="3519"/>
                  </a:cubicBezTo>
                  <a:lnTo>
                    <a:pt x="3379" y="3519"/>
                  </a:lnTo>
                  <a:cubicBezTo>
                    <a:pt x="3177" y="2998"/>
                    <a:pt x="3177" y="2436"/>
                    <a:pt x="3392" y="1919"/>
                  </a:cubicBezTo>
                  <a:cubicBezTo>
                    <a:pt x="3607" y="1389"/>
                    <a:pt x="4019" y="973"/>
                    <a:pt x="4549" y="754"/>
                  </a:cubicBezTo>
                  <a:cubicBezTo>
                    <a:pt x="4814" y="640"/>
                    <a:pt x="5095" y="584"/>
                    <a:pt x="5376" y="584"/>
                  </a:cubicBezTo>
                  <a:close/>
                  <a:moveTo>
                    <a:pt x="5374" y="0"/>
                  </a:moveTo>
                  <a:cubicBezTo>
                    <a:pt x="5016" y="0"/>
                    <a:pt x="4659" y="71"/>
                    <a:pt x="4320" y="214"/>
                  </a:cubicBezTo>
                  <a:cubicBezTo>
                    <a:pt x="3648" y="493"/>
                    <a:pt x="3127" y="1019"/>
                    <a:pt x="2848" y="1695"/>
                  </a:cubicBezTo>
                  <a:cubicBezTo>
                    <a:pt x="2610" y="2280"/>
                    <a:pt x="2578" y="2920"/>
                    <a:pt x="2761" y="3519"/>
                  </a:cubicBezTo>
                  <a:lnTo>
                    <a:pt x="1431" y="3519"/>
                  </a:lnTo>
                  <a:cubicBezTo>
                    <a:pt x="1262" y="3519"/>
                    <a:pt x="1106" y="3556"/>
                    <a:pt x="965" y="3625"/>
                  </a:cubicBezTo>
                  <a:lnTo>
                    <a:pt x="604" y="2760"/>
                  </a:lnTo>
                  <a:cubicBezTo>
                    <a:pt x="555" y="2650"/>
                    <a:pt x="445" y="2582"/>
                    <a:pt x="331" y="2582"/>
                  </a:cubicBezTo>
                  <a:cubicBezTo>
                    <a:pt x="294" y="2582"/>
                    <a:pt x="256" y="2589"/>
                    <a:pt x="220" y="2605"/>
                  </a:cubicBezTo>
                  <a:cubicBezTo>
                    <a:pt x="69" y="2669"/>
                    <a:pt x="0" y="2838"/>
                    <a:pt x="64" y="2989"/>
                  </a:cubicBezTo>
                  <a:lnTo>
                    <a:pt x="508" y="4050"/>
                  </a:lnTo>
                  <a:cubicBezTo>
                    <a:pt x="412" y="4205"/>
                    <a:pt x="357" y="4393"/>
                    <a:pt x="357" y="4589"/>
                  </a:cubicBezTo>
                  <a:lnTo>
                    <a:pt x="357" y="8982"/>
                  </a:lnTo>
                  <a:cubicBezTo>
                    <a:pt x="357" y="9142"/>
                    <a:pt x="489" y="9275"/>
                    <a:pt x="649" y="9275"/>
                  </a:cubicBezTo>
                  <a:cubicBezTo>
                    <a:pt x="814" y="9275"/>
                    <a:pt x="942" y="9142"/>
                    <a:pt x="942" y="8982"/>
                  </a:cubicBezTo>
                  <a:lnTo>
                    <a:pt x="942" y="4589"/>
                  </a:lnTo>
                  <a:cubicBezTo>
                    <a:pt x="942" y="4319"/>
                    <a:pt x="1161" y="4105"/>
                    <a:pt x="1431" y="4105"/>
                  </a:cubicBezTo>
                  <a:lnTo>
                    <a:pt x="9669" y="4105"/>
                  </a:lnTo>
                  <a:cubicBezTo>
                    <a:pt x="9829" y="4105"/>
                    <a:pt x="9962" y="3972"/>
                    <a:pt x="9962" y="3812"/>
                  </a:cubicBezTo>
                  <a:cubicBezTo>
                    <a:pt x="9962" y="3647"/>
                    <a:pt x="9829" y="3519"/>
                    <a:pt x="9669" y="3519"/>
                  </a:cubicBezTo>
                  <a:lnTo>
                    <a:pt x="7991" y="3519"/>
                  </a:lnTo>
                  <a:cubicBezTo>
                    <a:pt x="8170" y="2916"/>
                    <a:pt x="8142" y="2267"/>
                    <a:pt x="7895" y="1677"/>
                  </a:cubicBezTo>
                  <a:cubicBezTo>
                    <a:pt x="7612" y="1005"/>
                    <a:pt x="7086" y="484"/>
                    <a:pt x="6410" y="205"/>
                  </a:cubicBezTo>
                  <a:cubicBezTo>
                    <a:pt x="6076" y="69"/>
                    <a:pt x="5725" y="0"/>
                    <a:pt x="5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4"/>
            <p:cNvSpPr/>
            <p:nvPr/>
          </p:nvSpPr>
          <p:spPr>
            <a:xfrm>
              <a:off x="4736887" y="1143868"/>
              <a:ext cx="67464" cy="35852"/>
            </a:xfrm>
            <a:custGeom>
              <a:rect b="b" l="l" r="r" t="t"/>
              <a:pathLst>
                <a:path extrusionOk="0" h="1465" w="2757">
                  <a:moveTo>
                    <a:pt x="2423" y="1"/>
                  </a:moveTo>
                  <a:cubicBezTo>
                    <a:pt x="2385" y="1"/>
                    <a:pt x="2346" y="8"/>
                    <a:pt x="2309" y="24"/>
                  </a:cubicBezTo>
                  <a:lnTo>
                    <a:pt x="220" y="902"/>
                  </a:lnTo>
                  <a:cubicBezTo>
                    <a:pt x="69" y="966"/>
                    <a:pt x="0" y="1135"/>
                    <a:pt x="60" y="1286"/>
                  </a:cubicBezTo>
                  <a:cubicBezTo>
                    <a:pt x="110" y="1396"/>
                    <a:pt x="215" y="1464"/>
                    <a:pt x="329" y="1464"/>
                  </a:cubicBezTo>
                  <a:cubicBezTo>
                    <a:pt x="371" y="1464"/>
                    <a:pt x="407" y="1455"/>
                    <a:pt x="444" y="1441"/>
                  </a:cubicBezTo>
                  <a:lnTo>
                    <a:pt x="2538" y="563"/>
                  </a:lnTo>
                  <a:cubicBezTo>
                    <a:pt x="2688" y="499"/>
                    <a:pt x="2757" y="330"/>
                    <a:pt x="2693" y="179"/>
                  </a:cubicBezTo>
                  <a:cubicBezTo>
                    <a:pt x="2648" y="69"/>
                    <a:pt x="2539" y="1"/>
                    <a:pt x="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4"/>
            <p:cNvSpPr/>
            <p:nvPr/>
          </p:nvSpPr>
          <p:spPr>
            <a:xfrm>
              <a:off x="4746848" y="1178496"/>
              <a:ext cx="37145" cy="23151"/>
            </a:xfrm>
            <a:custGeom>
              <a:rect b="b" l="l" r="r" t="t"/>
              <a:pathLst>
                <a:path extrusionOk="0" h="946" w="1518">
                  <a:moveTo>
                    <a:pt x="1184" y="0"/>
                  </a:moveTo>
                  <a:cubicBezTo>
                    <a:pt x="1147" y="0"/>
                    <a:pt x="1110" y="7"/>
                    <a:pt x="1074" y="22"/>
                  </a:cubicBezTo>
                  <a:lnTo>
                    <a:pt x="220" y="383"/>
                  </a:lnTo>
                  <a:cubicBezTo>
                    <a:pt x="73" y="442"/>
                    <a:pt x="0" y="616"/>
                    <a:pt x="64" y="762"/>
                  </a:cubicBezTo>
                  <a:cubicBezTo>
                    <a:pt x="110" y="877"/>
                    <a:pt x="220" y="945"/>
                    <a:pt x="334" y="945"/>
                  </a:cubicBezTo>
                  <a:cubicBezTo>
                    <a:pt x="370" y="945"/>
                    <a:pt x="412" y="936"/>
                    <a:pt x="448" y="922"/>
                  </a:cubicBezTo>
                  <a:lnTo>
                    <a:pt x="1298" y="561"/>
                  </a:lnTo>
                  <a:cubicBezTo>
                    <a:pt x="1449" y="502"/>
                    <a:pt x="1518" y="328"/>
                    <a:pt x="1454" y="182"/>
                  </a:cubicBezTo>
                  <a:cubicBezTo>
                    <a:pt x="1409" y="67"/>
                    <a:pt x="1298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4"/>
            <p:cNvSpPr/>
            <p:nvPr/>
          </p:nvSpPr>
          <p:spPr>
            <a:xfrm>
              <a:off x="4780841" y="1467774"/>
              <a:ext cx="50604" cy="14219"/>
            </a:xfrm>
            <a:custGeom>
              <a:rect b="b" l="l" r="r" t="t"/>
              <a:pathLst>
                <a:path extrusionOk="0" h="581" w="2068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1"/>
                    <a:pt x="293" y="581"/>
                  </a:cubicBezTo>
                  <a:lnTo>
                    <a:pt x="1775" y="581"/>
                  </a:lnTo>
                  <a:cubicBezTo>
                    <a:pt x="1939" y="581"/>
                    <a:pt x="2067" y="453"/>
                    <a:pt x="2067" y="293"/>
                  </a:cubicBezTo>
                  <a:cubicBezTo>
                    <a:pt x="2067" y="128"/>
                    <a:pt x="1939" y="0"/>
                    <a:pt x="1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4"/>
            <p:cNvSpPr/>
            <p:nvPr/>
          </p:nvSpPr>
          <p:spPr>
            <a:xfrm>
              <a:off x="4780841" y="1493616"/>
              <a:ext cx="117260" cy="14341"/>
            </a:xfrm>
            <a:custGeom>
              <a:rect b="b" l="l" r="r" t="t"/>
              <a:pathLst>
                <a:path extrusionOk="0" h="586" w="4792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7"/>
                    <a:pt x="133" y="585"/>
                    <a:pt x="293" y="585"/>
                  </a:cubicBezTo>
                  <a:lnTo>
                    <a:pt x="4499" y="585"/>
                  </a:lnTo>
                  <a:cubicBezTo>
                    <a:pt x="4659" y="585"/>
                    <a:pt x="4792" y="457"/>
                    <a:pt x="4792" y="293"/>
                  </a:cubicBezTo>
                  <a:cubicBezTo>
                    <a:pt x="4792" y="133"/>
                    <a:pt x="4659" y="0"/>
                    <a:pt x="4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3" name="Google Shape;1373;p34"/>
          <p:cNvGrpSpPr/>
          <p:nvPr/>
        </p:nvGrpSpPr>
        <p:grpSpPr>
          <a:xfrm>
            <a:off x="4068934" y="1062990"/>
            <a:ext cx="337991" cy="488618"/>
            <a:chOff x="4068934" y="1062990"/>
            <a:chExt cx="337991" cy="488618"/>
          </a:xfrm>
        </p:grpSpPr>
        <p:sp>
          <p:nvSpPr>
            <p:cNvPr id="1374" name="Google Shape;1374;p34"/>
            <p:cNvSpPr/>
            <p:nvPr/>
          </p:nvSpPr>
          <p:spPr>
            <a:xfrm>
              <a:off x="4068934" y="1062990"/>
              <a:ext cx="337980" cy="488618"/>
            </a:xfrm>
            <a:custGeom>
              <a:rect b="b" l="l" r="r" t="t"/>
              <a:pathLst>
                <a:path extrusionOk="0" h="19966" w="13812">
                  <a:moveTo>
                    <a:pt x="778" y="1"/>
                  </a:moveTo>
                  <a:cubicBezTo>
                    <a:pt x="348" y="1"/>
                    <a:pt x="1" y="348"/>
                    <a:pt x="1" y="778"/>
                  </a:cubicBezTo>
                  <a:lnTo>
                    <a:pt x="1" y="19188"/>
                  </a:lnTo>
                  <a:cubicBezTo>
                    <a:pt x="1" y="19618"/>
                    <a:pt x="348" y="19965"/>
                    <a:pt x="778" y="19965"/>
                  </a:cubicBezTo>
                  <a:lnTo>
                    <a:pt x="13034" y="19965"/>
                  </a:lnTo>
                  <a:cubicBezTo>
                    <a:pt x="13464" y="19965"/>
                    <a:pt x="13812" y="19618"/>
                    <a:pt x="13812" y="19188"/>
                  </a:cubicBezTo>
                  <a:lnTo>
                    <a:pt x="13812" y="16180"/>
                  </a:lnTo>
                  <a:cubicBezTo>
                    <a:pt x="13812" y="16020"/>
                    <a:pt x="13679" y="15887"/>
                    <a:pt x="13519" y="15887"/>
                  </a:cubicBezTo>
                  <a:cubicBezTo>
                    <a:pt x="13354" y="15887"/>
                    <a:pt x="13226" y="16020"/>
                    <a:pt x="13226" y="16180"/>
                  </a:cubicBezTo>
                  <a:lnTo>
                    <a:pt x="13226" y="19188"/>
                  </a:lnTo>
                  <a:cubicBezTo>
                    <a:pt x="13226" y="19293"/>
                    <a:pt x="13139" y="19380"/>
                    <a:pt x="13034" y="19380"/>
                  </a:cubicBezTo>
                  <a:lnTo>
                    <a:pt x="778" y="19380"/>
                  </a:lnTo>
                  <a:cubicBezTo>
                    <a:pt x="673" y="19380"/>
                    <a:pt x="586" y="19293"/>
                    <a:pt x="586" y="19188"/>
                  </a:cubicBezTo>
                  <a:lnTo>
                    <a:pt x="586" y="778"/>
                  </a:lnTo>
                  <a:cubicBezTo>
                    <a:pt x="586" y="673"/>
                    <a:pt x="673" y="586"/>
                    <a:pt x="778" y="586"/>
                  </a:cubicBezTo>
                  <a:lnTo>
                    <a:pt x="2227" y="586"/>
                  </a:lnTo>
                  <a:cubicBezTo>
                    <a:pt x="2392" y="586"/>
                    <a:pt x="2520" y="458"/>
                    <a:pt x="2520" y="293"/>
                  </a:cubicBezTo>
                  <a:cubicBezTo>
                    <a:pt x="2520" y="133"/>
                    <a:pt x="2392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4"/>
            <p:cNvSpPr/>
            <p:nvPr/>
          </p:nvSpPr>
          <p:spPr>
            <a:xfrm>
              <a:off x="4148154" y="1062990"/>
              <a:ext cx="258770" cy="371370"/>
            </a:xfrm>
            <a:custGeom>
              <a:rect b="b" l="l" r="r" t="t"/>
              <a:pathLst>
                <a:path extrusionOk="0" h="15175" w="10575">
                  <a:moveTo>
                    <a:pt x="6922" y="1002"/>
                  </a:moveTo>
                  <a:lnTo>
                    <a:pt x="9573" y="3649"/>
                  </a:lnTo>
                  <a:lnTo>
                    <a:pt x="7114" y="3649"/>
                  </a:lnTo>
                  <a:cubicBezTo>
                    <a:pt x="7009" y="3649"/>
                    <a:pt x="6922" y="3567"/>
                    <a:pt x="6922" y="3462"/>
                  </a:cubicBezTo>
                  <a:lnTo>
                    <a:pt x="6922" y="1002"/>
                  </a:lnTo>
                  <a:close/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6337" y="586"/>
                  </a:lnTo>
                  <a:lnTo>
                    <a:pt x="6337" y="3462"/>
                  </a:lnTo>
                  <a:cubicBezTo>
                    <a:pt x="6337" y="3887"/>
                    <a:pt x="6684" y="4234"/>
                    <a:pt x="7114" y="4234"/>
                  </a:cubicBezTo>
                  <a:lnTo>
                    <a:pt x="9989" y="4234"/>
                  </a:lnTo>
                  <a:lnTo>
                    <a:pt x="9989" y="14882"/>
                  </a:lnTo>
                  <a:cubicBezTo>
                    <a:pt x="9989" y="15042"/>
                    <a:pt x="10117" y="15174"/>
                    <a:pt x="10282" y="15174"/>
                  </a:cubicBezTo>
                  <a:cubicBezTo>
                    <a:pt x="10442" y="15174"/>
                    <a:pt x="10575" y="15042"/>
                    <a:pt x="10575" y="14882"/>
                  </a:cubicBezTo>
                  <a:lnTo>
                    <a:pt x="10575" y="3942"/>
                  </a:lnTo>
                  <a:cubicBezTo>
                    <a:pt x="10575" y="3864"/>
                    <a:pt x="10543" y="3791"/>
                    <a:pt x="10488" y="3736"/>
                  </a:cubicBezTo>
                  <a:lnTo>
                    <a:pt x="6839" y="88"/>
                  </a:lnTo>
                  <a:cubicBezTo>
                    <a:pt x="6785" y="33"/>
                    <a:pt x="6707" y="1"/>
                    <a:pt x="6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4"/>
            <p:cNvSpPr/>
            <p:nvPr/>
          </p:nvSpPr>
          <p:spPr>
            <a:xfrm>
              <a:off x="4137190" y="1165844"/>
              <a:ext cx="216144" cy="205398"/>
            </a:xfrm>
            <a:custGeom>
              <a:rect b="b" l="l" r="r" t="t"/>
              <a:pathLst>
                <a:path extrusionOk="0" h="8393" w="8833">
                  <a:moveTo>
                    <a:pt x="6138" y="586"/>
                  </a:moveTo>
                  <a:cubicBezTo>
                    <a:pt x="6149" y="586"/>
                    <a:pt x="6161" y="588"/>
                    <a:pt x="6172" y="594"/>
                  </a:cubicBezTo>
                  <a:cubicBezTo>
                    <a:pt x="6519" y="772"/>
                    <a:pt x="6839" y="1005"/>
                    <a:pt x="7118" y="1288"/>
                  </a:cubicBezTo>
                  <a:cubicBezTo>
                    <a:pt x="7850" y="2015"/>
                    <a:pt x="8248" y="2984"/>
                    <a:pt x="8238" y="4018"/>
                  </a:cubicBezTo>
                  <a:cubicBezTo>
                    <a:pt x="8234" y="4932"/>
                    <a:pt x="7909" y="5791"/>
                    <a:pt x="7319" y="6477"/>
                  </a:cubicBezTo>
                  <a:lnTo>
                    <a:pt x="4759" y="3922"/>
                  </a:lnTo>
                  <a:lnTo>
                    <a:pt x="6076" y="635"/>
                  </a:lnTo>
                  <a:cubicBezTo>
                    <a:pt x="6085" y="607"/>
                    <a:pt x="6108" y="594"/>
                    <a:pt x="6117" y="589"/>
                  </a:cubicBezTo>
                  <a:cubicBezTo>
                    <a:pt x="6123" y="587"/>
                    <a:pt x="6130" y="586"/>
                    <a:pt x="6138" y="586"/>
                  </a:cubicBezTo>
                  <a:close/>
                  <a:moveTo>
                    <a:pt x="672" y="3899"/>
                  </a:moveTo>
                  <a:lnTo>
                    <a:pt x="4284" y="4269"/>
                  </a:lnTo>
                  <a:lnTo>
                    <a:pt x="6903" y="6893"/>
                  </a:lnTo>
                  <a:cubicBezTo>
                    <a:pt x="6195" y="7501"/>
                    <a:pt x="5303" y="7803"/>
                    <a:pt x="4416" y="7803"/>
                  </a:cubicBezTo>
                  <a:cubicBezTo>
                    <a:pt x="3447" y="7803"/>
                    <a:pt x="2478" y="7442"/>
                    <a:pt x="1742" y="6724"/>
                  </a:cubicBezTo>
                  <a:cubicBezTo>
                    <a:pt x="997" y="5993"/>
                    <a:pt x="585" y="5014"/>
                    <a:pt x="590" y="3977"/>
                  </a:cubicBezTo>
                  <a:cubicBezTo>
                    <a:pt x="595" y="3945"/>
                    <a:pt x="608" y="3926"/>
                    <a:pt x="617" y="3917"/>
                  </a:cubicBezTo>
                  <a:cubicBezTo>
                    <a:pt x="627" y="3908"/>
                    <a:pt x="640" y="3899"/>
                    <a:pt x="663" y="3899"/>
                  </a:cubicBezTo>
                  <a:close/>
                  <a:moveTo>
                    <a:pt x="6142" y="0"/>
                  </a:moveTo>
                  <a:cubicBezTo>
                    <a:pt x="6066" y="0"/>
                    <a:pt x="5989" y="13"/>
                    <a:pt x="5916" y="40"/>
                  </a:cubicBezTo>
                  <a:cubicBezTo>
                    <a:pt x="5742" y="109"/>
                    <a:pt x="5601" y="242"/>
                    <a:pt x="5532" y="415"/>
                  </a:cubicBezTo>
                  <a:lnTo>
                    <a:pt x="4224" y="3675"/>
                  </a:lnTo>
                  <a:lnTo>
                    <a:pt x="732" y="3318"/>
                  </a:lnTo>
                  <a:cubicBezTo>
                    <a:pt x="710" y="3316"/>
                    <a:pt x="688" y="3315"/>
                    <a:pt x="667" y="3315"/>
                  </a:cubicBezTo>
                  <a:cubicBezTo>
                    <a:pt x="506" y="3315"/>
                    <a:pt x="349" y="3374"/>
                    <a:pt x="224" y="3483"/>
                  </a:cubicBezTo>
                  <a:cubicBezTo>
                    <a:pt x="87" y="3606"/>
                    <a:pt x="9" y="3785"/>
                    <a:pt x="9" y="3972"/>
                  </a:cubicBezTo>
                  <a:cubicBezTo>
                    <a:pt x="0" y="5174"/>
                    <a:pt x="471" y="6299"/>
                    <a:pt x="1331" y="7140"/>
                  </a:cubicBezTo>
                  <a:cubicBezTo>
                    <a:pt x="2154" y="7945"/>
                    <a:pt x="3246" y="8393"/>
                    <a:pt x="4407" y="8393"/>
                  </a:cubicBezTo>
                  <a:lnTo>
                    <a:pt x="4416" y="8393"/>
                  </a:lnTo>
                  <a:cubicBezTo>
                    <a:pt x="5573" y="8393"/>
                    <a:pt x="6666" y="7954"/>
                    <a:pt x="7489" y="7149"/>
                  </a:cubicBezTo>
                  <a:cubicBezTo>
                    <a:pt x="8339" y="6322"/>
                    <a:pt x="8814" y="5211"/>
                    <a:pt x="8824" y="4022"/>
                  </a:cubicBezTo>
                  <a:cubicBezTo>
                    <a:pt x="8833" y="2834"/>
                    <a:pt x="8371" y="1714"/>
                    <a:pt x="7534" y="872"/>
                  </a:cubicBezTo>
                  <a:cubicBezTo>
                    <a:pt x="7210" y="552"/>
                    <a:pt x="6844" y="283"/>
                    <a:pt x="6442" y="72"/>
                  </a:cubicBezTo>
                  <a:cubicBezTo>
                    <a:pt x="6349" y="25"/>
                    <a:pt x="6246" y="0"/>
                    <a:pt x="6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4"/>
            <p:cNvSpPr/>
            <p:nvPr/>
          </p:nvSpPr>
          <p:spPr>
            <a:xfrm>
              <a:off x="4122188" y="1122652"/>
              <a:ext cx="148924" cy="114458"/>
            </a:xfrm>
            <a:custGeom>
              <a:rect b="b" l="l" r="r" t="t"/>
              <a:pathLst>
                <a:path extrusionOk="0" h="4677" w="6086">
                  <a:moveTo>
                    <a:pt x="4359" y="1"/>
                  </a:moveTo>
                  <a:cubicBezTo>
                    <a:pt x="3205" y="1"/>
                    <a:pt x="2078" y="455"/>
                    <a:pt x="1240" y="1293"/>
                  </a:cubicBezTo>
                  <a:cubicBezTo>
                    <a:pt x="622" y="1906"/>
                    <a:pt x="206" y="2683"/>
                    <a:pt x="37" y="3533"/>
                  </a:cubicBezTo>
                  <a:cubicBezTo>
                    <a:pt x="1" y="3716"/>
                    <a:pt x="42" y="3904"/>
                    <a:pt x="152" y="4055"/>
                  </a:cubicBezTo>
                  <a:cubicBezTo>
                    <a:pt x="261" y="4205"/>
                    <a:pt x="430" y="4301"/>
                    <a:pt x="613" y="4320"/>
                  </a:cubicBezTo>
                  <a:lnTo>
                    <a:pt x="1550" y="4416"/>
                  </a:lnTo>
                  <a:cubicBezTo>
                    <a:pt x="1559" y="4417"/>
                    <a:pt x="1568" y="4417"/>
                    <a:pt x="1576" y="4417"/>
                  </a:cubicBezTo>
                  <a:cubicBezTo>
                    <a:pt x="1726" y="4417"/>
                    <a:pt x="1853" y="4306"/>
                    <a:pt x="1870" y="4155"/>
                  </a:cubicBezTo>
                  <a:cubicBezTo>
                    <a:pt x="1889" y="3995"/>
                    <a:pt x="1770" y="3849"/>
                    <a:pt x="1610" y="3835"/>
                  </a:cubicBezTo>
                  <a:lnTo>
                    <a:pt x="673" y="3739"/>
                  </a:lnTo>
                  <a:cubicBezTo>
                    <a:pt x="645" y="3735"/>
                    <a:pt x="632" y="3721"/>
                    <a:pt x="622" y="3707"/>
                  </a:cubicBezTo>
                  <a:cubicBezTo>
                    <a:pt x="618" y="3698"/>
                    <a:pt x="604" y="3675"/>
                    <a:pt x="609" y="3648"/>
                  </a:cubicBezTo>
                  <a:cubicBezTo>
                    <a:pt x="760" y="2912"/>
                    <a:pt x="1121" y="2240"/>
                    <a:pt x="1656" y="1705"/>
                  </a:cubicBezTo>
                  <a:cubicBezTo>
                    <a:pt x="2382" y="978"/>
                    <a:pt x="3356" y="586"/>
                    <a:pt x="4356" y="586"/>
                  </a:cubicBezTo>
                  <a:cubicBezTo>
                    <a:pt x="4715" y="586"/>
                    <a:pt x="5077" y="636"/>
                    <a:pt x="5432" y="740"/>
                  </a:cubicBezTo>
                  <a:cubicBezTo>
                    <a:pt x="5455" y="745"/>
                    <a:pt x="5468" y="763"/>
                    <a:pt x="5473" y="777"/>
                  </a:cubicBezTo>
                  <a:cubicBezTo>
                    <a:pt x="5478" y="786"/>
                    <a:pt x="5487" y="809"/>
                    <a:pt x="5473" y="836"/>
                  </a:cubicBezTo>
                  <a:lnTo>
                    <a:pt x="4188" y="4045"/>
                  </a:lnTo>
                  <a:cubicBezTo>
                    <a:pt x="4176" y="4074"/>
                    <a:pt x="4149" y="4092"/>
                    <a:pt x="4124" y="4092"/>
                  </a:cubicBezTo>
                  <a:cubicBezTo>
                    <a:pt x="4121" y="4092"/>
                    <a:pt x="4118" y="4092"/>
                    <a:pt x="4115" y="4091"/>
                  </a:cubicBezTo>
                  <a:lnTo>
                    <a:pt x="2899" y="3968"/>
                  </a:lnTo>
                  <a:cubicBezTo>
                    <a:pt x="2888" y="3966"/>
                    <a:pt x="2877" y="3966"/>
                    <a:pt x="2867" y="3966"/>
                  </a:cubicBezTo>
                  <a:cubicBezTo>
                    <a:pt x="2720" y="3966"/>
                    <a:pt x="2592" y="4079"/>
                    <a:pt x="2579" y="4228"/>
                  </a:cubicBezTo>
                  <a:cubicBezTo>
                    <a:pt x="2561" y="4388"/>
                    <a:pt x="2680" y="4530"/>
                    <a:pt x="2840" y="4548"/>
                  </a:cubicBezTo>
                  <a:lnTo>
                    <a:pt x="4056" y="4672"/>
                  </a:lnTo>
                  <a:cubicBezTo>
                    <a:pt x="4074" y="4676"/>
                    <a:pt x="4097" y="4676"/>
                    <a:pt x="4120" y="4676"/>
                  </a:cubicBezTo>
                  <a:cubicBezTo>
                    <a:pt x="4385" y="4676"/>
                    <a:pt x="4632" y="4512"/>
                    <a:pt x="4732" y="4265"/>
                  </a:cubicBezTo>
                  <a:lnTo>
                    <a:pt x="6017" y="1051"/>
                  </a:lnTo>
                  <a:cubicBezTo>
                    <a:pt x="6086" y="882"/>
                    <a:pt x="6081" y="685"/>
                    <a:pt x="5999" y="521"/>
                  </a:cubicBezTo>
                  <a:cubicBezTo>
                    <a:pt x="5916" y="352"/>
                    <a:pt x="5770" y="228"/>
                    <a:pt x="5596" y="178"/>
                  </a:cubicBezTo>
                  <a:cubicBezTo>
                    <a:pt x="5188" y="59"/>
                    <a:pt x="4772" y="1"/>
                    <a:pt x="4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4"/>
            <p:cNvSpPr/>
            <p:nvPr/>
          </p:nvSpPr>
          <p:spPr>
            <a:xfrm>
              <a:off x="4123192" y="1112814"/>
              <a:ext cx="35384" cy="24154"/>
            </a:xfrm>
            <a:custGeom>
              <a:rect b="b" l="l" r="r" t="t"/>
              <a:pathLst>
                <a:path extrusionOk="0" h="987" w="1446">
                  <a:moveTo>
                    <a:pt x="323" y="0"/>
                  </a:moveTo>
                  <a:cubicBezTo>
                    <a:pt x="248" y="0"/>
                    <a:pt x="172" y="29"/>
                    <a:pt x="115" y="86"/>
                  </a:cubicBezTo>
                  <a:cubicBezTo>
                    <a:pt x="1" y="200"/>
                    <a:pt x="1" y="388"/>
                    <a:pt x="115" y="502"/>
                  </a:cubicBezTo>
                  <a:lnTo>
                    <a:pt x="517" y="904"/>
                  </a:lnTo>
                  <a:cubicBezTo>
                    <a:pt x="577" y="959"/>
                    <a:pt x="650" y="987"/>
                    <a:pt x="723" y="987"/>
                  </a:cubicBezTo>
                  <a:cubicBezTo>
                    <a:pt x="801" y="987"/>
                    <a:pt x="874" y="959"/>
                    <a:pt x="933" y="904"/>
                  </a:cubicBezTo>
                  <a:lnTo>
                    <a:pt x="1331" y="502"/>
                  </a:lnTo>
                  <a:cubicBezTo>
                    <a:pt x="1445" y="388"/>
                    <a:pt x="1445" y="200"/>
                    <a:pt x="1331" y="86"/>
                  </a:cubicBezTo>
                  <a:cubicBezTo>
                    <a:pt x="1274" y="29"/>
                    <a:pt x="1200" y="0"/>
                    <a:pt x="1125" y="0"/>
                  </a:cubicBezTo>
                  <a:cubicBezTo>
                    <a:pt x="1051" y="0"/>
                    <a:pt x="977" y="29"/>
                    <a:pt x="920" y="86"/>
                  </a:cubicBezTo>
                  <a:lnTo>
                    <a:pt x="723" y="283"/>
                  </a:lnTo>
                  <a:lnTo>
                    <a:pt x="531" y="86"/>
                  </a:lnTo>
                  <a:cubicBezTo>
                    <a:pt x="474" y="29"/>
                    <a:pt x="399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4"/>
            <p:cNvSpPr/>
            <p:nvPr/>
          </p:nvSpPr>
          <p:spPr>
            <a:xfrm>
              <a:off x="4129139" y="1350310"/>
              <a:ext cx="35359" cy="24179"/>
            </a:xfrm>
            <a:custGeom>
              <a:rect b="b" l="l" r="r" t="t"/>
              <a:pathLst>
                <a:path extrusionOk="0" h="988" w="1445">
                  <a:moveTo>
                    <a:pt x="322" y="1"/>
                  </a:moveTo>
                  <a:cubicBezTo>
                    <a:pt x="247" y="1"/>
                    <a:pt x="172" y="30"/>
                    <a:pt x="114" y="87"/>
                  </a:cubicBezTo>
                  <a:cubicBezTo>
                    <a:pt x="0" y="201"/>
                    <a:pt x="0" y="384"/>
                    <a:pt x="114" y="498"/>
                  </a:cubicBezTo>
                  <a:lnTo>
                    <a:pt x="517" y="900"/>
                  </a:lnTo>
                  <a:cubicBezTo>
                    <a:pt x="572" y="955"/>
                    <a:pt x="645" y="987"/>
                    <a:pt x="722" y="987"/>
                  </a:cubicBezTo>
                  <a:cubicBezTo>
                    <a:pt x="800" y="987"/>
                    <a:pt x="873" y="955"/>
                    <a:pt x="928" y="900"/>
                  </a:cubicBezTo>
                  <a:lnTo>
                    <a:pt x="1330" y="498"/>
                  </a:lnTo>
                  <a:cubicBezTo>
                    <a:pt x="1445" y="384"/>
                    <a:pt x="1445" y="201"/>
                    <a:pt x="1330" y="87"/>
                  </a:cubicBezTo>
                  <a:cubicBezTo>
                    <a:pt x="1273" y="30"/>
                    <a:pt x="1199" y="1"/>
                    <a:pt x="1125" y="1"/>
                  </a:cubicBezTo>
                  <a:cubicBezTo>
                    <a:pt x="1050" y="1"/>
                    <a:pt x="976" y="30"/>
                    <a:pt x="919" y="87"/>
                  </a:cubicBezTo>
                  <a:lnTo>
                    <a:pt x="722" y="279"/>
                  </a:lnTo>
                  <a:lnTo>
                    <a:pt x="530" y="87"/>
                  </a:lnTo>
                  <a:cubicBezTo>
                    <a:pt x="473" y="30"/>
                    <a:pt x="398" y="1"/>
                    <a:pt x="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4"/>
            <p:cNvSpPr/>
            <p:nvPr/>
          </p:nvSpPr>
          <p:spPr>
            <a:xfrm>
              <a:off x="4134939" y="1399303"/>
              <a:ext cx="56746" cy="14341"/>
            </a:xfrm>
            <a:custGeom>
              <a:rect b="b" l="l" r="r" t="t"/>
              <a:pathLst>
                <a:path extrusionOk="0" h="586" w="2319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2026" y="585"/>
                  </a:lnTo>
                  <a:cubicBezTo>
                    <a:pt x="2191" y="585"/>
                    <a:pt x="2319" y="453"/>
                    <a:pt x="2319" y="293"/>
                  </a:cubicBezTo>
                  <a:cubicBezTo>
                    <a:pt x="2319" y="128"/>
                    <a:pt x="2191" y="0"/>
                    <a:pt x="2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4"/>
            <p:cNvSpPr/>
            <p:nvPr/>
          </p:nvSpPr>
          <p:spPr>
            <a:xfrm>
              <a:off x="4203073" y="1434199"/>
              <a:ext cx="145915" cy="14341"/>
            </a:xfrm>
            <a:custGeom>
              <a:rect b="b" l="l" r="r" t="t"/>
              <a:pathLst>
                <a:path extrusionOk="0" h="586" w="5963">
                  <a:moveTo>
                    <a:pt x="294" y="1"/>
                  </a:moveTo>
                  <a:cubicBezTo>
                    <a:pt x="134" y="1"/>
                    <a:pt x="1" y="129"/>
                    <a:pt x="1" y="293"/>
                  </a:cubicBezTo>
                  <a:cubicBezTo>
                    <a:pt x="1" y="453"/>
                    <a:pt x="134" y="586"/>
                    <a:pt x="294" y="586"/>
                  </a:cubicBezTo>
                  <a:lnTo>
                    <a:pt x="5670" y="586"/>
                  </a:lnTo>
                  <a:cubicBezTo>
                    <a:pt x="5830" y="586"/>
                    <a:pt x="5962" y="453"/>
                    <a:pt x="5962" y="293"/>
                  </a:cubicBezTo>
                  <a:cubicBezTo>
                    <a:pt x="5962" y="129"/>
                    <a:pt x="5830" y="1"/>
                    <a:pt x="5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4170866" y="1434199"/>
              <a:ext cx="21607" cy="14341"/>
            </a:xfrm>
            <a:custGeom>
              <a:rect b="b" l="l" r="r" t="t"/>
              <a:pathLst>
                <a:path extrusionOk="0" h="586" w="883">
                  <a:moveTo>
                    <a:pt x="288" y="1"/>
                  </a:moveTo>
                  <a:cubicBezTo>
                    <a:pt x="128" y="1"/>
                    <a:pt x="0" y="129"/>
                    <a:pt x="0" y="293"/>
                  </a:cubicBezTo>
                  <a:cubicBezTo>
                    <a:pt x="0" y="453"/>
                    <a:pt x="128" y="586"/>
                    <a:pt x="288" y="586"/>
                  </a:cubicBezTo>
                  <a:lnTo>
                    <a:pt x="590" y="586"/>
                  </a:lnTo>
                  <a:cubicBezTo>
                    <a:pt x="755" y="586"/>
                    <a:pt x="883" y="453"/>
                    <a:pt x="883" y="293"/>
                  </a:cubicBezTo>
                  <a:cubicBezTo>
                    <a:pt x="883" y="129"/>
                    <a:pt x="755" y="1"/>
                    <a:pt x="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4"/>
            <p:cNvSpPr/>
            <p:nvPr/>
          </p:nvSpPr>
          <p:spPr>
            <a:xfrm>
              <a:off x="4134939" y="1434199"/>
              <a:ext cx="25865" cy="14341"/>
            </a:xfrm>
            <a:custGeom>
              <a:rect b="b" l="l" r="r" t="t"/>
              <a:pathLst>
                <a:path extrusionOk="0" h="586" w="1057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764" y="586"/>
                  </a:lnTo>
                  <a:cubicBezTo>
                    <a:pt x="929" y="586"/>
                    <a:pt x="1057" y="453"/>
                    <a:pt x="1057" y="293"/>
                  </a:cubicBezTo>
                  <a:cubicBezTo>
                    <a:pt x="1057" y="129"/>
                    <a:pt x="929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4"/>
            <p:cNvSpPr/>
            <p:nvPr/>
          </p:nvSpPr>
          <p:spPr>
            <a:xfrm>
              <a:off x="4134939" y="1462390"/>
              <a:ext cx="117945" cy="14341"/>
            </a:xfrm>
            <a:custGeom>
              <a:rect b="b" l="l" r="r" t="t"/>
              <a:pathLst>
                <a:path extrusionOk="0" h="586" w="4820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4527" y="586"/>
                  </a:lnTo>
                  <a:cubicBezTo>
                    <a:pt x="4687" y="586"/>
                    <a:pt x="4819" y="453"/>
                    <a:pt x="4819" y="293"/>
                  </a:cubicBezTo>
                  <a:cubicBezTo>
                    <a:pt x="4819" y="129"/>
                    <a:pt x="4687" y="1"/>
                    <a:pt x="4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4"/>
            <p:cNvSpPr/>
            <p:nvPr/>
          </p:nvSpPr>
          <p:spPr>
            <a:xfrm>
              <a:off x="4306791" y="1462390"/>
              <a:ext cx="42211" cy="14341"/>
            </a:xfrm>
            <a:custGeom>
              <a:rect b="b" l="l" r="r" t="t"/>
              <a:pathLst>
                <a:path extrusionOk="0" h="586" w="1725">
                  <a:moveTo>
                    <a:pt x="289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89" y="586"/>
                  </a:cubicBezTo>
                  <a:lnTo>
                    <a:pt x="1432" y="586"/>
                  </a:lnTo>
                  <a:cubicBezTo>
                    <a:pt x="1592" y="586"/>
                    <a:pt x="1724" y="453"/>
                    <a:pt x="1724" y="293"/>
                  </a:cubicBezTo>
                  <a:cubicBezTo>
                    <a:pt x="1724" y="129"/>
                    <a:pt x="1592" y="1"/>
                    <a:pt x="1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4"/>
            <p:cNvSpPr/>
            <p:nvPr/>
          </p:nvSpPr>
          <p:spPr>
            <a:xfrm>
              <a:off x="4265284" y="1462390"/>
              <a:ext cx="27896" cy="14341"/>
            </a:xfrm>
            <a:custGeom>
              <a:rect b="b" l="l" r="r" t="t"/>
              <a:pathLst>
                <a:path extrusionOk="0" h="586" w="1140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847" y="586"/>
                  </a:lnTo>
                  <a:cubicBezTo>
                    <a:pt x="1007" y="586"/>
                    <a:pt x="1139" y="453"/>
                    <a:pt x="1139" y="293"/>
                  </a:cubicBezTo>
                  <a:cubicBezTo>
                    <a:pt x="1139" y="129"/>
                    <a:pt x="1007" y="1"/>
                    <a:pt x="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4195927" y="1490581"/>
              <a:ext cx="153060" cy="14243"/>
            </a:xfrm>
            <a:custGeom>
              <a:rect b="b" l="l" r="r" t="t"/>
              <a:pathLst>
                <a:path extrusionOk="0" h="582" w="6255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5962" y="581"/>
                  </a:lnTo>
                  <a:cubicBezTo>
                    <a:pt x="6122" y="581"/>
                    <a:pt x="6254" y="453"/>
                    <a:pt x="6254" y="293"/>
                  </a:cubicBezTo>
                  <a:cubicBezTo>
                    <a:pt x="6254" y="129"/>
                    <a:pt x="6122" y="1"/>
                    <a:pt x="5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4"/>
            <p:cNvSpPr/>
            <p:nvPr/>
          </p:nvSpPr>
          <p:spPr>
            <a:xfrm>
              <a:off x="4293380" y="1364724"/>
              <a:ext cx="55620" cy="55528"/>
            </a:xfrm>
            <a:custGeom>
              <a:rect b="b" l="l" r="r" t="t"/>
              <a:pathLst>
                <a:path extrusionOk="0" h="2269" w="2273">
                  <a:moveTo>
                    <a:pt x="1134" y="586"/>
                  </a:moveTo>
                  <a:cubicBezTo>
                    <a:pt x="1440" y="586"/>
                    <a:pt x="1687" y="833"/>
                    <a:pt x="1687" y="1134"/>
                  </a:cubicBezTo>
                  <a:cubicBezTo>
                    <a:pt x="1687" y="1436"/>
                    <a:pt x="1440" y="1683"/>
                    <a:pt x="1134" y="1683"/>
                  </a:cubicBezTo>
                  <a:cubicBezTo>
                    <a:pt x="832" y="1683"/>
                    <a:pt x="585" y="1436"/>
                    <a:pt x="585" y="1134"/>
                  </a:cubicBezTo>
                  <a:cubicBezTo>
                    <a:pt x="585" y="833"/>
                    <a:pt x="832" y="586"/>
                    <a:pt x="1134" y="586"/>
                  </a:cubicBezTo>
                  <a:close/>
                  <a:moveTo>
                    <a:pt x="1134" y="1"/>
                  </a:moveTo>
                  <a:cubicBezTo>
                    <a:pt x="512" y="1"/>
                    <a:pt x="0" y="508"/>
                    <a:pt x="0" y="1134"/>
                  </a:cubicBezTo>
                  <a:cubicBezTo>
                    <a:pt x="0" y="1761"/>
                    <a:pt x="512" y="2268"/>
                    <a:pt x="1134" y="2268"/>
                  </a:cubicBezTo>
                  <a:cubicBezTo>
                    <a:pt x="1760" y="2268"/>
                    <a:pt x="2272" y="1761"/>
                    <a:pt x="2272" y="1134"/>
                  </a:cubicBezTo>
                  <a:cubicBezTo>
                    <a:pt x="2272" y="508"/>
                    <a:pt x="1760" y="1"/>
                    <a:pt x="1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34"/>
          <p:cNvGrpSpPr/>
          <p:nvPr/>
        </p:nvGrpSpPr>
        <p:grpSpPr>
          <a:xfrm>
            <a:off x="3325480" y="1081001"/>
            <a:ext cx="488544" cy="452594"/>
            <a:chOff x="3325480" y="1081001"/>
            <a:chExt cx="488544" cy="452594"/>
          </a:xfrm>
        </p:grpSpPr>
        <p:sp>
          <p:nvSpPr>
            <p:cNvPr id="1390" name="Google Shape;1390;p34"/>
            <p:cNvSpPr/>
            <p:nvPr/>
          </p:nvSpPr>
          <p:spPr>
            <a:xfrm>
              <a:off x="3325480" y="1081001"/>
              <a:ext cx="488544" cy="452594"/>
            </a:xfrm>
            <a:custGeom>
              <a:rect b="b" l="l" r="r" t="t"/>
              <a:pathLst>
                <a:path extrusionOk="0" h="18494" w="19965">
                  <a:moveTo>
                    <a:pt x="9980" y="16843"/>
                  </a:moveTo>
                  <a:cubicBezTo>
                    <a:pt x="10277" y="16843"/>
                    <a:pt x="10515" y="17080"/>
                    <a:pt x="10515" y="17378"/>
                  </a:cubicBezTo>
                  <a:cubicBezTo>
                    <a:pt x="10515" y="17670"/>
                    <a:pt x="10277" y="17908"/>
                    <a:pt x="9980" y="17908"/>
                  </a:cubicBezTo>
                  <a:cubicBezTo>
                    <a:pt x="9687" y="17908"/>
                    <a:pt x="9450" y="17670"/>
                    <a:pt x="9450" y="17378"/>
                  </a:cubicBezTo>
                  <a:cubicBezTo>
                    <a:pt x="9450" y="17080"/>
                    <a:pt x="9687" y="16843"/>
                    <a:pt x="9980" y="16843"/>
                  </a:cubicBezTo>
                  <a:close/>
                  <a:moveTo>
                    <a:pt x="686" y="1"/>
                  </a:moveTo>
                  <a:cubicBezTo>
                    <a:pt x="306" y="1"/>
                    <a:pt x="0" y="307"/>
                    <a:pt x="0" y="687"/>
                  </a:cubicBezTo>
                  <a:lnTo>
                    <a:pt x="0" y="1862"/>
                  </a:lnTo>
                  <a:cubicBezTo>
                    <a:pt x="0" y="2232"/>
                    <a:pt x="293" y="2534"/>
                    <a:pt x="658" y="2547"/>
                  </a:cubicBezTo>
                  <a:lnTo>
                    <a:pt x="658" y="10191"/>
                  </a:lnTo>
                  <a:cubicBezTo>
                    <a:pt x="658" y="10351"/>
                    <a:pt x="791" y="10484"/>
                    <a:pt x="951" y="10484"/>
                  </a:cubicBezTo>
                  <a:cubicBezTo>
                    <a:pt x="1116" y="10484"/>
                    <a:pt x="1244" y="10351"/>
                    <a:pt x="1244" y="10191"/>
                  </a:cubicBezTo>
                  <a:lnTo>
                    <a:pt x="1244" y="2547"/>
                  </a:lnTo>
                  <a:lnTo>
                    <a:pt x="15251" y="2547"/>
                  </a:lnTo>
                  <a:cubicBezTo>
                    <a:pt x="15411" y="2547"/>
                    <a:pt x="15544" y="2415"/>
                    <a:pt x="15544" y="2255"/>
                  </a:cubicBezTo>
                  <a:cubicBezTo>
                    <a:pt x="15544" y="2095"/>
                    <a:pt x="15411" y="1962"/>
                    <a:pt x="15251" y="1962"/>
                  </a:cubicBezTo>
                  <a:lnTo>
                    <a:pt x="686" y="1962"/>
                  </a:lnTo>
                  <a:cubicBezTo>
                    <a:pt x="631" y="1962"/>
                    <a:pt x="585" y="1916"/>
                    <a:pt x="585" y="1862"/>
                  </a:cubicBezTo>
                  <a:lnTo>
                    <a:pt x="585" y="687"/>
                  </a:lnTo>
                  <a:cubicBezTo>
                    <a:pt x="585" y="632"/>
                    <a:pt x="631" y="586"/>
                    <a:pt x="686" y="586"/>
                  </a:cubicBezTo>
                  <a:lnTo>
                    <a:pt x="19279" y="586"/>
                  </a:lnTo>
                  <a:cubicBezTo>
                    <a:pt x="19334" y="586"/>
                    <a:pt x="19379" y="632"/>
                    <a:pt x="19379" y="687"/>
                  </a:cubicBezTo>
                  <a:lnTo>
                    <a:pt x="19379" y="1862"/>
                  </a:lnTo>
                  <a:cubicBezTo>
                    <a:pt x="19379" y="1916"/>
                    <a:pt x="19334" y="1962"/>
                    <a:pt x="19279" y="1962"/>
                  </a:cubicBezTo>
                  <a:lnTo>
                    <a:pt x="16549" y="1962"/>
                  </a:lnTo>
                  <a:cubicBezTo>
                    <a:pt x="16389" y="1962"/>
                    <a:pt x="16257" y="2095"/>
                    <a:pt x="16257" y="2255"/>
                  </a:cubicBezTo>
                  <a:cubicBezTo>
                    <a:pt x="16257" y="2415"/>
                    <a:pt x="16389" y="2547"/>
                    <a:pt x="16549" y="2547"/>
                  </a:cubicBezTo>
                  <a:lnTo>
                    <a:pt x="18716" y="2547"/>
                  </a:lnTo>
                  <a:lnTo>
                    <a:pt x="18716" y="14443"/>
                  </a:lnTo>
                  <a:cubicBezTo>
                    <a:pt x="18716" y="14498"/>
                    <a:pt x="18675" y="14539"/>
                    <a:pt x="18620" y="14539"/>
                  </a:cubicBezTo>
                  <a:lnTo>
                    <a:pt x="1344" y="14539"/>
                  </a:lnTo>
                  <a:cubicBezTo>
                    <a:pt x="1289" y="14539"/>
                    <a:pt x="1244" y="14498"/>
                    <a:pt x="1244" y="14443"/>
                  </a:cubicBezTo>
                  <a:lnTo>
                    <a:pt x="1244" y="11489"/>
                  </a:lnTo>
                  <a:cubicBezTo>
                    <a:pt x="1244" y="11329"/>
                    <a:pt x="1116" y="11197"/>
                    <a:pt x="951" y="11197"/>
                  </a:cubicBezTo>
                  <a:cubicBezTo>
                    <a:pt x="791" y="11197"/>
                    <a:pt x="658" y="11329"/>
                    <a:pt x="658" y="11489"/>
                  </a:cubicBezTo>
                  <a:lnTo>
                    <a:pt x="658" y="14443"/>
                  </a:lnTo>
                  <a:cubicBezTo>
                    <a:pt x="658" y="14818"/>
                    <a:pt x="965" y="15124"/>
                    <a:pt x="1344" y="15124"/>
                  </a:cubicBezTo>
                  <a:lnTo>
                    <a:pt x="9687" y="15124"/>
                  </a:lnTo>
                  <a:lnTo>
                    <a:pt x="9687" y="16299"/>
                  </a:lnTo>
                  <a:cubicBezTo>
                    <a:pt x="9216" y="16427"/>
                    <a:pt x="8864" y="16861"/>
                    <a:pt x="8864" y="17378"/>
                  </a:cubicBezTo>
                  <a:cubicBezTo>
                    <a:pt x="8864" y="17990"/>
                    <a:pt x="9367" y="18493"/>
                    <a:pt x="9980" y="18493"/>
                  </a:cubicBezTo>
                  <a:cubicBezTo>
                    <a:pt x="10597" y="18493"/>
                    <a:pt x="11100" y="17990"/>
                    <a:pt x="11100" y="17378"/>
                  </a:cubicBezTo>
                  <a:cubicBezTo>
                    <a:pt x="11100" y="16861"/>
                    <a:pt x="10748" y="16427"/>
                    <a:pt x="10273" y="16299"/>
                  </a:cubicBezTo>
                  <a:lnTo>
                    <a:pt x="10273" y="15124"/>
                  </a:lnTo>
                  <a:lnTo>
                    <a:pt x="18620" y="15124"/>
                  </a:lnTo>
                  <a:cubicBezTo>
                    <a:pt x="18995" y="15124"/>
                    <a:pt x="19302" y="14818"/>
                    <a:pt x="19302" y="14443"/>
                  </a:cubicBezTo>
                  <a:lnTo>
                    <a:pt x="19302" y="2547"/>
                  </a:lnTo>
                  <a:cubicBezTo>
                    <a:pt x="19667" y="2534"/>
                    <a:pt x="19964" y="2232"/>
                    <a:pt x="19964" y="1862"/>
                  </a:cubicBezTo>
                  <a:lnTo>
                    <a:pt x="19964" y="687"/>
                  </a:lnTo>
                  <a:cubicBezTo>
                    <a:pt x="19964" y="307"/>
                    <a:pt x="19654" y="1"/>
                    <a:pt x="192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3694686" y="1369202"/>
              <a:ext cx="64454" cy="14341"/>
            </a:xfrm>
            <a:custGeom>
              <a:rect b="b" l="l" r="r" t="t"/>
              <a:pathLst>
                <a:path extrusionOk="0" h="586" w="2634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341" y="586"/>
                  </a:lnTo>
                  <a:cubicBezTo>
                    <a:pt x="2506" y="586"/>
                    <a:pt x="2634" y="453"/>
                    <a:pt x="2634" y="293"/>
                  </a:cubicBezTo>
                  <a:cubicBezTo>
                    <a:pt x="2634" y="128"/>
                    <a:pt x="2506" y="0"/>
                    <a:pt x="2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3644565" y="1394702"/>
              <a:ext cx="114569" cy="14341"/>
            </a:xfrm>
            <a:custGeom>
              <a:rect b="b" l="l" r="r" t="t"/>
              <a:pathLst>
                <a:path extrusionOk="0" h="586" w="4682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4389" y="586"/>
                  </a:lnTo>
                  <a:cubicBezTo>
                    <a:pt x="4554" y="586"/>
                    <a:pt x="4682" y="458"/>
                    <a:pt x="4682" y="293"/>
                  </a:cubicBezTo>
                  <a:cubicBezTo>
                    <a:pt x="4682" y="133"/>
                    <a:pt x="4554" y="1"/>
                    <a:pt x="4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3644565" y="1181139"/>
              <a:ext cx="23956" cy="14341"/>
            </a:xfrm>
            <a:custGeom>
              <a:rect b="b" l="l" r="r" t="t"/>
              <a:pathLst>
                <a:path extrusionOk="0" h="586" w="979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686" y="586"/>
                  </a:lnTo>
                  <a:cubicBezTo>
                    <a:pt x="846" y="586"/>
                    <a:pt x="979" y="453"/>
                    <a:pt x="979" y="293"/>
                  </a:cubicBezTo>
                  <a:cubicBezTo>
                    <a:pt x="979" y="129"/>
                    <a:pt x="846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4"/>
            <p:cNvSpPr/>
            <p:nvPr/>
          </p:nvSpPr>
          <p:spPr>
            <a:xfrm>
              <a:off x="3680467" y="1181139"/>
              <a:ext cx="78671" cy="14341"/>
            </a:xfrm>
            <a:custGeom>
              <a:rect b="b" l="l" r="r" t="t"/>
              <a:pathLst>
                <a:path extrusionOk="0" h="586" w="3215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2922" y="586"/>
                  </a:lnTo>
                  <a:cubicBezTo>
                    <a:pt x="3087" y="586"/>
                    <a:pt x="3215" y="453"/>
                    <a:pt x="3215" y="293"/>
                  </a:cubicBezTo>
                  <a:cubicBezTo>
                    <a:pt x="3215" y="129"/>
                    <a:pt x="3087" y="1"/>
                    <a:pt x="2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3644565" y="1206638"/>
              <a:ext cx="114569" cy="14365"/>
            </a:xfrm>
            <a:custGeom>
              <a:rect b="b" l="l" r="r" t="t"/>
              <a:pathLst>
                <a:path extrusionOk="0" h="587" w="4682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4389" y="586"/>
                  </a:lnTo>
                  <a:cubicBezTo>
                    <a:pt x="4554" y="586"/>
                    <a:pt x="4682" y="458"/>
                    <a:pt x="4682" y="293"/>
                  </a:cubicBezTo>
                  <a:cubicBezTo>
                    <a:pt x="4682" y="133"/>
                    <a:pt x="4554" y="1"/>
                    <a:pt x="4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3644565" y="1249488"/>
              <a:ext cx="114569" cy="92335"/>
            </a:xfrm>
            <a:custGeom>
              <a:rect b="b" l="l" r="r" t="t"/>
              <a:pathLst>
                <a:path extrusionOk="0" h="3773" w="4682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lnTo>
                    <a:pt x="0" y="3480"/>
                  </a:lnTo>
                  <a:cubicBezTo>
                    <a:pt x="0" y="3640"/>
                    <a:pt x="133" y="3772"/>
                    <a:pt x="293" y="3772"/>
                  </a:cubicBezTo>
                  <a:lnTo>
                    <a:pt x="4389" y="3772"/>
                  </a:lnTo>
                  <a:cubicBezTo>
                    <a:pt x="4554" y="3772"/>
                    <a:pt x="4682" y="3640"/>
                    <a:pt x="4682" y="3480"/>
                  </a:cubicBezTo>
                  <a:cubicBezTo>
                    <a:pt x="4682" y="3315"/>
                    <a:pt x="4554" y="3187"/>
                    <a:pt x="4389" y="3187"/>
                  </a:cubicBezTo>
                  <a:lnTo>
                    <a:pt x="3685" y="3187"/>
                  </a:lnTo>
                  <a:lnTo>
                    <a:pt x="3685" y="641"/>
                  </a:lnTo>
                  <a:cubicBezTo>
                    <a:pt x="3685" y="481"/>
                    <a:pt x="3557" y="348"/>
                    <a:pt x="3397" y="348"/>
                  </a:cubicBezTo>
                  <a:cubicBezTo>
                    <a:pt x="3233" y="348"/>
                    <a:pt x="3105" y="481"/>
                    <a:pt x="3105" y="641"/>
                  </a:cubicBezTo>
                  <a:lnTo>
                    <a:pt x="3105" y="3187"/>
                  </a:lnTo>
                  <a:lnTo>
                    <a:pt x="2634" y="3187"/>
                  </a:lnTo>
                  <a:lnTo>
                    <a:pt x="2634" y="2245"/>
                  </a:lnTo>
                  <a:cubicBezTo>
                    <a:pt x="2634" y="2085"/>
                    <a:pt x="2501" y="1953"/>
                    <a:pt x="2341" y="1953"/>
                  </a:cubicBezTo>
                  <a:cubicBezTo>
                    <a:pt x="2181" y="1953"/>
                    <a:pt x="2048" y="2085"/>
                    <a:pt x="2048" y="2245"/>
                  </a:cubicBezTo>
                  <a:lnTo>
                    <a:pt x="2048" y="3187"/>
                  </a:lnTo>
                  <a:lnTo>
                    <a:pt x="1582" y="3187"/>
                  </a:lnTo>
                  <a:lnTo>
                    <a:pt x="1582" y="1505"/>
                  </a:lnTo>
                  <a:cubicBezTo>
                    <a:pt x="1582" y="1345"/>
                    <a:pt x="1450" y="1212"/>
                    <a:pt x="1290" y="1212"/>
                  </a:cubicBezTo>
                  <a:cubicBezTo>
                    <a:pt x="1125" y="1212"/>
                    <a:pt x="997" y="1345"/>
                    <a:pt x="997" y="1505"/>
                  </a:cubicBezTo>
                  <a:lnTo>
                    <a:pt x="997" y="3187"/>
                  </a:lnTo>
                  <a:lnTo>
                    <a:pt x="586" y="3187"/>
                  </a:ln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4"/>
            <p:cNvSpPr/>
            <p:nvPr/>
          </p:nvSpPr>
          <p:spPr>
            <a:xfrm>
              <a:off x="3375822" y="1169735"/>
              <a:ext cx="241543" cy="241446"/>
            </a:xfrm>
            <a:custGeom>
              <a:rect b="b" l="l" r="r" t="t"/>
              <a:pathLst>
                <a:path extrusionOk="0" h="9866" w="9871">
                  <a:moveTo>
                    <a:pt x="4938" y="2373"/>
                  </a:moveTo>
                  <a:cubicBezTo>
                    <a:pt x="6350" y="2373"/>
                    <a:pt x="7498" y="3520"/>
                    <a:pt x="7498" y="4933"/>
                  </a:cubicBezTo>
                  <a:cubicBezTo>
                    <a:pt x="7498" y="6346"/>
                    <a:pt x="6350" y="7498"/>
                    <a:pt x="4938" y="7498"/>
                  </a:cubicBezTo>
                  <a:cubicBezTo>
                    <a:pt x="3525" y="7498"/>
                    <a:pt x="2373" y="6346"/>
                    <a:pt x="2373" y="4933"/>
                  </a:cubicBezTo>
                  <a:cubicBezTo>
                    <a:pt x="2373" y="3520"/>
                    <a:pt x="3525" y="2373"/>
                    <a:pt x="4938" y="2373"/>
                  </a:cubicBezTo>
                  <a:close/>
                  <a:moveTo>
                    <a:pt x="9276" y="5226"/>
                  </a:moveTo>
                  <a:cubicBezTo>
                    <a:pt x="9212" y="6135"/>
                    <a:pt x="8874" y="6972"/>
                    <a:pt x="8334" y="7644"/>
                  </a:cubicBezTo>
                  <a:cubicBezTo>
                    <a:pt x="8051" y="7361"/>
                    <a:pt x="7763" y="7073"/>
                    <a:pt x="7475" y="6789"/>
                  </a:cubicBezTo>
                  <a:cubicBezTo>
                    <a:pt x="7804" y="6341"/>
                    <a:pt x="8014" y="5806"/>
                    <a:pt x="8069" y="5226"/>
                  </a:cubicBezTo>
                  <a:close/>
                  <a:moveTo>
                    <a:pt x="4645" y="595"/>
                  </a:moveTo>
                  <a:lnTo>
                    <a:pt x="4645" y="1801"/>
                  </a:lnTo>
                  <a:cubicBezTo>
                    <a:pt x="3045" y="1948"/>
                    <a:pt x="1788" y="3296"/>
                    <a:pt x="1788" y="4933"/>
                  </a:cubicBezTo>
                  <a:cubicBezTo>
                    <a:pt x="1788" y="6670"/>
                    <a:pt x="3200" y="8083"/>
                    <a:pt x="4938" y="8083"/>
                  </a:cubicBezTo>
                  <a:cubicBezTo>
                    <a:pt x="5770" y="8083"/>
                    <a:pt x="6524" y="7758"/>
                    <a:pt x="7091" y="7228"/>
                  </a:cubicBezTo>
                  <a:cubicBezTo>
                    <a:pt x="7374" y="7511"/>
                    <a:pt x="7658" y="7795"/>
                    <a:pt x="7941" y="8078"/>
                  </a:cubicBezTo>
                  <a:cubicBezTo>
                    <a:pt x="7159" y="8823"/>
                    <a:pt x="6099" y="9285"/>
                    <a:pt x="4938" y="9285"/>
                  </a:cubicBezTo>
                  <a:cubicBezTo>
                    <a:pt x="2538" y="9285"/>
                    <a:pt x="585" y="7333"/>
                    <a:pt x="585" y="4933"/>
                  </a:cubicBezTo>
                  <a:cubicBezTo>
                    <a:pt x="585" y="2633"/>
                    <a:pt x="2382" y="745"/>
                    <a:pt x="4645" y="595"/>
                  </a:cubicBezTo>
                  <a:close/>
                  <a:moveTo>
                    <a:pt x="4938" y="0"/>
                  </a:moveTo>
                  <a:cubicBezTo>
                    <a:pt x="2218" y="0"/>
                    <a:pt x="0" y="2213"/>
                    <a:pt x="0" y="4933"/>
                  </a:cubicBezTo>
                  <a:cubicBezTo>
                    <a:pt x="0" y="7653"/>
                    <a:pt x="2218" y="9866"/>
                    <a:pt x="4938" y="9866"/>
                  </a:cubicBezTo>
                  <a:cubicBezTo>
                    <a:pt x="7658" y="9866"/>
                    <a:pt x="9870" y="7653"/>
                    <a:pt x="9870" y="4933"/>
                  </a:cubicBezTo>
                  <a:cubicBezTo>
                    <a:pt x="9870" y="3895"/>
                    <a:pt x="9546" y="2899"/>
                    <a:pt x="8938" y="2053"/>
                  </a:cubicBezTo>
                  <a:cubicBezTo>
                    <a:pt x="8880" y="1973"/>
                    <a:pt x="8792" y="1932"/>
                    <a:pt x="8702" y="1932"/>
                  </a:cubicBezTo>
                  <a:cubicBezTo>
                    <a:pt x="8642" y="1932"/>
                    <a:pt x="8582" y="1950"/>
                    <a:pt x="8531" y="1989"/>
                  </a:cubicBezTo>
                  <a:cubicBezTo>
                    <a:pt x="8398" y="2080"/>
                    <a:pt x="8371" y="2263"/>
                    <a:pt x="8462" y="2396"/>
                  </a:cubicBezTo>
                  <a:cubicBezTo>
                    <a:pt x="8942" y="3059"/>
                    <a:pt x="9221" y="3831"/>
                    <a:pt x="9276" y="4640"/>
                  </a:cubicBezTo>
                  <a:lnTo>
                    <a:pt x="8069" y="4640"/>
                  </a:lnTo>
                  <a:cubicBezTo>
                    <a:pt x="7932" y="3141"/>
                    <a:pt x="6730" y="1939"/>
                    <a:pt x="5230" y="1801"/>
                  </a:cubicBezTo>
                  <a:lnTo>
                    <a:pt x="5230" y="595"/>
                  </a:lnTo>
                  <a:cubicBezTo>
                    <a:pt x="6103" y="654"/>
                    <a:pt x="6926" y="969"/>
                    <a:pt x="7621" y="1518"/>
                  </a:cubicBezTo>
                  <a:cubicBezTo>
                    <a:pt x="7675" y="1559"/>
                    <a:pt x="7740" y="1579"/>
                    <a:pt x="7803" y="1579"/>
                  </a:cubicBezTo>
                  <a:cubicBezTo>
                    <a:pt x="7889" y="1579"/>
                    <a:pt x="7975" y="1541"/>
                    <a:pt x="8033" y="1468"/>
                  </a:cubicBezTo>
                  <a:cubicBezTo>
                    <a:pt x="8133" y="1340"/>
                    <a:pt x="8110" y="1157"/>
                    <a:pt x="7982" y="1056"/>
                  </a:cubicBezTo>
                  <a:cubicBezTo>
                    <a:pt x="7105" y="366"/>
                    <a:pt x="6053" y="0"/>
                    <a:pt x="4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3382650" y="1392157"/>
              <a:ext cx="34919" cy="23836"/>
            </a:xfrm>
            <a:custGeom>
              <a:rect b="b" l="l" r="r" t="t"/>
              <a:pathLst>
                <a:path extrusionOk="0" h="974" w="1427">
                  <a:moveTo>
                    <a:pt x="322" y="1"/>
                  </a:moveTo>
                  <a:cubicBezTo>
                    <a:pt x="247" y="1"/>
                    <a:pt x="172" y="29"/>
                    <a:pt x="114" y="86"/>
                  </a:cubicBezTo>
                  <a:cubicBezTo>
                    <a:pt x="0" y="196"/>
                    <a:pt x="0" y="384"/>
                    <a:pt x="114" y="498"/>
                  </a:cubicBezTo>
                  <a:lnTo>
                    <a:pt x="508" y="891"/>
                  </a:lnTo>
                  <a:cubicBezTo>
                    <a:pt x="563" y="946"/>
                    <a:pt x="640" y="973"/>
                    <a:pt x="713" y="973"/>
                  </a:cubicBezTo>
                  <a:cubicBezTo>
                    <a:pt x="787" y="973"/>
                    <a:pt x="864" y="946"/>
                    <a:pt x="919" y="891"/>
                  </a:cubicBezTo>
                  <a:lnTo>
                    <a:pt x="1312" y="498"/>
                  </a:lnTo>
                  <a:cubicBezTo>
                    <a:pt x="1427" y="384"/>
                    <a:pt x="1427" y="196"/>
                    <a:pt x="1312" y="86"/>
                  </a:cubicBezTo>
                  <a:cubicBezTo>
                    <a:pt x="1255" y="29"/>
                    <a:pt x="1180" y="1"/>
                    <a:pt x="1104" y="1"/>
                  </a:cubicBezTo>
                  <a:cubicBezTo>
                    <a:pt x="1029" y="1"/>
                    <a:pt x="953" y="29"/>
                    <a:pt x="896" y="86"/>
                  </a:cubicBezTo>
                  <a:lnTo>
                    <a:pt x="713" y="269"/>
                  </a:lnTo>
                  <a:lnTo>
                    <a:pt x="530" y="86"/>
                  </a:lnTo>
                  <a:cubicBezTo>
                    <a:pt x="473" y="29"/>
                    <a:pt x="398" y="1"/>
                    <a:pt x="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3509961" y="1292484"/>
              <a:ext cx="34943" cy="23934"/>
            </a:xfrm>
            <a:custGeom>
              <a:rect b="b" l="l" r="r" t="t"/>
              <a:pathLst>
                <a:path extrusionOk="0" h="978" w="1428">
                  <a:moveTo>
                    <a:pt x="323" y="0"/>
                  </a:moveTo>
                  <a:cubicBezTo>
                    <a:pt x="248" y="0"/>
                    <a:pt x="172" y="29"/>
                    <a:pt x="115" y="86"/>
                  </a:cubicBezTo>
                  <a:cubicBezTo>
                    <a:pt x="1" y="200"/>
                    <a:pt x="1" y="388"/>
                    <a:pt x="115" y="502"/>
                  </a:cubicBezTo>
                  <a:lnTo>
                    <a:pt x="508" y="891"/>
                  </a:lnTo>
                  <a:cubicBezTo>
                    <a:pt x="563" y="950"/>
                    <a:pt x="641" y="978"/>
                    <a:pt x="714" y="978"/>
                  </a:cubicBezTo>
                  <a:cubicBezTo>
                    <a:pt x="787" y="978"/>
                    <a:pt x="865" y="950"/>
                    <a:pt x="920" y="891"/>
                  </a:cubicBezTo>
                  <a:lnTo>
                    <a:pt x="1313" y="502"/>
                  </a:lnTo>
                  <a:cubicBezTo>
                    <a:pt x="1427" y="388"/>
                    <a:pt x="1427" y="200"/>
                    <a:pt x="1313" y="86"/>
                  </a:cubicBezTo>
                  <a:cubicBezTo>
                    <a:pt x="1256" y="29"/>
                    <a:pt x="1180" y="0"/>
                    <a:pt x="1105" y="0"/>
                  </a:cubicBezTo>
                  <a:cubicBezTo>
                    <a:pt x="1029" y="0"/>
                    <a:pt x="954" y="29"/>
                    <a:pt x="897" y="86"/>
                  </a:cubicBezTo>
                  <a:lnTo>
                    <a:pt x="714" y="274"/>
                  </a:lnTo>
                  <a:lnTo>
                    <a:pt x="531" y="86"/>
                  </a:lnTo>
                  <a:cubicBezTo>
                    <a:pt x="474" y="29"/>
                    <a:pt x="39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3586147" y="1182069"/>
              <a:ext cx="34821" cy="23812"/>
            </a:xfrm>
            <a:custGeom>
              <a:rect b="b" l="l" r="r" t="t"/>
              <a:pathLst>
                <a:path extrusionOk="0" h="973" w="1423">
                  <a:moveTo>
                    <a:pt x="319" y="0"/>
                  </a:moveTo>
                  <a:cubicBezTo>
                    <a:pt x="244" y="0"/>
                    <a:pt x="170" y="29"/>
                    <a:pt x="115" y="86"/>
                  </a:cubicBezTo>
                  <a:cubicBezTo>
                    <a:pt x="1" y="200"/>
                    <a:pt x="1" y="383"/>
                    <a:pt x="115" y="497"/>
                  </a:cubicBezTo>
                  <a:lnTo>
                    <a:pt x="504" y="891"/>
                  </a:lnTo>
                  <a:cubicBezTo>
                    <a:pt x="559" y="945"/>
                    <a:pt x="632" y="973"/>
                    <a:pt x="710" y="973"/>
                  </a:cubicBezTo>
                  <a:cubicBezTo>
                    <a:pt x="787" y="973"/>
                    <a:pt x="865" y="945"/>
                    <a:pt x="920" y="891"/>
                  </a:cubicBezTo>
                  <a:lnTo>
                    <a:pt x="1308" y="497"/>
                  </a:lnTo>
                  <a:cubicBezTo>
                    <a:pt x="1423" y="383"/>
                    <a:pt x="1423" y="200"/>
                    <a:pt x="1308" y="86"/>
                  </a:cubicBezTo>
                  <a:cubicBezTo>
                    <a:pt x="1251" y="29"/>
                    <a:pt x="1177" y="0"/>
                    <a:pt x="1103" y="0"/>
                  </a:cubicBezTo>
                  <a:cubicBezTo>
                    <a:pt x="1028" y="0"/>
                    <a:pt x="954" y="29"/>
                    <a:pt x="897" y="86"/>
                  </a:cubicBezTo>
                  <a:lnTo>
                    <a:pt x="710" y="269"/>
                  </a:lnTo>
                  <a:lnTo>
                    <a:pt x="527" y="86"/>
                  </a:lnTo>
                  <a:cubicBezTo>
                    <a:pt x="470" y="29"/>
                    <a:pt x="394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1" name="Google Shape;1401;p34"/>
          <p:cNvGrpSpPr/>
          <p:nvPr/>
        </p:nvGrpSpPr>
        <p:grpSpPr>
          <a:xfrm>
            <a:off x="2657307" y="1062990"/>
            <a:ext cx="488446" cy="488618"/>
            <a:chOff x="2657307" y="1062990"/>
            <a:chExt cx="488446" cy="488618"/>
          </a:xfrm>
        </p:grpSpPr>
        <p:sp>
          <p:nvSpPr>
            <p:cNvPr id="1402" name="Google Shape;1402;p34"/>
            <p:cNvSpPr/>
            <p:nvPr/>
          </p:nvSpPr>
          <p:spPr>
            <a:xfrm>
              <a:off x="3017800" y="1371356"/>
              <a:ext cx="102823" cy="119377"/>
            </a:xfrm>
            <a:custGeom>
              <a:rect b="b" l="l" r="r" t="t"/>
              <a:pathLst>
                <a:path extrusionOk="0" h="4878" w="4202">
                  <a:moveTo>
                    <a:pt x="326" y="0"/>
                  </a:moveTo>
                  <a:cubicBezTo>
                    <a:pt x="253" y="0"/>
                    <a:pt x="181" y="27"/>
                    <a:pt x="124" y="82"/>
                  </a:cubicBezTo>
                  <a:cubicBezTo>
                    <a:pt x="9" y="191"/>
                    <a:pt x="0" y="374"/>
                    <a:pt x="114" y="493"/>
                  </a:cubicBezTo>
                  <a:lnTo>
                    <a:pt x="2057" y="2559"/>
                  </a:lnTo>
                  <a:lnTo>
                    <a:pt x="2057" y="4585"/>
                  </a:lnTo>
                  <a:cubicBezTo>
                    <a:pt x="2057" y="4749"/>
                    <a:pt x="2190" y="4877"/>
                    <a:pt x="2350" y="4877"/>
                  </a:cubicBezTo>
                  <a:cubicBezTo>
                    <a:pt x="2510" y="4877"/>
                    <a:pt x="2642" y="4749"/>
                    <a:pt x="2642" y="4585"/>
                  </a:cubicBezTo>
                  <a:lnTo>
                    <a:pt x="2642" y="2651"/>
                  </a:lnTo>
                  <a:lnTo>
                    <a:pt x="3973" y="2185"/>
                  </a:lnTo>
                  <a:cubicBezTo>
                    <a:pt x="4124" y="2130"/>
                    <a:pt x="4201" y="1960"/>
                    <a:pt x="4151" y="1810"/>
                  </a:cubicBezTo>
                  <a:cubicBezTo>
                    <a:pt x="4108" y="1691"/>
                    <a:pt x="3993" y="1614"/>
                    <a:pt x="3873" y="1614"/>
                  </a:cubicBezTo>
                  <a:cubicBezTo>
                    <a:pt x="3841" y="1614"/>
                    <a:pt x="3808" y="1620"/>
                    <a:pt x="3776" y="1631"/>
                  </a:cubicBezTo>
                  <a:lnTo>
                    <a:pt x="2432" y="2107"/>
                  </a:lnTo>
                  <a:lnTo>
                    <a:pt x="540" y="91"/>
                  </a:lnTo>
                  <a:cubicBezTo>
                    <a:pt x="482" y="31"/>
                    <a:pt x="404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2761466" y="1185446"/>
              <a:ext cx="250597" cy="299690"/>
            </a:xfrm>
            <a:custGeom>
              <a:rect b="b" l="l" r="r" t="t"/>
              <a:pathLst>
                <a:path extrusionOk="0" h="12246" w="10241">
                  <a:moveTo>
                    <a:pt x="3105" y="1150"/>
                  </a:moveTo>
                  <a:cubicBezTo>
                    <a:pt x="3521" y="1150"/>
                    <a:pt x="3854" y="1484"/>
                    <a:pt x="3854" y="1900"/>
                  </a:cubicBezTo>
                  <a:cubicBezTo>
                    <a:pt x="3854" y="2311"/>
                    <a:pt x="3516" y="2650"/>
                    <a:pt x="3105" y="2650"/>
                  </a:cubicBezTo>
                  <a:cubicBezTo>
                    <a:pt x="2693" y="2650"/>
                    <a:pt x="2355" y="2311"/>
                    <a:pt x="2355" y="1900"/>
                  </a:cubicBezTo>
                  <a:cubicBezTo>
                    <a:pt x="2355" y="1484"/>
                    <a:pt x="2693" y="1150"/>
                    <a:pt x="3105" y="1150"/>
                  </a:cubicBezTo>
                  <a:close/>
                  <a:moveTo>
                    <a:pt x="7681" y="3820"/>
                  </a:moveTo>
                  <a:cubicBezTo>
                    <a:pt x="8092" y="3820"/>
                    <a:pt x="8431" y="4158"/>
                    <a:pt x="8431" y="4570"/>
                  </a:cubicBezTo>
                  <a:cubicBezTo>
                    <a:pt x="8431" y="4986"/>
                    <a:pt x="8092" y="5320"/>
                    <a:pt x="7681" y="5320"/>
                  </a:cubicBezTo>
                  <a:cubicBezTo>
                    <a:pt x="7265" y="5320"/>
                    <a:pt x="6931" y="4986"/>
                    <a:pt x="6931" y="4570"/>
                  </a:cubicBezTo>
                  <a:cubicBezTo>
                    <a:pt x="6931" y="4158"/>
                    <a:pt x="7265" y="3820"/>
                    <a:pt x="7681" y="3820"/>
                  </a:cubicBezTo>
                  <a:close/>
                  <a:moveTo>
                    <a:pt x="328" y="0"/>
                  </a:moveTo>
                  <a:cubicBezTo>
                    <a:pt x="292" y="0"/>
                    <a:pt x="255" y="7"/>
                    <a:pt x="220" y="21"/>
                  </a:cubicBezTo>
                  <a:cubicBezTo>
                    <a:pt x="74" y="81"/>
                    <a:pt x="0" y="250"/>
                    <a:pt x="60" y="401"/>
                  </a:cubicBezTo>
                  <a:lnTo>
                    <a:pt x="929" y="2563"/>
                  </a:lnTo>
                  <a:lnTo>
                    <a:pt x="929" y="11030"/>
                  </a:lnTo>
                  <a:cubicBezTo>
                    <a:pt x="929" y="11190"/>
                    <a:pt x="1061" y="11318"/>
                    <a:pt x="1221" y="11318"/>
                  </a:cubicBezTo>
                  <a:cubicBezTo>
                    <a:pt x="1381" y="11318"/>
                    <a:pt x="1514" y="11190"/>
                    <a:pt x="1514" y="11030"/>
                  </a:cubicBezTo>
                  <a:lnTo>
                    <a:pt x="1514" y="2718"/>
                  </a:lnTo>
                  <a:lnTo>
                    <a:pt x="1957" y="2577"/>
                  </a:lnTo>
                  <a:cubicBezTo>
                    <a:pt x="2140" y="2888"/>
                    <a:pt x="2451" y="3121"/>
                    <a:pt x="2812" y="3203"/>
                  </a:cubicBezTo>
                  <a:lnTo>
                    <a:pt x="2812" y="11953"/>
                  </a:lnTo>
                  <a:cubicBezTo>
                    <a:pt x="2812" y="12118"/>
                    <a:pt x="2945" y="12246"/>
                    <a:pt x="3105" y="12246"/>
                  </a:cubicBezTo>
                  <a:cubicBezTo>
                    <a:pt x="3265" y="12246"/>
                    <a:pt x="3397" y="12118"/>
                    <a:pt x="3397" y="11953"/>
                  </a:cubicBezTo>
                  <a:lnTo>
                    <a:pt x="3397" y="3203"/>
                  </a:lnTo>
                  <a:cubicBezTo>
                    <a:pt x="3452" y="3189"/>
                    <a:pt x="3507" y="3176"/>
                    <a:pt x="3557" y="3153"/>
                  </a:cubicBezTo>
                  <a:lnTo>
                    <a:pt x="5432" y="6092"/>
                  </a:lnTo>
                  <a:lnTo>
                    <a:pt x="5432" y="10796"/>
                  </a:lnTo>
                  <a:cubicBezTo>
                    <a:pt x="5432" y="10956"/>
                    <a:pt x="5564" y="11089"/>
                    <a:pt x="5724" y="11089"/>
                  </a:cubicBezTo>
                  <a:cubicBezTo>
                    <a:pt x="5884" y="11089"/>
                    <a:pt x="6017" y="10956"/>
                    <a:pt x="6017" y="10796"/>
                  </a:cubicBezTo>
                  <a:lnTo>
                    <a:pt x="6017" y="6152"/>
                  </a:lnTo>
                  <a:lnTo>
                    <a:pt x="6803" y="5576"/>
                  </a:lnTo>
                  <a:cubicBezTo>
                    <a:pt x="6968" y="5717"/>
                    <a:pt x="7169" y="5822"/>
                    <a:pt x="7388" y="5873"/>
                  </a:cubicBezTo>
                  <a:lnTo>
                    <a:pt x="7388" y="9557"/>
                  </a:lnTo>
                  <a:cubicBezTo>
                    <a:pt x="7388" y="9722"/>
                    <a:pt x="7516" y="9850"/>
                    <a:pt x="7681" y="9850"/>
                  </a:cubicBezTo>
                  <a:cubicBezTo>
                    <a:pt x="7841" y="9850"/>
                    <a:pt x="7973" y="9722"/>
                    <a:pt x="7973" y="9557"/>
                  </a:cubicBezTo>
                  <a:lnTo>
                    <a:pt x="7973" y="5873"/>
                  </a:lnTo>
                  <a:cubicBezTo>
                    <a:pt x="8111" y="5841"/>
                    <a:pt x="8239" y="5790"/>
                    <a:pt x="8357" y="5717"/>
                  </a:cubicBezTo>
                  <a:lnTo>
                    <a:pt x="9701" y="7148"/>
                  </a:lnTo>
                  <a:cubicBezTo>
                    <a:pt x="9761" y="7212"/>
                    <a:pt x="9839" y="7240"/>
                    <a:pt x="9916" y="7240"/>
                  </a:cubicBezTo>
                  <a:cubicBezTo>
                    <a:pt x="9985" y="7240"/>
                    <a:pt x="10058" y="7217"/>
                    <a:pt x="10118" y="7162"/>
                  </a:cubicBezTo>
                  <a:cubicBezTo>
                    <a:pt x="10232" y="7052"/>
                    <a:pt x="10241" y="6865"/>
                    <a:pt x="10127" y="6751"/>
                  </a:cubicBezTo>
                  <a:lnTo>
                    <a:pt x="8783" y="5320"/>
                  </a:lnTo>
                  <a:cubicBezTo>
                    <a:pt x="8929" y="5105"/>
                    <a:pt x="9016" y="4849"/>
                    <a:pt x="9016" y="4570"/>
                  </a:cubicBezTo>
                  <a:cubicBezTo>
                    <a:pt x="9016" y="3834"/>
                    <a:pt x="8417" y="3235"/>
                    <a:pt x="7681" y="3235"/>
                  </a:cubicBezTo>
                  <a:cubicBezTo>
                    <a:pt x="6945" y="3235"/>
                    <a:pt x="6346" y="3834"/>
                    <a:pt x="6346" y="4570"/>
                  </a:cubicBezTo>
                  <a:cubicBezTo>
                    <a:pt x="6346" y="4762"/>
                    <a:pt x="6387" y="4940"/>
                    <a:pt x="6456" y="5105"/>
                  </a:cubicBezTo>
                  <a:lnTo>
                    <a:pt x="5802" y="5585"/>
                  </a:lnTo>
                  <a:lnTo>
                    <a:pt x="4051" y="2837"/>
                  </a:lnTo>
                  <a:cubicBezTo>
                    <a:pt x="4293" y="2600"/>
                    <a:pt x="4440" y="2266"/>
                    <a:pt x="4440" y="1900"/>
                  </a:cubicBezTo>
                  <a:cubicBezTo>
                    <a:pt x="4440" y="1164"/>
                    <a:pt x="3841" y="565"/>
                    <a:pt x="3105" y="565"/>
                  </a:cubicBezTo>
                  <a:cubicBezTo>
                    <a:pt x="2369" y="565"/>
                    <a:pt x="1770" y="1164"/>
                    <a:pt x="1770" y="1900"/>
                  </a:cubicBezTo>
                  <a:cubicBezTo>
                    <a:pt x="1770" y="1941"/>
                    <a:pt x="1774" y="1982"/>
                    <a:pt x="1774" y="2019"/>
                  </a:cubicBezTo>
                  <a:lnTo>
                    <a:pt x="1390" y="2147"/>
                  </a:lnTo>
                  <a:lnTo>
                    <a:pt x="604" y="186"/>
                  </a:lnTo>
                  <a:cubicBezTo>
                    <a:pt x="555" y="70"/>
                    <a:pt x="445" y="0"/>
                    <a:pt x="3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4"/>
            <p:cNvSpPr/>
            <p:nvPr/>
          </p:nvSpPr>
          <p:spPr>
            <a:xfrm>
              <a:off x="2657307" y="1062990"/>
              <a:ext cx="488446" cy="488618"/>
            </a:xfrm>
            <a:custGeom>
              <a:rect b="b" l="l" r="r" t="t"/>
              <a:pathLst>
                <a:path extrusionOk="0" h="19966" w="19961">
                  <a:moveTo>
                    <a:pt x="3086" y="810"/>
                  </a:moveTo>
                  <a:cubicBezTo>
                    <a:pt x="3498" y="810"/>
                    <a:pt x="3836" y="1148"/>
                    <a:pt x="3836" y="1560"/>
                  </a:cubicBezTo>
                  <a:cubicBezTo>
                    <a:pt x="3836" y="1976"/>
                    <a:pt x="3498" y="2310"/>
                    <a:pt x="3086" y="2310"/>
                  </a:cubicBezTo>
                  <a:cubicBezTo>
                    <a:pt x="2670" y="2310"/>
                    <a:pt x="2336" y="1976"/>
                    <a:pt x="2336" y="1560"/>
                  </a:cubicBezTo>
                  <a:cubicBezTo>
                    <a:pt x="2336" y="1148"/>
                    <a:pt x="2670" y="810"/>
                    <a:pt x="3086" y="810"/>
                  </a:cubicBezTo>
                  <a:close/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19673"/>
                  </a:lnTo>
                  <a:cubicBezTo>
                    <a:pt x="0" y="19833"/>
                    <a:pt x="128" y="19965"/>
                    <a:pt x="293" y="19965"/>
                  </a:cubicBezTo>
                  <a:lnTo>
                    <a:pt x="19667" y="19965"/>
                  </a:lnTo>
                  <a:cubicBezTo>
                    <a:pt x="19832" y="19965"/>
                    <a:pt x="19960" y="19833"/>
                    <a:pt x="19960" y="19673"/>
                  </a:cubicBezTo>
                  <a:cubicBezTo>
                    <a:pt x="19960" y="19508"/>
                    <a:pt x="19832" y="19380"/>
                    <a:pt x="19667" y="19380"/>
                  </a:cubicBezTo>
                  <a:lnTo>
                    <a:pt x="18895" y="19380"/>
                  </a:lnTo>
                  <a:lnTo>
                    <a:pt x="18895" y="18973"/>
                  </a:lnTo>
                  <a:cubicBezTo>
                    <a:pt x="18895" y="18813"/>
                    <a:pt x="18767" y="18681"/>
                    <a:pt x="18602" y="18681"/>
                  </a:cubicBezTo>
                  <a:cubicBezTo>
                    <a:pt x="18442" y="18681"/>
                    <a:pt x="18310" y="18813"/>
                    <a:pt x="18310" y="18973"/>
                  </a:cubicBezTo>
                  <a:lnTo>
                    <a:pt x="18310" y="19380"/>
                  </a:lnTo>
                  <a:lnTo>
                    <a:pt x="16225" y="19380"/>
                  </a:lnTo>
                  <a:lnTo>
                    <a:pt x="16225" y="18973"/>
                  </a:lnTo>
                  <a:cubicBezTo>
                    <a:pt x="16225" y="18813"/>
                    <a:pt x="16092" y="18681"/>
                    <a:pt x="15932" y="18681"/>
                  </a:cubicBezTo>
                  <a:cubicBezTo>
                    <a:pt x="15772" y="18681"/>
                    <a:pt x="15640" y="18813"/>
                    <a:pt x="15640" y="18973"/>
                  </a:cubicBezTo>
                  <a:lnTo>
                    <a:pt x="15640" y="19380"/>
                  </a:lnTo>
                  <a:lnTo>
                    <a:pt x="13555" y="19380"/>
                  </a:lnTo>
                  <a:lnTo>
                    <a:pt x="13555" y="18973"/>
                  </a:lnTo>
                  <a:cubicBezTo>
                    <a:pt x="13555" y="18813"/>
                    <a:pt x="13423" y="18681"/>
                    <a:pt x="13263" y="18681"/>
                  </a:cubicBezTo>
                  <a:cubicBezTo>
                    <a:pt x="13098" y="18681"/>
                    <a:pt x="12970" y="18813"/>
                    <a:pt x="12970" y="18973"/>
                  </a:cubicBezTo>
                  <a:lnTo>
                    <a:pt x="12970" y="19380"/>
                  </a:lnTo>
                  <a:lnTo>
                    <a:pt x="10881" y="19380"/>
                  </a:lnTo>
                  <a:lnTo>
                    <a:pt x="10881" y="18973"/>
                  </a:lnTo>
                  <a:cubicBezTo>
                    <a:pt x="10881" y="18813"/>
                    <a:pt x="10753" y="18681"/>
                    <a:pt x="10588" y="18681"/>
                  </a:cubicBezTo>
                  <a:cubicBezTo>
                    <a:pt x="10428" y="18681"/>
                    <a:pt x="10296" y="18813"/>
                    <a:pt x="10296" y="18973"/>
                  </a:cubicBezTo>
                  <a:lnTo>
                    <a:pt x="10296" y="19380"/>
                  </a:lnTo>
                  <a:lnTo>
                    <a:pt x="585" y="19380"/>
                  </a:lnTo>
                  <a:lnTo>
                    <a:pt x="585" y="9866"/>
                  </a:lnTo>
                  <a:lnTo>
                    <a:pt x="992" y="9866"/>
                  </a:lnTo>
                  <a:cubicBezTo>
                    <a:pt x="1152" y="9866"/>
                    <a:pt x="1285" y="9734"/>
                    <a:pt x="1285" y="9574"/>
                  </a:cubicBezTo>
                  <a:cubicBezTo>
                    <a:pt x="1285" y="9414"/>
                    <a:pt x="1152" y="9281"/>
                    <a:pt x="992" y="9281"/>
                  </a:cubicBezTo>
                  <a:lnTo>
                    <a:pt x="585" y="9281"/>
                  </a:lnTo>
                  <a:lnTo>
                    <a:pt x="585" y="7197"/>
                  </a:lnTo>
                  <a:lnTo>
                    <a:pt x="992" y="7197"/>
                  </a:lnTo>
                  <a:cubicBezTo>
                    <a:pt x="1152" y="7197"/>
                    <a:pt x="1285" y="7064"/>
                    <a:pt x="1285" y="6904"/>
                  </a:cubicBezTo>
                  <a:cubicBezTo>
                    <a:pt x="1285" y="6739"/>
                    <a:pt x="1152" y="6611"/>
                    <a:pt x="992" y="6611"/>
                  </a:cubicBezTo>
                  <a:lnTo>
                    <a:pt x="585" y="6611"/>
                  </a:lnTo>
                  <a:lnTo>
                    <a:pt x="585" y="4522"/>
                  </a:lnTo>
                  <a:lnTo>
                    <a:pt x="992" y="4522"/>
                  </a:lnTo>
                  <a:cubicBezTo>
                    <a:pt x="1152" y="4522"/>
                    <a:pt x="1285" y="4394"/>
                    <a:pt x="1285" y="4230"/>
                  </a:cubicBezTo>
                  <a:cubicBezTo>
                    <a:pt x="1285" y="4070"/>
                    <a:pt x="1152" y="3942"/>
                    <a:pt x="992" y="3942"/>
                  </a:cubicBezTo>
                  <a:lnTo>
                    <a:pt x="585" y="3942"/>
                  </a:lnTo>
                  <a:lnTo>
                    <a:pt x="585" y="1852"/>
                  </a:lnTo>
                  <a:lnTo>
                    <a:pt x="1783" y="1852"/>
                  </a:lnTo>
                  <a:cubicBezTo>
                    <a:pt x="1898" y="2355"/>
                    <a:pt x="2291" y="2748"/>
                    <a:pt x="2794" y="2863"/>
                  </a:cubicBezTo>
                  <a:lnTo>
                    <a:pt x="2794" y="10772"/>
                  </a:lnTo>
                  <a:cubicBezTo>
                    <a:pt x="2794" y="10932"/>
                    <a:pt x="2922" y="11064"/>
                    <a:pt x="3086" y="11064"/>
                  </a:cubicBezTo>
                  <a:cubicBezTo>
                    <a:pt x="3246" y="11064"/>
                    <a:pt x="3379" y="10932"/>
                    <a:pt x="3379" y="10772"/>
                  </a:cubicBezTo>
                  <a:lnTo>
                    <a:pt x="3379" y="3073"/>
                  </a:lnTo>
                  <a:lnTo>
                    <a:pt x="3831" y="4202"/>
                  </a:lnTo>
                  <a:cubicBezTo>
                    <a:pt x="3877" y="4317"/>
                    <a:pt x="3987" y="4385"/>
                    <a:pt x="4101" y="4385"/>
                  </a:cubicBezTo>
                  <a:cubicBezTo>
                    <a:pt x="4138" y="4385"/>
                    <a:pt x="4174" y="4381"/>
                    <a:pt x="4211" y="4367"/>
                  </a:cubicBezTo>
                  <a:cubicBezTo>
                    <a:pt x="4362" y="4303"/>
                    <a:pt x="4435" y="4134"/>
                    <a:pt x="4375" y="3983"/>
                  </a:cubicBezTo>
                  <a:lnTo>
                    <a:pt x="3840" y="2657"/>
                  </a:lnTo>
                  <a:cubicBezTo>
                    <a:pt x="4192" y="2419"/>
                    <a:pt x="4421" y="2017"/>
                    <a:pt x="4421" y="1560"/>
                  </a:cubicBezTo>
                  <a:cubicBezTo>
                    <a:pt x="4421" y="824"/>
                    <a:pt x="3822" y="225"/>
                    <a:pt x="3086" y="225"/>
                  </a:cubicBezTo>
                  <a:cubicBezTo>
                    <a:pt x="2451" y="225"/>
                    <a:pt x="1916" y="673"/>
                    <a:pt x="1783" y="1267"/>
                  </a:cubicBezTo>
                  <a:lnTo>
                    <a:pt x="585" y="1267"/>
                  </a:lnTo>
                  <a:lnTo>
                    <a:pt x="585" y="293"/>
                  </a:lnTo>
                  <a:cubicBezTo>
                    <a:pt x="585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4"/>
            <p:cNvSpPr/>
            <p:nvPr/>
          </p:nvSpPr>
          <p:spPr>
            <a:xfrm>
              <a:off x="2968462" y="1117806"/>
              <a:ext cx="48010" cy="84063"/>
            </a:xfrm>
            <a:custGeom>
              <a:rect b="b" l="l" r="r" t="t"/>
              <a:pathLst>
                <a:path extrusionOk="0" h="3435" w="1962">
                  <a:moveTo>
                    <a:pt x="978" y="1"/>
                  </a:moveTo>
                  <a:cubicBezTo>
                    <a:pt x="818" y="1"/>
                    <a:pt x="686" y="134"/>
                    <a:pt x="686" y="294"/>
                  </a:cubicBezTo>
                  <a:lnTo>
                    <a:pt x="686" y="399"/>
                  </a:lnTo>
                  <a:cubicBezTo>
                    <a:pt x="297" y="463"/>
                    <a:pt x="0" y="801"/>
                    <a:pt x="0" y="1208"/>
                  </a:cubicBezTo>
                  <a:cubicBezTo>
                    <a:pt x="0" y="1660"/>
                    <a:pt x="366" y="2031"/>
                    <a:pt x="818" y="2031"/>
                  </a:cubicBezTo>
                  <a:lnTo>
                    <a:pt x="1138" y="2031"/>
                  </a:lnTo>
                  <a:cubicBezTo>
                    <a:pt x="1271" y="2031"/>
                    <a:pt x="1376" y="2136"/>
                    <a:pt x="1376" y="2269"/>
                  </a:cubicBezTo>
                  <a:cubicBezTo>
                    <a:pt x="1376" y="2397"/>
                    <a:pt x="1271" y="2506"/>
                    <a:pt x="1138" y="2506"/>
                  </a:cubicBezTo>
                  <a:lnTo>
                    <a:pt x="818" y="2506"/>
                  </a:lnTo>
                  <a:cubicBezTo>
                    <a:pt x="722" y="2506"/>
                    <a:pt x="640" y="2447"/>
                    <a:pt x="603" y="2360"/>
                  </a:cubicBezTo>
                  <a:cubicBezTo>
                    <a:pt x="556" y="2247"/>
                    <a:pt x="447" y="2181"/>
                    <a:pt x="334" y="2181"/>
                  </a:cubicBezTo>
                  <a:cubicBezTo>
                    <a:pt x="295" y="2181"/>
                    <a:pt x="257" y="2188"/>
                    <a:pt x="219" y="2205"/>
                  </a:cubicBezTo>
                  <a:cubicBezTo>
                    <a:pt x="69" y="2269"/>
                    <a:pt x="0" y="2438"/>
                    <a:pt x="64" y="2589"/>
                  </a:cubicBezTo>
                  <a:cubicBezTo>
                    <a:pt x="174" y="2849"/>
                    <a:pt x="411" y="3032"/>
                    <a:pt x="686" y="3078"/>
                  </a:cubicBezTo>
                  <a:lnTo>
                    <a:pt x="686" y="3142"/>
                  </a:lnTo>
                  <a:cubicBezTo>
                    <a:pt x="686" y="3302"/>
                    <a:pt x="818" y="3434"/>
                    <a:pt x="978" y="3434"/>
                  </a:cubicBezTo>
                  <a:cubicBezTo>
                    <a:pt x="1143" y="3434"/>
                    <a:pt x="1271" y="3302"/>
                    <a:pt x="1271" y="3142"/>
                  </a:cubicBezTo>
                  <a:lnTo>
                    <a:pt x="1271" y="3078"/>
                  </a:lnTo>
                  <a:cubicBezTo>
                    <a:pt x="1664" y="3014"/>
                    <a:pt x="1961" y="2675"/>
                    <a:pt x="1961" y="2269"/>
                  </a:cubicBezTo>
                  <a:cubicBezTo>
                    <a:pt x="1961" y="1816"/>
                    <a:pt x="1591" y="1446"/>
                    <a:pt x="1138" y="1446"/>
                  </a:cubicBezTo>
                  <a:lnTo>
                    <a:pt x="818" y="1446"/>
                  </a:lnTo>
                  <a:cubicBezTo>
                    <a:pt x="690" y="1446"/>
                    <a:pt x="585" y="1340"/>
                    <a:pt x="585" y="1208"/>
                  </a:cubicBezTo>
                  <a:cubicBezTo>
                    <a:pt x="585" y="1080"/>
                    <a:pt x="690" y="970"/>
                    <a:pt x="818" y="970"/>
                  </a:cubicBezTo>
                  <a:lnTo>
                    <a:pt x="1138" y="970"/>
                  </a:lnTo>
                  <a:cubicBezTo>
                    <a:pt x="1221" y="970"/>
                    <a:pt x="1294" y="1011"/>
                    <a:pt x="1335" y="1075"/>
                  </a:cubicBezTo>
                  <a:cubicBezTo>
                    <a:pt x="1392" y="1161"/>
                    <a:pt x="1485" y="1206"/>
                    <a:pt x="1580" y="1206"/>
                  </a:cubicBezTo>
                  <a:cubicBezTo>
                    <a:pt x="1636" y="1206"/>
                    <a:pt x="1692" y="1190"/>
                    <a:pt x="1742" y="1158"/>
                  </a:cubicBezTo>
                  <a:cubicBezTo>
                    <a:pt x="1874" y="1066"/>
                    <a:pt x="1911" y="883"/>
                    <a:pt x="1820" y="751"/>
                  </a:cubicBezTo>
                  <a:cubicBezTo>
                    <a:pt x="1692" y="559"/>
                    <a:pt x="1495" y="435"/>
                    <a:pt x="1271" y="399"/>
                  </a:cubicBezTo>
                  <a:lnTo>
                    <a:pt x="1271" y="294"/>
                  </a:lnTo>
                  <a:cubicBezTo>
                    <a:pt x="1271" y="134"/>
                    <a:pt x="1143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4"/>
            <p:cNvSpPr/>
            <p:nvPr/>
          </p:nvSpPr>
          <p:spPr>
            <a:xfrm>
              <a:off x="2924581" y="1091964"/>
              <a:ext cx="135613" cy="133620"/>
            </a:xfrm>
            <a:custGeom>
              <a:rect b="b" l="l" r="r" t="t"/>
              <a:pathLst>
                <a:path extrusionOk="0" h="5460" w="5542">
                  <a:moveTo>
                    <a:pt x="2771" y="1"/>
                  </a:moveTo>
                  <a:cubicBezTo>
                    <a:pt x="1244" y="1"/>
                    <a:pt x="1" y="1244"/>
                    <a:pt x="1" y="2771"/>
                  </a:cubicBezTo>
                  <a:cubicBezTo>
                    <a:pt x="1" y="4019"/>
                    <a:pt x="842" y="5121"/>
                    <a:pt x="2044" y="5446"/>
                  </a:cubicBezTo>
                  <a:cubicBezTo>
                    <a:pt x="2072" y="5454"/>
                    <a:pt x="2099" y="5457"/>
                    <a:pt x="2125" y="5457"/>
                  </a:cubicBezTo>
                  <a:cubicBezTo>
                    <a:pt x="2255" y="5457"/>
                    <a:pt x="2371" y="5369"/>
                    <a:pt x="2406" y="5240"/>
                  </a:cubicBezTo>
                  <a:cubicBezTo>
                    <a:pt x="2447" y="5085"/>
                    <a:pt x="2355" y="4925"/>
                    <a:pt x="2200" y="4883"/>
                  </a:cubicBezTo>
                  <a:cubicBezTo>
                    <a:pt x="1249" y="4627"/>
                    <a:pt x="586" y="3759"/>
                    <a:pt x="586" y="2771"/>
                  </a:cubicBezTo>
                  <a:cubicBezTo>
                    <a:pt x="586" y="1569"/>
                    <a:pt x="1569" y="586"/>
                    <a:pt x="2771" y="586"/>
                  </a:cubicBezTo>
                  <a:cubicBezTo>
                    <a:pt x="3978" y="586"/>
                    <a:pt x="4961" y="1569"/>
                    <a:pt x="4961" y="2771"/>
                  </a:cubicBezTo>
                  <a:cubicBezTo>
                    <a:pt x="4961" y="3759"/>
                    <a:pt x="4294" y="4627"/>
                    <a:pt x="3347" y="4883"/>
                  </a:cubicBezTo>
                  <a:cubicBezTo>
                    <a:pt x="3192" y="4925"/>
                    <a:pt x="3096" y="5085"/>
                    <a:pt x="3142" y="5240"/>
                  </a:cubicBezTo>
                  <a:cubicBezTo>
                    <a:pt x="3174" y="5373"/>
                    <a:pt x="3292" y="5459"/>
                    <a:pt x="3421" y="5459"/>
                  </a:cubicBezTo>
                  <a:cubicBezTo>
                    <a:pt x="3448" y="5459"/>
                    <a:pt x="3475" y="5455"/>
                    <a:pt x="3498" y="5446"/>
                  </a:cubicBezTo>
                  <a:cubicBezTo>
                    <a:pt x="4705" y="5121"/>
                    <a:pt x="5542" y="4024"/>
                    <a:pt x="5542" y="2771"/>
                  </a:cubicBezTo>
                  <a:cubicBezTo>
                    <a:pt x="5542" y="1244"/>
                    <a:pt x="4303" y="1"/>
                    <a:pt x="2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4"/>
            <p:cNvSpPr/>
            <p:nvPr/>
          </p:nvSpPr>
          <p:spPr>
            <a:xfrm>
              <a:off x="3077883" y="1181163"/>
              <a:ext cx="37488" cy="25182"/>
            </a:xfrm>
            <a:custGeom>
              <a:rect b="b" l="l" r="r" t="t"/>
              <a:pathLst>
                <a:path extrusionOk="0" h="1029" w="1532">
                  <a:moveTo>
                    <a:pt x="322" y="1"/>
                  </a:moveTo>
                  <a:cubicBezTo>
                    <a:pt x="247" y="1"/>
                    <a:pt x="171" y="29"/>
                    <a:pt x="114" y="86"/>
                  </a:cubicBezTo>
                  <a:cubicBezTo>
                    <a:pt x="0" y="201"/>
                    <a:pt x="0" y="384"/>
                    <a:pt x="114" y="498"/>
                  </a:cubicBezTo>
                  <a:lnTo>
                    <a:pt x="558" y="941"/>
                  </a:lnTo>
                  <a:cubicBezTo>
                    <a:pt x="613" y="996"/>
                    <a:pt x="686" y="1028"/>
                    <a:pt x="764" y="1028"/>
                  </a:cubicBezTo>
                  <a:cubicBezTo>
                    <a:pt x="841" y="1028"/>
                    <a:pt x="919" y="996"/>
                    <a:pt x="974" y="941"/>
                  </a:cubicBezTo>
                  <a:lnTo>
                    <a:pt x="1417" y="498"/>
                  </a:lnTo>
                  <a:cubicBezTo>
                    <a:pt x="1532" y="384"/>
                    <a:pt x="1532" y="201"/>
                    <a:pt x="1417" y="86"/>
                  </a:cubicBezTo>
                  <a:cubicBezTo>
                    <a:pt x="1360" y="29"/>
                    <a:pt x="1285" y="1"/>
                    <a:pt x="1209" y="1"/>
                  </a:cubicBezTo>
                  <a:cubicBezTo>
                    <a:pt x="1134" y="1"/>
                    <a:pt x="1058" y="29"/>
                    <a:pt x="1001" y="86"/>
                  </a:cubicBezTo>
                  <a:lnTo>
                    <a:pt x="764" y="320"/>
                  </a:lnTo>
                  <a:lnTo>
                    <a:pt x="530" y="86"/>
                  </a:lnTo>
                  <a:cubicBezTo>
                    <a:pt x="473" y="29"/>
                    <a:pt x="398" y="1"/>
                    <a:pt x="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4"/>
            <p:cNvSpPr/>
            <p:nvPr/>
          </p:nvSpPr>
          <p:spPr>
            <a:xfrm>
              <a:off x="3077883" y="1147270"/>
              <a:ext cx="37488" cy="25158"/>
            </a:xfrm>
            <a:custGeom>
              <a:rect b="b" l="l" r="r" t="t"/>
              <a:pathLst>
                <a:path extrusionOk="0" h="1028" w="1532">
                  <a:moveTo>
                    <a:pt x="322" y="0"/>
                  </a:moveTo>
                  <a:cubicBezTo>
                    <a:pt x="247" y="0"/>
                    <a:pt x="171" y="29"/>
                    <a:pt x="114" y="86"/>
                  </a:cubicBezTo>
                  <a:cubicBezTo>
                    <a:pt x="0" y="200"/>
                    <a:pt x="0" y="383"/>
                    <a:pt x="114" y="498"/>
                  </a:cubicBezTo>
                  <a:lnTo>
                    <a:pt x="558" y="941"/>
                  </a:lnTo>
                  <a:cubicBezTo>
                    <a:pt x="613" y="996"/>
                    <a:pt x="686" y="1028"/>
                    <a:pt x="764" y="1028"/>
                  </a:cubicBezTo>
                  <a:cubicBezTo>
                    <a:pt x="841" y="1028"/>
                    <a:pt x="919" y="996"/>
                    <a:pt x="974" y="941"/>
                  </a:cubicBezTo>
                  <a:lnTo>
                    <a:pt x="1417" y="498"/>
                  </a:lnTo>
                  <a:cubicBezTo>
                    <a:pt x="1532" y="383"/>
                    <a:pt x="1532" y="200"/>
                    <a:pt x="1417" y="86"/>
                  </a:cubicBezTo>
                  <a:cubicBezTo>
                    <a:pt x="1360" y="29"/>
                    <a:pt x="1285" y="0"/>
                    <a:pt x="1209" y="0"/>
                  </a:cubicBezTo>
                  <a:cubicBezTo>
                    <a:pt x="1134" y="0"/>
                    <a:pt x="1058" y="29"/>
                    <a:pt x="1001" y="86"/>
                  </a:cubicBezTo>
                  <a:lnTo>
                    <a:pt x="764" y="324"/>
                  </a:lnTo>
                  <a:lnTo>
                    <a:pt x="530" y="86"/>
                  </a:lnTo>
                  <a:cubicBezTo>
                    <a:pt x="473" y="29"/>
                    <a:pt x="398" y="0"/>
                    <a:pt x="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4"/>
            <p:cNvSpPr/>
            <p:nvPr/>
          </p:nvSpPr>
          <p:spPr>
            <a:xfrm>
              <a:off x="3077883" y="1113377"/>
              <a:ext cx="37488" cy="25158"/>
            </a:xfrm>
            <a:custGeom>
              <a:rect b="b" l="l" r="r" t="t"/>
              <a:pathLst>
                <a:path extrusionOk="0" h="1028" w="1532">
                  <a:moveTo>
                    <a:pt x="322" y="0"/>
                  </a:moveTo>
                  <a:cubicBezTo>
                    <a:pt x="247" y="0"/>
                    <a:pt x="171" y="29"/>
                    <a:pt x="114" y="86"/>
                  </a:cubicBezTo>
                  <a:cubicBezTo>
                    <a:pt x="0" y="200"/>
                    <a:pt x="0" y="383"/>
                    <a:pt x="114" y="497"/>
                  </a:cubicBezTo>
                  <a:lnTo>
                    <a:pt x="558" y="941"/>
                  </a:lnTo>
                  <a:cubicBezTo>
                    <a:pt x="617" y="1000"/>
                    <a:pt x="690" y="1028"/>
                    <a:pt x="764" y="1028"/>
                  </a:cubicBezTo>
                  <a:cubicBezTo>
                    <a:pt x="841" y="1028"/>
                    <a:pt x="914" y="1000"/>
                    <a:pt x="974" y="941"/>
                  </a:cubicBezTo>
                  <a:lnTo>
                    <a:pt x="1417" y="497"/>
                  </a:lnTo>
                  <a:cubicBezTo>
                    <a:pt x="1532" y="383"/>
                    <a:pt x="1532" y="200"/>
                    <a:pt x="1417" y="86"/>
                  </a:cubicBezTo>
                  <a:cubicBezTo>
                    <a:pt x="1360" y="29"/>
                    <a:pt x="1285" y="0"/>
                    <a:pt x="1209" y="0"/>
                  </a:cubicBezTo>
                  <a:cubicBezTo>
                    <a:pt x="1134" y="0"/>
                    <a:pt x="1058" y="29"/>
                    <a:pt x="1001" y="86"/>
                  </a:cubicBezTo>
                  <a:lnTo>
                    <a:pt x="764" y="324"/>
                  </a:lnTo>
                  <a:lnTo>
                    <a:pt x="530" y="86"/>
                  </a:lnTo>
                  <a:cubicBezTo>
                    <a:pt x="473" y="29"/>
                    <a:pt x="398" y="0"/>
                    <a:pt x="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0" name="Google Shape;1410;p34"/>
          <p:cNvGrpSpPr/>
          <p:nvPr/>
        </p:nvGrpSpPr>
        <p:grpSpPr>
          <a:xfrm>
            <a:off x="1989134" y="1062990"/>
            <a:ext cx="488446" cy="488618"/>
            <a:chOff x="1989134" y="1062990"/>
            <a:chExt cx="488446" cy="488618"/>
          </a:xfrm>
        </p:grpSpPr>
        <p:sp>
          <p:nvSpPr>
            <p:cNvPr id="1411" name="Google Shape;1411;p34"/>
            <p:cNvSpPr/>
            <p:nvPr/>
          </p:nvSpPr>
          <p:spPr>
            <a:xfrm>
              <a:off x="1989134" y="1062990"/>
              <a:ext cx="488446" cy="488618"/>
            </a:xfrm>
            <a:custGeom>
              <a:rect b="b" l="l" r="r" t="t"/>
              <a:pathLst>
                <a:path extrusionOk="0" h="19966" w="19961">
                  <a:moveTo>
                    <a:pt x="3301" y="14008"/>
                  </a:moveTo>
                  <a:cubicBezTo>
                    <a:pt x="3717" y="14008"/>
                    <a:pt x="4051" y="14342"/>
                    <a:pt x="4051" y="14758"/>
                  </a:cubicBezTo>
                  <a:cubicBezTo>
                    <a:pt x="4051" y="15170"/>
                    <a:pt x="3717" y="15508"/>
                    <a:pt x="3301" y="15508"/>
                  </a:cubicBezTo>
                  <a:cubicBezTo>
                    <a:pt x="2890" y="15508"/>
                    <a:pt x="2551" y="15170"/>
                    <a:pt x="2551" y="14758"/>
                  </a:cubicBezTo>
                  <a:cubicBezTo>
                    <a:pt x="2551" y="14342"/>
                    <a:pt x="2890" y="14008"/>
                    <a:pt x="3301" y="14008"/>
                  </a:cubicBezTo>
                  <a:close/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19673"/>
                  </a:lnTo>
                  <a:cubicBezTo>
                    <a:pt x="0" y="19833"/>
                    <a:pt x="128" y="19965"/>
                    <a:pt x="293" y="19965"/>
                  </a:cubicBezTo>
                  <a:lnTo>
                    <a:pt x="19668" y="19965"/>
                  </a:lnTo>
                  <a:cubicBezTo>
                    <a:pt x="19828" y="19965"/>
                    <a:pt x="19960" y="19833"/>
                    <a:pt x="19960" y="19673"/>
                  </a:cubicBezTo>
                  <a:cubicBezTo>
                    <a:pt x="19960" y="19508"/>
                    <a:pt x="19828" y="19380"/>
                    <a:pt x="19668" y="19380"/>
                  </a:cubicBezTo>
                  <a:lnTo>
                    <a:pt x="18895" y="19380"/>
                  </a:lnTo>
                  <a:lnTo>
                    <a:pt x="18895" y="18973"/>
                  </a:lnTo>
                  <a:cubicBezTo>
                    <a:pt x="18895" y="18813"/>
                    <a:pt x="18762" y="18681"/>
                    <a:pt x="18602" y="18681"/>
                  </a:cubicBezTo>
                  <a:cubicBezTo>
                    <a:pt x="18442" y="18681"/>
                    <a:pt x="18310" y="18813"/>
                    <a:pt x="18310" y="18973"/>
                  </a:cubicBezTo>
                  <a:lnTo>
                    <a:pt x="18310" y="19380"/>
                  </a:lnTo>
                  <a:lnTo>
                    <a:pt x="16225" y="19380"/>
                  </a:lnTo>
                  <a:lnTo>
                    <a:pt x="16225" y="18973"/>
                  </a:lnTo>
                  <a:cubicBezTo>
                    <a:pt x="16225" y="18813"/>
                    <a:pt x="16093" y="18681"/>
                    <a:pt x="15933" y="18681"/>
                  </a:cubicBezTo>
                  <a:cubicBezTo>
                    <a:pt x="15768" y="18681"/>
                    <a:pt x="15640" y="18813"/>
                    <a:pt x="15640" y="18973"/>
                  </a:cubicBezTo>
                  <a:lnTo>
                    <a:pt x="15640" y="19380"/>
                  </a:lnTo>
                  <a:lnTo>
                    <a:pt x="13551" y="19380"/>
                  </a:lnTo>
                  <a:lnTo>
                    <a:pt x="13551" y="18973"/>
                  </a:lnTo>
                  <a:cubicBezTo>
                    <a:pt x="13551" y="18813"/>
                    <a:pt x="13423" y="18681"/>
                    <a:pt x="13258" y="18681"/>
                  </a:cubicBezTo>
                  <a:cubicBezTo>
                    <a:pt x="13098" y="18681"/>
                    <a:pt x="12966" y="18813"/>
                    <a:pt x="12966" y="18973"/>
                  </a:cubicBezTo>
                  <a:lnTo>
                    <a:pt x="12966" y="19380"/>
                  </a:lnTo>
                  <a:lnTo>
                    <a:pt x="10881" y="19380"/>
                  </a:lnTo>
                  <a:lnTo>
                    <a:pt x="10881" y="18973"/>
                  </a:lnTo>
                  <a:cubicBezTo>
                    <a:pt x="10881" y="18813"/>
                    <a:pt x="10748" y="18681"/>
                    <a:pt x="10588" y="18681"/>
                  </a:cubicBezTo>
                  <a:cubicBezTo>
                    <a:pt x="10428" y="18681"/>
                    <a:pt x="10296" y="18813"/>
                    <a:pt x="10296" y="18973"/>
                  </a:cubicBezTo>
                  <a:lnTo>
                    <a:pt x="10296" y="19380"/>
                  </a:lnTo>
                  <a:lnTo>
                    <a:pt x="586" y="19380"/>
                  </a:lnTo>
                  <a:lnTo>
                    <a:pt x="586" y="15819"/>
                  </a:lnTo>
                  <a:lnTo>
                    <a:pt x="2126" y="15389"/>
                  </a:lnTo>
                  <a:cubicBezTo>
                    <a:pt x="2309" y="15723"/>
                    <a:pt x="2629" y="15974"/>
                    <a:pt x="3009" y="16061"/>
                  </a:cubicBezTo>
                  <a:lnTo>
                    <a:pt x="3009" y="18059"/>
                  </a:lnTo>
                  <a:cubicBezTo>
                    <a:pt x="3009" y="18219"/>
                    <a:pt x="3141" y="18351"/>
                    <a:pt x="3301" y="18351"/>
                  </a:cubicBezTo>
                  <a:cubicBezTo>
                    <a:pt x="3466" y="18351"/>
                    <a:pt x="3594" y="18219"/>
                    <a:pt x="3594" y="18059"/>
                  </a:cubicBezTo>
                  <a:lnTo>
                    <a:pt x="3594" y="16061"/>
                  </a:lnTo>
                  <a:cubicBezTo>
                    <a:pt x="4188" y="15924"/>
                    <a:pt x="4636" y="15394"/>
                    <a:pt x="4636" y="14758"/>
                  </a:cubicBezTo>
                  <a:cubicBezTo>
                    <a:pt x="4636" y="14424"/>
                    <a:pt x="4513" y="14123"/>
                    <a:pt x="4316" y="13889"/>
                  </a:cubicBezTo>
                  <a:lnTo>
                    <a:pt x="5354" y="12491"/>
                  </a:lnTo>
                  <a:cubicBezTo>
                    <a:pt x="5454" y="12363"/>
                    <a:pt x="5427" y="12180"/>
                    <a:pt x="5294" y="12079"/>
                  </a:cubicBezTo>
                  <a:cubicBezTo>
                    <a:pt x="5243" y="12041"/>
                    <a:pt x="5183" y="12022"/>
                    <a:pt x="5123" y="12022"/>
                  </a:cubicBezTo>
                  <a:cubicBezTo>
                    <a:pt x="5034" y="12022"/>
                    <a:pt x="4945" y="12064"/>
                    <a:pt x="4888" y="12143"/>
                  </a:cubicBezTo>
                  <a:lnTo>
                    <a:pt x="3845" y="13537"/>
                  </a:lnTo>
                  <a:cubicBezTo>
                    <a:pt x="3681" y="13464"/>
                    <a:pt x="3498" y="13423"/>
                    <a:pt x="3301" y="13423"/>
                  </a:cubicBezTo>
                  <a:cubicBezTo>
                    <a:pt x="2565" y="13423"/>
                    <a:pt x="1966" y="14022"/>
                    <a:pt x="1966" y="14758"/>
                  </a:cubicBezTo>
                  <a:cubicBezTo>
                    <a:pt x="1966" y="14781"/>
                    <a:pt x="1966" y="14804"/>
                    <a:pt x="1971" y="14827"/>
                  </a:cubicBezTo>
                  <a:lnTo>
                    <a:pt x="586" y="15211"/>
                  </a:lnTo>
                  <a:lnTo>
                    <a:pt x="586" y="9866"/>
                  </a:lnTo>
                  <a:lnTo>
                    <a:pt x="988" y="9866"/>
                  </a:lnTo>
                  <a:cubicBezTo>
                    <a:pt x="1153" y="9866"/>
                    <a:pt x="1281" y="9734"/>
                    <a:pt x="1281" y="9574"/>
                  </a:cubicBezTo>
                  <a:cubicBezTo>
                    <a:pt x="1281" y="9414"/>
                    <a:pt x="1153" y="9281"/>
                    <a:pt x="988" y="9281"/>
                  </a:cubicBezTo>
                  <a:lnTo>
                    <a:pt x="586" y="9281"/>
                  </a:lnTo>
                  <a:lnTo>
                    <a:pt x="586" y="7197"/>
                  </a:lnTo>
                  <a:lnTo>
                    <a:pt x="988" y="7197"/>
                  </a:lnTo>
                  <a:cubicBezTo>
                    <a:pt x="1153" y="7197"/>
                    <a:pt x="1281" y="7064"/>
                    <a:pt x="1281" y="6904"/>
                  </a:cubicBezTo>
                  <a:cubicBezTo>
                    <a:pt x="1281" y="6739"/>
                    <a:pt x="1153" y="6611"/>
                    <a:pt x="988" y="6611"/>
                  </a:cubicBezTo>
                  <a:lnTo>
                    <a:pt x="586" y="6611"/>
                  </a:lnTo>
                  <a:lnTo>
                    <a:pt x="586" y="4522"/>
                  </a:lnTo>
                  <a:lnTo>
                    <a:pt x="988" y="4522"/>
                  </a:lnTo>
                  <a:cubicBezTo>
                    <a:pt x="1153" y="4522"/>
                    <a:pt x="1281" y="4394"/>
                    <a:pt x="1281" y="4230"/>
                  </a:cubicBezTo>
                  <a:cubicBezTo>
                    <a:pt x="1281" y="4070"/>
                    <a:pt x="1153" y="3942"/>
                    <a:pt x="988" y="3942"/>
                  </a:cubicBezTo>
                  <a:lnTo>
                    <a:pt x="586" y="3942"/>
                  </a:lnTo>
                  <a:lnTo>
                    <a:pt x="586" y="1852"/>
                  </a:lnTo>
                  <a:lnTo>
                    <a:pt x="988" y="1852"/>
                  </a:lnTo>
                  <a:cubicBezTo>
                    <a:pt x="1153" y="1852"/>
                    <a:pt x="1281" y="1720"/>
                    <a:pt x="1281" y="1560"/>
                  </a:cubicBezTo>
                  <a:cubicBezTo>
                    <a:pt x="1281" y="1400"/>
                    <a:pt x="1153" y="1267"/>
                    <a:pt x="988" y="1267"/>
                  </a:cubicBezTo>
                  <a:lnTo>
                    <a:pt x="586" y="1267"/>
                  </a:ln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4"/>
            <p:cNvSpPr/>
            <p:nvPr/>
          </p:nvSpPr>
          <p:spPr>
            <a:xfrm>
              <a:off x="2273441" y="1090104"/>
              <a:ext cx="179120" cy="388550"/>
            </a:xfrm>
            <a:custGeom>
              <a:rect b="b" l="l" r="r" t="t"/>
              <a:pathLst>
                <a:path extrusionOk="0" h="15877" w="7320">
                  <a:moveTo>
                    <a:pt x="2350" y="3410"/>
                  </a:moveTo>
                  <a:cubicBezTo>
                    <a:pt x="2761" y="3410"/>
                    <a:pt x="3100" y="3748"/>
                    <a:pt x="3100" y="4159"/>
                  </a:cubicBezTo>
                  <a:cubicBezTo>
                    <a:pt x="3100" y="4575"/>
                    <a:pt x="2761" y="4909"/>
                    <a:pt x="2350" y="4909"/>
                  </a:cubicBezTo>
                  <a:cubicBezTo>
                    <a:pt x="1934" y="4909"/>
                    <a:pt x="1600" y="4575"/>
                    <a:pt x="1600" y="4159"/>
                  </a:cubicBezTo>
                  <a:cubicBezTo>
                    <a:pt x="1600" y="3748"/>
                    <a:pt x="1934" y="3410"/>
                    <a:pt x="2350" y="3410"/>
                  </a:cubicBezTo>
                  <a:close/>
                  <a:moveTo>
                    <a:pt x="6985" y="1"/>
                  </a:moveTo>
                  <a:cubicBezTo>
                    <a:pt x="6884" y="1"/>
                    <a:pt x="6786" y="54"/>
                    <a:pt x="6734" y="146"/>
                  </a:cubicBezTo>
                  <a:lnTo>
                    <a:pt x="4252" y="4438"/>
                  </a:lnTo>
                  <a:lnTo>
                    <a:pt x="3680" y="4260"/>
                  </a:lnTo>
                  <a:cubicBezTo>
                    <a:pt x="3680" y="4228"/>
                    <a:pt x="3685" y="4196"/>
                    <a:pt x="3685" y="4159"/>
                  </a:cubicBezTo>
                  <a:cubicBezTo>
                    <a:pt x="3685" y="3423"/>
                    <a:pt x="3086" y="2824"/>
                    <a:pt x="2350" y="2824"/>
                  </a:cubicBezTo>
                  <a:cubicBezTo>
                    <a:pt x="1614" y="2824"/>
                    <a:pt x="1015" y="3423"/>
                    <a:pt x="1015" y="4159"/>
                  </a:cubicBezTo>
                  <a:cubicBezTo>
                    <a:pt x="1015" y="4425"/>
                    <a:pt x="1093" y="4671"/>
                    <a:pt x="1225" y="4877"/>
                  </a:cubicBezTo>
                  <a:lnTo>
                    <a:pt x="114" y="5997"/>
                  </a:lnTo>
                  <a:cubicBezTo>
                    <a:pt x="0" y="6111"/>
                    <a:pt x="0" y="6294"/>
                    <a:pt x="114" y="6409"/>
                  </a:cubicBezTo>
                  <a:cubicBezTo>
                    <a:pt x="174" y="6464"/>
                    <a:pt x="247" y="6496"/>
                    <a:pt x="320" y="6496"/>
                  </a:cubicBezTo>
                  <a:cubicBezTo>
                    <a:pt x="398" y="6496"/>
                    <a:pt x="471" y="6464"/>
                    <a:pt x="530" y="6409"/>
                  </a:cubicBezTo>
                  <a:lnTo>
                    <a:pt x="1637" y="5289"/>
                  </a:lnTo>
                  <a:cubicBezTo>
                    <a:pt x="1765" y="5371"/>
                    <a:pt x="1906" y="5430"/>
                    <a:pt x="2057" y="5462"/>
                  </a:cubicBezTo>
                  <a:lnTo>
                    <a:pt x="2057" y="13819"/>
                  </a:lnTo>
                  <a:cubicBezTo>
                    <a:pt x="2057" y="13979"/>
                    <a:pt x="2185" y="14112"/>
                    <a:pt x="2350" y="14112"/>
                  </a:cubicBezTo>
                  <a:cubicBezTo>
                    <a:pt x="2510" y="14112"/>
                    <a:pt x="2642" y="13979"/>
                    <a:pt x="2642" y="13819"/>
                  </a:cubicBezTo>
                  <a:lnTo>
                    <a:pt x="2642" y="5462"/>
                  </a:lnTo>
                  <a:cubicBezTo>
                    <a:pt x="3013" y="5380"/>
                    <a:pt x="3324" y="5142"/>
                    <a:pt x="3506" y="4822"/>
                  </a:cubicBezTo>
                  <a:lnTo>
                    <a:pt x="4096" y="5001"/>
                  </a:lnTo>
                  <a:lnTo>
                    <a:pt x="4096" y="15584"/>
                  </a:lnTo>
                  <a:cubicBezTo>
                    <a:pt x="4096" y="15744"/>
                    <a:pt x="4229" y="15876"/>
                    <a:pt x="4389" y="15876"/>
                  </a:cubicBezTo>
                  <a:cubicBezTo>
                    <a:pt x="4549" y="15876"/>
                    <a:pt x="4681" y="15744"/>
                    <a:pt x="4681" y="15584"/>
                  </a:cubicBezTo>
                  <a:lnTo>
                    <a:pt x="4681" y="4863"/>
                  </a:lnTo>
                  <a:lnTo>
                    <a:pt x="7237" y="438"/>
                  </a:lnTo>
                  <a:cubicBezTo>
                    <a:pt x="7319" y="301"/>
                    <a:pt x="7273" y="123"/>
                    <a:pt x="7132" y="40"/>
                  </a:cubicBezTo>
                  <a:cubicBezTo>
                    <a:pt x="7085" y="13"/>
                    <a:pt x="7035" y="1"/>
                    <a:pt x="69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2125402" y="1257196"/>
              <a:ext cx="141437" cy="230188"/>
            </a:xfrm>
            <a:custGeom>
              <a:rect b="b" l="l" r="r" t="t"/>
              <a:pathLst>
                <a:path extrusionOk="0" h="9406" w="5780">
                  <a:moveTo>
                    <a:pt x="1665" y="797"/>
                  </a:moveTo>
                  <a:cubicBezTo>
                    <a:pt x="2076" y="797"/>
                    <a:pt x="2415" y="1130"/>
                    <a:pt x="2415" y="1546"/>
                  </a:cubicBezTo>
                  <a:cubicBezTo>
                    <a:pt x="2415" y="1958"/>
                    <a:pt x="2076" y="2296"/>
                    <a:pt x="1665" y="2296"/>
                  </a:cubicBezTo>
                  <a:cubicBezTo>
                    <a:pt x="1253" y="2296"/>
                    <a:pt x="915" y="1958"/>
                    <a:pt x="915" y="1546"/>
                  </a:cubicBezTo>
                  <a:cubicBezTo>
                    <a:pt x="915" y="1130"/>
                    <a:pt x="1253" y="797"/>
                    <a:pt x="1665" y="797"/>
                  </a:cubicBezTo>
                  <a:close/>
                  <a:moveTo>
                    <a:pt x="5462" y="0"/>
                  </a:moveTo>
                  <a:cubicBezTo>
                    <a:pt x="5385" y="0"/>
                    <a:pt x="5307" y="30"/>
                    <a:pt x="5249" y="88"/>
                  </a:cubicBezTo>
                  <a:lnTo>
                    <a:pt x="3621" y="1725"/>
                  </a:lnTo>
                  <a:lnTo>
                    <a:pt x="3000" y="1569"/>
                  </a:lnTo>
                  <a:cubicBezTo>
                    <a:pt x="3000" y="1560"/>
                    <a:pt x="3000" y="1551"/>
                    <a:pt x="3000" y="1546"/>
                  </a:cubicBezTo>
                  <a:cubicBezTo>
                    <a:pt x="3000" y="810"/>
                    <a:pt x="2401" y="212"/>
                    <a:pt x="1665" y="212"/>
                  </a:cubicBezTo>
                  <a:cubicBezTo>
                    <a:pt x="929" y="212"/>
                    <a:pt x="330" y="810"/>
                    <a:pt x="330" y="1546"/>
                  </a:cubicBezTo>
                  <a:cubicBezTo>
                    <a:pt x="330" y="1876"/>
                    <a:pt x="453" y="2177"/>
                    <a:pt x="654" y="2415"/>
                  </a:cubicBezTo>
                  <a:lnTo>
                    <a:pt x="97" y="3160"/>
                  </a:lnTo>
                  <a:cubicBezTo>
                    <a:pt x="1" y="3288"/>
                    <a:pt x="28" y="3471"/>
                    <a:pt x="156" y="3567"/>
                  </a:cubicBezTo>
                  <a:cubicBezTo>
                    <a:pt x="211" y="3608"/>
                    <a:pt x="270" y="3627"/>
                    <a:pt x="330" y="3627"/>
                  </a:cubicBezTo>
                  <a:cubicBezTo>
                    <a:pt x="421" y="3627"/>
                    <a:pt x="508" y="3585"/>
                    <a:pt x="568" y="3508"/>
                  </a:cubicBezTo>
                  <a:lnTo>
                    <a:pt x="1121" y="2762"/>
                  </a:lnTo>
                  <a:cubicBezTo>
                    <a:pt x="1203" y="2799"/>
                    <a:pt x="1285" y="2826"/>
                    <a:pt x="1372" y="2845"/>
                  </a:cubicBezTo>
                  <a:lnTo>
                    <a:pt x="1372" y="8427"/>
                  </a:lnTo>
                  <a:cubicBezTo>
                    <a:pt x="1372" y="8587"/>
                    <a:pt x="1505" y="8719"/>
                    <a:pt x="1665" y="8719"/>
                  </a:cubicBezTo>
                  <a:cubicBezTo>
                    <a:pt x="1825" y="8719"/>
                    <a:pt x="1957" y="8587"/>
                    <a:pt x="1957" y="8427"/>
                  </a:cubicBezTo>
                  <a:lnTo>
                    <a:pt x="1957" y="2845"/>
                  </a:lnTo>
                  <a:cubicBezTo>
                    <a:pt x="2355" y="2758"/>
                    <a:pt x="2684" y="2493"/>
                    <a:pt x="2858" y="2141"/>
                  </a:cubicBezTo>
                  <a:lnTo>
                    <a:pt x="3420" y="2278"/>
                  </a:lnTo>
                  <a:lnTo>
                    <a:pt x="3420" y="9112"/>
                  </a:lnTo>
                  <a:cubicBezTo>
                    <a:pt x="3420" y="9272"/>
                    <a:pt x="3553" y="9405"/>
                    <a:pt x="3713" y="9405"/>
                  </a:cubicBezTo>
                  <a:cubicBezTo>
                    <a:pt x="3877" y="9405"/>
                    <a:pt x="4005" y="9272"/>
                    <a:pt x="4005" y="9112"/>
                  </a:cubicBezTo>
                  <a:lnTo>
                    <a:pt x="4005" y="2168"/>
                  </a:lnTo>
                  <a:lnTo>
                    <a:pt x="5665" y="500"/>
                  </a:lnTo>
                  <a:cubicBezTo>
                    <a:pt x="5779" y="385"/>
                    <a:pt x="5779" y="198"/>
                    <a:pt x="5665" y="84"/>
                  </a:cubicBezTo>
                  <a:cubicBezTo>
                    <a:pt x="5609" y="28"/>
                    <a:pt x="5535" y="0"/>
                    <a:pt x="54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4"/>
            <p:cNvSpPr/>
            <p:nvPr/>
          </p:nvSpPr>
          <p:spPr>
            <a:xfrm>
              <a:off x="2089377" y="1117806"/>
              <a:ext cx="48132" cy="84063"/>
            </a:xfrm>
            <a:custGeom>
              <a:rect b="b" l="l" r="r" t="t"/>
              <a:pathLst>
                <a:path extrusionOk="0" h="3435" w="1967">
                  <a:moveTo>
                    <a:pt x="984" y="1"/>
                  </a:moveTo>
                  <a:cubicBezTo>
                    <a:pt x="824" y="1"/>
                    <a:pt x="691" y="134"/>
                    <a:pt x="691" y="294"/>
                  </a:cubicBezTo>
                  <a:lnTo>
                    <a:pt x="691" y="399"/>
                  </a:lnTo>
                  <a:cubicBezTo>
                    <a:pt x="302" y="463"/>
                    <a:pt x="1" y="801"/>
                    <a:pt x="1" y="1208"/>
                  </a:cubicBezTo>
                  <a:cubicBezTo>
                    <a:pt x="1" y="1660"/>
                    <a:pt x="371" y="2031"/>
                    <a:pt x="824" y="2031"/>
                  </a:cubicBezTo>
                  <a:lnTo>
                    <a:pt x="1144" y="2031"/>
                  </a:lnTo>
                  <a:cubicBezTo>
                    <a:pt x="1276" y="2031"/>
                    <a:pt x="1381" y="2136"/>
                    <a:pt x="1381" y="2269"/>
                  </a:cubicBezTo>
                  <a:cubicBezTo>
                    <a:pt x="1381" y="2397"/>
                    <a:pt x="1276" y="2506"/>
                    <a:pt x="1144" y="2506"/>
                  </a:cubicBezTo>
                  <a:lnTo>
                    <a:pt x="824" y="2506"/>
                  </a:lnTo>
                  <a:cubicBezTo>
                    <a:pt x="728" y="2506"/>
                    <a:pt x="641" y="2447"/>
                    <a:pt x="604" y="2360"/>
                  </a:cubicBezTo>
                  <a:cubicBezTo>
                    <a:pt x="560" y="2247"/>
                    <a:pt x="452" y="2181"/>
                    <a:pt x="337" y="2181"/>
                  </a:cubicBezTo>
                  <a:cubicBezTo>
                    <a:pt x="298" y="2181"/>
                    <a:pt x="258" y="2188"/>
                    <a:pt x="220" y="2205"/>
                  </a:cubicBezTo>
                  <a:cubicBezTo>
                    <a:pt x="74" y="2269"/>
                    <a:pt x="5" y="2438"/>
                    <a:pt x="69" y="2589"/>
                  </a:cubicBezTo>
                  <a:cubicBezTo>
                    <a:pt x="179" y="2849"/>
                    <a:pt x="417" y="3032"/>
                    <a:pt x="691" y="3078"/>
                  </a:cubicBezTo>
                  <a:lnTo>
                    <a:pt x="691" y="3142"/>
                  </a:lnTo>
                  <a:cubicBezTo>
                    <a:pt x="691" y="3302"/>
                    <a:pt x="824" y="3434"/>
                    <a:pt x="984" y="3434"/>
                  </a:cubicBezTo>
                  <a:cubicBezTo>
                    <a:pt x="1144" y="3434"/>
                    <a:pt x="1276" y="3302"/>
                    <a:pt x="1276" y="3142"/>
                  </a:cubicBezTo>
                  <a:lnTo>
                    <a:pt x="1276" y="3078"/>
                  </a:lnTo>
                  <a:cubicBezTo>
                    <a:pt x="1665" y="3014"/>
                    <a:pt x="1966" y="2675"/>
                    <a:pt x="1966" y="2269"/>
                  </a:cubicBezTo>
                  <a:cubicBezTo>
                    <a:pt x="1966" y="1816"/>
                    <a:pt x="1596" y="1446"/>
                    <a:pt x="1144" y="1446"/>
                  </a:cubicBezTo>
                  <a:lnTo>
                    <a:pt x="824" y="1446"/>
                  </a:lnTo>
                  <a:cubicBezTo>
                    <a:pt x="696" y="1446"/>
                    <a:pt x="586" y="1340"/>
                    <a:pt x="586" y="1208"/>
                  </a:cubicBezTo>
                  <a:cubicBezTo>
                    <a:pt x="586" y="1080"/>
                    <a:pt x="696" y="970"/>
                    <a:pt x="824" y="970"/>
                  </a:cubicBezTo>
                  <a:lnTo>
                    <a:pt x="1144" y="970"/>
                  </a:lnTo>
                  <a:cubicBezTo>
                    <a:pt x="1221" y="970"/>
                    <a:pt x="1294" y="1011"/>
                    <a:pt x="1340" y="1075"/>
                  </a:cubicBezTo>
                  <a:cubicBezTo>
                    <a:pt x="1397" y="1161"/>
                    <a:pt x="1491" y="1206"/>
                    <a:pt x="1585" y="1206"/>
                  </a:cubicBezTo>
                  <a:cubicBezTo>
                    <a:pt x="1641" y="1206"/>
                    <a:pt x="1698" y="1190"/>
                    <a:pt x="1747" y="1158"/>
                  </a:cubicBezTo>
                  <a:cubicBezTo>
                    <a:pt x="1880" y="1066"/>
                    <a:pt x="1916" y="883"/>
                    <a:pt x="1825" y="751"/>
                  </a:cubicBezTo>
                  <a:cubicBezTo>
                    <a:pt x="1697" y="559"/>
                    <a:pt x="1500" y="435"/>
                    <a:pt x="1276" y="399"/>
                  </a:cubicBezTo>
                  <a:lnTo>
                    <a:pt x="1276" y="294"/>
                  </a:lnTo>
                  <a:cubicBezTo>
                    <a:pt x="1276" y="134"/>
                    <a:pt x="1144" y="1"/>
                    <a:pt x="9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4"/>
            <p:cNvSpPr/>
            <p:nvPr/>
          </p:nvSpPr>
          <p:spPr>
            <a:xfrm>
              <a:off x="2045643" y="1091964"/>
              <a:ext cx="134365" cy="135749"/>
            </a:xfrm>
            <a:custGeom>
              <a:rect b="b" l="l" r="r" t="t"/>
              <a:pathLst>
                <a:path extrusionOk="0" h="5547" w="5491">
                  <a:moveTo>
                    <a:pt x="2771" y="1"/>
                  </a:moveTo>
                  <a:cubicBezTo>
                    <a:pt x="1244" y="1"/>
                    <a:pt x="0" y="1244"/>
                    <a:pt x="0" y="2771"/>
                  </a:cubicBezTo>
                  <a:cubicBezTo>
                    <a:pt x="0" y="4303"/>
                    <a:pt x="1244" y="5546"/>
                    <a:pt x="2771" y="5546"/>
                  </a:cubicBezTo>
                  <a:cubicBezTo>
                    <a:pt x="4028" y="5546"/>
                    <a:pt x="5130" y="4696"/>
                    <a:pt x="5450" y="3485"/>
                  </a:cubicBezTo>
                  <a:cubicBezTo>
                    <a:pt x="5491" y="3329"/>
                    <a:pt x="5399" y="3169"/>
                    <a:pt x="5244" y="3128"/>
                  </a:cubicBezTo>
                  <a:cubicBezTo>
                    <a:pt x="5218" y="3121"/>
                    <a:pt x="5192" y="3118"/>
                    <a:pt x="5167" y="3118"/>
                  </a:cubicBezTo>
                  <a:cubicBezTo>
                    <a:pt x="5035" y="3118"/>
                    <a:pt x="4917" y="3203"/>
                    <a:pt x="4883" y="3334"/>
                  </a:cubicBezTo>
                  <a:cubicBezTo>
                    <a:pt x="4631" y="4294"/>
                    <a:pt x="3763" y="4961"/>
                    <a:pt x="2771" y="4961"/>
                  </a:cubicBezTo>
                  <a:cubicBezTo>
                    <a:pt x="1564" y="4961"/>
                    <a:pt x="585" y="3978"/>
                    <a:pt x="585" y="2771"/>
                  </a:cubicBezTo>
                  <a:cubicBezTo>
                    <a:pt x="585" y="1569"/>
                    <a:pt x="1564" y="586"/>
                    <a:pt x="2771" y="586"/>
                  </a:cubicBezTo>
                  <a:cubicBezTo>
                    <a:pt x="3749" y="586"/>
                    <a:pt x="4618" y="1244"/>
                    <a:pt x="4878" y="2191"/>
                  </a:cubicBezTo>
                  <a:cubicBezTo>
                    <a:pt x="4912" y="2319"/>
                    <a:pt x="5030" y="2404"/>
                    <a:pt x="5158" y="2404"/>
                  </a:cubicBezTo>
                  <a:cubicBezTo>
                    <a:pt x="5185" y="2404"/>
                    <a:pt x="5212" y="2400"/>
                    <a:pt x="5239" y="2392"/>
                  </a:cubicBezTo>
                  <a:cubicBezTo>
                    <a:pt x="5395" y="2351"/>
                    <a:pt x="5486" y="2191"/>
                    <a:pt x="5440" y="2035"/>
                  </a:cubicBezTo>
                  <a:cubicBezTo>
                    <a:pt x="5111" y="838"/>
                    <a:pt x="4014" y="1"/>
                    <a:pt x="2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4"/>
            <p:cNvSpPr/>
            <p:nvPr/>
          </p:nvSpPr>
          <p:spPr>
            <a:xfrm>
              <a:off x="2198920" y="1113377"/>
              <a:ext cx="37390" cy="25158"/>
            </a:xfrm>
            <a:custGeom>
              <a:rect b="b" l="l" r="r" t="t"/>
              <a:pathLst>
                <a:path extrusionOk="0" h="1028" w="1528">
                  <a:moveTo>
                    <a:pt x="764" y="0"/>
                  </a:moveTo>
                  <a:cubicBezTo>
                    <a:pt x="689" y="0"/>
                    <a:pt x="615" y="29"/>
                    <a:pt x="558" y="86"/>
                  </a:cubicBezTo>
                  <a:lnTo>
                    <a:pt x="115" y="529"/>
                  </a:lnTo>
                  <a:cubicBezTo>
                    <a:pt x="0" y="644"/>
                    <a:pt x="0" y="827"/>
                    <a:pt x="115" y="941"/>
                  </a:cubicBezTo>
                  <a:cubicBezTo>
                    <a:pt x="172" y="998"/>
                    <a:pt x="246" y="1027"/>
                    <a:pt x="320" y="1027"/>
                  </a:cubicBezTo>
                  <a:cubicBezTo>
                    <a:pt x="395" y="1027"/>
                    <a:pt x="469" y="998"/>
                    <a:pt x="526" y="941"/>
                  </a:cubicBezTo>
                  <a:lnTo>
                    <a:pt x="764" y="703"/>
                  </a:lnTo>
                  <a:lnTo>
                    <a:pt x="1001" y="941"/>
                  </a:lnTo>
                  <a:cubicBezTo>
                    <a:pt x="1056" y="1000"/>
                    <a:pt x="1134" y="1028"/>
                    <a:pt x="1207" y="1028"/>
                  </a:cubicBezTo>
                  <a:cubicBezTo>
                    <a:pt x="1285" y="1028"/>
                    <a:pt x="1358" y="1000"/>
                    <a:pt x="1413" y="941"/>
                  </a:cubicBezTo>
                  <a:cubicBezTo>
                    <a:pt x="1527" y="827"/>
                    <a:pt x="1527" y="644"/>
                    <a:pt x="1413" y="529"/>
                  </a:cubicBezTo>
                  <a:lnTo>
                    <a:pt x="969" y="86"/>
                  </a:lnTo>
                  <a:cubicBezTo>
                    <a:pt x="912" y="29"/>
                    <a:pt x="838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2198920" y="1147270"/>
              <a:ext cx="37390" cy="25158"/>
            </a:xfrm>
            <a:custGeom>
              <a:rect b="b" l="l" r="r" t="t"/>
              <a:pathLst>
                <a:path extrusionOk="0" h="1028" w="1528">
                  <a:moveTo>
                    <a:pt x="764" y="0"/>
                  </a:moveTo>
                  <a:cubicBezTo>
                    <a:pt x="689" y="0"/>
                    <a:pt x="615" y="29"/>
                    <a:pt x="558" y="86"/>
                  </a:cubicBezTo>
                  <a:lnTo>
                    <a:pt x="115" y="530"/>
                  </a:lnTo>
                  <a:cubicBezTo>
                    <a:pt x="0" y="644"/>
                    <a:pt x="0" y="827"/>
                    <a:pt x="115" y="941"/>
                  </a:cubicBezTo>
                  <a:cubicBezTo>
                    <a:pt x="172" y="998"/>
                    <a:pt x="246" y="1027"/>
                    <a:pt x="320" y="1027"/>
                  </a:cubicBezTo>
                  <a:cubicBezTo>
                    <a:pt x="395" y="1027"/>
                    <a:pt x="469" y="998"/>
                    <a:pt x="526" y="941"/>
                  </a:cubicBezTo>
                  <a:lnTo>
                    <a:pt x="764" y="703"/>
                  </a:lnTo>
                  <a:lnTo>
                    <a:pt x="1001" y="941"/>
                  </a:lnTo>
                  <a:cubicBezTo>
                    <a:pt x="1056" y="1001"/>
                    <a:pt x="1134" y="1028"/>
                    <a:pt x="1207" y="1028"/>
                  </a:cubicBezTo>
                  <a:cubicBezTo>
                    <a:pt x="1285" y="1028"/>
                    <a:pt x="1358" y="1001"/>
                    <a:pt x="1413" y="941"/>
                  </a:cubicBezTo>
                  <a:cubicBezTo>
                    <a:pt x="1527" y="827"/>
                    <a:pt x="1527" y="644"/>
                    <a:pt x="1413" y="530"/>
                  </a:cubicBezTo>
                  <a:lnTo>
                    <a:pt x="969" y="86"/>
                  </a:lnTo>
                  <a:cubicBezTo>
                    <a:pt x="912" y="29"/>
                    <a:pt x="838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4"/>
            <p:cNvSpPr/>
            <p:nvPr/>
          </p:nvSpPr>
          <p:spPr>
            <a:xfrm>
              <a:off x="2198920" y="1181163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764" y="1"/>
                  </a:moveTo>
                  <a:cubicBezTo>
                    <a:pt x="689" y="1"/>
                    <a:pt x="615" y="29"/>
                    <a:pt x="558" y="86"/>
                  </a:cubicBezTo>
                  <a:lnTo>
                    <a:pt x="115" y="530"/>
                  </a:lnTo>
                  <a:cubicBezTo>
                    <a:pt x="0" y="644"/>
                    <a:pt x="0" y="827"/>
                    <a:pt x="115" y="941"/>
                  </a:cubicBezTo>
                  <a:cubicBezTo>
                    <a:pt x="172" y="998"/>
                    <a:pt x="246" y="1027"/>
                    <a:pt x="320" y="1027"/>
                  </a:cubicBezTo>
                  <a:cubicBezTo>
                    <a:pt x="395" y="1027"/>
                    <a:pt x="469" y="998"/>
                    <a:pt x="526" y="941"/>
                  </a:cubicBezTo>
                  <a:lnTo>
                    <a:pt x="764" y="704"/>
                  </a:lnTo>
                  <a:lnTo>
                    <a:pt x="1001" y="941"/>
                  </a:lnTo>
                  <a:cubicBezTo>
                    <a:pt x="1056" y="1001"/>
                    <a:pt x="1134" y="1028"/>
                    <a:pt x="1207" y="1028"/>
                  </a:cubicBezTo>
                  <a:cubicBezTo>
                    <a:pt x="1285" y="1028"/>
                    <a:pt x="1358" y="1001"/>
                    <a:pt x="1413" y="941"/>
                  </a:cubicBezTo>
                  <a:cubicBezTo>
                    <a:pt x="1527" y="827"/>
                    <a:pt x="1527" y="644"/>
                    <a:pt x="1413" y="530"/>
                  </a:cubicBezTo>
                  <a:lnTo>
                    <a:pt x="969" y="86"/>
                  </a:lnTo>
                  <a:cubicBezTo>
                    <a:pt x="912" y="29"/>
                    <a:pt x="838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9" name="Google Shape;1419;p34"/>
          <p:cNvGrpSpPr/>
          <p:nvPr/>
        </p:nvGrpSpPr>
        <p:grpSpPr>
          <a:xfrm>
            <a:off x="1323750" y="1062990"/>
            <a:ext cx="482807" cy="488600"/>
            <a:chOff x="1323750" y="1062990"/>
            <a:chExt cx="482807" cy="488600"/>
          </a:xfrm>
        </p:grpSpPr>
        <p:sp>
          <p:nvSpPr>
            <p:cNvPr id="1420" name="Google Shape;1420;p34"/>
            <p:cNvSpPr/>
            <p:nvPr/>
          </p:nvSpPr>
          <p:spPr>
            <a:xfrm>
              <a:off x="1323750" y="1537224"/>
              <a:ext cx="34943" cy="14365"/>
            </a:xfrm>
            <a:custGeom>
              <a:rect b="b" l="l" r="r" t="t"/>
              <a:pathLst>
                <a:path extrusionOk="0" h="587" w="1428">
                  <a:moveTo>
                    <a:pt x="294" y="1"/>
                  </a:moveTo>
                  <a:cubicBezTo>
                    <a:pt x="134" y="1"/>
                    <a:pt x="1" y="129"/>
                    <a:pt x="1" y="294"/>
                  </a:cubicBezTo>
                  <a:cubicBezTo>
                    <a:pt x="1" y="454"/>
                    <a:pt x="134" y="586"/>
                    <a:pt x="294" y="586"/>
                  </a:cubicBezTo>
                  <a:lnTo>
                    <a:pt x="1135" y="586"/>
                  </a:lnTo>
                  <a:cubicBezTo>
                    <a:pt x="1299" y="586"/>
                    <a:pt x="1427" y="454"/>
                    <a:pt x="1427" y="294"/>
                  </a:cubicBezTo>
                  <a:cubicBezTo>
                    <a:pt x="1427" y="129"/>
                    <a:pt x="1299" y="1"/>
                    <a:pt x="1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4"/>
            <p:cNvSpPr/>
            <p:nvPr/>
          </p:nvSpPr>
          <p:spPr>
            <a:xfrm>
              <a:off x="1369858" y="1537224"/>
              <a:ext cx="22390" cy="14365"/>
            </a:xfrm>
            <a:custGeom>
              <a:rect b="b" l="l" r="r" t="t"/>
              <a:pathLst>
                <a:path extrusionOk="0" h="587" w="915">
                  <a:moveTo>
                    <a:pt x="293" y="1"/>
                  </a:moveTo>
                  <a:cubicBezTo>
                    <a:pt x="133" y="1"/>
                    <a:pt x="0" y="129"/>
                    <a:pt x="0" y="294"/>
                  </a:cubicBezTo>
                  <a:cubicBezTo>
                    <a:pt x="0" y="454"/>
                    <a:pt x="133" y="586"/>
                    <a:pt x="293" y="586"/>
                  </a:cubicBezTo>
                  <a:lnTo>
                    <a:pt x="622" y="586"/>
                  </a:lnTo>
                  <a:cubicBezTo>
                    <a:pt x="782" y="586"/>
                    <a:pt x="915" y="454"/>
                    <a:pt x="915" y="294"/>
                  </a:cubicBezTo>
                  <a:cubicBezTo>
                    <a:pt x="915" y="129"/>
                    <a:pt x="782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4"/>
            <p:cNvSpPr/>
            <p:nvPr/>
          </p:nvSpPr>
          <p:spPr>
            <a:xfrm>
              <a:off x="1323750" y="1510599"/>
              <a:ext cx="105980" cy="14365"/>
            </a:xfrm>
            <a:custGeom>
              <a:rect b="b" l="l" r="r" t="t"/>
              <a:pathLst>
                <a:path extrusionOk="0" h="587" w="4331">
                  <a:moveTo>
                    <a:pt x="294" y="1"/>
                  </a:moveTo>
                  <a:cubicBezTo>
                    <a:pt x="134" y="1"/>
                    <a:pt x="1" y="134"/>
                    <a:pt x="1" y="294"/>
                  </a:cubicBezTo>
                  <a:cubicBezTo>
                    <a:pt x="1" y="458"/>
                    <a:pt x="134" y="586"/>
                    <a:pt x="294" y="586"/>
                  </a:cubicBezTo>
                  <a:lnTo>
                    <a:pt x="4038" y="586"/>
                  </a:lnTo>
                  <a:cubicBezTo>
                    <a:pt x="4198" y="586"/>
                    <a:pt x="4330" y="458"/>
                    <a:pt x="4330" y="294"/>
                  </a:cubicBezTo>
                  <a:cubicBezTo>
                    <a:pt x="4330" y="134"/>
                    <a:pt x="4198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4"/>
            <p:cNvSpPr/>
            <p:nvPr/>
          </p:nvSpPr>
          <p:spPr>
            <a:xfrm>
              <a:off x="1365379" y="1062990"/>
              <a:ext cx="34919" cy="14365"/>
            </a:xfrm>
            <a:custGeom>
              <a:rect b="b" l="l" r="r" t="t"/>
              <a:pathLst>
                <a:path extrusionOk="0" h="587" w="1427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1134" y="586"/>
                  </a:lnTo>
                  <a:cubicBezTo>
                    <a:pt x="1294" y="586"/>
                    <a:pt x="1427" y="458"/>
                    <a:pt x="1427" y="293"/>
                  </a:cubicBezTo>
                  <a:cubicBezTo>
                    <a:pt x="1427" y="133"/>
                    <a:pt x="1294" y="1"/>
                    <a:pt x="1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4"/>
            <p:cNvSpPr/>
            <p:nvPr/>
          </p:nvSpPr>
          <p:spPr>
            <a:xfrm>
              <a:off x="1411487" y="1062990"/>
              <a:ext cx="22390" cy="14365"/>
            </a:xfrm>
            <a:custGeom>
              <a:rect b="b" l="l" r="r" t="t"/>
              <a:pathLst>
                <a:path extrusionOk="0" h="587" w="915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622" y="586"/>
                  </a:lnTo>
                  <a:cubicBezTo>
                    <a:pt x="782" y="586"/>
                    <a:pt x="914" y="458"/>
                    <a:pt x="914" y="293"/>
                  </a:cubicBezTo>
                  <a:cubicBezTo>
                    <a:pt x="914" y="133"/>
                    <a:pt x="782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4"/>
            <p:cNvSpPr/>
            <p:nvPr/>
          </p:nvSpPr>
          <p:spPr>
            <a:xfrm>
              <a:off x="1365379" y="1089615"/>
              <a:ext cx="105857" cy="14365"/>
            </a:xfrm>
            <a:custGeom>
              <a:rect b="b" l="l" r="r" t="t"/>
              <a:pathLst>
                <a:path extrusionOk="0" h="587" w="4326">
                  <a:moveTo>
                    <a:pt x="293" y="1"/>
                  </a:moveTo>
                  <a:cubicBezTo>
                    <a:pt x="133" y="1"/>
                    <a:pt x="1" y="129"/>
                    <a:pt x="1" y="294"/>
                  </a:cubicBezTo>
                  <a:cubicBezTo>
                    <a:pt x="1" y="454"/>
                    <a:pt x="133" y="586"/>
                    <a:pt x="293" y="586"/>
                  </a:cubicBezTo>
                  <a:lnTo>
                    <a:pt x="4037" y="586"/>
                  </a:lnTo>
                  <a:cubicBezTo>
                    <a:pt x="4197" y="586"/>
                    <a:pt x="4325" y="454"/>
                    <a:pt x="4325" y="294"/>
                  </a:cubicBezTo>
                  <a:cubicBezTo>
                    <a:pt x="4325" y="129"/>
                    <a:pt x="4197" y="1"/>
                    <a:pt x="4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4"/>
            <p:cNvSpPr/>
            <p:nvPr/>
          </p:nvSpPr>
          <p:spPr>
            <a:xfrm>
              <a:off x="1563859" y="1072607"/>
              <a:ext cx="224659" cy="204786"/>
            </a:xfrm>
            <a:custGeom>
              <a:rect b="b" l="l" r="r" t="t"/>
              <a:pathLst>
                <a:path extrusionOk="0" h="8368" w="9181">
                  <a:moveTo>
                    <a:pt x="1336" y="1"/>
                  </a:moveTo>
                  <a:cubicBezTo>
                    <a:pt x="1201" y="1"/>
                    <a:pt x="1071" y="51"/>
                    <a:pt x="970" y="147"/>
                  </a:cubicBezTo>
                  <a:cubicBezTo>
                    <a:pt x="869" y="248"/>
                    <a:pt x="814" y="381"/>
                    <a:pt x="814" y="527"/>
                  </a:cubicBezTo>
                  <a:lnTo>
                    <a:pt x="814" y="3059"/>
                  </a:lnTo>
                  <a:cubicBezTo>
                    <a:pt x="814" y="3338"/>
                    <a:pt x="1034" y="3567"/>
                    <a:pt x="1317" y="3581"/>
                  </a:cubicBezTo>
                  <a:cubicBezTo>
                    <a:pt x="2419" y="3631"/>
                    <a:pt x="3425" y="4093"/>
                    <a:pt x="4184" y="4815"/>
                  </a:cubicBezTo>
                  <a:lnTo>
                    <a:pt x="2730" y="6264"/>
                  </a:lnTo>
                  <a:lnTo>
                    <a:pt x="293" y="6264"/>
                  </a:lnTo>
                  <a:cubicBezTo>
                    <a:pt x="133" y="6264"/>
                    <a:pt x="1" y="6397"/>
                    <a:pt x="1" y="6557"/>
                  </a:cubicBezTo>
                  <a:cubicBezTo>
                    <a:pt x="1" y="6721"/>
                    <a:pt x="133" y="6849"/>
                    <a:pt x="293" y="6849"/>
                  </a:cubicBezTo>
                  <a:lnTo>
                    <a:pt x="2853" y="6849"/>
                  </a:lnTo>
                  <a:cubicBezTo>
                    <a:pt x="2931" y="6849"/>
                    <a:pt x="3004" y="6822"/>
                    <a:pt x="3059" y="6767"/>
                  </a:cubicBezTo>
                  <a:lnTo>
                    <a:pt x="4581" y="5240"/>
                  </a:lnTo>
                  <a:cubicBezTo>
                    <a:pt x="5176" y="5967"/>
                    <a:pt x="5551" y="6877"/>
                    <a:pt x="5596" y="7864"/>
                  </a:cubicBezTo>
                  <a:cubicBezTo>
                    <a:pt x="5610" y="8143"/>
                    <a:pt x="5839" y="8367"/>
                    <a:pt x="6122" y="8367"/>
                  </a:cubicBezTo>
                  <a:lnTo>
                    <a:pt x="6707" y="8367"/>
                  </a:lnTo>
                  <a:cubicBezTo>
                    <a:pt x="6872" y="8367"/>
                    <a:pt x="7000" y="8235"/>
                    <a:pt x="7000" y="8075"/>
                  </a:cubicBezTo>
                  <a:cubicBezTo>
                    <a:pt x="7000" y="7910"/>
                    <a:pt x="6872" y="7782"/>
                    <a:pt x="6707" y="7782"/>
                  </a:cubicBezTo>
                  <a:lnTo>
                    <a:pt x="6177" y="7782"/>
                  </a:lnTo>
                  <a:cubicBezTo>
                    <a:pt x="6113" y="6689"/>
                    <a:pt x="5702" y="5656"/>
                    <a:pt x="5007" y="4820"/>
                  </a:cubicBezTo>
                  <a:lnTo>
                    <a:pt x="5427" y="4399"/>
                  </a:lnTo>
                  <a:cubicBezTo>
                    <a:pt x="5542" y="4285"/>
                    <a:pt x="5542" y="4097"/>
                    <a:pt x="5427" y="3983"/>
                  </a:cubicBezTo>
                  <a:cubicBezTo>
                    <a:pt x="5370" y="3926"/>
                    <a:pt x="5296" y="3897"/>
                    <a:pt x="5222" y="3897"/>
                  </a:cubicBezTo>
                  <a:cubicBezTo>
                    <a:pt x="5147" y="3897"/>
                    <a:pt x="5073" y="3926"/>
                    <a:pt x="5016" y="3983"/>
                  </a:cubicBezTo>
                  <a:lnTo>
                    <a:pt x="4604" y="4394"/>
                  </a:lnTo>
                  <a:cubicBezTo>
                    <a:pt x="3731" y="3562"/>
                    <a:pt x="2597" y="3069"/>
                    <a:pt x="1395" y="3000"/>
                  </a:cubicBezTo>
                  <a:lnTo>
                    <a:pt x="1395" y="586"/>
                  </a:lnTo>
                  <a:cubicBezTo>
                    <a:pt x="5299" y="737"/>
                    <a:pt x="8440" y="3882"/>
                    <a:pt x="8591" y="7782"/>
                  </a:cubicBezTo>
                  <a:lnTo>
                    <a:pt x="8010" y="7782"/>
                  </a:lnTo>
                  <a:cubicBezTo>
                    <a:pt x="7846" y="7782"/>
                    <a:pt x="7718" y="7910"/>
                    <a:pt x="7718" y="8075"/>
                  </a:cubicBezTo>
                  <a:cubicBezTo>
                    <a:pt x="7718" y="8235"/>
                    <a:pt x="7846" y="8367"/>
                    <a:pt x="8010" y="8367"/>
                  </a:cubicBezTo>
                  <a:lnTo>
                    <a:pt x="8655" y="8367"/>
                  </a:lnTo>
                  <a:cubicBezTo>
                    <a:pt x="8797" y="8367"/>
                    <a:pt x="8929" y="8308"/>
                    <a:pt x="9030" y="8207"/>
                  </a:cubicBezTo>
                  <a:cubicBezTo>
                    <a:pt x="9130" y="8102"/>
                    <a:pt x="9181" y="7969"/>
                    <a:pt x="9176" y="7823"/>
                  </a:cubicBezTo>
                  <a:cubicBezTo>
                    <a:pt x="9048" y="3567"/>
                    <a:pt x="5610" y="129"/>
                    <a:pt x="1354" y="1"/>
                  </a:cubicBezTo>
                  <a:cubicBezTo>
                    <a:pt x="1348" y="1"/>
                    <a:pt x="1342" y="1"/>
                    <a:pt x="1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4"/>
            <p:cNvSpPr/>
            <p:nvPr/>
          </p:nvSpPr>
          <p:spPr>
            <a:xfrm>
              <a:off x="1563859" y="1280934"/>
              <a:ext cx="34943" cy="14341"/>
            </a:xfrm>
            <a:custGeom>
              <a:rect b="b" l="l" r="r" t="t"/>
              <a:pathLst>
                <a:path extrusionOk="0" h="586" w="1428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1134" y="586"/>
                  </a:lnTo>
                  <a:cubicBezTo>
                    <a:pt x="1299" y="586"/>
                    <a:pt x="1427" y="453"/>
                    <a:pt x="1427" y="293"/>
                  </a:cubicBezTo>
                  <a:cubicBezTo>
                    <a:pt x="1427" y="128"/>
                    <a:pt x="1299" y="0"/>
                    <a:pt x="1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4"/>
            <p:cNvSpPr/>
            <p:nvPr/>
          </p:nvSpPr>
          <p:spPr>
            <a:xfrm>
              <a:off x="1609967" y="1280934"/>
              <a:ext cx="22390" cy="14341"/>
            </a:xfrm>
            <a:custGeom>
              <a:rect b="b" l="l" r="r" t="t"/>
              <a:pathLst>
                <a:path extrusionOk="0" h="586" w="915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622" y="586"/>
                  </a:lnTo>
                  <a:cubicBezTo>
                    <a:pt x="782" y="586"/>
                    <a:pt x="915" y="453"/>
                    <a:pt x="915" y="293"/>
                  </a:cubicBezTo>
                  <a:cubicBezTo>
                    <a:pt x="915" y="128"/>
                    <a:pt x="782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4"/>
            <p:cNvSpPr/>
            <p:nvPr/>
          </p:nvSpPr>
          <p:spPr>
            <a:xfrm>
              <a:off x="1563859" y="1254309"/>
              <a:ext cx="97586" cy="14341"/>
            </a:xfrm>
            <a:custGeom>
              <a:rect b="b" l="l" r="r" t="t"/>
              <a:pathLst>
                <a:path extrusionOk="0" h="586" w="3988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3695" y="586"/>
                  </a:lnTo>
                  <a:cubicBezTo>
                    <a:pt x="3859" y="586"/>
                    <a:pt x="3987" y="458"/>
                    <a:pt x="3987" y="293"/>
                  </a:cubicBezTo>
                  <a:cubicBezTo>
                    <a:pt x="3987" y="133"/>
                    <a:pt x="3859" y="0"/>
                    <a:pt x="3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4"/>
            <p:cNvSpPr/>
            <p:nvPr/>
          </p:nvSpPr>
          <p:spPr>
            <a:xfrm>
              <a:off x="1323750" y="1118051"/>
              <a:ext cx="482744" cy="402548"/>
            </a:xfrm>
            <a:custGeom>
              <a:rect b="b" l="l" r="r" t="t"/>
              <a:pathLst>
                <a:path extrusionOk="0" h="16449" w="19728">
                  <a:moveTo>
                    <a:pt x="16249" y="8663"/>
                  </a:moveTo>
                  <a:cubicBezTo>
                    <a:pt x="16207" y="9710"/>
                    <a:pt x="15947" y="10702"/>
                    <a:pt x="15513" y="11598"/>
                  </a:cubicBezTo>
                  <a:lnTo>
                    <a:pt x="15069" y="11155"/>
                  </a:lnTo>
                  <a:cubicBezTo>
                    <a:pt x="15012" y="11098"/>
                    <a:pt x="14937" y="11069"/>
                    <a:pt x="14861" y="11069"/>
                  </a:cubicBezTo>
                  <a:cubicBezTo>
                    <a:pt x="14786" y="11069"/>
                    <a:pt x="14710" y="11098"/>
                    <a:pt x="14653" y="11155"/>
                  </a:cubicBezTo>
                  <a:cubicBezTo>
                    <a:pt x="14539" y="11269"/>
                    <a:pt x="14539" y="11457"/>
                    <a:pt x="14653" y="11571"/>
                  </a:cubicBezTo>
                  <a:lnTo>
                    <a:pt x="15225" y="12138"/>
                  </a:lnTo>
                  <a:cubicBezTo>
                    <a:pt x="15001" y="12513"/>
                    <a:pt x="14749" y="12869"/>
                    <a:pt x="14466" y="13203"/>
                  </a:cubicBezTo>
                  <a:cubicBezTo>
                    <a:pt x="13885" y="12622"/>
                    <a:pt x="13314" y="12051"/>
                    <a:pt x="12760" y="11502"/>
                  </a:cubicBezTo>
                  <a:cubicBezTo>
                    <a:pt x="13400" y="10689"/>
                    <a:pt x="13775" y="9706"/>
                    <a:pt x="13835" y="8663"/>
                  </a:cubicBezTo>
                  <a:close/>
                  <a:moveTo>
                    <a:pt x="12372" y="11941"/>
                  </a:moveTo>
                  <a:cubicBezTo>
                    <a:pt x="12920" y="12485"/>
                    <a:pt x="13492" y="13052"/>
                    <a:pt x="14068" y="13633"/>
                  </a:cubicBezTo>
                  <a:cubicBezTo>
                    <a:pt x="12770" y="14945"/>
                    <a:pt x="10996" y="15781"/>
                    <a:pt x="9053" y="15859"/>
                  </a:cubicBezTo>
                  <a:lnTo>
                    <a:pt x="9053" y="13445"/>
                  </a:lnTo>
                  <a:cubicBezTo>
                    <a:pt x="9661" y="13409"/>
                    <a:pt x="10251" y="13267"/>
                    <a:pt x="10799" y="13025"/>
                  </a:cubicBezTo>
                  <a:lnTo>
                    <a:pt x="11617" y="13843"/>
                  </a:lnTo>
                  <a:cubicBezTo>
                    <a:pt x="11672" y="13902"/>
                    <a:pt x="11750" y="13930"/>
                    <a:pt x="11823" y="13930"/>
                  </a:cubicBezTo>
                  <a:cubicBezTo>
                    <a:pt x="11901" y="13930"/>
                    <a:pt x="11974" y="13902"/>
                    <a:pt x="12029" y="13843"/>
                  </a:cubicBezTo>
                  <a:cubicBezTo>
                    <a:pt x="12143" y="13733"/>
                    <a:pt x="12143" y="13546"/>
                    <a:pt x="12029" y="13432"/>
                  </a:cubicBezTo>
                  <a:lnTo>
                    <a:pt x="11343" y="12746"/>
                  </a:lnTo>
                  <a:cubicBezTo>
                    <a:pt x="11668" y="12554"/>
                    <a:pt x="11970" y="12325"/>
                    <a:pt x="12248" y="12065"/>
                  </a:cubicBezTo>
                  <a:cubicBezTo>
                    <a:pt x="12290" y="12023"/>
                    <a:pt x="12331" y="11982"/>
                    <a:pt x="12372" y="11941"/>
                  </a:cubicBezTo>
                  <a:close/>
                  <a:moveTo>
                    <a:pt x="1994" y="0"/>
                  </a:moveTo>
                  <a:cubicBezTo>
                    <a:pt x="1834" y="0"/>
                    <a:pt x="1702" y="128"/>
                    <a:pt x="1702" y="293"/>
                  </a:cubicBezTo>
                  <a:cubicBezTo>
                    <a:pt x="1702" y="453"/>
                    <a:pt x="1834" y="585"/>
                    <a:pt x="1994" y="585"/>
                  </a:cubicBezTo>
                  <a:lnTo>
                    <a:pt x="4431" y="585"/>
                  </a:lnTo>
                  <a:lnTo>
                    <a:pt x="5048" y="1198"/>
                  </a:lnTo>
                  <a:cubicBezTo>
                    <a:pt x="4266" y="1605"/>
                    <a:pt x="3544" y="2144"/>
                    <a:pt x="2918" y="2798"/>
                  </a:cubicBezTo>
                  <a:cubicBezTo>
                    <a:pt x="1455" y="4329"/>
                    <a:pt x="664" y="6341"/>
                    <a:pt x="682" y="8453"/>
                  </a:cubicBezTo>
                  <a:cubicBezTo>
                    <a:pt x="705" y="10574"/>
                    <a:pt x="1551" y="12577"/>
                    <a:pt x="3064" y="14085"/>
                  </a:cubicBezTo>
                  <a:cubicBezTo>
                    <a:pt x="3142" y="14163"/>
                    <a:pt x="3219" y="14236"/>
                    <a:pt x="3302" y="14314"/>
                  </a:cubicBezTo>
                  <a:lnTo>
                    <a:pt x="2730" y="14881"/>
                  </a:lnTo>
                  <a:lnTo>
                    <a:pt x="294" y="14881"/>
                  </a:lnTo>
                  <a:cubicBezTo>
                    <a:pt x="134" y="14881"/>
                    <a:pt x="1" y="15013"/>
                    <a:pt x="1" y="15173"/>
                  </a:cubicBezTo>
                  <a:cubicBezTo>
                    <a:pt x="1" y="15338"/>
                    <a:pt x="134" y="15466"/>
                    <a:pt x="294" y="15466"/>
                  </a:cubicBezTo>
                  <a:lnTo>
                    <a:pt x="2854" y="15466"/>
                  </a:lnTo>
                  <a:cubicBezTo>
                    <a:pt x="2931" y="15466"/>
                    <a:pt x="3005" y="15438"/>
                    <a:pt x="3059" y="15384"/>
                  </a:cubicBezTo>
                  <a:lnTo>
                    <a:pt x="3750" y="14693"/>
                  </a:lnTo>
                  <a:cubicBezTo>
                    <a:pt x="5153" y="15818"/>
                    <a:pt x="6881" y="16435"/>
                    <a:pt x="8696" y="16449"/>
                  </a:cubicBezTo>
                  <a:lnTo>
                    <a:pt x="8760" y="16449"/>
                  </a:lnTo>
                  <a:cubicBezTo>
                    <a:pt x="10859" y="16449"/>
                    <a:pt x="12847" y="15644"/>
                    <a:pt x="14365" y="14181"/>
                  </a:cubicBezTo>
                  <a:cubicBezTo>
                    <a:pt x="14868" y="13697"/>
                    <a:pt x="15302" y="13153"/>
                    <a:pt x="15659" y="12572"/>
                  </a:cubicBezTo>
                  <a:lnTo>
                    <a:pt x="16669" y="13582"/>
                  </a:lnTo>
                  <a:cubicBezTo>
                    <a:pt x="16724" y="13637"/>
                    <a:pt x="16797" y="13669"/>
                    <a:pt x="16875" y="13669"/>
                  </a:cubicBezTo>
                  <a:lnTo>
                    <a:pt x="19435" y="13669"/>
                  </a:lnTo>
                  <a:cubicBezTo>
                    <a:pt x="19595" y="13669"/>
                    <a:pt x="19728" y="13537"/>
                    <a:pt x="19728" y="13377"/>
                  </a:cubicBezTo>
                  <a:cubicBezTo>
                    <a:pt x="19728" y="13217"/>
                    <a:pt x="19595" y="13084"/>
                    <a:pt x="19435" y="13084"/>
                  </a:cubicBezTo>
                  <a:lnTo>
                    <a:pt x="16998" y="13084"/>
                  </a:lnTo>
                  <a:lnTo>
                    <a:pt x="15956" y="12042"/>
                  </a:lnTo>
                  <a:cubicBezTo>
                    <a:pt x="16495" y="10990"/>
                    <a:pt x="16797" y="9829"/>
                    <a:pt x="16834" y="8622"/>
                  </a:cubicBezTo>
                  <a:cubicBezTo>
                    <a:pt x="16838" y="8476"/>
                    <a:pt x="16783" y="8343"/>
                    <a:pt x="16687" y="8238"/>
                  </a:cubicBezTo>
                  <a:cubicBezTo>
                    <a:pt x="16587" y="8138"/>
                    <a:pt x="16450" y="8078"/>
                    <a:pt x="16308" y="8078"/>
                  </a:cubicBezTo>
                  <a:lnTo>
                    <a:pt x="13775" y="8078"/>
                  </a:lnTo>
                  <a:cubicBezTo>
                    <a:pt x="13496" y="8078"/>
                    <a:pt x="13263" y="8302"/>
                    <a:pt x="13250" y="8581"/>
                  </a:cubicBezTo>
                  <a:cubicBezTo>
                    <a:pt x="13176" y="10213"/>
                    <a:pt x="12253" y="11598"/>
                    <a:pt x="10923" y="12321"/>
                  </a:cubicBezTo>
                  <a:lnTo>
                    <a:pt x="9812" y="11214"/>
                  </a:lnTo>
                  <a:cubicBezTo>
                    <a:pt x="9757" y="11159"/>
                    <a:pt x="9684" y="11127"/>
                    <a:pt x="9606" y="11127"/>
                  </a:cubicBezTo>
                  <a:lnTo>
                    <a:pt x="7142" y="11127"/>
                  </a:lnTo>
                  <a:cubicBezTo>
                    <a:pt x="6977" y="11127"/>
                    <a:pt x="6849" y="11260"/>
                    <a:pt x="6849" y="11420"/>
                  </a:cubicBezTo>
                  <a:cubicBezTo>
                    <a:pt x="6849" y="11585"/>
                    <a:pt x="6977" y="11713"/>
                    <a:pt x="7142" y="11713"/>
                  </a:cubicBezTo>
                  <a:lnTo>
                    <a:pt x="9487" y="11713"/>
                  </a:lnTo>
                  <a:lnTo>
                    <a:pt x="10356" y="12581"/>
                  </a:lnTo>
                  <a:cubicBezTo>
                    <a:pt x="9857" y="12769"/>
                    <a:pt x="9323" y="12869"/>
                    <a:pt x="8760" y="12869"/>
                  </a:cubicBezTo>
                  <a:lnTo>
                    <a:pt x="8692" y="12869"/>
                  </a:lnTo>
                  <a:cubicBezTo>
                    <a:pt x="7658" y="12851"/>
                    <a:pt x="6653" y="12472"/>
                    <a:pt x="5857" y="11799"/>
                  </a:cubicBezTo>
                  <a:cubicBezTo>
                    <a:pt x="5802" y="11752"/>
                    <a:pt x="5734" y="11729"/>
                    <a:pt x="5667" y="11729"/>
                  </a:cubicBezTo>
                  <a:cubicBezTo>
                    <a:pt x="5585" y="11729"/>
                    <a:pt x="5504" y="11764"/>
                    <a:pt x="5446" y="11831"/>
                  </a:cubicBezTo>
                  <a:cubicBezTo>
                    <a:pt x="5341" y="11955"/>
                    <a:pt x="5359" y="12142"/>
                    <a:pt x="5482" y="12243"/>
                  </a:cubicBezTo>
                  <a:cubicBezTo>
                    <a:pt x="6324" y="12961"/>
                    <a:pt x="7375" y="13381"/>
                    <a:pt x="8468" y="13445"/>
                  </a:cubicBezTo>
                  <a:lnTo>
                    <a:pt x="8468" y="15859"/>
                  </a:lnTo>
                  <a:cubicBezTo>
                    <a:pt x="6854" y="15795"/>
                    <a:pt x="5368" y="15210"/>
                    <a:pt x="4166" y="14273"/>
                  </a:cubicBezTo>
                  <a:lnTo>
                    <a:pt x="5075" y="13368"/>
                  </a:lnTo>
                  <a:cubicBezTo>
                    <a:pt x="5190" y="13253"/>
                    <a:pt x="5190" y="13066"/>
                    <a:pt x="5075" y="12952"/>
                  </a:cubicBezTo>
                  <a:cubicBezTo>
                    <a:pt x="5018" y="12894"/>
                    <a:pt x="4943" y="12866"/>
                    <a:pt x="4867" y="12866"/>
                  </a:cubicBezTo>
                  <a:cubicBezTo>
                    <a:pt x="4792" y="12866"/>
                    <a:pt x="4717" y="12894"/>
                    <a:pt x="4659" y="12952"/>
                  </a:cubicBezTo>
                  <a:lnTo>
                    <a:pt x="3718" y="13893"/>
                  </a:lnTo>
                  <a:cubicBezTo>
                    <a:pt x="2282" y="12581"/>
                    <a:pt x="1354" y="10725"/>
                    <a:pt x="1276" y="8663"/>
                  </a:cubicBezTo>
                  <a:lnTo>
                    <a:pt x="3686" y="8663"/>
                  </a:lnTo>
                  <a:cubicBezTo>
                    <a:pt x="3741" y="9578"/>
                    <a:pt x="4038" y="10455"/>
                    <a:pt x="4559" y="11219"/>
                  </a:cubicBezTo>
                  <a:cubicBezTo>
                    <a:pt x="4614" y="11301"/>
                    <a:pt x="4705" y="11347"/>
                    <a:pt x="4801" y="11347"/>
                  </a:cubicBezTo>
                  <a:cubicBezTo>
                    <a:pt x="4856" y="11347"/>
                    <a:pt x="4915" y="11329"/>
                    <a:pt x="4966" y="11297"/>
                  </a:cubicBezTo>
                  <a:cubicBezTo>
                    <a:pt x="5098" y="11205"/>
                    <a:pt x="5130" y="11022"/>
                    <a:pt x="5043" y="10890"/>
                  </a:cubicBezTo>
                  <a:cubicBezTo>
                    <a:pt x="4550" y="10167"/>
                    <a:pt x="4280" y="9326"/>
                    <a:pt x="4266" y="8458"/>
                  </a:cubicBezTo>
                  <a:cubicBezTo>
                    <a:pt x="4221" y="6039"/>
                    <a:pt x="6077" y="4028"/>
                    <a:pt x="8486" y="3886"/>
                  </a:cubicBezTo>
                  <a:cubicBezTo>
                    <a:pt x="8765" y="3868"/>
                    <a:pt x="8984" y="3639"/>
                    <a:pt x="8984" y="3360"/>
                  </a:cubicBezTo>
                  <a:lnTo>
                    <a:pt x="8984" y="2766"/>
                  </a:lnTo>
                  <a:cubicBezTo>
                    <a:pt x="8984" y="2606"/>
                    <a:pt x="8852" y="2473"/>
                    <a:pt x="8692" y="2473"/>
                  </a:cubicBezTo>
                  <a:cubicBezTo>
                    <a:pt x="8532" y="2473"/>
                    <a:pt x="8399" y="2606"/>
                    <a:pt x="8399" y="2766"/>
                  </a:cubicBezTo>
                  <a:lnTo>
                    <a:pt x="8399" y="3305"/>
                  </a:lnTo>
                  <a:cubicBezTo>
                    <a:pt x="7114" y="3392"/>
                    <a:pt x="5921" y="3964"/>
                    <a:pt x="5039" y="4915"/>
                  </a:cubicBezTo>
                  <a:cubicBezTo>
                    <a:pt x="4225" y="5788"/>
                    <a:pt x="3754" y="6899"/>
                    <a:pt x="3686" y="8078"/>
                  </a:cubicBezTo>
                  <a:lnTo>
                    <a:pt x="1276" y="8078"/>
                  </a:lnTo>
                  <a:cubicBezTo>
                    <a:pt x="1386" y="5280"/>
                    <a:pt x="3082" y="2830"/>
                    <a:pt x="5492" y="1641"/>
                  </a:cubicBezTo>
                  <a:lnTo>
                    <a:pt x="6360" y="2515"/>
                  </a:lnTo>
                  <a:cubicBezTo>
                    <a:pt x="6420" y="2569"/>
                    <a:pt x="6493" y="2597"/>
                    <a:pt x="6566" y="2597"/>
                  </a:cubicBezTo>
                  <a:cubicBezTo>
                    <a:pt x="6644" y="2597"/>
                    <a:pt x="6717" y="2569"/>
                    <a:pt x="6776" y="2515"/>
                  </a:cubicBezTo>
                  <a:cubicBezTo>
                    <a:pt x="6890" y="2400"/>
                    <a:pt x="6890" y="2213"/>
                    <a:pt x="6776" y="2099"/>
                  </a:cubicBezTo>
                  <a:lnTo>
                    <a:pt x="6063" y="1390"/>
                  </a:lnTo>
                  <a:cubicBezTo>
                    <a:pt x="6794" y="1102"/>
                    <a:pt x="7581" y="928"/>
                    <a:pt x="8399" y="887"/>
                  </a:cubicBezTo>
                  <a:lnTo>
                    <a:pt x="8399" y="1468"/>
                  </a:lnTo>
                  <a:cubicBezTo>
                    <a:pt x="8399" y="1628"/>
                    <a:pt x="8532" y="1760"/>
                    <a:pt x="8692" y="1760"/>
                  </a:cubicBezTo>
                  <a:cubicBezTo>
                    <a:pt x="8852" y="1760"/>
                    <a:pt x="8984" y="1628"/>
                    <a:pt x="8984" y="1468"/>
                  </a:cubicBezTo>
                  <a:lnTo>
                    <a:pt x="8984" y="828"/>
                  </a:lnTo>
                  <a:cubicBezTo>
                    <a:pt x="8984" y="686"/>
                    <a:pt x="8925" y="549"/>
                    <a:pt x="8824" y="448"/>
                  </a:cubicBezTo>
                  <a:cubicBezTo>
                    <a:pt x="8723" y="352"/>
                    <a:pt x="8589" y="302"/>
                    <a:pt x="8453" y="302"/>
                  </a:cubicBezTo>
                  <a:cubicBezTo>
                    <a:pt x="8447" y="302"/>
                    <a:pt x="8442" y="302"/>
                    <a:pt x="8436" y="302"/>
                  </a:cubicBezTo>
                  <a:cubicBezTo>
                    <a:pt x="7453" y="343"/>
                    <a:pt x="6497" y="558"/>
                    <a:pt x="5610" y="933"/>
                  </a:cubicBezTo>
                  <a:lnTo>
                    <a:pt x="4760" y="82"/>
                  </a:lnTo>
                  <a:cubicBezTo>
                    <a:pt x="4705" y="28"/>
                    <a:pt x="4632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4"/>
            <p:cNvSpPr/>
            <p:nvPr/>
          </p:nvSpPr>
          <p:spPr>
            <a:xfrm>
              <a:off x="1771638" y="1493151"/>
              <a:ext cx="34919" cy="14341"/>
            </a:xfrm>
            <a:custGeom>
              <a:rect b="b" l="l" r="r" t="t"/>
              <a:pathLst>
                <a:path extrusionOk="0" h="586" w="1427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1134" y="586"/>
                  </a:lnTo>
                  <a:cubicBezTo>
                    <a:pt x="1294" y="586"/>
                    <a:pt x="1427" y="458"/>
                    <a:pt x="1427" y="293"/>
                  </a:cubicBezTo>
                  <a:cubicBezTo>
                    <a:pt x="1427" y="133"/>
                    <a:pt x="1294" y="1"/>
                    <a:pt x="1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4"/>
            <p:cNvSpPr/>
            <p:nvPr/>
          </p:nvSpPr>
          <p:spPr>
            <a:xfrm>
              <a:off x="1738061" y="1493151"/>
              <a:ext cx="22415" cy="14341"/>
            </a:xfrm>
            <a:custGeom>
              <a:rect b="b" l="l" r="r" t="t"/>
              <a:pathLst>
                <a:path extrusionOk="0" h="586" w="91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622" y="586"/>
                  </a:lnTo>
                  <a:cubicBezTo>
                    <a:pt x="787" y="586"/>
                    <a:pt x="915" y="458"/>
                    <a:pt x="915" y="293"/>
                  </a:cubicBezTo>
                  <a:cubicBezTo>
                    <a:pt x="915" y="133"/>
                    <a:pt x="787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4"/>
            <p:cNvSpPr/>
            <p:nvPr/>
          </p:nvSpPr>
          <p:spPr>
            <a:xfrm>
              <a:off x="1708986" y="1466648"/>
              <a:ext cx="97562" cy="14341"/>
            </a:xfrm>
            <a:custGeom>
              <a:rect b="b" l="l" r="r" t="t"/>
              <a:pathLst>
                <a:path extrusionOk="0" h="586" w="3987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694" y="585"/>
                  </a:lnTo>
                  <a:cubicBezTo>
                    <a:pt x="3854" y="585"/>
                    <a:pt x="3987" y="453"/>
                    <a:pt x="3987" y="293"/>
                  </a:cubicBezTo>
                  <a:cubicBezTo>
                    <a:pt x="3987" y="133"/>
                    <a:pt x="3854" y="0"/>
                    <a:pt x="3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4"/>
            <p:cNvSpPr/>
            <p:nvPr/>
          </p:nvSpPr>
          <p:spPr>
            <a:xfrm>
              <a:off x="1491369" y="1331834"/>
              <a:ext cx="34919" cy="14341"/>
            </a:xfrm>
            <a:custGeom>
              <a:rect b="b" l="l" r="r" t="t"/>
              <a:pathLst>
                <a:path extrusionOk="0" h="586" w="1427">
                  <a:moveTo>
                    <a:pt x="293" y="0"/>
                  </a:moveTo>
                  <a:cubicBezTo>
                    <a:pt x="128" y="0"/>
                    <a:pt x="0" y="129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1134" y="586"/>
                  </a:lnTo>
                  <a:cubicBezTo>
                    <a:pt x="1294" y="586"/>
                    <a:pt x="1427" y="453"/>
                    <a:pt x="1427" y="293"/>
                  </a:cubicBezTo>
                  <a:cubicBezTo>
                    <a:pt x="1427" y="129"/>
                    <a:pt x="1294" y="0"/>
                    <a:pt x="1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4"/>
            <p:cNvSpPr/>
            <p:nvPr/>
          </p:nvSpPr>
          <p:spPr>
            <a:xfrm>
              <a:off x="1537452" y="1331834"/>
              <a:ext cx="22292" cy="14341"/>
            </a:xfrm>
            <a:custGeom>
              <a:rect b="b" l="l" r="r" t="t"/>
              <a:pathLst>
                <a:path extrusionOk="0" h="586" w="911">
                  <a:moveTo>
                    <a:pt x="289" y="0"/>
                  </a:moveTo>
                  <a:cubicBezTo>
                    <a:pt x="129" y="0"/>
                    <a:pt x="1" y="129"/>
                    <a:pt x="1" y="293"/>
                  </a:cubicBezTo>
                  <a:cubicBezTo>
                    <a:pt x="1" y="453"/>
                    <a:pt x="129" y="586"/>
                    <a:pt x="289" y="586"/>
                  </a:cubicBezTo>
                  <a:lnTo>
                    <a:pt x="618" y="586"/>
                  </a:lnTo>
                  <a:cubicBezTo>
                    <a:pt x="783" y="586"/>
                    <a:pt x="911" y="453"/>
                    <a:pt x="911" y="293"/>
                  </a:cubicBezTo>
                  <a:cubicBezTo>
                    <a:pt x="911" y="129"/>
                    <a:pt x="783" y="0"/>
                    <a:pt x="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4"/>
            <p:cNvSpPr/>
            <p:nvPr/>
          </p:nvSpPr>
          <p:spPr>
            <a:xfrm>
              <a:off x="1491369" y="1358337"/>
              <a:ext cx="101697" cy="14365"/>
            </a:xfrm>
            <a:custGeom>
              <a:rect b="b" l="l" r="r" t="t"/>
              <a:pathLst>
                <a:path extrusionOk="0" h="587" w="4156">
                  <a:moveTo>
                    <a:pt x="293" y="1"/>
                  </a:moveTo>
                  <a:cubicBezTo>
                    <a:pt x="128" y="1"/>
                    <a:pt x="0" y="134"/>
                    <a:pt x="0" y="294"/>
                  </a:cubicBezTo>
                  <a:cubicBezTo>
                    <a:pt x="0" y="454"/>
                    <a:pt x="128" y="586"/>
                    <a:pt x="293" y="586"/>
                  </a:cubicBezTo>
                  <a:lnTo>
                    <a:pt x="3863" y="586"/>
                  </a:lnTo>
                  <a:cubicBezTo>
                    <a:pt x="4023" y="586"/>
                    <a:pt x="4156" y="454"/>
                    <a:pt x="4156" y="294"/>
                  </a:cubicBezTo>
                  <a:cubicBezTo>
                    <a:pt x="4156" y="134"/>
                    <a:pt x="4023" y="1"/>
                    <a:pt x="38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625"/>
        </a:solidFill>
      </p:bgPr>
    </p:bg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35"/>
          <p:cNvSpPr txBox="1"/>
          <p:nvPr/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442" name="Google Shape;1442;p35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read</a:t>
            </a:r>
            <a:r>
              <a:rPr lang="en" sz="9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our FAQs or visit our blog: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E9551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E9551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E95513"/>
              </a:solidFill>
            </a:endParaRPr>
          </a:p>
        </p:txBody>
      </p:sp>
      <p:sp>
        <p:nvSpPr>
          <p:cNvPr id="1443" name="Google Shape;1443;p35"/>
          <p:cNvSpPr txBox="1"/>
          <p:nvPr/>
        </p:nvSpPr>
        <p:spPr>
          <a:xfrm>
            <a:off x="1048350" y="902900"/>
            <a:ext cx="7047300" cy="2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If you have a free account, in order to use this template, you must credit </a:t>
            </a:r>
            <a:r>
              <a:rPr b="1" lang="en" sz="1000" u="sng">
                <a:solidFill>
                  <a:srgbClr val="E95513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rgbClr val="3C3C3B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in your final presentation. Please refer to the next slide to read the instructions for premium users.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E95513"/>
                </a:solidFill>
              </a:rPr>
              <a:t>As a Free user, you are allowed to:</a:t>
            </a:r>
            <a:endParaRPr b="1" sz="1000">
              <a:solidFill>
                <a:srgbClr val="E955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Modify this template.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Use it for both personal and commercial projects.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E95513"/>
                </a:solidFill>
              </a:rPr>
              <a:t>You are not allowed to:</a:t>
            </a:r>
            <a:endParaRPr b="1" sz="1000">
              <a:solidFill>
                <a:srgbClr val="E955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Include Slidesgo Content in an online or offline database or file.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Acquire the copyright of Slidesgo Content.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625"/>
        </a:solidFill>
      </p:bgPr>
    </p:bg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36"/>
          <p:cNvSpPr txBox="1"/>
          <p:nvPr/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 (premium users)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449" name="Google Shape;1449;p36"/>
          <p:cNvSpPr txBox="1"/>
          <p:nvPr/>
        </p:nvSpPr>
        <p:spPr>
          <a:xfrm>
            <a:off x="1048350" y="902900"/>
            <a:ext cx="7047300" cy="39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As a Premium user, you can use this template without attributing </a:t>
            </a:r>
            <a:r>
              <a:rPr b="1" lang="en" sz="10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Slidesgo</a:t>
            </a:r>
            <a:r>
              <a:rPr lang="en" sz="900">
                <a:solidFill>
                  <a:schemeClr val="lt1"/>
                </a:solidFill>
              </a:rPr>
              <a:t>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E95513"/>
                </a:solidFill>
              </a:rPr>
              <a:t>You are allowed to:</a:t>
            </a:r>
            <a:endParaRPr b="1" sz="1000">
              <a:solidFill>
                <a:srgbClr val="E95513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Modify this template.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Use it for both personal and commercial purposes.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95513"/>
                </a:solidFill>
              </a:rPr>
              <a:t>You are not allowed to:</a:t>
            </a:r>
            <a:endParaRPr b="1" sz="1000">
              <a:solidFill>
                <a:srgbClr val="E95513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450" name="Google Shape;1450;p36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read</a:t>
            </a:r>
            <a:r>
              <a:rPr lang="en" sz="9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our FAQs or visit our blog: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E9551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E95513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E9551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625"/>
        </a:solidFill>
      </p:bgPr>
    </p:bg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37"/>
          <p:cNvSpPr txBox="1"/>
          <p:nvPr>
            <p:ph idx="4294967295" type="title"/>
          </p:nvPr>
        </p:nvSpPr>
        <p:spPr>
          <a:xfrm>
            <a:off x="1048350" y="32004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37"/>
          <p:cNvSpPr txBox="1"/>
          <p:nvPr>
            <p:ph idx="4294967295" type="body"/>
          </p:nvPr>
        </p:nvSpPr>
        <p:spPr>
          <a:xfrm>
            <a:off x="943675" y="1084204"/>
            <a:ext cx="7079400" cy="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b="1" lang="en">
                <a:solidFill>
                  <a:srgbClr val="E95513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1" lang="en">
                <a:solidFill>
                  <a:srgbClr val="E95513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your presentation to present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955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37"/>
          <p:cNvSpPr txBox="1"/>
          <p:nvPr/>
        </p:nvSpPr>
        <p:spPr>
          <a:xfrm>
            <a:off x="943675" y="14879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b="1" lang="en" sz="1100">
                <a:solidFill>
                  <a:srgbClr val="E95513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E95513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b="1" lang="en" sz="1100">
                <a:solidFill>
                  <a:srgbClr val="E95513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E95513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878787"/>
                </a:solidFill>
              </a:rPr>
              <a:t> </a:t>
            </a:r>
            <a:r>
              <a:rPr lang="en" sz="1100">
                <a:solidFill>
                  <a:srgbClr val="E95513"/>
                </a:solidFill>
              </a:rPr>
              <a:t>“</a:t>
            </a:r>
            <a:r>
              <a:rPr b="1" lang="en" sz="1100">
                <a:solidFill>
                  <a:srgbClr val="E95513"/>
                </a:solidFill>
              </a:rPr>
              <a:t>Keep source formatting</a:t>
            </a:r>
            <a:r>
              <a:rPr lang="en" sz="1100">
                <a:solidFill>
                  <a:srgbClr val="E95513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b="1" lang="en" sz="1100">
                <a:solidFill>
                  <a:srgbClr val="E95513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our blog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1458" name="Google Shape;1458;p37"/>
          <p:cNvGrpSpPr/>
          <p:nvPr/>
        </p:nvGrpSpPr>
        <p:grpSpPr>
          <a:xfrm>
            <a:off x="6874322" y="1571957"/>
            <a:ext cx="1446116" cy="2863897"/>
            <a:chOff x="6529419" y="1724307"/>
            <a:chExt cx="1480463" cy="2931917"/>
          </a:xfrm>
        </p:grpSpPr>
        <p:grpSp>
          <p:nvGrpSpPr>
            <p:cNvPr id="1459" name="Google Shape;1459;p37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1460" name="Google Shape;1460;p37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1461" name="Google Shape;1461;p37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rect b="b" l="l" r="r" t="t"/>
                  <a:pathLst>
                    <a:path extrusionOk="0" h="45133" w="45721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2" name="Google Shape;1462;p37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rect b="b" l="l" r="r" t="t"/>
                  <a:pathLst>
                    <a:path extrusionOk="0" h="11943" w="11955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63" name="Google Shape;1463;p37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rect b="b" l="l" r="r" t="t"/>
                <a:pathLst>
                  <a:path extrusionOk="0" h="10872" w="1086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37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1465" name="Google Shape;1465;p37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1466" name="Google Shape;1466;p37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7" name="Google Shape;1467;p37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68" name="Google Shape;1468;p37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1469" name="Google Shape;1469;p37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0" name="Google Shape;1470;p37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1" name="Google Shape;1471;p37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37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73" name="Google Shape;1473;p37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1474" name="Google Shape;1474;p37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1475" name="Google Shape;1475;p37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37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7" name="Google Shape;1477;p37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1478" name="Google Shape;1478;p37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37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37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37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82" name="Google Shape;1482;p37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1483" name="Google Shape;1483;p37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1484" name="Google Shape;1484;p37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5" name="Google Shape;1485;p37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86" name="Google Shape;1486;p37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1487" name="Google Shape;1487;p37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8" name="Google Shape;1488;p37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89" name="Google Shape;1489;p37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1490" name="Google Shape;1490;p37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1491" name="Google Shape;1491;p37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2" name="Google Shape;1492;p37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93" name="Google Shape;1493;p37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1494" name="Google Shape;1494;p37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5" name="Google Shape;1495;p37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6" name="Google Shape;1496;p37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7" name="Google Shape;1497;p37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8" name="Google Shape;1498;p37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Infographics by Slidesgo">
  <a:themeElements>
    <a:clrScheme name="Simple Light">
      <a:dk1>
        <a:srgbClr val="000000"/>
      </a:dk1>
      <a:lt1>
        <a:srgbClr val="E95513"/>
      </a:lt1>
      <a:dk2>
        <a:srgbClr val="D6CDC6"/>
      </a:dk2>
      <a:lt2>
        <a:srgbClr val="F8F0E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95513"/>
      </a:accent1>
      <a:accent2>
        <a:srgbClr val="212121"/>
      </a:accent2>
      <a:accent3>
        <a:srgbClr val="878787"/>
      </a:accent3>
      <a:accent4>
        <a:srgbClr val="E95513"/>
      </a:accent4>
      <a:accent5>
        <a:srgbClr val="0097A7"/>
      </a:accent5>
      <a:accent6>
        <a:srgbClr val="EEFF41"/>
      </a:accent6>
      <a:hlink>
        <a:srgbClr val="E9551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