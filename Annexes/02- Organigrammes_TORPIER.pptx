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0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1"/>
  </p:notesMasterIdLst>
  <p:handoutMasterIdLst>
    <p:handoutMasterId r:id="rId22"/>
  </p:handoutMasterIdLst>
  <p:sldIdLst>
    <p:sldId id="275" r:id="rId5"/>
    <p:sldId id="261" r:id="rId6"/>
    <p:sldId id="274" r:id="rId7"/>
    <p:sldId id="256" r:id="rId8"/>
    <p:sldId id="257" r:id="rId9"/>
    <p:sldId id="259" r:id="rId10"/>
    <p:sldId id="260" r:id="rId11"/>
    <p:sldId id="262" r:id="rId12"/>
    <p:sldId id="272" r:id="rId13"/>
    <p:sldId id="263" r:id="rId14"/>
    <p:sldId id="264" r:id="rId15"/>
    <p:sldId id="268" r:id="rId16"/>
    <p:sldId id="265" r:id="rId17"/>
    <p:sldId id="269" r:id="rId18"/>
    <p:sldId id="270" r:id="rId19"/>
    <p:sldId id="271" r:id="rId20"/>
  </p:sldIdLst>
  <p:sldSz cx="9144000" cy="6858000" type="screen4x3"/>
  <p:notesSz cx="6797675" cy="99282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D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8771DE-5FBA-42C3-B81B-CA9409857DD5}" v="30" dt="2020-07-21T10:16:35.492"/>
    <p1510:client id="{9BE1A229-EFE6-4AA3-A2E9-A852BE56DF68}" v="21" dt="2020-07-21T06:53:56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59" autoAdjust="0"/>
    <p:restoredTop sz="94660"/>
  </p:normalViewPr>
  <p:slideViewPr>
    <p:cSldViewPr>
      <p:cViewPr varScale="1">
        <p:scale>
          <a:sx n="114" d="100"/>
          <a:sy n="114" d="100"/>
        </p:scale>
        <p:origin x="172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HUMEAU" userId="b926870f-ca2f-4521-86dd-65f1e028bdb2" providerId="ADAL" clId="{9BE1A229-EFE6-4AA3-A2E9-A852BE56DF68}"/>
    <pc:docChg chg="undo custSel addSld modSld sldOrd modMainMaster">
      <pc:chgData name="Philippe HUMEAU" userId="b926870f-ca2f-4521-86dd-65f1e028bdb2" providerId="ADAL" clId="{9BE1A229-EFE6-4AA3-A2E9-A852BE56DF68}" dt="2020-07-21T06:53:56.458" v="215"/>
      <pc:docMkLst>
        <pc:docMk/>
      </pc:docMkLst>
      <pc:sldChg chg="modSp mod">
        <pc:chgData name="Philippe HUMEAU" userId="b926870f-ca2f-4521-86dd-65f1e028bdb2" providerId="ADAL" clId="{9BE1A229-EFE6-4AA3-A2E9-A852BE56DF68}" dt="2020-07-21T06:53:56.458" v="215"/>
        <pc:sldMkLst>
          <pc:docMk/>
          <pc:sldMk cId="524215491" sldId="256"/>
        </pc:sldMkLst>
        <pc:spChg chg="mod">
          <ac:chgData name="Philippe HUMEAU" userId="b926870f-ca2f-4521-86dd-65f1e028bdb2" providerId="ADAL" clId="{9BE1A229-EFE6-4AA3-A2E9-A852BE56DF68}" dt="2020-07-21T06:13:31.466" v="14" actId="122"/>
          <ac:spMkLst>
            <pc:docMk/>
            <pc:sldMk cId="524215491" sldId="256"/>
            <ac:spMk id="2" creationId="{00000000-0000-0000-0000-000000000000}"/>
          </ac:spMkLst>
        </pc:spChg>
        <pc:graphicFrameChg chg="mod">
          <ac:chgData name="Philippe HUMEAU" userId="b926870f-ca2f-4521-86dd-65f1e028bdb2" providerId="ADAL" clId="{9BE1A229-EFE6-4AA3-A2E9-A852BE56DF68}" dt="2020-07-21T06:53:56.458" v="215"/>
          <ac:graphicFrameMkLst>
            <pc:docMk/>
            <pc:sldMk cId="524215491" sldId="256"/>
            <ac:graphicFrameMk id="5" creationId="{00000000-0000-0000-0000-000000000000}"/>
          </ac:graphicFrameMkLst>
        </pc:graphicFrameChg>
      </pc:sldChg>
      <pc:sldChg chg="modSp mod">
        <pc:chgData name="Philippe HUMEAU" userId="b926870f-ca2f-4521-86dd-65f1e028bdb2" providerId="ADAL" clId="{9BE1A229-EFE6-4AA3-A2E9-A852BE56DF68}" dt="2020-07-21T06:13:41.576" v="16" actId="122"/>
        <pc:sldMkLst>
          <pc:docMk/>
          <pc:sldMk cId="1577486694" sldId="257"/>
        </pc:sldMkLst>
        <pc:spChg chg="mod">
          <ac:chgData name="Philippe HUMEAU" userId="b926870f-ca2f-4521-86dd-65f1e028bdb2" providerId="ADAL" clId="{9BE1A229-EFE6-4AA3-A2E9-A852BE56DF68}" dt="2020-07-21T06:13:41.576" v="16" actId="122"/>
          <ac:spMkLst>
            <pc:docMk/>
            <pc:sldMk cId="1577486694" sldId="257"/>
            <ac:spMk id="2" creationId="{00000000-0000-0000-0000-000000000000}"/>
          </ac:spMkLst>
        </pc:spChg>
      </pc:sldChg>
      <pc:sldChg chg="modSp mod">
        <pc:chgData name="Philippe HUMEAU" userId="b926870f-ca2f-4521-86dd-65f1e028bdb2" providerId="ADAL" clId="{9BE1A229-EFE6-4AA3-A2E9-A852BE56DF68}" dt="2020-07-21T06:13:45.118" v="17" actId="122"/>
        <pc:sldMkLst>
          <pc:docMk/>
          <pc:sldMk cId="2488676260" sldId="259"/>
        </pc:sldMkLst>
        <pc:spChg chg="mod">
          <ac:chgData name="Philippe HUMEAU" userId="b926870f-ca2f-4521-86dd-65f1e028bdb2" providerId="ADAL" clId="{9BE1A229-EFE6-4AA3-A2E9-A852BE56DF68}" dt="2020-07-21T06:13:45.118" v="17" actId="122"/>
          <ac:spMkLst>
            <pc:docMk/>
            <pc:sldMk cId="2488676260" sldId="259"/>
            <ac:spMk id="2" creationId="{00000000-0000-0000-0000-000000000000}"/>
          </ac:spMkLst>
        </pc:spChg>
      </pc:sldChg>
      <pc:sldChg chg="modSp mod">
        <pc:chgData name="Philippe HUMEAU" userId="b926870f-ca2f-4521-86dd-65f1e028bdb2" providerId="ADAL" clId="{9BE1A229-EFE6-4AA3-A2E9-A852BE56DF68}" dt="2020-07-21T06:14:41.145" v="27" actId="14100"/>
        <pc:sldMkLst>
          <pc:docMk/>
          <pc:sldMk cId="3173685572" sldId="260"/>
        </pc:sldMkLst>
        <pc:spChg chg="mod">
          <ac:chgData name="Philippe HUMEAU" userId="b926870f-ca2f-4521-86dd-65f1e028bdb2" providerId="ADAL" clId="{9BE1A229-EFE6-4AA3-A2E9-A852BE56DF68}" dt="2020-07-21T06:14:41.145" v="27" actId="14100"/>
          <ac:spMkLst>
            <pc:docMk/>
            <pc:sldMk cId="3173685572" sldId="260"/>
            <ac:spMk id="2" creationId="{00000000-0000-0000-0000-000000000000}"/>
          </ac:spMkLst>
        </pc:spChg>
      </pc:sldChg>
      <pc:sldChg chg="modSp">
        <pc:chgData name="Philippe HUMEAU" userId="b926870f-ca2f-4521-86dd-65f1e028bdb2" providerId="ADAL" clId="{9BE1A229-EFE6-4AA3-A2E9-A852BE56DF68}" dt="2020-07-21T06:53:56.458" v="215"/>
        <pc:sldMkLst>
          <pc:docMk/>
          <pc:sldMk cId="2258668906" sldId="261"/>
        </pc:sldMkLst>
        <pc:graphicFrameChg chg="mod">
          <ac:chgData name="Philippe HUMEAU" userId="b926870f-ca2f-4521-86dd-65f1e028bdb2" providerId="ADAL" clId="{9BE1A229-EFE6-4AA3-A2E9-A852BE56DF68}" dt="2020-07-21T06:53:56.458" v="215"/>
          <ac:graphicFrameMkLst>
            <pc:docMk/>
            <pc:sldMk cId="2258668906" sldId="261"/>
            <ac:graphicFrameMk id="4" creationId="{00000000-0000-0000-0000-000000000000}"/>
          </ac:graphicFrameMkLst>
        </pc:graphicFrameChg>
      </pc:sldChg>
      <pc:sldChg chg="modSp mod">
        <pc:chgData name="Philippe HUMEAU" userId="b926870f-ca2f-4521-86dd-65f1e028bdb2" providerId="ADAL" clId="{9BE1A229-EFE6-4AA3-A2E9-A852BE56DF68}" dt="2020-07-21T06:13:50.789" v="18" actId="122"/>
        <pc:sldMkLst>
          <pc:docMk/>
          <pc:sldMk cId="1662391440" sldId="262"/>
        </pc:sldMkLst>
        <pc:spChg chg="mod">
          <ac:chgData name="Philippe HUMEAU" userId="b926870f-ca2f-4521-86dd-65f1e028bdb2" providerId="ADAL" clId="{9BE1A229-EFE6-4AA3-A2E9-A852BE56DF68}" dt="2020-07-21T06:13:50.789" v="18" actId="122"/>
          <ac:spMkLst>
            <pc:docMk/>
            <pc:sldMk cId="1662391440" sldId="262"/>
            <ac:spMk id="3" creationId="{00000000-0000-0000-0000-000000000000}"/>
          </ac:spMkLst>
        </pc:spChg>
        <pc:graphicFrameChg chg="mod">
          <ac:chgData name="Philippe HUMEAU" userId="b926870f-ca2f-4521-86dd-65f1e028bdb2" providerId="ADAL" clId="{9BE1A229-EFE6-4AA3-A2E9-A852BE56DF68}" dt="2020-07-20T13:23:34.895" v="0" actId="20577"/>
          <ac:graphicFrameMkLst>
            <pc:docMk/>
            <pc:sldMk cId="1662391440" sldId="262"/>
            <ac:graphicFrameMk id="4" creationId="{00000000-0000-0000-0000-000000000000}"/>
          </ac:graphicFrameMkLst>
        </pc:graphicFrameChg>
      </pc:sldChg>
      <pc:sldChg chg="modSp mod">
        <pc:chgData name="Philippe HUMEAU" userId="b926870f-ca2f-4521-86dd-65f1e028bdb2" providerId="ADAL" clId="{9BE1A229-EFE6-4AA3-A2E9-A852BE56DF68}" dt="2020-07-21T06:53:56.458" v="215"/>
        <pc:sldMkLst>
          <pc:docMk/>
          <pc:sldMk cId="3970432284" sldId="263"/>
        </pc:sldMkLst>
        <pc:spChg chg="mod">
          <ac:chgData name="Philippe HUMEAU" userId="b926870f-ca2f-4521-86dd-65f1e028bdb2" providerId="ADAL" clId="{9BE1A229-EFE6-4AA3-A2E9-A852BE56DF68}" dt="2020-07-21T06:13:53.548" v="19" actId="122"/>
          <ac:spMkLst>
            <pc:docMk/>
            <pc:sldMk cId="3970432284" sldId="263"/>
            <ac:spMk id="3" creationId="{00000000-0000-0000-0000-000000000000}"/>
          </ac:spMkLst>
        </pc:spChg>
        <pc:graphicFrameChg chg="mod">
          <ac:chgData name="Philippe HUMEAU" userId="b926870f-ca2f-4521-86dd-65f1e028bdb2" providerId="ADAL" clId="{9BE1A229-EFE6-4AA3-A2E9-A852BE56DF68}" dt="2020-07-21T06:53:56.458" v="215"/>
          <ac:graphicFrameMkLst>
            <pc:docMk/>
            <pc:sldMk cId="3970432284" sldId="263"/>
            <ac:graphicFrameMk id="4" creationId="{00000000-0000-0000-0000-000000000000}"/>
          </ac:graphicFrameMkLst>
        </pc:graphicFrameChg>
      </pc:sldChg>
      <pc:sldChg chg="addSp delSp modSp mod">
        <pc:chgData name="Philippe HUMEAU" userId="b926870f-ca2f-4521-86dd-65f1e028bdb2" providerId="ADAL" clId="{9BE1A229-EFE6-4AA3-A2E9-A852BE56DF68}" dt="2020-07-21T06:51:41.326" v="214" actId="20577"/>
        <pc:sldMkLst>
          <pc:docMk/>
          <pc:sldMk cId="1599274565" sldId="264"/>
        </pc:sldMkLst>
        <pc:spChg chg="mod">
          <ac:chgData name="Philippe HUMEAU" userId="b926870f-ca2f-4521-86dd-65f1e028bdb2" providerId="ADAL" clId="{9BE1A229-EFE6-4AA3-A2E9-A852BE56DF68}" dt="2020-07-21T06:13:56.013" v="20" actId="122"/>
          <ac:spMkLst>
            <pc:docMk/>
            <pc:sldMk cId="1599274565" sldId="264"/>
            <ac:spMk id="3" creationId="{00000000-0000-0000-0000-000000000000}"/>
          </ac:spMkLst>
        </pc:spChg>
        <pc:spChg chg="mod topLvl">
          <ac:chgData name="Philippe HUMEAU" userId="b926870f-ca2f-4521-86dd-65f1e028bdb2" providerId="ADAL" clId="{9BE1A229-EFE6-4AA3-A2E9-A852BE56DF68}" dt="2020-07-21T06:47:15.127" v="70" actId="165"/>
          <ac:spMkLst>
            <pc:docMk/>
            <pc:sldMk cId="1599274565" sldId="264"/>
            <ac:spMk id="5" creationId="{7D048FB9-1BCC-46BD-87DE-2B211453CBC7}"/>
          </ac:spMkLst>
        </pc:spChg>
        <pc:spChg chg="add del mod topLvl">
          <ac:chgData name="Philippe HUMEAU" userId="b926870f-ca2f-4521-86dd-65f1e028bdb2" providerId="ADAL" clId="{9BE1A229-EFE6-4AA3-A2E9-A852BE56DF68}" dt="2020-07-21T06:50:09.870" v="116" actId="478"/>
          <ac:spMkLst>
            <pc:docMk/>
            <pc:sldMk cId="1599274565" sldId="264"/>
            <ac:spMk id="6" creationId="{D4265665-5ED7-4767-814F-A6595F5E90E8}"/>
          </ac:spMkLst>
        </pc:spChg>
        <pc:spChg chg="del mod topLvl">
          <ac:chgData name="Philippe HUMEAU" userId="b926870f-ca2f-4521-86dd-65f1e028bdb2" providerId="ADAL" clId="{9BE1A229-EFE6-4AA3-A2E9-A852BE56DF68}" dt="2020-07-21T06:47:55.962" v="80" actId="478"/>
          <ac:spMkLst>
            <pc:docMk/>
            <pc:sldMk cId="1599274565" sldId="264"/>
            <ac:spMk id="8" creationId="{37BF96B5-B5C0-4101-996A-1FB45997FD7E}"/>
          </ac:spMkLst>
        </pc:spChg>
        <pc:spChg chg="del mod topLvl">
          <ac:chgData name="Philippe HUMEAU" userId="b926870f-ca2f-4521-86dd-65f1e028bdb2" providerId="ADAL" clId="{9BE1A229-EFE6-4AA3-A2E9-A852BE56DF68}" dt="2020-07-21T06:48:57.552" v="88" actId="478"/>
          <ac:spMkLst>
            <pc:docMk/>
            <pc:sldMk cId="1599274565" sldId="264"/>
            <ac:spMk id="9" creationId="{14A1BBAA-02D8-4C64-B4A9-437C1E8935F4}"/>
          </ac:spMkLst>
        </pc:spChg>
        <pc:spChg chg="del mod topLvl">
          <ac:chgData name="Philippe HUMEAU" userId="b926870f-ca2f-4521-86dd-65f1e028bdb2" providerId="ADAL" clId="{9BE1A229-EFE6-4AA3-A2E9-A852BE56DF68}" dt="2020-07-21T06:49:08.894" v="93" actId="478"/>
          <ac:spMkLst>
            <pc:docMk/>
            <pc:sldMk cId="1599274565" sldId="264"/>
            <ac:spMk id="10" creationId="{1886F797-7745-4B53-A846-3248E99423E2}"/>
          </ac:spMkLst>
        </pc:spChg>
        <pc:spChg chg="add del mod topLvl">
          <ac:chgData name="Philippe HUMEAU" userId="b926870f-ca2f-4521-86dd-65f1e028bdb2" providerId="ADAL" clId="{9BE1A229-EFE6-4AA3-A2E9-A852BE56DF68}" dt="2020-07-21T06:49:33.763" v="104" actId="478"/>
          <ac:spMkLst>
            <pc:docMk/>
            <pc:sldMk cId="1599274565" sldId="264"/>
            <ac:spMk id="11" creationId="{0EBEAF9A-39B1-4FE1-AE3D-4C8E8780938F}"/>
          </ac:spMkLst>
        </pc:spChg>
        <pc:spChg chg="add mod">
          <ac:chgData name="Philippe HUMEAU" userId="b926870f-ca2f-4521-86dd-65f1e028bdb2" providerId="ADAL" clId="{9BE1A229-EFE6-4AA3-A2E9-A852BE56DF68}" dt="2020-07-21T06:50:37.462" v="127" actId="1076"/>
          <ac:spMkLst>
            <pc:docMk/>
            <pc:sldMk cId="1599274565" sldId="264"/>
            <ac:spMk id="14" creationId="{9B966E75-87E2-4C62-8629-E50DB9A8C51F}"/>
          </ac:spMkLst>
        </pc:spChg>
        <pc:spChg chg="add mod">
          <ac:chgData name="Philippe HUMEAU" userId="b926870f-ca2f-4521-86dd-65f1e028bdb2" providerId="ADAL" clId="{9BE1A229-EFE6-4AA3-A2E9-A852BE56DF68}" dt="2020-07-21T06:50:35.448" v="126" actId="1076"/>
          <ac:spMkLst>
            <pc:docMk/>
            <pc:sldMk cId="1599274565" sldId="264"/>
            <ac:spMk id="15" creationId="{F51E9E55-C24C-49B9-AE67-382104D4586A}"/>
          </ac:spMkLst>
        </pc:spChg>
        <pc:spChg chg="add del mod">
          <ac:chgData name="Philippe HUMEAU" userId="b926870f-ca2f-4521-86dd-65f1e028bdb2" providerId="ADAL" clId="{9BE1A229-EFE6-4AA3-A2E9-A852BE56DF68}" dt="2020-07-21T06:49:19.709" v="98"/>
          <ac:spMkLst>
            <pc:docMk/>
            <pc:sldMk cId="1599274565" sldId="264"/>
            <ac:spMk id="16" creationId="{E267D20B-B6D2-4CC5-AEBF-256B7FCE52A1}"/>
          </ac:spMkLst>
        </pc:spChg>
        <pc:spChg chg="add mod">
          <ac:chgData name="Philippe HUMEAU" userId="b926870f-ca2f-4521-86dd-65f1e028bdb2" providerId="ADAL" clId="{9BE1A229-EFE6-4AA3-A2E9-A852BE56DF68}" dt="2020-07-21T06:50:35.448" v="126" actId="1076"/>
          <ac:spMkLst>
            <pc:docMk/>
            <pc:sldMk cId="1599274565" sldId="264"/>
            <ac:spMk id="17" creationId="{B980D831-2C47-4353-AEA7-4BEE0A7FAE0C}"/>
          </ac:spMkLst>
        </pc:spChg>
        <pc:spChg chg="add mod">
          <ac:chgData name="Philippe HUMEAU" userId="b926870f-ca2f-4521-86dd-65f1e028bdb2" providerId="ADAL" clId="{9BE1A229-EFE6-4AA3-A2E9-A852BE56DF68}" dt="2020-07-21T06:51:17.381" v="178" actId="20577"/>
          <ac:spMkLst>
            <pc:docMk/>
            <pc:sldMk cId="1599274565" sldId="264"/>
            <ac:spMk id="18" creationId="{E1F68415-0627-4D78-8629-7EFA4E6345BD}"/>
          </ac:spMkLst>
        </pc:spChg>
        <pc:spChg chg="add mod">
          <ac:chgData name="Philippe HUMEAU" userId="b926870f-ca2f-4521-86dd-65f1e028bdb2" providerId="ADAL" clId="{9BE1A229-EFE6-4AA3-A2E9-A852BE56DF68}" dt="2020-07-21T06:51:41.326" v="214" actId="20577"/>
          <ac:spMkLst>
            <pc:docMk/>
            <pc:sldMk cId="1599274565" sldId="264"/>
            <ac:spMk id="19" creationId="{CD82B0D6-30C2-4A07-8E7E-09CF6A67B74A}"/>
          </ac:spMkLst>
        </pc:spChg>
        <pc:grpChg chg="del mod">
          <ac:chgData name="Philippe HUMEAU" userId="b926870f-ca2f-4521-86dd-65f1e028bdb2" providerId="ADAL" clId="{9BE1A229-EFE6-4AA3-A2E9-A852BE56DF68}" dt="2020-07-21T06:47:15.127" v="70" actId="165"/>
          <ac:grpSpMkLst>
            <pc:docMk/>
            <pc:sldMk cId="1599274565" sldId="264"/>
            <ac:grpSpMk id="2" creationId="{EAB2C791-0FEB-4D72-843D-96A3D1EF44BE}"/>
          </ac:grpSpMkLst>
        </pc:grpChg>
        <pc:graphicFrameChg chg="del">
          <ac:chgData name="Philippe HUMEAU" userId="b926870f-ca2f-4521-86dd-65f1e028bdb2" providerId="ADAL" clId="{9BE1A229-EFE6-4AA3-A2E9-A852BE56DF68}" dt="2020-07-21T06:47:10.025" v="69" actId="18245"/>
          <ac:graphicFrameMkLst>
            <pc:docMk/>
            <pc:sldMk cId="1599274565" sldId="264"/>
            <ac:graphicFrameMk id="4" creationId="{00000000-0000-0000-0000-000000000000}"/>
          </ac:graphicFrameMkLst>
        </pc:graphicFrameChg>
        <pc:cxnChg chg="add del">
          <ac:chgData name="Philippe HUMEAU" userId="b926870f-ca2f-4521-86dd-65f1e028bdb2" providerId="ADAL" clId="{9BE1A229-EFE6-4AA3-A2E9-A852BE56DF68}" dt="2020-07-21T06:48:05.415" v="83" actId="478"/>
          <ac:cxnSpMkLst>
            <pc:docMk/>
            <pc:sldMk cId="1599274565" sldId="264"/>
            <ac:cxnSpMk id="13" creationId="{7014D403-5D01-472E-B222-959863D1D117}"/>
          </ac:cxnSpMkLst>
        </pc:cxnChg>
        <pc:cxnChg chg="add mod">
          <ac:chgData name="Philippe HUMEAU" userId="b926870f-ca2f-4521-86dd-65f1e028bdb2" providerId="ADAL" clId="{9BE1A229-EFE6-4AA3-A2E9-A852BE56DF68}" dt="2020-07-21T06:50:37.462" v="127" actId="1076"/>
          <ac:cxnSpMkLst>
            <pc:docMk/>
            <pc:sldMk cId="1599274565" sldId="264"/>
            <ac:cxnSpMk id="21" creationId="{43AE155E-A158-44A9-AAB0-1C8DF647CE2F}"/>
          </ac:cxnSpMkLst>
        </pc:cxnChg>
        <pc:cxnChg chg="add mod">
          <ac:chgData name="Philippe HUMEAU" userId="b926870f-ca2f-4521-86dd-65f1e028bdb2" providerId="ADAL" clId="{9BE1A229-EFE6-4AA3-A2E9-A852BE56DF68}" dt="2020-07-21T06:50:37.462" v="127" actId="1076"/>
          <ac:cxnSpMkLst>
            <pc:docMk/>
            <pc:sldMk cId="1599274565" sldId="264"/>
            <ac:cxnSpMk id="23" creationId="{7D61AFC2-A519-401E-8708-ADDE5446BF12}"/>
          </ac:cxnSpMkLst>
        </pc:cxnChg>
        <pc:cxnChg chg="add mod">
          <ac:chgData name="Philippe HUMEAU" userId="b926870f-ca2f-4521-86dd-65f1e028bdb2" providerId="ADAL" clId="{9BE1A229-EFE6-4AA3-A2E9-A852BE56DF68}" dt="2020-07-21T06:50:37.462" v="127" actId="1076"/>
          <ac:cxnSpMkLst>
            <pc:docMk/>
            <pc:sldMk cId="1599274565" sldId="264"/>
            <ac:cxnSpMk id="26" creationId="{AAB372B8-8DCB-4912-8BF5-7B927E034A67}"/>
          </ac:cxnSpMkLst>
        </pc:cxnChg>
        <pc:cxnChg chg="add mod">
          <ac:chgData name="Philippe HUMEAU" userId="b926870f-ca2f-4521-86dd-65f1e028bdb2" providerId="ADAL" clId="{9BE1A229-EFE6-4AA3-A2E9-A852BE56DF68}" dt="2020-07-21T06:50:37.462" v="127" actId="1076"/>
          <ac:cxnSpMkLst>
            <pc:docMk/>
            <pc:sldMk cId="1599274565" sldId="264"/>
            <ac:cxnSpMk id="29" creationId="{830EC20D-01F3-4F50-BE10-361D629F8071}"/>
          </ac:cxnSpMkLst>
        </pc:cxnChg>
      </pc:sldChg>
      <pc:sldChg chg="modSp mod">
        <pc:chgData name="Philippe HUMEAU" userId="b926870f-ca2f-4521-86dd-65f1e028bdb2" providerId="ADAL" clId="{9BE1A229-EFE6-4AA3-A2E9-A852BE56DF68}" dt="2020-07-21T06:14:14.928" v="22" actId="122"/>
        <pc:sldMkLst>
          <pc:docMk/>
          <pc:sldMk cId="3924594140" sldId="265"/>
        </pc:sldMkLst>
        <pc:spChg chg="mod">
          <ac:chgData name="Philippe HUMEAU" userId="b926870f-ca2f-4521-86dd-65f1e028bdb2" providerId="ADAL" clId="{9BE1A229-EFE6-4AA3-A2E9-A852BE56DF68}" dt="2020-07-21T06:14:14.928" v="22" actId="122"/>
          <ac:spMkLst>
            <pc:docMk/>
            <pc:sldMk cId="3924594140" sldId="265"/>
            <ac:spMk id="3" creationId="{00000000-0000-0000-0000-000000000000}"/>
          </ac:spMkLst>
        </pc:spChg>
      </pc:sldChg>
      <pc:sldChg chg="modSp mod">
        <pc:chgData name="Philippe HUMEAU" userId="b926870f-ca2f-4521-86dd-65f1e028bdb2" providerId="ADAL" clId="{9BE1A229-EFE6-4AA3-A2E9-A852BE56DF68}" dt="2020-07-21T06:53:56.458" v="215"/>
        <pc:sldMkLst>
          <pc:docMk/>
          <pc:sldMk cId="4141840245" sldId="268"/>
        </pc:sldMkLst>
        <pc:spChg chg="mod">
          <ac:chgData name="Philippe HUMEAU" userId="b926870f-ca2f-4521-86dd-65f1e028bdb2" providerId="ADAL" clId="{9BE1A229-EFE6-4AA3-A2E9-A852BE56DF68}" dt="2020-07-21T06:13:59.850" v="21" actId="122"/>
          <ac:spMkLst>
            <pc:docMk/>
            <pc:sldMk cId="4141840245" sldId="268"/>
            <ac:spMk id="3" creationId="{00000000-0000-0000-0000-000000000000}"/>
          </ac:spMkLst>
        </pc:spChg>
        <pc:graphicFrameChg chg="mod">
          <ac:chgData name="Philippe HUMEAU" userId="b926870f-ca2f-4521-86dd-65f1e028bdb2" providerId="ADAL" clId="{9BE1A229-EFE6-4AA3-A2E9-A852BE56DF68}" dt="2020-07-21T06:53:56.458" v="215"/>
          <ac:graphicFrameMkLst>
            <pc:docMk/>
            <pc:sldMk cId="4141840245" sldId="268"/>
            <ac:graphicFrameMk id="6" creationId="{00000000-0000-0000-0000-000000000000}"/>
          </ac:graphicFrameMkLst>
        </pc:graphicFrameChg>
      </pc:sldChg>
      <pc:sldChg chg="modSp mod">
        <pc:chgData name="Philippe HUMEAU" userId="b926870f-ca2f-4521-86dd-65f1e028bdb2" providerId="ADAL" clId="{9BE1A229-EFE6-4AA3-A2E9-A852BE56DF68}" dt="2020-07-21T06:14:17.648" v="23" actId="122"/>
        <pc:sldMkLst>
          <pc:docMk/>
          <pc:sldMk cId="1172930284" sldId="269"/>
        </pc:sldMkLst>
        <pc:spChg chg="mod">
          <ac:chgData name="Philippe HUMEAU" userId="b926870f-ca2f-4521-86dd-65f1e028bdb2" providerId="ADAL" clId="{9BE1A229-EFE6-4AA3-A2E9-A852BE56DF68}" dt="2020-07-21T06:14:17.648" v="23" actId="122"/>
          <ac:spMkLst>
            <pc:docMk/>
            <pc:sldMk cId="1172930284" sldId="269"/>
            <ac:spMk id="3" creationId="{00000000-0000-0000-0000-000000000000}"/>
          </ac:spMkLst>
        </pc:spChg>
      </pc:sldChg>
      <pc:sldChg chg="modSp mod">
        <pc:chgData name="Philippe HUMEAU" userId="b926870f-ca2f-4521-86dd-65f1e028bdb2" providerId="ADAL" clId="{9BE1A229-EFE6-4AA3-A2E9-A852BE56DF68}" dt="2020-07-21T06:14:21.516" v="24" actId="122"/>
        <pc:sldMkLst>
          <pc:docMk/>
          <pc:sldMk cId="3063803850" sldId="270"/>
        </pc:sldMkLst>
        <pc:spChg chg="mod">
          <ac:chgData name="Philippe HUMEAU" userId="b926870f-ca2f-4521-86dd-65f1e028bdb2" providerId="ADAL" clId="{9BE1A229-EFE6-4AA3-A2E9-A852BE56DF68}" dt="2020-07-21T06:14:21.516" v="24" actId="122"/>
          <ac:spMkLst>
            <pc:docMk/>
            <pc:sldMk cId="3063803850" sldId="270"/>
            <ac:spMk id="3" creationId="{00000000-0000-0000-0000-000000000000}"/>
          </ac:spMkLst>
        </pc:spChg>
      </pc:sldChg>
      <pc:sldChg chg="modSp mod">
        <pc:chgData name="Philippe HUMEAU" userId="b926870f-ca2f-4521-86dd-65f1e028bdb2" providerId="ADAL" clId="{9BE1A229-EFE6-4AA3-A2E9-A852BE56DF68}" dt="2020-07-21T06:14:26.839" v="25" actId="122"/>
        <pc:sldMkLst>
          <pc:docMk/>
          <pc:sldMk cId="2024798809" sldId="271"/>
        </pc:sldMkLst>
        <pc:spChg chg="mod">
          <ac:chgData name="Philippe HUMEAU" userId="b926870f-ca2f-4521-86dd-65f1e028bdb2" providerId="ADAL" clId="{9BE1A229-EFE6-4AA3-A2E9-A852BE56DF68}" dt="2020-07-21T06:14:26.839" v="25" actId="122"/>
          <ac:spMkLst>
            <pc:docMk/>
            <pc:sldMk cId="2024798809" sldId="271"/>
            <ac:spMk id="3" creationId="{00000000-0000-0000-0000-000000000000}"/>
          </ac:spMkLst>
        </pc:spChg>
      </pc:sldChg>
      <pc:sldChg chg="modSp mod">
        <pc:chgData name="Philippe HUMEAU" userId="b926870f-ca2f-4521-86dd-65f1e028bdb2" providerId="ADAL" clId="{9BE1A229-EFE6-4AA3-A2E9-A852BE56DF68}" dt="2020-07-21T06:14:52.586" v="28" actId="122"/>
        <pc:sldMkLst>
          <pc:docMk/>
          <pc:sldMk cId="1989693863" sldId="272"/>
        </pc:sldMkLst>
        <pc:spChg chg="mod">
          <ac:chgData name="Philippe HUMEAU" userId="b926870f-ca2f-4521-86dd-65f1e028bdb2" providerId="ADAL" clId="{9BE1A229-EFE6-4AA3-A2E9-A852BE56DF68}" dt="2020-07-21T06:14:52.586" v="28" actId="122"/>
          <ac:spMkLst>
            <pc:docMk/>
            <pc:sldMk cId="1989693863" sldId="272"/>
            <ac:spMk id="3" creationId="{00000000-0000-0000-0000-000000000000}"/>
          </ac:spMkLst>
        </pc:spChg>
      </pc:sldChg>
      <pc:sldChg chg="modSp mod">
        <pc:chgData name="Philippe HUMEAU" userId="b926870f-ca2f-4521-86dd-65f1e028bdb2" providerId="ADAL" clId="{9BE1A229-EFE6-4AA3-A2E9-A852BE56DF68}" dt="2020-07-21T06:53:56.458" v="215"/>
        <pc:sldMkLst>
          <pc:docMk/>
          <pc:sldMk cId="3451173789" sldId="274"/>
        </pc:sldMkLst>
        <pc:spChg chg="mod">
          <ac:chgData name="Philippe HUMEAU" userId="b926870f-ca2f-4521-86dd-65f1e028bdb2" providerId="ADAL" clId="{9BE1A229-EFE6-4AA3-A2E9-A852BE56DF68}" dt="2020-07-21T06:13:35.661" v="15" actId="122"/>
          <ac:spMkLst>
            <pc:docMk/>
            <pc:sldMk cId="3451173789" sldId="274"/>
            <ac:spMk id="3" creationId="{00000000-0000-0000-0000-000000000000}"/>
          </ac:spMkLst>
        </pc:spChg>
        <pc:graphicFrameChg chg="mod">
          <ac:chgData name="Philippe HUMEAU" userId="b926870f-ca2f-4521-86dd-65f1e028bdb2" providerId="ADAL" clId="{9BE1A229-EFE6-4AA3-A2E9-A852BE56DF68}" dt="2020-07-21T06:53:56.458" v="215"/>
          <ac:graphicFrameMkLst>
            <pc:docMk/>
            <pc:sldMk cId="3451173789" sldId="274"/>
            <ac:graphicFrameMk id="4" creationId="{00000000-0000-0000-0000-000000000000}"/>
          </ac:graphicFrameMkLst>
        </pc:graphicFrameChg>
      </pc:sldChg>
      <pc:sldChg chg="addSp delSp modSp new mod ord modClrScheme chgLayout">
        <pc:chgData name="Philippe HUMEAU" userId="b926870f-ca2f-4521-86dd-65f1e028bdb2" providerId="ADAL" clId="{9BE1A229-EFE6-4AA3-A2E9-A852BE56DF68}" dt="2020-07-21T06:15:45.438" v="68" actId="20577"/>
        <pc:sldMkLst>
          <pc:docMk/>
          <pc:sldMk cId="2301924688" sldId="275"/>
        </pc:sldMkLst>
        <pc:spChg chg="del mod ord">
          <ac:chgData name="Philippe HUMEAU" userId="b926870f-ca2f-4521-86dd-65f1e028bdb2" providerId="ADAL" clId="{9BE1A229-EFE6-4AA3-A2E9-A852BE56DF68}" dt="2020-07-21T06:15:17.401" v="32" actId="700"/>
          <ac:spMkLst>
            <pc:docMk/>
            <pc:sldMk cId="2301924688" sldId="275"/>
            <ac:spMk id="2" creationId="{610DF5F3-7C77-42F3-9A14-CEA3039E5B93}"/>
          </ac:spMkLst>
        </pc:spChg>
        <pc:spChg chg="mod ord">
          <ac:chgData name="Philippe HUMEAU" userId="b926870f-ca2f-4521-86dd-65f1e028bdb2" providerId="ADAL" clId="{9BE1A229-EFE6-4AA3-A2E9-A852BE56DF68}" dt="2020-07-21T06:15:17.401" v="32" actId="700"/>
          <ac:spMkLst>
            <pc:docMk/>
            <pc:sldMk cId="2301924688" sldId="275"/>
            <ac:spMk id="3" creationId="{61F47D67-3005-47CF-B501-B33B06FD48D9}"/>
          </ac:spMkLst>
        </pc:spChg>
        <pc:spChg chg="del mod ord">
          <ac:chgData name="Philippe HUMEAU" userId="b926870f-ca2f-4521-86dd-65f1e028bdb2" providerId="ADAL" clId="{9BE1A229-EFE6-4AA3-A2E9-A852BE56DF68}" dt="2020-07-21T06:15:17.401" v="32" actId="700"/>
          <ac:spMkLst>
            <pc:docMk/>
            <pc:sldMk cId="2301924688" sldId="275"/>
            <ac:spMk id="4" creationId="{BB76FFBF-1557-48A1-8CFC-9568580E125C}"/>
          </ac:spMkLst>
        </pc:spChg>
        <pc:spChg chg="add mod ord">
          <ac:chgData name="Philippe HUMEAU" userId="b926870f-ca2f-4521-86dd-65f1e028bdb2" providerId="ADAL" clId="{9BE1A229-EFE6-4AA3-A2E9-A852BE56DF68}" dt="2020-07-21T06:15:30.214" v="48" actId="20577"/>
          <ac:spMkLst>
            <pc:docMk/>
            <pc:sldMk cId="2301924688" sldId="275"/>
            <ac:spMk id="5" creationId="{39348DF3-45E2-461B-BA10-E259C4BCF8FD}"/>
          </ac:spMkLst>
        </pc:spChg>
        <pc:spChg chg="add mod ord">
          <ac:chgData name="Philippe HUMEAU" userId="b926870f-ca2f-4521-86dd-65f1e028bdb2" providerId="ADAL" clId="{9BE1A229-EFE6-4AA3-A2E9-A852BE56DF68}" dt="2020-07-21T06:15:45.438" v="68" actId="20577"/>
          <ac:spMkLst>
            <pc:docMk/>
            <pc:sldMk cId="2301924688" sldId="275"/>
            <ac:spMk id="6" creationId="{C251E62D-F5C1-43D8-A14C-F09EE3D8755E}"/>
          </ac:spMkLst>
        </pc:spChg>
      </pc:sldChg>
      <pc:sldMasterChg chg="addSp modSp mod modSldLayout">
        <pc:chgData name="Philippe HUMEAU" userId="b926870f-ca2f-4521-86dd-65f1e028bdb2" providerId="ADAL" clId="{9BE1A229-EFE6-4AA3-A2E9-A852BE56DF68}" dt="2020-07-21T06:13:15.982" v="13"/>
        <pc:sldMasterMkLst>
          <pc:docMk/>
          <pc:sldMasterMk cId="0" sldId="2147483684"/>
        </pc:sldMasterMkLst>
        <pc:picChg chg="add mod">
          <ac:chgData name="Philippe HUMEAU" userId="b926870f-ca2f-4521-86dd-65f1e028bdb2" providerId="ADAL" clId="{9BE1A229-EFE6-4AA3-A2E9-A852BE56DF68}" dt="2020-07-21T06:12:51.141" v="5" actId="1076"/>
          <ac:picMkLst>
            <pc:docMk/>
            <pc:sldMasterMk cId="0" sldId="2147483684"/>
            <ac:picMk id="7" creationId="{BFB891C7-7E09-465B-9BEE-E913EDD00592}"/>
          </ac:picMkLst>
        </pc:picChg>
        <pc:sldLayoutChg chg="addSp modSp">
          <pc:chgData name="Philippe HUMEAU" userId="b926870f-ca2f-4521-86dd-65f1e028bdb2" providerId="ADAL" clId="{9BE1A229-EFE6-4AA3-A2E9-A852BE56DF68}" dt="2020-07-21T06:12:58.996" v="6"/>
          <pc:sldLayoutMkLst>
            <pc:docMk/>
            <pc:sldMasterMk cId="0" sldId="2147483684"/>
            <pc:sldLayoutMk cId="0" sldId="2147483685"/>
          </pc:sldLayoutMkLst>
          <pc:picChg chg="add mod">
            <ac:chgData name="Philippe HUMEAU" userId="b926870f-ca2f-4521-86dd-65f1e028bdb2" providerId="ADAL" clId="{9BE1A229-EFE6-4AA3-A2E9-A852BE56DF68}" dt="2020-07-21T06:12:58.996" v="6"/>
            <ac:picMkLst>
              <pc:docMk/>
              <pc:sldMasterMk cId="0" sldId="2147483684"/>
              <pc:sldLayoutMk cId="0" sldId="2147483685"/>
              <ac:picMk id="17" creationId="{7CFB101D-EF4C-43DE-978A-A3FC27ED1AF7}"/>
            </ac:picMkLst>
          </pc:picChg>
        </pc:sldLayoutChg>
        <pc:sldLayoutChg chg="addSp modSp">
          <pc:chgData name="Philippe HUMEAU" userId="b926870f-ca2f-4521-86dd-65f1e028bdb2" providerId="ADAL" clId="{9BE1A229-EFE6-4AA3-A2E9-A852BE56DF68}" dt="2020-07-21T06:13:01.003" v="7"/>
          <pc:sldLayoutMkLst>
            <pc:docMk/>
            <pc:sldMasterMk cId="0" sldId="2147483684"/>
            <pc:sldLayoutMk cId="0" sldId="2147483687"/>
          </pc:sldLayoutMkLst>
          <pc:picChg chg="add mod">
            <ac:chgData name="Philippe HUMEAU" userId="b926870f-ca2f-4521-86dd-65f1e028bdb2" providerId="ADAL" clId="{9BE1A229-EFE6-4AA3-A2E9-A852BE56DF68}" dt="2020-07-21T06:13:01.003" v="7"/>
            <ac:picMkLst>
              <pc:docMk/>
              <pc:sldMasterMk cId="0" sldId="2147483684"/>
              <pc:sldLayoutMk cId="0" sldId="2147483687"/>
              <ac:picMk id="15" creationId="{7E2F04FA-F71E-49A6-AE66-90385ED119C9}"/>
            </ac:picMkLst>
          </pc:picChg>
        </pc:sldLayoutChg>
        <pc:sldLayoutChg chg="addSp modSp">
          <pc:chgData name="Philippe HUMEAU" userId="b926870f-ca2f-4521-86dd-65f1e028bdb2" providerId="ADAL" clId="{9BE1A229-EFE6-4AA3-A2E9-A852BE56DF68}" dt="2020-07-21T06:13:04.761" v="8"/>
          <pc:sldLayoutMkLst>
            <pc:docMk/>
            <pc:sldMasterMk cId="0" sldId="2147483684"/>
            <pc:sldLayoutMk cId="0" sldId="2147483691"/>
          </pc:sldLayoutMkLst>
          <pc:picChg chg="add mod">
            <ac:chgData name="Philippe HUMEAU" userId="b926870f-ca2f-4521-86dd-65f1e028bdb2" providerId="ADAL" clId="{9BE1A229-EFE6-4AA3-A2E9-A852BE56DF68}" dt="2020-07-21T06:13:04.761" v="8"/>
            <ac:picMkLst>
              <pc:docMk/>
              <pc:sldMasterMk cId="0" sldId="2147483684"/>
              <pc:sldLayoutMk cId="0" sldId="2147483691"/>
              <ac:picMk id="13" creationId="{1111B060-3041-4F4A-BBA0-B66EC86A9EA9}"/>
            </ac:picMkLst>
          </pc:picChg>
        </pc:sldLayoutChg>
        <pc:sldLayoutChg chg="addSp modSp">
          <pc:chgData name="Philippe HUMEAU" userId="b926870f-ca2f-4521-86dd-65f1e028bdb2" providerId="ADAL" clId="{9BE1A229-EFE6-4AA3-A2E9-A852BE56DF68}" dt="2020-07-21T06:13:06.334" v="9"/>
          <pc:sldLayoutMkLst>
            <pc:docMk/>
            <pc:sldMasterMk cId="0" sldId="2147483684"/>
            <pc:sldLayoutMk cId="0" sldId="2147483692"/>
          </pc:sldLayoutMkLst>
          <pc:picChg chg="add mod">
            <ac:chgData name="Philippe HUMEAU" userId="b926870f-ca2f-4521-86dd-65f1e028bdb2" providerId="ADAL" clId="{9BE1A229-EFE6-4AA3-A2E9-A852BE56DF68}" dt="2020-07-21T06:13:06.334" v="9"/>
            <ac:picMkLst>
              <pc:docMk/>
              <pc:sldMasterMk cId="0" sldId="2147483684"/>
              <pc:sldLayoutMk cId="0" sldId="2147483692"/>
              <ac:picMk id="16" creationId="{66150BDF-A45D-45BD-95D8-9751AAE974C8}"/>
            </ac:picMkLst>
          </pc:picChg>
        </pc:sldLayoutChg>
        <pc:sldLayoutChg chg="addSp modSp">
          <pc:chgData name="Philippe HUMEAU" userId="b926870f-ca2f-4521-86dd-65f1e028bdb2" providerId="ADAL" clId="{9BE1A229-EFE6-4AA3-A2E9-A852BE56DF68}" dt="2020-07-21T06:13:07.193" v="10"/>
          <pc:sldLayoutMkLst>
            <pc:docMk/>
            <pc:sldMasterMk cId="0" sldId="2147483684"/>
            <pc:sldLayoutMk cId="0" sldId="2147483693"/>
          </pc:sldLayoutMkLst>
          <pc:picChg chg="add mod">
            <ac:chgData name="Philippe HUMEAU" userId="b926870f-ca2f-4521-86dd-65f1e028bdb2" providerId="ADAL" clId="{9BE1A229-EFE6-4AA3-A2E9-A852BE56DF68}" dt="2020-07-21T06:13:07.193" v="10"/>
            <ac:picMkLst>
              <pc:docMk/>
              <pc:sldMasterMk cId="0" sldId="2147483684"/>
              <pc:sldLayoutMk cId="0" sldId="2147483693"/>
              <ac:picMk id="16" creationId="{C01603AF-7E10-494A-B560-1CB5E419A7D9}"/>
            </ac:picMkLst>
          </pc:picChg>
        </pc:sldLayoutChg>
        <pc:sldLayoutChg chg="addSp delSp modSp mod">
          <pc:chgData name="Philippe HUMEAU" userId="b926870f-ca2f-4521-86dd-65f1e028bdb2" providerId="ADAL" clId="{9BE1A229-EFE6-4AA3-A2E9-A852BE56DF68}" dt="2020-07-21T06:13:12.012" v="12" actId="478"/>
          <pc:sldLayoutMkLst>
            <pc:docMk/>
            <pc:sldMasterMk cId="0" sldId="2147483684"/>
            <pc:sldLayoutMk cId="0" sldId="2147483694"/>
          </pc:sldLayoutMkLst>
          <pc:picChg chg="add del mod">
            <ac:chgData name="Philippe HUMEAU" userId="b926870f-ca2f-4521-86dd-65f1e028bdb2" providerId="ADAL" clId="{9BE1A229-EFE6-4AA3-A2E9-A852BE56DF68}" dt="2020-07-21T06:13:12.012" v="12" actId="478"/>
            <ac:picMkLst>
              <pc:docMk/>
              <pc:sldMasterMk cId="0" sldId="2147483684"/>
              <pc:sldLayoutMk cId="0" sldId="2147483694"/>
              <ac:picMk id="7" creationId="{A0AD1096-1600-41F3-914A-C226F4B78848}"/>
            </ac:picMkLst>
          </pc:picChg>
        </pc:sldLayoutChg>
        <pc:sldLayoutChg chg="addSp modSp">
          <pc:chgData name="Philippe HUMEAU" userId="b926870f-ca2f-4521-86dd-65f1e028bdb2" providerId="ADAL" clId="{9BE1A229-EFE6-4AA3-A2E9-A852BE56DF68}" dt="2020-07-21T06:13:15.982" v="13"/>
          <pc:sldLayoutMkLst>
            <pc:docMk/>
            <pc:sldMasterMk cId="0" sldId="2147483684"/>
            <pc:sldLayoutMk cId="0" sldId="2147483695"/>
          </pc:sldLayoutMkLst>
          <pc:picChg chg="add mod">
            <ac:chgData name="Philippe HUMEAU" userId="b926870f-ca2f-4521-86dd-65f1e028bdb2" providerId="ADAL" clId="{9BE1A229-EFE6-4AA3-A2E9-A852BE56DF68}" dt="2020-07-21T06:13:15.982" v="13"/>
            <ac:picMkLst>
              <pc:docMk/>
              <pc:sldMasterMk cId="0" sldId="2147483684"/>
              <pc:sldLayoutMk cId="0" sldId="2147483695"/>
              <ac:picMk id="14" creationId="{5A84879D-3F5D-43B8-8594-C3F4876445A8}"/>
            </ac:picMkLst>
          </pc:picChg>
        </pc:sldLayoutChg>
      </pc:sldMasterChg>
    </pc:docChg>
  </pc:docChgLst>
  <pc:docChgLst>
    <pc:chgData name="Philippe HUMEAU" userId="b926870f-ca2f-4521-86dd-65f1e028bdb2" providerId="ADAL" clId="{408771DE-5FBA-42C3-B81B-CA9409857DD5}"/>
    <pc:docChg chg="modSld">
      <pc:chgData name="Philippe HUMEAU" userId="b926870f-ca2f-4521-86dd-65f1e028bdb2" providerId="ADAL" clId="{408771DE-5FBA-42C3-B81B-CA9409857DD5}" dt="2020-07-21T10:16:35.492" v="39" actId="20577"/>
      <pc:docMkLst>
        <pc:docMk/>
      </pc:docMkLst>
      <pc:sldChg chg="modSp">
        <pc:chgData name="Philippe HUMEAU" userId="b926870f-ca2f-4521-86dd-65f1e028bdb2" providerId="ADAL" clId="{408771DE-5FBA-42C3-B81B-CA9409857DD5}" dt="2020-07-21T10:16:35.492" v="39" actId="20577"/>
        <pc:sldMkLst>
          <pc:docMk/>
          <pc:sldMk cId="2258668906" sldId="261"/>
        </pc:sldMkLst>
        <pc:graphicFrameChg chg="mod">
          <ac:chgData name="Philippe HUMEAU" userId="b926870f-ca2f-4521-86dd-65f1e028bdb2" providerId="ADAL" clId="{408771DE-5FBA-42C3-B81B-CA9409857DD5}" dt="2020-07-21T10:16:35.492" v="39" actId="20577"/>
          <ac:graphicFrameMkLst>
            <pc:docMk/>
            <pc:sldMk cId="2258668906" sldId="261"/>
            <ac:graphicFrameMk id="4" creationId="{00000000-0000-0000-0000-000000000000}"/>
          </ac:graphicFrameMkLst>
        </pc:graphicFrameChg>
      </pc:sldChg>
      <pc:sldChg chg="modSp mod">
        <pc:chgData name="Philippe HUMEAU" userId="b926870f-ca2f-4521-86dd-65f1e028bdb2" providerId="ADAL" clId="{408771DE-5FBA-42C3-B81B-CA9409857DD5}" dt="2020-07-21T09:34:38.445" v="9" actId="20577"/>
        <pc:sldMkLst>
          <pc:docMk/>
          <pc:sldMk cId="1599274565" sldId="264"/>
        </pc:sldMkLst>
        <pc:spChg chg="mod">
          <ac:chgData name="Philippe HUMEAU" userId="b926870f-ca2f-4521-86dd-65f1e028bdb2" providerId="ADAL" clId="{408771DE-5FBA-42C3-B81B-CA9409857DD5}" dt="2020-07-21T09:34:38.445" v="9" actId="20577"/>
          <ac:spMkLst>
            <pc:docMk/>
            <pc:sldMk cId="1599274565" sldId="264"/>
            <ac:spMk id="14" creationId="{9B966E75-87E2-4C62-8629-E50DB9A8C51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48D39E-2494-4A49-AA2C-7A437EE6C55A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62FFCAA-A9BD-4776-80A9-1B545D1C776F}">
      <dgm:prSet custT="1"/>
      <dgm:spPr/>
      <dgm:t>
        <a:bodyPr/>
        <a:lstStyle/>
        <a:p>
          <a:pPr algn="ctr" rtl="0"/>
          <a:r>
            <a:rPr lang="fr-FR" sz="1100" b="1" dirty="0"/>
            <a:t>GROUPE TORPIER</a:t>
          </a:r>
        </a:p>
        <a:p>
          <a:pPr algn="ctr" rtl="0"/>
          <a:r>
            <a:rPr lang="fr-FR" sz="1100" b="0" i="1" dirty="0"/>
            <a:t>Stéphane TORPIER, PDG</a:t>
          </a:r>
        </a:p>
      </dgm:t>
    </dgm:pt>
    <dgm:pt modelId="{81379D90-982E-4844-AF5B-498C9049C3D8}" type="parTrans" cxnId="{2D3BEE2F-4816-4969-ADFA-1465495FEE67}">
      <dgm:prSet/>
      <dgm:spPr/>
      <dgm:t>
        <a:bodyPr/>
        <a:lstStyle/>
        <a:p>
          <a:endParaRPr lang="fr-FR"/>
        </a:p>
      </dgm:t>
    </dgm:pt>
    <dgm:pt modelId="{F9779284-1BB0-4AED-B670-9DC21DA4066F}" type="sibTrans" cxnId="{2D3BEE2F-4816-4969-ADFA-1465495FEE67}">
      <dgm:prSet/>
      <dgm:spPr/>
      <dgm:t>
        <a:bodyPr/>
        <a:lstStyle/>
        <a:p>
          <a:endParaRPr lang="fr-FR"/>
        </a:p>
      </dgm:t>
    </dgm:pt>
    <dgm:pt modelId="{A1C12C73-FC11-424B-9FF3-4F883FD3DE24}">
      <dgm:prSet custT="1"/>
      <dgm:spPr/>
      <dgm:t>
        <a:bodyPr/>
        <a:lstStyle/>
        <a:p>
          <a:pPr algn="ctr" rtl="0"/>
          <a:r>
            <a:rPr lang="fr-FR" sz="1100" b="1" dirty="0"/>
            <a:t>TORPIER SAS</a:t>
          </a:r>
        </a:p>
        <a:p>
          <a:pPr algn="ctr" rtl="0"/>
          <a:r>
            <a:rPr lang="fr-FR" sz="1100" b="1" dirty="0"/>
            <a:t>Mobilier extérieur en aluminium</a:t>
          </a:r>
        </a:p>
      </dgm:t>
    </dgm:pt>
    <dgm:pt modelId="{492D9FB1-1258-49F9-B5D7-C17A4B6128EE}" type="parTrans" cxnId="{674CF199-C70C-48F8-968E-07F4D60EE86C}">
      <dgm:prSet/>
      <dgm:spPr/>
      <dgm:t>
        <a:bodyPr/>
        <a:lstStyle/>
        <a:p>
          <a:endParaRPr lang="fr-FR"/>
        </a:p>
      </dgm:t>
    </dgm:pt>
    <dgm:pt modelId="{8B5315B3-E79E-4887-B773-FFEA062A44C4}" type="sibTrans" cxnId="{674CF199-C70C-48F8-968E-07F4D60EE86C}">
      <dgm:prSet/>
      <dgm:spPr/>
      <dgm:t>
        <a:bodyPr/>
        <a:lstStyle/>
        <a:p>
          <a:endParaRPr lang="fr-FR"/>
        </a:p>
      </dgm:t>
    </dgm:pt>
    <dgm:pt modelId="{1B17A1EE-1123-4C57-A4FC-5240593C3224}">
      <dgm:prSet custT="1"/>
      <dgm:spPr/>
      <dgm:t>
        <a:bodyPr/>
        <a:lstStyle/>
        <a:p>
          <a:pPr algn="ctr" rtl="0"/>
          <a:r>
            <a:rPr lang="fr-FR" sz="1100" b="1" dirty="0"/>
            <a:t>POTIER SARL</a:t>
          </a:r>
        </a:p>
        <a:p>
          <a:pPr algn="ctr" rtl="0"/>
          <a:r>
            <a:rPr lang="fr-FR" sz="1100" b="1" dirty="0"/>
            <a:t>Luminaire extérieur en aluminium</a:t>
          </a:r>
          <a:endParaRPr lang="fr-FR" sz="1100" dirty="0"/>
        </a:p>
      </dgm:t>
    </dgm:pt>
    <dgm:pt modelId="{218F91C2-5993-4D86-8683-4877554F6551}" type="parTrans" cxnId="{F2A89A04-162C-4C36-A1B4-A4FCA4D880D8}">
      <dgm:prSet/>
      <dgm:spPr/>
      <dgm:t>
        <a:bodyPr/>
        <a:lstStyle/>
        <a:p>
          <a:endParaRPr lang="fr-FR"/>
        </a:p>
      </dgm:t>
    </dgm:pt>
    <dgm:pt modelId="{86B3D2FB-2555-40CB-8DA5-A3F961B85142}" type="sibTrans" cxnId="{F2A89A04-162C-4C36-A1B4-A4FCA4D880D8}">
      <dgm:prSet/>
      <dgm:spPr/>
      <dgm:t>
        <a:bodyPr/>
        <a:lstStyle/>
        <a:p>
          <a:endParaRPr lang="fr-FR"/>
        </a:p>
      </dgm:t>
    </dgm:pt>
    <dgm:pt modelId="{BFDB3576-F867-4029-962A-9A4ABE89AB1A}" type="pres">
      <dgm:prSet presAssocID="{3748D39E-2494-4A49-AA2C-7A437EE6C55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F90F469-D30E-4D7D-B908-FCCA9E9A6744}" type="pres">
      <dgm:prSet presAssocID="{E62FFCAA-A9BD-4776-80A9-1B545D1C776F}" presName="hierRoot1" presStyleCnt="0">
        <dgm:presLayoutVars>
          <dgm:hierBranch val="init"/>
        </dgm:presLayoutVars>
      </dgm:prSet>
      <dgm:spPr/>
    </dgm:pt>
    <dgm:pt modelId="{0FEBCC84-9A3B-4B38-81C3-F18BCB86A0B3}" type="pres">
      <dgm:prSet presAssocID="{E62FFCAA-A9BD-4776-80A9-1B545D1C776F}" presName="rootComposite1" presStyleCnt="0"/>
      <dgm:spPr/>
    </dgm:pt>
    <dgm:pt modelId="{D8062B89-CD10-45FC-91C7-2C94A5105BD0}" type="pres">
      <dgm:prSet presAssocID="{E62FFCAA-A9BD-4776-80A9-1B545D1C776F}" presName="rootText1" presStyleLbl="node0" presStyleIdx="0" presStyleCnt="1" custScaleX="133284" custScaleY="46368" custLinFactNeighborX="3602" custLinFactNeighborY="5445">
        <dgm:presLayoutVars>
          <dgm:chPref val="3"/>
        </dgm:presLayoutVars>
      </dgm:prSet>
      <dgm:spPr/>
    </dgm:pt>
    <dgm:pt modelId="{3F45C4F9-1B03-482B-B622-43332F6AF0EE}" type="pres">
      <dgm:prSet presAssocID="{E62FFCAA-A9BD-4776-80A9-1B545D1C776F}" presName="rootConnector1" presStyleLbl="node1" presStyleIdx="0" presStyleCnt="0"/>
      <dgm:spPr/>
    </dgm:pt>
    <dgm:pt modelId="{5AC37F1B-171E-4428-B116-F994EBE005EA}" type="pres">
      <dgm:prSet presAssocID="{E62FFCAA-A9BD-4776-80A9-1B545D1C776F}" presName="hierChild2" presStyleCnt="0"/>
      <dgm:spPr/>
    </dgm:pt>
    <dgm:pt modelId="{A07BB658-B2EB-49FA-80F4-371108DA484B}" type="pres">
      <dgm:prSet presAssocID="{492D9FB1-1258-49F9-B5D7-C17A4B6128EE}" presName="Name37" presStyleLbl="parChTrans1D2" presStyleIdx="0" presStyleCnt="2"/>
      <dgm:spPr/>
    </dgm:pt>
    <dgm:pt modelId="{A52AE013-621B-428F-8C95-A659FE28EAEB}" type="pres">
      <dgm:prSet presAssocID="{A1C12C73-FC11-424B-9FF3-4F883FD3DE24}" presName="hierRoot2" presStyleCnt="0">
        <dgm:presLayoutVars>
          <dgm:hierBranch val="init"/>
        </dgm:presLayoutVars>
      </dgm:prSet>
      <dgm:spPr/>
    </dgm:pt>
    <dgm:pt modelId="{C007E569-6930-4F7A-9A63-F214D1729FEC}" type="pres">
      <dgm:prSet presAssocID="{A1C12C73-FC11-424B-9FF3-4F883FD3DE24}" presName="rootComposite" presStyleCnt="0"/>
      <dgm:spPr/>
    </dgm:pt>
    <dgm:pt modelId="{06414782-A208-47F8-BF56-24925C809BCA}" type="pres">
      <dgm:prSet presAssocID="{A1C12C73-FC11-424B-9FF3-4F883FD3DE24}" presName="rootText" presStyleLbl="node2" presStyleIdx="0" presStyleCnt="2" custScaleX="126334" custScaleY="34317">
        <dgm:presLayoutVars>
          <dgm:chPref val="3"/>
        </dgm:presLayoutVars>
      </dgm:prSet>
      <dgm:spPr/>
    </dgm:pt>
    <dgm:pt modelId="{E921640C-9BE3-4814-8233-23ACF9463A56}" type="pres">
      <dgm:prSet presAssocID="{A1C12C73-FC11-424B-9FF3-4F883FD3DE24}" presName="rootConnector" presStyleLbl="node2" presStyleIdx="0" presStyleCnt="2"/>
      <dgm:spPr/>
    </dgm:pt>
    <dgm:pt modelId="{4F138E9B-007D-4C63-8F28-8F9F0D50C650}" type="pres">
      <dgm:prSet presAssocID="{A1C12C73-FC11-424B-9FF3-4F883FD3DE24}" presName="hierChild4" presStyleCnt="0"/>
      <dgm:spPr/>
    </dgm:pt>
    <dgm:pt modelId="{0731F3A3-ADC8-47B9-A0BA-E3628A6072BA}" type="pres">
      <dgm:prSet presAssocID="{A1C12C73-FC11-424B-9FF3-4F883FD3DE24}" presName="hierChild5" presStyleCnt="0"/>
      <dgm:spPr/>
    </dgm:pt>
    <dgm:pt modelId="{D7F94F99-D845-4BAF-B47F-D9E1B748B66D}" type="pres">
      <dgm:prSet presAssocID="{218F91C2-5993-4D86-8683-4877554F6551}" presName="Name37" presStyleLbl="parChTrans1D2" presStyleIdx="1" presStyleCnt="2"/>
      <dgm:spPr/>
    </dgm:pt>
    <dgm:pt modelId="{8EFD1AD6-3CFC-4C08-9FA5-3B904E471B6E}" type="pres">
      <dgm:prSet presAssocID="{1B17A1EE-1123-4C57-A4FC-5240593C3224}" presName="hierRoot2" presStyleCnt="0">
        <dgm:presLayoutVars>
          <dgm:hierBranch val="init"/>
        </dgm:presLayoutVars>
      </dgm:prSet>
      <dgm:spPr/>
    </dgm:pt>
    <dgm:pt modelId="{DA663339-4324-4918-89A3-5983ACF5F4D0}" type="pres">
      <dgm:prSet presAssocID="{1B17A1EE-1123-4C57-A4FC-5240593C3224}" presName="rootComposite" presStyleCnt="0"/>
      <dgm:spPr/>
    </dgm:pt>
    <dgm:pt modelId="{C54899C7-ACE8-4393-97E8-FA7769C3F4B5}" type="pres">
      <dgm:prSet presAssocID="{1B17A1EE-1123-4C57-A4FC-5240593C3224}" presName="rootText" presStyleLbl="node2" presStyleIdx="1" presStyleCnt="2" custScaleX="126319" custScaleY="34317">
        <dgm:presLayoutVars>
          <dgm:chPref val="3"/>
        </dgm:presLayoutVars>
      </dgm:prSet>
      <dgm:spPr/>
    </dgm:pt>
    <dgm:pt modelId="{CDE03D89-9E83-4E5B-8345-F2FFD63915C9}" type="pres">
      <dgm:prSet presAssocID="{1B17A1EE-1123-4C57-A4FC-5240593C3224}" presName="rootConnector" presStyleLbl="node2" presStyleIdx="1" presStyleCnt="2"/>
      <dgm:spPr/>
    </dgm:pt>
    <dgm:pt modelId="{50906CE7-4F45-45D0-8A06-5E72A5A600A0}" type="pres">
      <dgm:prSet presAssocID="{1B17A1EE-1123-4C57-A4FC-5240593C3224}" presName="hierChild4" presStyleCnt="0"/>
      <dgm:spPr/>
    </dgm:pt>
    <dgm:pt modelId="{BE35EE96-47FC-429D-8F23-D2261715418F}" type="pres">
      <dgm:prSet presAssocID="{1B17A1EE-1123-4C57-A4FC-5240593C3224}" presName="hierChild5" presStyleCnt="0"/>
      <dgm:spPr/>
    </dgm:pt>
    <dgm:pt modelId="{C8532CA7-D16B-4A85-948E-E48D669D8D9C}" type="pres">
      <dgm:prSet presAssocID="{E62FFCAA-A9BD-4776-80A9-1B545D1C776F}" presName="hierChild3" presStyleCnt="0"/>
      <dgm:spPr/>
    </dgm:pt>
  </dgm:ptLst>
  <dgm:cxnLst>
    <dgm:cxn modelId="{F2A89A04-162C-4C36-A1B4-A4FCA4D880D8}" srcId="{E62FFCAA-A9BD-4776-80A9-1B545D1C776F}" destId="{1B17A1EE-1123-4C57-A4FC-5240593C3224}" srcOrd="1" destOrd="0" parTransId="{218F91C2-5993-4D86-8683-4877554F6551}" sibTransId="{86B3D2FB-2555-40CB-8DA5-A3F961B85142}"/>
    <dgm:cxn modelId="{5A4A0009-EA22-41DC-B7BD-F9FA1696E500}" type="presOf" srcId="{E62FFCAA-A9BD-4776-80A9-1B545D1C776F}" destId="{3F45C4F9-1B03-482B-B622-43332F6AF0EE}" srcOrd="1" destOrd="0" presId="urn:microsoft.com/office/officeart/2005/8/layout/orgChart1"/>
    <dgm:cxn modelId="{2D3BEE2F-4816-4969-ADFA-1465495FEE67}" srcId="{3748D39E-2494-4A49-AA2C-7A437EE6C55A}" destId="{E62FFCAA-A9BD-4776-80A9-1B545D1C776F}" srcOrd="0" destOrd="0" parTransId="{81379D90-982E-4844-AF5B-498C9049C3D8}" sibTransId="{F9779284-1BB0-4AED-B670-9DC21DA4066F}"/>
    <dgm:cxn modelId="{7854A235-574B-4F51-BE41-AB6B9EF7E7A2}" type="presOf" srcId="{1B17A1EE-1123-4C57-A4FC-5240593C3224}" destId="{CDE03D89-9E83-4E5B-8345-F2FFD63915C9}" srcOrd="1" destOrd="0" presId="urn:microsoft.com/office/officeart/2005/8/layout/orgChart1"/>
    <dgm:cxn modelId="{9432F847-A730-4A2D-9FD6-61E0B2AAC2EF}" type="presOf" srcId="{E62FFCAA-A9BD-4776-80A9-1B545D1C776F}" destId="{D8062B89-CD10-45FC-91C7-2C94A5105BD0}" srcOrd="0" destOrd="0" presId="urn:microsoft.com/office/officeart/2005/8/layout/orgChart1"/>
    <dgm:cxn modelId="{967C9B53-0F64-4358-8869-E2CAB368FC92}" type="presOf" srcId="{A1C12C73-FC11-424B-9FF3-4F883FD3DE24}" destId="{E921640C-9BE3-4814-8233-23ACF9463A56}" srcOrd="1" destOrd="0" presId="urn:microsoft.com/office/officeart/2005/8/layout/orgChart1"/>
    <dgm:cxn modelId="{7CF10B7B-687E-4CA7-A81E-A531DF30E6B7}" type="presOf" srcId="{218F91C2-5993-4D86-8683-4877554F6551}" destId="{D7F94F99-D845-4BAF-B47F-D9E1B748B66D}" srcOrd="0" destOrd="0" presId="urn:microsoft.com/office/officeart/2005/8/layout/orgChart1"/>
    <dgm:cxn modelId="{674CF199-C70C-48F8-968E-07F4D60EE86C}" srcId="{E62FFCAA-A9BD-4776-80A9-1B545D1C776F}" destId="{A1C12C73-FC11-424B-9FF3-4F883FD3DE24}" srcOrd="0" destOrd="0" parTransId="{492D9FB1-1258-49F9-B5D7-C17A4B6128EE}" sibTransId="{8B5315B3-E79E-4887-B773-FFEA062A44C4}"/>
    <dgm:cxn modelId="{16B5789C-6E7A-4877-9C98-EE85CC9B58E2}" type="presOf" srcId="{1B17A1EE-1123-4C57-A4FC-5240593C3224}" destId="{C54899C7-ACE8-4393-97E8-FA7769C3F4B5}" srcOrd="0" destOrd="0" presId="urn:microsoft.com/office/officeart/2005/8/layout/orgChart1"/>
    <dgm:cxn modelId="{6F1175CE-DC17-4886-B296-575684D30F61}" type="presOf" srcId="{3748D39E-2494-4A49-AA2C-7A437EE6C55A}" destId="{BFDB3576-F867-4029-962A-9A4ABE89AB1A}" srcOrd="0" destOrd="0" presId="urn:microsoft.com/office/officeart/2005/8/layout/orgChart1"/>
    <dgm:cxn modelId="{506C3AF6-8A40-4D42-A1D5-41FAF55F9104}" type="presOf" srcId="{A1C12C73-FC11-424B-9FF3-4F883FD3DE24}" destId="{06414782-A208-47F8-BF56-24925C809BCA}" srcOrd="0" destOrd="0" presId="urn:microsoft.com/office/officeart/2005/8/layout/orgChart1"/>
    <dgm:cxn modelId="{FD3D72F9-AD67-4A4C-BFD5-CC6E858CA59D}" type="presOf" srcId="{492D9FB1-1258-49F9-B5D7-C17A4B6128EE}" destId="{A07BB658-B2EB-49FA-80F4-371108DA484B}" srcOrd="0" destOrd="0" presId="urn:microsoft.com/office/officeart/2005/8/layout/orgChart1"/>
    <dgm:cxn modelId="{7E9E9877-9EC4-4FCB-840C-9A35DA5F23CA}" type="presParOf" srcId="{BFDB3576-F867-4029-962A-9A4ABE89AB1A}" destId="{FF90F469-D30E-4D7D-B908-FCCA9E9A6744}" srcOrd="0" destOrd="0" presId="urn:microsoft.com/office/officeart/2005/8/layout/orgChart1"/>
    <dgm:cxn modelId="{D03B9110-6E4E-452E-A783-A9948168323C}" type="presParOf" srcId="{FF90F469-D30E-4D7D-B908-FCCA9E9A6744}" destId="{0FEBCC84-9A3B-4B38-81C3-F18BCB86A0B3}" srcOrd="0" destOrd="0" presId="urn:microsoft.com/office/officeart/2005/8/layout/orgChart1"/>
    <dgm:cxn modelId="{FDE7A278-30AD-4D3B-81D6-31B830B86DAC}" type="presParOf" srcId="{0FEBCC84-9A3B-4B38-81C3-F18BCB86A0B3}" destId="{D8062B89-CD10-45FC-91C7-2C94A5105BD0}" srcOrd="0" destOrd="0" presId="urn:microsoft.com/office/officeart/2005/8/layout/orgChart1"/>
    <dgm:cxn modelId="{21454A1D-B5CC-45FB-819D-E48BD35CFE9C}" type="presParOf" srcId="{0FEBCC84-9A3B-4B38-81C3-F18BCB86A0B3}" destId="{3F45C4F9-1B03-482B-B622-43332F6AF0EE}" srcOrd="1" destOrd="0" presId="urn:microsoft.com/office/officeart/2005/8/layout/orgChart1"/>
    <dgm:cxn modelId="{3EDFD217-BBCC-401F-9EE3-937125928094}" type="presParOf" srcId="{FF90F469-D30E-4D7D-B908-FCCA9E9A6744}" destId="{5AC37F1B-171E-4428-B116-F994EBE005EA}" srcOrd="1" destOrd="0" presId="urn:microsoft.com/office/officeart/2005/8/layout/orgChart1"/>
    <dgm:cxn modelId="{C62BF13E-F16A-4418-BCFC-92B2E8814B25}" type="presParOf" srcId="{5AC37F1B-171E-4428-B116-F994EBE005EA}" destId="{A07BB658-B2EB-49FA-80F4-371108DA484B}" srcOrd="0" destOrd="0" presId="urn:microsoft.com/office/officeart/2005/8/layout/orgChart1"/>
    <dgm:cxn modelId="{83652F13-A28D-42FA-A55B-D2EAE530C7EC}" type="presParOf" srcId="{5AC37F1B-171E-4428-B116-F994EBE005EA}" destId="{A52AE013-621B-428F-8C95-A659FE28EAEB}" srcOrd="1" destOrd="0" presId="urn:microsoft.com/office/officeart/2005/8/layout/orgChart1"/>
    <dgm:cxn modelId="{9EB990CC-D4A4-4B5B-A574-0B327A04D1C3}" type="presParOf" srcId="{A52AE013-621B-428F-8C95-A659FE28EAEB}" destId="{C007E569-6930-4F7A-9A63-F214D1729FEC}" srcOrd="0" destOrd="0" presId="urn:microsoft.com/office/officeart/2005/8/layout/orgChart1"/>
    <dgm:cxn modelId="{54774B5E-CCAC-471A-BCAE-C3AA1FAC66C1}" type="presParOf" srcId="{C007E569-6930-4F7A-9A63-F214D1729FEC}" destId="{06414782-A208-47F8-BF56-24925C809BCA}" srcOrd="0" destOrd="0" presId="urn:microsoft.com/office/officeart/2005/8/layout/orgChart1"/>
    <dgm:cxn modelId="{5BF65B27-13C2-493A-8EA2-ABEE84806DD6}" type="presParOf" srcId="{C007E569-6930-4F7A-9A63-F214D1729FEC}" destId="{E921640C-9BE3-4814-8233-23ACF9463A56}" srcOrd="1" destOrd="0" presId="urn:microsoft.com/office/officeart/2005/8/layout/orgChart1"/>
    <dgm:cxn modelId="{2D682AF7-07D0-416C-95F9-3CADA6C4B3CB}" type="presParOf" srcId="{A52AE013-621B-428F-8C95-A659FE28EAEB}" destId="{4F138E9B-007D-4C63-8F28-8F9F0D50C650}" srcOrd="1" destOrd="0" presId="urn:microsoft.com/office/officeart/2005/8/layout/orgChart1"/>
    <dgm:cxn modelId="{53F08117-984E-4674-A1F4-CAE9D5677512}" type="presParOf" srcId="{A52AE013-621B-428F-8C95-A659FE28EAEB}" destId="{0731F3A3-ADC8-47B9-A0BA-E3628A6072BA}" srcOrd="2" destOrd="0" presId="urn:microsoft.com/office/officeart/2005/8/layout/orgChart1"/>
    <dgm:cxn modelId="{EA5BFC35-F464-470B-8602-ABBB45770C6B}" type="presParOf" srcId="{5AC37F1B-171E-4428-B116-F994EBE005EA}" destId="{D7F94F99-D845-4BAF-B47F-D9E1B748B66D}" srcOrd="2" destOrd="0" presId="urn:microsoft.com/office/officeart/2005/8/layout/orgChart1"/>
    <dgm:cxn modelId="{E5B2049F-2A7B-4E21-BF8B-AFA9E7ACF857}" type="presParOf" srcId="{5AC37F1B-171E-4428-B116-F994EBE005EA}" destId="{8EFD1AD6-3CFC-4C08-9FA5-3B904E471B6E}" srcOrd="3" destOrd="0" presId="urn:microsoft.com/office/officeart/2005/8/layout/orgChart1"/>
    <dgm:cxn modelId="{331ED827-2199-4ADD-A8F7-6E8477F50EAA}" type="presParOf" srcId="{8EFD1AD6-3CFC-4C08-9FA5-3B904E471B6E}" destId="{DA663339-4324-4918-89A3-5983ACF5F4D0}" srcOrd="0" destOrd="0" presId="urn:microsoft.com/office/officeart/2005/8/layout/orgChart1"/>
    <dgm:cxn modelId="{9643B31C-8A7E-4661-8CC1-532F49D81345}" type="presParOf" srcId="{DA663339-4324-4918-89A3-5983ACF5F4D0}" destId="{C54899C7-ACE8-4393-97E8-FA7769C3F4B5}" srcOrd="0" destOrd="0" presId="urn:microsoft.com/office/officeart/2005/8/layout/orgChart1"/>
    <dgm:cxn modelId="{516E4C0E-154B-4064-B9B4-BFDE56B8F066}" type="presParOf" srcId="{DA663339-4324-4918-89A3-5983ACF5F4D0}" destId="{CDE03D89-9E83-4E5B-8345-F2FFD63915C9}" srcOrd="1" destOrd="0" presId="urn:microsoft.com/office/officeart/2005/8/layout/orgChart1"/>
    <dgm:cxn modelId="{FD9523E4-91FF-4BB2-B758-A6411CA70CFC}" type="presParOf" srcId="{8EFD1AD6-3CFC-4C08-9FA5-3B904E471B6E}" destId="{50906CE7-4F45-45D0-8A06-5E72A5A600A0}" srcOrd="1" destOrd="0" presId="urn:microsoft.com/office/officeart/2005/8/layout/orgChart1"/>
    <dgm:cxn modelId="{C8604194-8731-45F3-82F7-58621AD8FCDC}" type="presParOf" srcId="{8EFD1AD6-3CFC-4C08-9FA5-3B904E471B6E}" destId="{BE35EE96-47FC-429D-8F23-D2261715418F}" srcOrd="2" destOrd="0" presId="urn:microsoft.com/office/officeart/2005/8/layout/orgChart1"/>
    <dgm:cxn modelId="{661B3B8F-B521-4374-B580-9D01CA1BA91E}" type="presParOf" srcId="{FF90F469-D30E-4D7D-B908-FCCA9E9A6744}" destId="{C8532CA7-D16B-4A85-948E-E48D669D8D9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48D39E-2494-4A49-AA2C-7A437EE6C55A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62FFCAA-A9BD-4776-80A9-1B545D1C776F}">
      <dgm:prSet custT="1"/>
      <dgm:spPr/>
      <dgm:t>
        <a:bodyPr/>
        <a:lstStyle/>
        <a:p>
          <a:pPr algn="ctr" rtl="0"/>
          <a:r>
            <a:rPr lang="fr-FR" sz="1100" b="1" dirty="0"/>
            <a:t>Directeur</a:t>
          </a:r>
        </a:p>
        <a:p>
          <a:pPr algn="ctr" rtl="0"/>
          <a:r>
            <a:rPr lang="fr-FR" sz="1100" dirty="0"/>
            <a:t>Stéphane TORPIER</a:t>
          </a:r>
        </a:p>
      </dgm:t>
    </dgm:pt>
    <dgm:pt modelId="{81379D90-982E-4844-AF5B-498C9049C3D8}" type="parTrans" cxnId="{2D3BEE2F-4816-4969-ADFA-1465495FEE67}">
      <dgm:prSet/>
      <dgm:spPr/>
      <dgm:t>
        <a:bodyPr/>
        <a:lstStyle/>
        <a:p>
          <a:endParaRPr lang="fr-FR"/>
        </a:p>
      </dgm:t>
    </dgm:pt>
    <dgm:pt modelId="{F9779284-1BB0-4AED-B670-9DC21DA4066F}" type="sibTrans" cxnId="{2D3BEE2F-4816-4969-ADFA-1465495FEE67}">
      <dgm:prSet/>
      <dgm:spPr/>
      <dgm:t>
        <a:bodyPr/>
        <a:lstStyle/>
        <a:p>
          <a:endParaRPr lang="fr-FR"/>
        </a:p>
      </dgm:t>
    </dgm:pt>
    <dgm:pt modelId="{A1C12C73-FC11-424B-9FF3-4F883FD3DE24}">
      <dgm:prSet custT="1"/>
      <dgm:spPr/>
      <dgm:t>
        <a:bodyPr/>
        <a:lstStyle/>
        <a:p>
          <a:pPr algn="ctr" rtl="0"/>
          <a:r>
            <a:rPr lang="fr-FR" sz="1100" b="1" dirty="0"/>
            <a:t>Directrice </a:t>
          </a:r>
          <a:r>
            <a:rPr lang="fr-FR" sz="1100" b="1" dirty="0" err="1"/>
            <a:t>Supply</a:t>
          </a:r>
          <a:r>
            <a:rPr lang="fr-FR" sz="1100" b="1" dirty="0"/>
            <a:t> Chain et organisation                                                            </a:t>
          </a:r>
          <a:r>
            <a:rPr lang="fr-FR" sz="1100" dirty="0"/>
            <a:t>Sandrine TORPIER-HUMOET</a:t>
          </a:r>
        </a:p>
      </dgm:t>
    </dgm:pt>
    <dgm:pt modelId="{492D9FB1-1258-49F9-B5D7-C17A4B6128EE}" type="parTrans" cxnId="{674CF199-C70C-48F8-968E-07F4D60EE86C}">
      <dgm:prSet/>
      <dgm:spPr/>
      <dgm:t>
        <a:bodyPr/>
        <a:lstStyle/>
        <a:p>
          <a:endParaRPr lang="fr-FR"/>
        </a:p>
      </dgm:t>
    </dgm:pt>
    <dgm:pt modelId="{8B5315B3-E79E-4887-B773-FFEA062A44C4}" type="sibTrans" cxnId="{674CF199-C70C-48F8-968E-07F4D60EE86C}">
      <dgm:prSet/>
      <dgm:spPr/>
      <dgm:t>
        <a:bodyPr/>
        <a:lstStyle/>
        <a:p>
          <a:endParaRPr lang="fr-FR"/>
        </a:p>
      </dgm:t>
    </dgm:pt>
    <dgm:pt modelId="{1B17A1EE-1123-4C57-A4FC-5240593C3224}">
      <dgm:prSet custT="1"/>
      <dgm:spPr/>
      <dgm:t>
        <a:bodyPr/>
        <a:lstStyle/>
        <a:p>
          <a:pPr algn="ctr" rtl="0"/>
          <a:r>
            <a:rPr lang="fr-FR" sz="1100" b="1" dirty="0"/>
            <a:t>Directrice financière</a:t>
          </a:r>
        </a:p>
        <a:p>
          <a:pPr algn="ctr" rtl="0"/>
          <a:r>
            <a:rPr lang="fr-FR" sz="1100" dirty="0"/>
            <a:t>Sylvie LAINE</a:t>
          </a:r>
        </a:p>
      </dgm:t>
    </dgm:pt>
    <dgm:pt modelId="{218F91C2-5993-4D86-8683-4877554F6551}" type="parTrans" cxnId="{F2A89A04-162C-4C36-A1B4-A4FCA4D880D8}">
      <dgm:prSet/>
      <dgm:spPr/>
      <dgm:t>
        <a:bodyPr/>
        <a:lstStyle/>
        <a:p>
          <a:endParaRPr lang="fr-FR"/>
        </a:p>
      </dgm:t>
    </dgm:pt>
    <dgm:pt modelId="{86B3D2FB-2555-40CB-8DA5-A3F961B85142}" type="sibTrans" cxnId="{F2A89A04-162C-4C36-A1B4-A4FCA4D880D8}">
      <dgm:prSet/>
      <dgm:spPr/>
      <dgm:t>
        <a:bodyPr/>
        <a:lstStyle/>
        <a:p>
          <a:endParaRPr lang="fr-FR"/>
        </a:p>
      </dgm:t>
    </dgm:pt>
    <dgm:pt modelId="{CA84B02F-5B27-4196-8F02-47E6F0FEAFD9}">
      <dgm:prSet custT="1"/>
      <dgm:spPr/>
      <dgm:t>
        <a:bodyPr/>
        <a:lstStyle/>
        <a:p>
          <a:pPr rtl="0"/>
          <a:r>
            <a:rPr lang="fr-FR" sz="1100" b="1" dirty="0"/>
            <a:t>Directeur technique </a:t>
          </a:r>
        </a:p>
        <a:p>
          <a:pPr rtl="0"/>
          <a:r>
            <a:rPr lang="fr-FR" sz="1100" dirty="0"/>
            <a:t>Gianni TORPELLIO</a:t>
          </a:r>
        </a:p>
      </dgm:t>
    </dgm:pt>
    <dgm:pt modelId="{1DB9E5BB-D111-4BC8-886C-541FF82BE04C}" type="parTrans" cxnId="{B99093B4-095A-423B-B7BF-899DE68C6788}">
      <dgm:prSet/>
      <dgm:spPr/>
      <dgm:t>
        <a:bodyPr/>
        <a:lstStyle/>
        <a:p>
          <a:endParaRPr lang="fr-FR"/>
        </a:p>
      </dgm:t>
    </dgm:pt>
    <dgm:pt modelId="{EC9462CD-6C06-4BE9-BD67-27960835D2DB}" type="sibTrans" cxnId="{B99093B4-095A-423B-B7BF-899DE68C6788}">
      <dgm:prSet/>
      <dgm:spPr/>
      <dgm:t>
        <a:bodyPr/>
        <a:lstStyle/>
        <a:p>
          <a:endParaRPr lang="fr-FR"/>
        </a:p>
      </dgm:t>
    </dgm:pt>
    <dgm:pt modelId="{BFDB3576-F867-4029-962A-9A4ABE89AB1A}" type="pres">
      <dgm:prSet presAssocID="{3748D39E-2494-4A49-AA2C-7A437EE6C55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F90F469-D30E-4D7D-B908-FCCA9E9A6744}" type="pres">
      <dgm:prSet presAssocID="{E62FFCAA-A9BD-4776-80A9-1B545D1C776F}" presName="hierRoot1" presStyleCnt="0">
        <dgm:presLayoutVars>
          <dgm:hierBranch val="init"/>
        </dgm:presLayoutVars>
      </dgm:prSet>
      <dgm:spPr/>
    </dgm:pt>
    <dgm:pt modelId="{0FEBCC84-9A3B-4B38-81C3-F18BCB86A0B3}" type="pres">
      <dgm:prSet presAssocID="{E62FFCAA-A9BD-4776-80A9-1B545D1C776F}" presName="rootComposite1" presStyleCnt="0"/>
      <dgm:spPr/>
    </dgm:pt>
    <dgm:pt modelId="{D8062B89-CD10-45FC-91C7-2C94A5105BD0}" type="pres">
      <dgm:prSet presAssocID="{E62FFCAA-A9BD-4776-80A9-1B545D1C776F}" presName="rootText1" presStyleLbl="node0" presStyleIdx="0" presStyleCnt="1" custScaleX="133284" custScaleY="83649" custLinFactNeighborX="3602" custLinFactNeighborY="5445">
        <dgm:presLayoutVars>
          <dgm:chPref val="3"/>
        </dgm:presLayoutVars>
      </dgm:prSet>
      <dgm:spPr/>
    </dgm:pt>
    <dgm:pt modelId="{3F45C4F9-1B03-482B-B622-43332F6AF0EE}" type="pres">
      <dgm:prSet presAssocID="{E62FFCAA-A9BD-4776-80A9-1B545D1C776F}" presName="rootConnector1" presStyleLbl="node1" presStyleIdx="0" presStyleCnt="0"/>
      <dgm:spPr/>
    </dgm:pt>
    <dgm:pt modelId="{5AC37F1B-171E-4428-B116-F994EBE005EA}" type="pres">
      <dgm:prSet presAssocID="{E62FFCAA-A9BD-4776-80A9-1B545D1C776F}" presName="hierChild2" presStyleCnt="0"/>
      <dgm:spPr/>
    </dgm:pt>
    <dgm:pt modelId="{A07BB658-B2EB-49FA-80F4-371108DA484B}" type="pres">
      <dgm:prSet presAssocID="{492D9FB1-1258-49F9-B5D7-C17A4B6128EE}" presName="Name37" presStyleLbl="parChTrans1D2" presStyleIdx="0" presStyleCnt="3"/>
      <dgm:spPr/>
    </dgm:pt>
    <dgm:pt modelId="{A52AE013-621B-428F-8C95-A659FE28EAEB}" type="pres">
      <dgm:prSet presAssocID="{A1C12C73-FC11-424B-9FF3-4F883FD3DE24}" presName="hierRoot2" presStyleCnt="0">
        <dgm:presLayoutVars>
          <dgm:hierBranch val="init"/>
        </dgm:presLayoutVars>
      </dgm:prSet>
      <dgm:spPr/>
    </dgm:pt>
    <dgm:pt modelId="{C007E569-6930-4F7A-9A63-F214D1729FEC}" type="pres">
      <dgm:prSet presAssocID="{A1C12C73-FC11-424B-9FF3-4F883FD3DE24}" presName="rootComposite" presStyleCnt="0"/>
      <dgm:spPr/>
    </dgm:pt>
    <dgm:pt modelId="{06414782-A208-47F8-BF56-24925C809BCA}" type="pres">
      <dgm:prSet presAssocID="{A1C12C73-FC11-424B-9FF3-4F883FD3DE24}" presName="rootText" presStyleLbl="node2" presStyleIdx="0" presStyleCnt="3" custScaleX="139794">
        <dgm:presLayoutVars>
          <dgm:chPref val="3"/>
        </dgm:presLayoutVars>
      </dgm:prSet>
      <dgm:spPr/>
    </dgm:pt>
    <dgm:pt modelId="{E921640C-9BE3-4814-8233-23ACF9463A56}" type="pres">
      <dgm:prSet presAssocID="{A1C12C73-FC11-424B-9FF3-4F883FD3DE24}" presName="rootConnector" presStyleLbl="node2" presStyleIdx="0" presStyleCnt="3"/>
      <dgm:spPr/>
    </dgm:pt>
    <dgm:pt modelId="{4F138E9B-007D-4C63-8F28-8F9F0D50C650}" type="pres">
      <dgm:prSet presAssocID="{A1C12C73-FC11-424B-9FF3-4F883FD3DE24}" presName="hierChild4" presStyleCnt="0"/>
      <dgm:spPr/>
    </dgm:pt>
    <dgm:pt modelId="{0731F3A3-ADC8-47B9-A0BA-E3628A6072BA}" type="pres">
      <dgm:prSet presAssocID="{A1C12C73-FC11-424B-9FF3-4F883FD3DE24}" presName="hierChild5" presStyleCnt="0"/>
      <dgm:spPr/>
    </dgm:pt>
    <dgm:pt modelId="{D7F94F99-D845-4BAF-B47F-D9E1B748B66D}" type="pres">
      <dgm:prSet presAssocID="{218F91C2-5993-4D86-8683-4877554F6551}" presName="Name37" presStyleLbl="parChTrans1D2" presStyleIdx="1" presStyleCnt="3"/>
      <dgm:spPr/>
    </dgm:pt>
    <dgm:pt modelId="{8EFD1AD6-3CFC-4C08-9FA5-3B904E471B6E}" type="pres">
      <dgm:prSet presAssocID="{1B17A1EE-1123-4C57-A4FC-5240593C3224}" presName="hierRoot2" presStyleCnt="0">
        <dgm:presLayoutVars>
          <dgm:hierBranch val="init"/>
        </dgm:presLayoutVars>
      </dgm:prSet>
      <dgm:spPr/>
    </dgm:pt>
    <dgm:pt modelId="{DA663339-4324-4918-89A3-5983ACF5F4D0}" type="pres">
      <dgm:prSet presAssocID="{1B17A1EE-1123-4C57-A4FC-5240593C3224}" presName="rootComposite" presStyleCnt="0"/>
      <dgm:spPr/>
    </dgm:pt>
    <dgm:pt modelId="{C54899C7-ACE8-4393-97E8-FA7769C3F4B5}" type="pres">
      <dgm:prSet presAssocID="{1B17A1EE-1123-4C57-A4FC-5240593C3224}" presName="rootText" presStyleLbl="node2" presStyleIdx="1" presStyleCnt="3" custScaleX="126319">
        <dgm:presLayoutVars>
          <dgm:chPref val="3"/>
        </dgm:presLayoutVars>
      </dgm:prSet>
      <dgm:spPr/>
    </dgm:pt>
    <dgm:pt modelId="{CDE03D89-9E83-4E5B-8345-F2FFD63915C9}" type="pres">
      <dgm:prSet presAssocID="{1B17A1EE-1123-4C57-A4FC-5240593C3224}" presName="rootConnector" presStyleLbl="node2" presStyleIdx="1" presStyleCnt="3"/>
      <dgm:spPr/>
    </dgm:pt>
    <dgm:pt modelId="{50906CE7-4F45-45D0-8A06-5E72A5A600A0}" type="pres">
      <dgm:prSet presAssocID="{1B17A1EE-1123-4C57-A4FC-5240593C3224}" presName="hierChild4" presStyleCnt="0"/>
      <dgm:spPr/>
    </dgm:pt>
    <dgm:pt modelId="{BE35EE96-47FC-429D-8F23-D2261715418F}" type="pres">
      <dgm:prSet presAssocID="{1B17A1EE-1123-4C57-A4FC-5240593C3224}" presName="hierChild5" presStyleCnt="0"/>
      <dgm:spPr/>
    </dgm:pt>
    <dgm:pt modelId="{587F4DD2-48D3-4FB4-9B23-6B7335F51BF3}" type="pres">
      <dgm:prSet presAssocID="{1DB9E5BB-D111-4BC8-886C-541FF82BE04C}" presName="Name37" presStyleLbl="parChTrans1D2" presStyleIdx="2" presStyleCnt="3"/>
      <dgm:spPr/>
    </dgm:pt>
    <dgm:pt modelId="{FE0A02D9-4E17-495A-AEF7-1034C4495AD9}" type="pres">
      <dgm:prSet presAssocID="{CA84B02F-5B27-4196-8F02-47E6F0FEAFD9}" presName="hierRoot2" presStyleCnt="0">
        <dgm:presLayoutVars>
          <dgm:hierBranch val="init"/>
        </dgm:presLayoutVars>
      </dgm:prSet>
      <dgm:spPr/>
    </dgm:pt>
    <dgm:pt modelId="{74CA024F-D01F-47E2-850F-910B4D554EAA}" type="pres">
      <dgm:prSet presAssocID="{CA84B02F-5B27-4196-8F02-47E6F0FEAFD9}" presName="rootComposite" presStyleCnt="0"/>
      <dgm:spPr/>
    </dgm:pt>
    <dgm:pt modelId="{B8272765-916F-4F7E-B364-3A3F8890AF58}" type="pres">
      <dgm:prSet presAssocID="{CA84B02F-5B27-4196-8F02-47E6F0FEAFD9}" presName="rootText" presStyleLbl="node2" presStyleIdx="2" presStyleCnt="3" custScaleX="132350">
        <dgm:presLayoutVars>
          <dgm:chPref val="3"/>
        </dgm:presLayoutVars>
      </dgm:prSet>
      <dgm:spPr/>
    </dgm:pt>
    <dgm:pt modelId="{085EFA6F-3030-476E-9A27-1EA2E9175CCC}" type="pres">
      <dgm:prSet presAssocID="{CA84B02F-5B27-4196-8F02-47E6F0FEAFD9}" presName="rootConnector" presStyleLbl="node2" presStyleIdx="2" presStyleCnt="3"/>
      <dgm:spPr/>
    </dgm:pt>
    <dgm:pt modelId="{02ED2C3C-F3F3-46B4-9151-C63EDE2659F6}" type="pres">
      <dgm:prSet presAssocID="{CA84B02F-5B27-4196-8F02-47E6F0FEAFD9}" presName="hierChild4" presStyleCnt="0"/>
      <dgm:spPr/>
    </dgm:pt>
    <dgm:pt modelId="{0B55FCAA-43E8-40F2-B19C-CF65B8688127}" type="pres">
      <dgm:prSet presAssocID="{CA84B02F-5B27-4196-8F02-47E6F0FEAFD9}" presName="hierChild5" presStyleCnt="0"/>
      <dgm:spPr/>
    </dgm:pt>
    <dgm:pt modelId="{C8532CA7-D16B-4A85-948E-E48D669D8D9C}" type="pres">
      <dgm:prSet presAssocID="{E62FFCAA-A9BD-4776-80A9-1B545D1C776F}" presName="hierChild3" presStyleCnt="0"/>
      <dgm:spPr/>
    </dgm:pt>
  </dgm:ptLst>
  <dgm:cxnLst>
    <dgm:cxn modelId="{F2A89A04-162C-4C36-A1B4-A4FCA4D880D8}" srcId="{E62FFCAA-A9BD-4776-80A9-1B545D1C776F}" destId="{1B17A1EE-1123-4C57-A4FC-5240593C3224}" srcOrd="1" destOrd="0" parTransId="{218F91C2-5993-4D86-8683-4877554F6551}" sibTransId="{86B3D2FB-2555-40CB-8DA5-A3F961B85142}"/>
    <dgm:cxn modelId="{2D3BEE2F-4816-4969-ADFA-1465495FEE67}" srcId="{3748D39E-2494-4A49-AA2C-7A437EE6C55A}" destId="{E62FFCAA-A9BD-4776-80A9-1B545D1C776F}" srcOrd="0" destOrd="0" parTransId="{81379D90-982E-4844-AF5B-498C9049C3D8}" sibTransId="{F9779284-1BB0-4AED-B670-9DC21DA4066F}"/>
    <dgm:cxn modelId="{1E5B425E-CB5A-416C-B1C1-50EDFA395C4A}" type="presOf" srcId="{1B17A1EE-1123-4C57-A4FC-5240593C3224}" destId="{CDE03D89-9E83-4E5B-8345-F2FFD63915C9}" srcOrd="1" destOrd="0" presId="urn:microsoft.com/office/officeart/2005/8/layout/orgChart1"/>
    <dgm:cxn modelId="{0B389764-AE4B-401A-A82D-40D11A737344}" type="presOf" srcId="{A1C12C73-FC11-424B-9FF3-4F883FD3DE24}" destId="{E921640C-9BE3-4814-8233-23ACF9463A56}" srcOrd="1" destOrd="0" presId="urn:microsoft.com/office/officeart/2005/8/layout/orgChart1"/>
    <dgm:cxn modelId="{AE41624C-D61D-4047-9E03-D66B5FAC13EF}" type="presOf" srcId="{1B17A1EE-1123-4C57-A4FC-5240593C3224}" destId="{C54899C7-ACE8-4393-97E8-FA7769C3F4B5}" srcOrd="0" destOrd="0" presId="urn:microsoft.com/office/officeart/2005/8/layout/orgChart1"/>
    <dgm:cxn modelId="{F4AC4A4D-B691-4CC7-B53A-F34E722879F0}" type="presOf" srcId="{E62FFCAA-A9BD-4776-80A9-1B545D1C776F}" destId="{D8062B89-CD10-45FC-91C7-2C94A5105BD0}" srcOrd="0" destOrd="0" presId="urn:microsoft.com/office/officeart/2005/8/layout/orgChart1"/>
    <dgm:cxn modelId="{DE23FA7D-2B79-4CEF-B3B9-3A25D16FE950}" type="presOf" srcId="{A1C12C73-FC11-424B-9FF3-4F883FD3DE24}" destId="{06414782-A208-47F8-BF56-24925C809BCA}" srcOrd="0" destOrd="0" presId="urn:microsoft.com/office/officeart/2005/8/layout/orgChart1"/>
    <dgm:cxn modelId="{3089B887-8ECB-4433-9948-62FEA974A2D5}" type="presOf" srcId="{CA84B02F-5B27-4196-8F02-47E6F0FEAFD9}" destId="{085EFA6F-3030-476E-9A27-1EA2E9175CCC}" srcOrd="1" destOrd="0" presId="urn:microsoft.com/office/officeart/2005/8/layout/orgChart1"/>
    <dgm:cxn modelId="{674CF199-C70C-48F8-968E-07F4D60EE86C}" srcId="{E62FFCAA-A9BD-4776-80A9-1B545D1C776F}" destId="{A1C12C73-FC11-424B-9FF3-4F883FD3DE24}" srcOrd="0" destOrd="0" parTransId="{492D9FB1-1258-49F9-B5D7-C17A4B6128EE}" sibTransId="{8B5315B3-E79E-4887-B773-FFEA062A44C4}"/>
    <dgm:cxn modelId="{59568C9F-FBC5-4D04-8136-3E11418D06AE}" type="presOf" srcId="{218F91C2-5993-4D86-8683-4877554F6551}" destId="{D7F94F99-D845-4BAF-B47F-D9E1B748B66D}" srcOrd="0" destOrd="0" presId="urn:microsoft.com/office/officeart/2005/8/layout/orgChart1"/>
    <dgm:cxn modelId="{43D9F8B3-AAB8-4E54-BD50-00B0B9C3B721}" type="presOf" srcId="{1DB9E5BB-D111-4BC8-886C-541FF82BE04C}" destId="{587F4DD2-48D3-4FB4-9B23-6B7335F51BF3}" srcOrd="0" destOrd="0" presId="urn:microsoft.com/office/officeart/2005/8/layout/orgChart1"/>
    <dgm:cxn modelId="{B99093B4-095A-423B-B7BF-899DE68C6788}" srcId="{E62FFCAA-A9BD-4776-80A9-1B545D1C776F}" destId="{CA84B02F-5B27-4196-8F02-47E6F0FEAFD9}" srcOrd="2" destOrd="0" parTransId="{1DB9E5BB-D111-4BC8-886C-541FF82BE04C}" sibTransId="{EC9462CD-6C06-4BE9-BD67-27960835D2DB}"/>
    <dgm:cxn modelId="{4379C8B9-949E-4C51-ADD2-563362317056}" type="presOf" srcId="{E62FFCAA-A9BD-4776-80A9-1B545D1C776F}" destId="{3F45C4F9-1B03-482B-B622-43332F6AF0EE}" srcOrd="1" destOrd="0" presId="urn:microsoft.com/office/officeart/2005/8/layout/orgChart1"/>
    <dgm:cxn modelId="{C88A0CDA-169A-426B-B800-25C184B54044}" type="presOf" srcId="{3748D39E-2494-4A49-AA2C-7A437EE6C55A}" destId="{BFDB3576-F867-4029-962A-9A4ABE89AB1A}" srcOrd="0" destOrd="0" presId="urn:microsoft.com/office/officeart/2005/8/layout/orgChart1"/>
    <dgm:cxn modelId="{BA3EC0E5-4DAE-45AB-8F77-E0B7A481C1DC}" type="presOf" srcId="{CA84B02F-5B27-4196-8F02-47E6F0FEAFD9}" destId="{B8272765-916F-4F7E-B364-3A3F8890AF58}" srcOrd="0" destOrd="0" presId="urn:microsoft.com/office/officeart/2005/8/layout/orgChart1"/>
    <dgm:cxn modelId="{97B5B8F5-EFB7-4019-A302-1193BE950704}" type="presOf" srcId="{492D9FB1-1258-49F9-B5D7-C17A4B6128EE}" destId="{A07BB658-B2EB-49FA-80F4-371108DA484B}" srcOrd="0" destOrd="0" presId="urn:microsoft.com/office/officeart/2005/8/layout/orgChart1"/>
    <dgm:cxn modelId="{1CC693D8-FFE2-4609-9EBA-4E75359C70B7}" type="presParOf" srcId="{BFDB3576-F867-4029-962A-9A4ABE89AB1A}" destId="{FF90F469-D30E-4D7D-B908-FCCA9E9A6744}" srcOrd="0" destOrd="0" presId="urn:microsoft.com/office/officeart/2005/8/layout/orgChart1"/>
    <dgm:cxn modelId="{AE30490A-632C-4AEF-8823-DFDC276511BF}" type="presParOf" srcId="{FF90F469-D30E-4D7D-B908-FCCA9E9A6744}" destId="{0FEBCC84-9A3B-4B38-81C3-F18BCB86A0B3}" srcOrd="0" destOrd="0" presId="urn:microsoft.com/office/officeart/2005/8/layout/orgChart1"/>
    <dgm:cxn modelId="{3627698F-67A5-48AC-96E1-9A9B72D19FB6}" type="presParOf" srcId="{0FEBCC84-9A3B-4B38-81C3-F18BCB86A0B3}" destId="{D8062B89-CD10-45FC-91C7-2C94A5105BD0}" srcOrd="0" destOrd="0" presId="urn:microsoft.com/office/officeart/2005/8/layout/orgChart1"/>
    <dgm:cxn modelId="{166DD287-75F0-490E-B8AB-1476005A2AE0}" type="presParOf" srcId="{0FEBCC84-9A3B-4B38-81C3-F18BCB86A0B3}" destId="{3F45C4F9-1B03-482B-B622-43332F6AF0EE}" srcOrd="1" destOrd="0" presId="urn:microsoft.com/office/officeart/2005/8/layout/orgChart1"/>
    <dgm:cxn modelId="{21C24B93-2A68-40F8-A7FC-149AD49BE98B}" type="presParOf" srcId="{FF90F469-D30E-4D7D-B908-FCCA9E9A6744}" destId="{5AC37F1B-171E-4428-B116-F994EBE005EA}" srcOrd="1" destOrd="0" presId="urn:microsoft.com/office/officeart/2005/8/layout/orgChart1"/>
    <dgm:cxn modelId="{CE9231E1-4988-4A19-ABA5-B5A019666A1B}" type="presParOf" srcId="{5AC37F1B-171E-4428-B116-F994EBE005EA}" destId="{A07BB658-B2EB-49FA-80F4-371108DA484B}" srcOrd="0" destOrd="0" presId="urn:microsoft.com/office/officeart/2005/8/layout/orgChart1"/>
    <dgm:cxn modelId="{C09F6A46-7957-4B2F-AE0A-FBD42D9369B1}" type="presParOf" srcId="{5AC37F1B-171E-4428-B116-F994EBE005EA}" destId="{A52AE013-621B-428F-8C95-A659FE28EAEB}" srcOrd="1" destOrd="0" presId="urn:microsoft.com/office/officeart/2005/8/layout/orgChart1"/>
    <dgm:cxn modelId="{3E6AB50B-7EFE-4709-BE35-0D424A810360}" type="presParOf" srcId="{A52AE013-621B-428F-8C95-A659FE28EAEB}" destId="{C007E569-6930-4F7A-9A63-F214D1729FEC}" srcOrd="0" destOrd="0" presId="urn:microsoft.com/office/officeart/2005/8/layout/orgChart1"/>
    <dgm:cxn modelId="{6FB3C6EB-819B-4196-917D-F9F404B1EB59}" type="presParOf" srcId="{C007E569-6930-4F7A-9A63-F214D1729FEC}" destId="{06414782-A208-47F8-BF56-24925C809BCA}" srcOrd="0" destOrd="0" presId="urn:microsoft.com/office/officeart/2005/8/layout/orgChart1"/>
    <dgm:cxn modelId="{22AF6C31-066D-4D80-9902-3D8AC33163C1}" type="presParOf" srcId="{C007E569-6930-4F7A-9A63-F214D1729FEC}" destId="{E921640C-9BE3-4814-8233-23ACF9463A56}" srcOrd="1" destOrd="0" presId="urn:microsoft.com/office/officeart/2005/8/layout/orgChart1"/>
    <dgm:cxn modelId="{DE681C88-36FF-4BE6-ABD0-9F031ADD7451}" type="presParOf" srcId="{A52AE013-621B-428F-8C95-A659FE28EAEB}" destId="{4F138E9B-007D-4C63-8F28-8F9F0D50C650}" srcOrd="1" destOrd="0" presId="urn:microsoft.com/office/officeart/2005/8/layout/orgChart1"/>
    <dgm:cxn modelId="{88E436AA-4B52-4937-8818-7E3EEBCEDCEA}" type="presParOf" srcId="{A52AE013-621B-428F-8C95-A659FE28EAEB}" destId="{0731F3A3-ADC8-47B9-A0BA-E3628A6072BA}" srcOrd="2" destOrd="0" presId="urn:microsoft.com/office/officeart/2005/8/layout/orgChart1"/>
    <dgm:cxn modelId="{26495C4A-A513-4497-8A1F-1D45AE456921}" type="presParOf" srcId="{5AC37F1B-171E-4428-B116-F994EBE005EA}" destId="{D7F94F99-D845-4BAF-B47F-D9E1B748B66D}" srcOrd="2" destOrd="0" presId="urn:microsoft.com/office/officeart/2005/8/layout/orgChart1"/>
    <dgm:cxn modelId="{17936C21-197E-47F0-AFE6-4A04D2A8C4A1}" type="presParOf" srcId="{5AC37F1B-171E-4428-B116-F994EBE005EA}" destId="{8EFD1AD6-3CFC-4C08-9FA5-3B904E471B6E}" srcOrd="3" destOrd="0" presId="urn:microsoft.com/office/officeart/2005/8/layout/orgChart1"/>
    <dgm:cxn modelId="{866079DE-A8C6-4BE5-AC75-1EE95CBC45B9}" type="presParOf" srcId="{8EFD1AD6-3CFC-4C08-9FA5-3B904E471B6E}" destId="{DA663339-4324-4918-89A3-5983ACF5F4D0}" srcOrd="0" destOrd="0" presId="urn:microsoft.com/office/officeart/2005/8/layout/orgChart1"/>
    <dgm:cxn modelId="{AD54B051-5F95-4FFD-8420-35BEEB537C1A}" type="presParOf" srcId="{DA663339-4324-4918-89A3-5983ACF5F4D0}" destId="{C54899C7-ACE8-4393-97E8-FA7769C3F4B5}" srcOrd="0" destOrd="0" presId="urn:microsoft.com/office/officeart/2005/8/layout/orgChart1"/>
    <dgm:cxn modelId="{63F9A555-9964-49F2-9EAD-5379E9F5DDAF}" type="presParOf" srcId="{DA663339-4324-4918-89A3-5983ACF5F4D0}" destId="{CDE03D89-9E83-4E5B-8345-F2FFD63915C9}" srcOrd="1" destOrd="0" presId="urn:microsoft.com/office/officeart/2005/8/layout/orgChart1"/>
    <dgm:cxn modelId="{589866EF-F990-43EC-A228-528E0B31722E}" type="presParOf" srcId="{8EFD1AD6-3CFC-4C08-9FA5-3B904E471B6E}" destId="{50906CE7-4F45-45D0-8A06-5E72A5A600A0}" srcOrd="1" destOrd="0" presId="urn:microsoft.com/office/officeart/2005/8/layout/orgChart1"/>
    <dgm:cxn modelId="{C4536B82-9B92-43D8-8881-5BF885BF83D9}" type="presParOf" srcId="{8EFD1AD6-3CFC-4C08-9FA5-3B904E471B6E}" destId="{BE35EE96-47FC-429D-8F23-D2261715418F}" srcOrd="2" destOrd="0" presId="urn:microsoft.com/office/officeart/2005/8/layout/orgChart1"/>
    <dgm:cxn modelId="{B75F5A1E-4EA7-4586-8D5F-B37AD8CE96EB}" type="presParOf" srcId="{5AC37F1B-171E-4428-B116-F994EBE005EA}" destId="{587F4DD2-48D3-4FB4-9B23-6B7335F51BF3}" srcOrd="4" destOrd="0" presId="urn:microsoft.com/office/officeart/2005/8/layout/orgChart1"/>
    <dgm:cxn modelId="{B3FE524D-D50A-43AE-9279-2B251A0D5FD9}" type="presParOf" srcId="{5AC37F1B-171E-4428-B116-F994EBE005EA}" destId="{FE0A02D9-4E17-495A-AEF7-1034C4495AD9}" srcOrd="5" destOrd="0" presId="urn:microsoft.com/office/officeart/2005/8/layout/orgChart1"/>
    <dgm:cxn modelId="{FAB6D3AD-F629-40F0-9181-BB4005320088}" type="presParOf" srcId="{FE0A02D9-4E17-495A-AEF7-1034C4495AD9}" destId="{74CA024F-D01F-47E2-850F-910B4D554EAA}" srcOrd="0" destOrd="0" presId="urn:microsoft.com/office/officeart/2005/8/layout/orgChart1"/>
    <dgm:cxn modelId="{7CC869C3-75B3-40BE-9839-94ADBDC9AC7E}" type="presParOf" srcId="{74CA024F-D01F-47E2-850F-910B4D554EAA}" destId="{B8272765-916F-4F7E-B364-3A3F8890AF58}" srcOrd="0" destOrd="0" presId="urn:microsoft.com/office/officeart/2005/8/layout/orgChart1"/>
    <dgm:cxn modelId="{B55C7BFA-2667-4E80-81E5-9241B062DA6B}" type="presParOf" srcId="{74CA024F-D01F-47E2-850F-910B4D554EAA}" destId="{085EFA6F-3030-476E-9A27-1EA2E9175CCC}" srcOrd="1" destOrd="0" presId="urn:microsoft.com/office/officeart/2005/8/layout/orgChart1"/>
    <dgm:cxn modelId="{1B0B03E6-1DDC-471F-8FCA-1B9C2FC8904F}" type="presParOf" srcId="{FE0A02D9-4E17-495A-AEF7-1034C4495AD9}" destId="{02ED2C3C-F3F3-46B4-9151-C63EDE2659F6}" srcOrd="1" destOrd="0" presId="urn:microsoft.com/office/officeart/2005/8/layout/orgChart1"/>
    <dgm:cxn modelId="{27CC4DD2-5572-4C2F-936B-0ACAF9EAE933}" type="presParOf" srcId="{FE0A02D9-4E17-495A-AEF7-1034C4495AD9}" destId="{0B55FCAA-43E8-40F2-B19C-CF65B8688127}" srcOrd="2" destOrd="0" presId="urn:microsoft.com/office/officeart/2005/8/layout/orgChart1"/>
    <dgm:cxn modelId="{D881CB1E-53A3-447A-99A7-8EC4AD8F72A0}" type="presParOf" srcId="{FF90F469-D30E-4D7D-B908-FCCA9E9A6744}" destId="{C8532CA7-D16B-4A85-948E-E48D669D8D9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1738F5-731C-4E09-A099-01A5B3F70309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32DC808-E934-427C-8E9B-202934B12BDC}">
      <dgm:prSet custT="1"/>
      <dgm:spPr>
        <a:gradFill rotWithShape="0">
          <a:gsLst>
            <a:gs pos="0">
              <a:srgbClr val="FF0000"/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</a:gradFill>
      </dgm:spPr>
      <dgm:t>
        <a:bodyPr/>
        <a:lstStyle/>
        <a:p>
          <a:pPr rtl="0"/>
          <a:r>
            <a:rPr lang="fr-FR" sz="900" b="1" dirty="0">
              <a:latin typeface="+mj-lt"/>
            </a:rPr>
            <a:t>Directeur</a:t>
          </a:r>
        </a:p>
        <a:p>
          <a:pPr rtl="0"/>
          <a:r>
            <a:rPr lang="fr-FR" sz="900" dirty="0">
              <a:latin typeface="+mj-lt"/>
            </a:rPr>
            <a:t>Stéphane TORPIER</a:t>
          </a:r>
        </a:p>
      </dgm:t>
    </dgm:pt>
    <dgm:pt modelId="{A4BB2E5A-0344-48F4-98B9-3B8033101BDC}" type="parTrans" cxnId="{07498EF5-26E9-4B48-A513-057C5C4CB868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EDFADAEB-EB21-4A3C-8E7C-AC20DA9652AA}" type="sibTrans" cxnId="{07498EF5-26E9-4B48-A513-057C5C4CB868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1D5016D9-B49B-443D-A19F-BF742AF790DB}">
      <dgm:prSet custT="1"/>
      <dgm:spPr>
        <a:gradFill rotWithShape="0">
          <a:gsLst>
            <a:gs pos="0">
              <a:srgbClr val="FF0000"/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</a:gradFill>
      </dgm:spPr>
      <dgm:t>
        <a:bodyPr/>
        <a:lstStyle/>
        <a:p>
          <a:pPr algn="ctr" rtl="0"/>
          <a:r>
            <a:rPr lang="fr-FR" sz="900" b="1" dirty="0">
              <a:latin typeface="+mj-lt"/>
            </a:rPr>
            <a:t>Directeur technique </a:t>
          </a:r>
        </a:p>
        <a:p>
          <a:pPr algn="ctr" rtl="0"/>
          <a:r>
            <a:rPr lang="fr-FR" sz="900" b="0" dirty="0">
              <a:latin typeface="+mj-lt"/>
            </a:rPr>
            <a:t>Gianni TORPELLIO</a:t>
          </a:r>
        </a:p>
      </dgm:t>
    </dgm:pt>
    <dgm:pt modelId="{C9B0E7A6-61DA-4CB9-A0D3-B1C685826CE6}" type="parTrans" cxnId="{928A2704-8AD3-4192-BC10-0952F7E967A4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77FC23FD-B35C-453E-8822-36BE586C5946}" type="sibTrans" cxnId="{928A2704-8AD3-4192-BC10-0952F7E967A4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C9EB8D32-32CB-41EF-B69E-0195B3B3C67F}">
      <dgm:prSet custT="1"/>
      <dgm:spPr/>
      <dgm:t>
        <a:bodyPr/>
        <a:lstStyle/>
        <a:p>
          <a:pPr rtl="0"/>
          <a:r>
            <a:rPr lang="fr-FR" sz="900" b="1" dirty="0">
              <a:latin typeface="+mj-lt"/>
              <a:cs typeface="Calibri" panose="020F0502020204030204" pitchFamily="34" charset="0"/>
            </a:rPr>
            <a:t>Responsable de production</a:t>
          </a:r>
        </a:p>
        <a:p>
          <a:pPr rtl="0"/>
          <a:r>
            <a:rPr lang="fr-FR" sz="900" b="0" dirty="0">
              <a:latin typeface="+mj-lt"/>
              <a:cs typeface="Calibri" panose="020F0502020204030204" pitchFamily="34" charset="0"/>
            </a:rPr>
            <a:t>Inès LEVRIER</a:t>
          </a:r>
        </a:p>
      </dgm:t>
    </dgm:pt>
    <dgm:pt modelId="{2CD2B231-95E8-4808-98CD-58D8FF41657A}" type="parTrans" cxnId="{18ED3E47-18DE-4790-8047-F7E1567D49DA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47FC9F36-4B7E-4019-8535-8D495492D6C9}" type="sibTrans" cxnId="{18ED3E47-18DE-4790-8047-F7E1567D49DA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BC24B33C-8A9E-46FA-AAC9-2F5C1F8B256B}">
      <dgm:prSet custT="1"/>
      <dgm:spPr/>
      <dgm:t>
        <a:bodyPr/>
        <a:lstStyle/>
        <a:p>
          <a:pPr rtl="0"/>
          <a:r>
            <a:rPr lang="fr-FR" sz="900" b="1" dirty="0">
              <a:latin typeface="+mj-lt"/>
              <a:cs typeface="Calibri" panose="020F0502020204030204" pitchFamily="34" charset="0"/>
            </a:rPr>
            <a:t>Responsable maintenance  </a:t>
          </a:r>
        </a:p>
        <a:p>
          <a:pPr rtl="0"/>
          <a:r>
            <a:rPr lang="fr-FR" sz="900" dirty="0">
              <a:latin typeface="+mj-lt"/>
              <a:cs typeface="Calibri" panose="020F0502020204030204" pitchFamily="34" charset="0"/>
            </a:rPr>
            <a:t>Cédric MOIX</a:t>
          </a:r>
        </a:p>
      </dgm:t>
    </dgm:pt>
    <dgm:pt modelId="{700008D5-7C34-49BA-910D-D5BD59F75745}" type="parTrans" cxnId="{80C313B8-A1CA-4AA2-B8D4-FF074F841BFD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8EBCED1F-30CE-497B-ABB8-E1110C5772E4}" type="sibTrans" cxnId="{80C313B8-A1CA-4AA2-B8D4-FF074F841BFD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6F25E70E-AE4F-4221-8B13-B5E148C9C5CE}">
      <dgm:prSet custT="1"/>
      <dgm:spPr/>
      <dgm:t>
        <a:bodyPr/>
        <a:lstStyle/>
        <a:p>
          <a:pPr algn="ctr" rtl="0"/>
          <a:r>
            <a:rPr lang="fr-FR" sz="900" b="1" dirty="0"/>
            <a:t>Préventeur sécurité</a:t>
          </a:r>
          <a:endParaRPr lang="fr-FR" sz="900" b="1" dirty="0">
            <a:latin typeface="+mj-lt"/>
            <a:cs typeface="Calibri" panose="020F0502020204030204" pitchFamily="34" charset="0"/>
          </a:endParaRPr>
        </a:p>
        <a:p>
          <a:pPr algn="ctr" rtl="0"/>
          <a:r>
            <a:rPr lang="fr-FR" sz="900" dirty="0">
              <a:latin typeface="+mj-lt"/>
              <a:cs typeface="Calibri" panose="020F0502020204030204" pitchFamily="34" charset="0"/>
            </a:rPr>
            <a:t>Estelle YOUSSE</a:t>
          </a:r>
          <a:endParaRPr lang="fr-FR" sz="900" dirty="0">
            <a:latin typeface="+mj-lt"/>
          </a:endParaRPr>
        </a:p>
      </dgm:t>
    </dgm:pt>
    <dgm:pt modelId="{4BEE4880-4A22-4500-A898-CB0F38FC7A0D}" type="parTrans" cxnId="{2427145A-61CE-42CA-B83D-9355AD3DC290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33A63154-2E0F-4EBC-9A4C-78E66F8FFFB7}" type="sibTrans" cxnId="{2427145A-61CE-42CA-B83D-9355AD3DC290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6EFD9572-5765-48E5-BB04-6E38ECFA06EF}">
      <dgm:prSet custT="1"/>
      <dgm:spPr>
        <a:gradFill rotWithShape="0">
          <a:gsLst>
            <a:gs pos="0">
              <a:srgbClr val="FF0000"/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</a:gradFill>
      </dgm:spPr>
      <dgm:t>
        <a:bodyPr/>
        <a:lstStyle/>
        <a:p>
          <a:pPr algn="ctr" rtl="0"/>
          <a:r>
            <a:rPr lang="fr-FR" sz="900" b="1" dirty="0">
              <a:latin typeface="+mj-lt"/>
            </a:rPr>
            <a:t>Directrice </a:t>
          </a:r>
          <a:r>
            <a:rPr lang="fr-FR" sz="900" b="1" dirty="0" err="1">
              <a:latin typeface="+mj-lt"/>
            </a:rPr>
            <a:t>Supply</a:t>
          </a:r>
          <a:r>
            <a:rPr lang="fr-FR" sz="900" b="1" dirty="0">
              <a:latin typeface="+mj-lt"/>
            </a:rPr>
            <a:t> Chain et organisation </a:t>
          </a:r>
        </a:p>
        <a:p>
          <a:pPr algn="ctr" rtl="0"/>
          <a:r>
            <a:rPr lang="fr-FR" sz="900" b="0" dirty="0">
              <a:latin typeface="+mj-lt"/>
            </a:rPr>
            <a:t>Sandrine TORPIER-HUMOET</a:t>
          </a:r>
        </a:p>
      </dgm:t>
    </dgm:pt>
    <dgm:pt modelId="{C2E6D968-E8D7-4F66-BAB5-C7CA20E1CAE0}" type="parTrans" cxnId="{8325E601-5849-4C2E-BADD-40953E0CF4C0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78BAF6F3-1D49-4C57-846D-4FB0031D607A}" type="sibTrans" cxnId="{8325E601-5849-4C2E-BADD-40953E0CF4C0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62EB9D8E-060E-4654-A036-0947F09DC99B}">
      <dgm:prSet custT="1"/>
      <dgm:spPr/>
      <dgm:t>
        <a:bodyPr anchor="t"/>
        <a:lstStyle/>
        <a:p>
          <a:pPr rtl="0"/>
          <a:endParaRPr lang="fr-FR" sz="900" b="1" dirty="0">
            <a:latin typeface="+mj-lt"/>
          </a:endParaRPr>
        </a:p>
        <a:p>
          <a:pPr rtl="0"/>
          <a:r>
            <a:rPr lang="fr-FR" sz="900" b="1" dirty="0">
              <a:latin typeface="+mj-lt"/>
            </a:rPr>
            <a:t>Responsables grands comptes </a:t>
          </a:r>
        </a:p>
        <a:p>
          <a:pPr rtl="0"/>
          <a:r>
            <a:rPr lang="fr-FR" sz="900" dirty="0">
              <a:latin typeface="+mj-lt"/>
            </a:rPr>
            <a:t>Richard DE SEIGNIER</a:t>
          </a:r>
        </a:p>
        <a:p>
          <a:pPr rtl="0"/>
          <a:r>
            <a:rPr lang="fr-FR" sz="900" dirty="0">
              <a:latin typeface="+mj-lt"/>
            </a:rPr>
            <a:t>Santiago DIAZ</a:t>
          </a:r>
        </a:p>
        <a:p>
          <a:pPr rtl="0"/>
          <a:r>
            <a:rPr lang="fr-FR" sz="900" dirty="0">
              <a:latin typeface="+mj-lt"/>
            </a:rPr>
            <a:t>Lin SEVAN</a:t>
          </a:r>
        </a:p>
      </dgm:t>
    </dgm:pt>
    <dgm:pt modelId="{16575575-004D-4C1C-AE34-2B0AA6912C20}" type="parTrans" cxnId="{AC9CB59B-9A05-4780-A470-4234C6B8908B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1BB749D1-AE65-4749-B7FF-CDB644A98700}" type="sibTrans" cxnId="{AC9CB59B-9A05-4780-A470-4234C6B8908B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2723FFFE-4A3A-4744-8463-F9CCE076AFA9}">
      <dgm:prSet custT="1"/>
      <dgm:spPr/>
      <dgm:t>
        <a:bodyPr/>
        <a:lstStyle/>
        <a:p>
          <a:pPr rtl="0"/>
          <a:r>
            <a:rPr lang="fr-FR" sz="900" b="1" u="none" dirty="0">
              <a:latin typeface="+mj-lt"/>
            </a:rPr>
            <a:t>Responsable petits et moyens comptes </a:t>
          </a:r>
        </a:p>
        <a:p>
          <a:pPr rtl="0"/>
          <a:r>
            <a:rPr lang="fr-FR" sz="900" dirty="0" err="1">
              <a:latin typeface="+mj-lt"/>
            </a:rPr>
            <a:t>Serap</a:t>
          </a:r>
          <a:r>
            <a:rPr lang="fr-FR" sz="900" dirty="0">
              <a:latin typeface="+mj-lt"/>
            </a:rPr>
            <a:t> KASSIM </a:t>
          </a:r>
        </a:p>
      </dgm:t>
    </dgm:pt>
    <dgm:pt modelId="{4ACF5734-44DB-4CDD-AF0E-5F6735613A3A}" type="parTrans" cxnId="{6795362E-D6A6-4D4B-9836-A9C8C4C75A60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5E0E5473-9286-4C10-B5E4-9CCE422A5CE6}" type="sibTrans" cxnId="{6795362E-D6A6-4D4B-9836-A9C8C4C75A60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F75216DB-B738-4DF6-A730-E9162F0318C6}">
      <dgm:prSet custT="1"/>
      <dgm:spPr/>
      <dgm:t>
        <a:bodyPr/>
        <a:lstStyle/>
        <a:p>
          <a:pPr rtl="0"/>
          <a:r>
            <a:rPr lang="fr-FR" sz="900" b="1" dirty="0">
              <a:latin typeface="+mj-lt"/>
            </a:rPr>
            <a:t>Responsable ADV </a:t>
          </a:r>
        </a:p>
        <a:p>
          <a:pPr rtl="0"/>
          <a:r>
            <a:rPr lang="fr-FR" sz="900" dirty="0">
              <a:latin typeface="+mj-lt"/>
            </a:rPr>
            <a:t>Alice JOUNET</a:t>
          </a:r>
        </a:p>
      </dgm:t>
    </dgm:pt>
    <dgm:pt modelId="{D94D7742-EB01-4E82-9CDC-4D47013BF167}" type="parTrans" cxnId="{EA67EEF8-C8FC-479E-865E-818B09F7B965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A79B0841-CC3E-4157-B7AC-10DAD476E8E5}" type="sibTrans" cxnId="{EA67EEF8-C8FC-479E-865E-818B09F7B965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27036C10-9FA1-4C69-9FF4-09E90E85A0D8}">
      <dgm:prSet custT="1"/>
      <dgm:spPr/>
      <dgm:t>
        <a:bodyPr/>
        <a:lstStyle/>
        <a:p>
          <a:r>
            <a:rPr lang="fr-FR" sz="900" b="1" dirty="0">
              <a:latin typeface="+mj-lt"/>
            </a:rPr>
            <a:t>Responsable QHE</a:t>
          </a:r>
        </a:p>
        <a:p>
          <a:r>
            <a:rPr lang="fr-FR" sz="900" dirty="0">
              <a:latin typeface="+mj-lt"/>
            </a:rPr>
            <a:t>Stéphane TORPIER</a:t>
          </a:r>
        </a:p>
      </dgm:t>
    </dgm:pt>
    <dgm:pt modelId="{B904624B-13EB-4A4C-96A3-FB600DDC4E62}" type="parTrans" cxnId="{08276144-91DE-4139-A72B-34B133A8C5F2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E13A9AB5-349E-4FE8-853B-CC87CE24D045}" type="sibTrans" cxnId="{08276144-91DE-4139-A72B-34B133A8C5F2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30F20946-F730-4331-9CDF-BE1417274D91}" type="asst">
      <dgm:prSet custT="1"/>
      <dgm:spPr/>
      <dgm:t>
        <a:bodyPr/>
        <a:lstStyle/>
        <a:p>
          <a:r>
            <a:rPr lang="fr-FR" sz="900" b="1" dirty="0">
              <a:latin typeface="+mj-lt"/>
            </a:rPr>
            <a:t>Coordinateur responsable SC</a:t>
          </a:r>
        </a:p>
        <a:p>
          <a:r>
            <a:rPr lang="fr-FR" sz="900" dirty="0">
              <a:latin typeface="+mj-lt"/>
            </a:rPr>
            <a:t>Mamadou DIAKATE</a:t>
          </a:r>
        </a:p>
      </dgm:t>
    </dgm:pt>
    <dgm:pt modelId="{4CA40E8F-2EA1-4886-B732-219D8CAFF82F}" type="parTrans" cxnId="{2FF0A464-B3BE-4A02-B779-929D363623EA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468F3CD3-5D51-47CD-84B2-DB26AF94CDD8}" type="sibTrans" cxnId="{2FF0A464-B3BE-4A02-B779-929D363623EA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59ADC8D2-EDC8-4FAB-A76D-1D7F672CCB78}">
      <dgm:prSet custT="1"/>
      <dgm:spPr/>
      <dgm:t>
        <a:bodyPr/>
        <a:lstStyle/>
        <a:p>
          <a:r>
            <a:rPr lang="fr-FR" sz="900" b="1" dirty="0">
              <a:latin typeface="+mj-lt"/>
            </a:rPr>
            <a:t>Responsable achats</a:t>
          </a:r>
        </a:p>
        <a:p>
          <a:r>
            <a:rPr lang="fr-FR" sz="900" dirty="0">
              <a:latin typeface="+mj-lt"/>
            </a:rPr>
            <a:t>Cyril TESTO</a:t>
          </a:r>
        </a:p>
      </dgm:t>
    </dgm:pt>
    <dgm:pt modelId="{A9406461-EAC7-426B-B137-A26E09261046}" type="parTrans" cxnId="{498BF13D-06D7-44A0-9B20-474C8AD0F94B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1589A940-9244-42A8-8C8C-830FF6812FD7}" type="sibTrans" cxnId="{498BF13D-06D7-44A0-9B20-474C8AD0F94B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061B6BED-BFFE-4F00-8153-E6A962BC9DDF}">
      <dgm:prSet custT="1"/>
      <dgm:spPr/>
      <dgm:t>
        <a:bodyPr/>
        <a:lstStyle/>
        <a:p>
          <a:r>
            <a:rPr lang="fr-FR" sz="900" b="1" dirty="0">
              <a:latin typeface="+mj-lt"/>
            </a:rPr>
            <a:t>Responsable planning</a:t>
          </a:r>
        </a:p>
        <a:p>
          <a:r>
            <a:rPr lang="fr-FR" sz="900" dirty="0">
              <a:latin typeface="+mj-lt"/>
            </a:rPr>
            <a:t>Nicolas SERPI</a:t>
          </a:r>
        </a:p>
      </dgm:t>
    </dgm:pt>
    <dgm:pt modelId="{F9D86D9D-1FB1-4C06-B3D8-04E57DCB0144}" type="sibTrans" cxnId="{593A7F20-7663-4C60-90C3-53D27394FF9D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023E50DE-8FA2-489D-B617-FB1DB66B0217}" type="parTrans" cxnId="{593A7F20-7663-4C60-90C3-53D27394FF9D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069AB4F4-648C-4241-8613-8B73318A8D34}">
      <dgm:prSet custT="1"/>
      <dgm:spPr/>
      <dgm:t>
        <a:bodyPr/>
        <a:lstStyle/>
        <a:p>
          <a:r>
            <a:rPr lang="fr-FR" sz="900" b="1" dirty="0">
              <a:latin typeface="+mj-lt"/>
            </a:rPr>
            <a:t>Cadres méthodes devis faisabilité</a:t>
          </a:r>
        </a:p>
        <a:p>
          <a:r>
            <a:rPr lang="fr-FR" sz="900" dirty="0">
              <a:latin typeface="+mj-lt"/>
            </a:rPr>
            <a:t>Isabelle MARTI</a:t>
          </a:r>
        </a:p>
        <a:p>
          <a:r>
            <a:rPr lang="fr-FR" sz="900" dirty="0">
              <a:latin typeface="+mj-lt"/>
            </a:rPr>
            <a:t>Stéphane NGUYEN</a:t>
          </a:r>
        </a:p>
        <a:p>
          <a:r>
            <a:rPr lang="fr-FR" sz="900" dirty="0">
              <a:latin typeface="+mj-lt"/>
            </a:rPr>
            <a:t>Doum SALLY</a:t>
          </a:r>
        </a:p>
      </dgm:t>
    </dgm:pt>
    <dgm:pt modelId="{8F93DB28-5730-49F1-9F0B-91FEDB409DD2}" type="parTrans" cxnId="{AB2BF6DF-EEA6-4E50-8D3A-3301F8BEAB55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6D85E620-F4FB-4671-BB89-FC3D80B1E589}" type="sibTrans" cxnId="{AB2BF6DF-EEA6-4E50-8D3A-3301F8BEAB55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98EF5B43-2FB7-4398-97B7-8759A803C217}">
      <dgm:prSet custT="1"/>
      <dgm:spPr/>
      <dgm:t>
        <a:bodyPr/>
        <a:lstStyle/>
        <a:p>
          <a:r>
            <a:rPr lang="fr-FR" sz="900" b="1" dirty="0">
              <a:latin typeface="+mj-lt"/>
            </a:rPr>
            <a:t>Responsable magasins</a:t>
          </a:r>
        </a:p>
        <a:p>
          <a:r>
            <a:rPr lang="fr-FR" sz="900" dirty="0" err="1">
              <a:latin typeface="+mj-lt"/>
            </a:rPr>
            <a:t>Jalil</a:t>
          </a:r>
          <a:r>
            <a:rPr lang="fr-FR" sz="900" dirty="0">
              <a:latin typeface="+mj-lt"/>
            </a:rPr>
            <a:t> AISSAI</a:t>
          </a:r>
        </a:p>
      </dgm:t>
    </dgm:pt>
    <dgm:pt modelId="{55FDD0AF-B0AF-4286-A5CC-6B20C434B36F}" type="parTrans" cxnId="{48015F02-5B56-4F86-AB85-5C25BB51CC8B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8D26A738-BE65-42E5-A39D-4A43D54B4716}" type="sibTrans" cxnId="{48015F02-5B56-4F86-AB85-5C25BB51CC8B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BB633FFC-1996-4EF1-BCEB-EB81B3AB313D}">
      <dgm:prSet custT="1"/>
      <dgm:spPr/>
      <dgm:t>
        <a:bodyPr/>
        <a:lstStyle/>
        <a:p>
          <a:endParaRPr lang="fr-FR" sz="900" b="1" dirty="0">
            <a:latin typeface="+mj-lt"/>
          </a:endParaRPr>
        </a:p>
        <a:p>
          <a:r>
            <a:rPr lang="fr-FR" sz="900" b="1" dirty="0">
              <a:latin typeface="+mj-lt"/>
            </a:rPr>
            <a:t>Responsable RH</a:t>
          </a:r>
        </a:p>
        <a:p>
          <a:r>
            <a:rPr lang="fr-FR" sz="900" dirty="0">
              <a:latin typeface="+mj-lt"/>
            </a:rPr>
            <a:t>Luc PERLIER</a:t>
          </a:r>
        </a:p>
        <a:p>
          <a:endParaRPr lang="fr-FR" sz="900" dirty="0">
            <a:latin typeface="+mj-lt"/>
          </a:endParaRPr>
        </a:p>
      </dgm:t>
    </dgm:pt>
    <dgm:pt modelId="{CE40F839-8031-4989-BE17-FA6846FCDFF3}" type="parTrans" cxnId="{64321AA1-342F-46C5-A098-3E6534207CD0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 sz="900">
            <a:latin typeface="+mj-lt"/>
          </a:endParaRPr>
        </a:p>
      </dgm:t>
    </dgm:pt>
    <dgm:pt modelId="{3EFC8221-9169-491D-AEE3-8F0E70E97321}" type="sibTrans" cxnId="{64321AA1-342F-46C5-A098-3E6534207CD0}">
      <dgm:prSet/>
      <dgm:spPr/>
      <dgm:t>
        <a:bodyPr/>
        <a:lstStyle/>
        <a:p>
          <a:endParaRPr lang="fr-FR" sz="900">
            <a:latin typeface="+mj-lt"/>
          </a:endParaRPr>
        </a:p>
      </dgm:t>
    </dgm:pt>
    <dgm:pt modelId="{9B8CDDE0-0A37-4ACD-BD87-3D057570EEB9}">
      <dgm:prSet custT="1"/>
      <dgm:spPr>
        <a:gradFill rotWithShape="0">
          <a:gsLst>
            <a:gs pos="0">
              <a:srgbClr val="FF0000"/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</a:gradFill>
      </dgm:spPr>
      <dgm:t>
        <a:bodyPr/>
        <a:lstStyle/>
        <a:p>
          <a:r>
            <a:rPr lang="fr-FR" sz="900" b="1" dirty="0"/>
            <a:t>Directrice financière</a:t>
          </a:r>
        </a:p>
        <a:p>
          <a:r>
            <a:rPr lang="fr-FR" sz="900" b="0" dirty="0"/>
            <a:t>Sylvie LAINE</a:t>
          </a:r>
        </a:p>
      </dgm:t>
    </dgm:pt>
    <dgm:pt modelId="{0BFDED6B-50DA-4879-9E9C-9C66B4E80A2E}" type="parTrans" cxnId="{883DA094-C550-4064-B409-B4256BAF63A6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/>
        </a:p>
      </dgm:t>
    </dgm:pt>
    <dgm:pt modelId="{CEDEA844-E98B-4DB9-BA08-EF1F546E8C69}" type="sibTrans" cxnId="{883DA094-C550-4064-B409-B4256BAF63A6}">
      <dgm:prSet/>
      <dgm:spPr/>
      <dgm:t>
        <a:bodyPr/>
        <a:lstStyle/>
        <a:p>
          <a:endParaRPr lang="fr-FR"/>
        </a:p>
      </dgm:t>
    </dgm:pt>
    <dgm:pt modelId="{3A1380C6-0AEF-4016-B1C4-2E07E902B75B}">
      <dgm:prSet custT="1"/>
      <dgm:spPr>
        <a:gradFill rotWithShape="0">
          <a:gsLst>
            <a:gs pos="0">
              <a:schemeClr val="bg1"/>
            </a:gs>
            <a:gs pos="44000">
              <a:schemeClr val="accent1">
                <a:tint val="44500"/>
                <a:satMod val="160000"/>
              </a:schemeClr>
            </a:gs>
            <a:gs pos="100000">
              <a:schemeClr val="accent1">
                <a:lumMod val="90000"/>
              </a:schemeClr>
            </a:gs>
          </a:gsLst>
          <a:lin ang="5400000" scaled="0"/>
        </a:gradFill>
      </dgm:spPr>
      <dgm:t>
        <a:bodyPr/>
        <a:lstStyle/>
        <a:p>
          <a:r>
            <a:rPr lang="fr-FR" sz="900" b="1" dirty="0"/>
            <a:t>Responsable informatique</a:t>
          </a:r>
          <a:br>
            <a:rPr lang="fr-FR" sz="900" b="1" dirty="0"/>
          </a:br>
          <a:r>
            <a:rPr lang="fr-FR" sz="900" b="0" dirty="0"/>
            <a:t>Ludovic BESNIER</a:t>
          </a:r>
        </a:p>
      </dgm:t>
    </dgm:pt>
    <dgm:pt modelId="{49F8B4C6-2BFF-4846-A69C-B3431E737CAB}" type="parTrans" cxnId="{693327DD-167E-43C7-A2FE-BA929342942C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FR"/>
        </a:p>
      </dgm:t>
    </dgm:pt>
    <dgm:pt modelId="{DF03E727-FB17-414D-AC57-BEAA7744D2BB}" type="sibTrans" cxnId="{693327DD-167E-43C7-A2FE-BA929342942C}">
      <dgm:prSet/>
      <dgm:spPr/>
      <dgm:t>
        <a:bodyPr/>
        <a:lstStyle/>
        <a:p>
          <a:endParaRPr lang="fr-FR"/>
        </a:p>
      </dgm:t>
    </dgm:pt>
    <dgm:pt modelId="{E1C69150-6655-43C8-A9E0-FDC5460BB3DA}" type="pres">
      <dgm:prSet presAssocID="{491738F5-731C-4E09-A099-01A5B3F7030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F57437F-6EE5-4C15-87C4-23FFAB656E99}" type="pres">
      <dgm:prSet presAssocID="{C32DC808-E934-427C-8E9B-202934B12BDC}" presName="hierRoot1" presStyleCnt="0">
        <dgm:presLayoutVars>
          <dgm:hierBranch val="init"/>
        </dgm:presLayoutVars>
      </dgm:prSet>
      <dgm:spPr/>
    </dgm:pt>
    <dgm:pt modelId="{998B97FC-61BC-4225-B600-81BDB0E89043}" type="pres">
      <dgm:prSet presAssocID="{C32DC808-E934-427C-8E9B-202934B12BDC}" presName="rootComposite1" presStyleCnt="0"/>
      <dgm:spPr/>
    </dgm:pt>
    <dgm:pt modelId="{51C6DC7E-9070-48E6-928B-37BE08315356}" type="pres">
      <dgm:prSet presAssocID="{C32DC808-E934-427C-8E9B-202934B12BDC}" presName="rootText1" presStyleLbl="node0" presStyleIdx="0" presStyleCnt="1" custScaleX="165313" custScaleY="106893">
        <dgm:presLayoutVars>
          <dgm:chPref val="3"/>
        </dgm:presLayoutVars>
      </dgm:prSet>
      <dgm:spPr/>
    </dgm:pt>
    <dgm:pt modelId="{E83B439B-E26F-4538-9FF4-7A638C78F3EB}" type="pres">
      <dgm:prSet presAssocID="{C32DC808-E934-427C-8E9B-202934B12BDC}" presName="rootConnector1" presStyleLbl="node1" presStyleIdx="0" presStyleCnt="0"/>
      <dgm:spPr/>
    </dgm:pt>
    <dgm:pt modelId="{C7169083-66C7-41F3-A6CE-E0397AECF1BD}" type="pres">
      <dgm:prSet presAssocID="{C32DC808-E934-427C-8E9B-202934B12BDC}" presName="hierChild2" presStyleCnt="0"/>
      <dgm:spPr/>
    </dgm:pt>
    <dgm:pt modelId="{931929E5-D66C-4E96-A33E-2E1D5F039D02}" type="pres">
      <dgm:prSet presAssocID="{C9B0E7A6-61DA-4CB9-A0D3-B1C685826CE6}" presName="Name37" presStyleLbl="parChTrans1D2" presStyleIdx="0" presStyleCnt="7"/>
      <dgm:spPr/>
    </dgm:pt>
    <dgm:pt modelId="{4C46E0B7-1874-40AD-AC1A-C1EEEBA34CCA}" type="pres">
      <dgm:prSet presAssocID="{1D5016D9-B49B-443D-A19F-BF742AF790DB}" presName="hierRoot2" presStyleCnt="0">
        <dgm:presLayoutVars>
          <dgm:hierBranch val="init"/>
        </dgm:presLayoutVars>
      </dgm:prSet>
      <dgm:spPr/>
    </dgm:pt>
    <dgm:pt modelId="{3F355CBD-EA42-416C-AD2D-DE40B7FF73A5}" type="pres">
      <dgm:prSet presAssocID="{1D5016D9-B49B-443D-A19F-BF742AF790DB}" presName="rootComposite" presStyleCnt="0"/>
      <dgm:spPr/>
    </dgm:pt>
    <dgm:pt modelId="{D9D408B6-4F25-47F3-89C0-02EA80EB109E}" type="pres">
      <dgm:prSet presAssocID="{1D5016D9-B49B-443D-A19F-BF742AF790DB}" presName="rootText" presStyleLbl="node2" presStyleIdx="0" presStyleCnt="7" custScaleX="104094" custScaleY="119927" custLinFactNeighborX="8533" custLinFactNeighborY="-582">
        <dgm:presLayoutVars>
          <dgm:chPref val="3"/>
        </dgm:presLayoutVars>
      </dgm:prSet>
      <dgm:spPr/>
    </dgm:pt>
    <dgm:pt modelId="{71FBC711-E337-4F3F-B603-A58F34927853}" type="pres">
      <dgm:prSet presAssocID="{1D5016D9-B49B-443D-A19F-BF742AF790DB}" presName="rootConnector" presStyleLbl="node2" presStyleIdx="0" presStyleCnt="7"/>
      <dgm:spPr/>
    </dgm:pt>
    <dgm:pt modelId="{E11E2090-A595-4D86-A96B-BB09DFD2B65D}" type="pres">
      <dgm:prSet presAssocID="{1D5016D9-B49B-443D-A19F-BF742AF790DB}" presName="hierChild4" presStyleCnt="0"/>
      <dgm:spPr/>
    </dgm:pt>
    <dgm:pt modelId="{9A44A445-6441-450C-A069-195274B90B7C}" type="pres">
      <dgm:prSet presAssocID="{2CD2B231-95E8-4808-98CD-58D8FF41657A}" presName="Name37" presStyleLbl="parChTrans1D3" presStyleIdx="0" presStyleCnt="7"/>
      <dgm:spPr/>
    </dgm:pt>
    <dgm:pt modelId="{CCE6B46D-101A-47AA-A3DF-B845DD35839C}" type="pres">
      <dgm:prSet presAssocID="{C9EB8D32-32CB-41EF-B69E-0195B3B3C67F}" presName="hierRoot2" presStyleCnt="0">
        <dgm:presLayoutVars>
          <dgm:hierBranch val="init"/>
        </dgm:presLayoutVars>
      </dgm:prSet>
      <dgm:spPr/>
    </dgm:pt>
    <dgm:pt modelId="{340E14E5-215C-4920-B4C3-4F41AF9382C9}" type="pres">
      <dgm:prSet presAssocID="{C9EB8D32-32CB-41EF-B69E-0195B3B3C67F}" presName="rootComposite" presStyleCnt="0"/>
      <dgm:spPr/>
    </dgm:pt>
    <dgm:pt modelId="{33E173F2-F24E-4FB2-9E78-38BFB238BEA5}" type="pres">
      <dgm:prSet presAssocID="{C9EB8D32-32CB-41EF-B69E-0195B3B3C67F}" presName="rootText" presStyleLbl="node3" presStyleIdx="0" presStyleCnt="6" custScaleX="104094" custScaleY="200332">
        <dgm:presLayoutVars>
          <dgm:chPref val="3"/>
        </dgm:presLayoutVars>
      </dgm:prSet>
      <dgm:spPr/>
    </dgm:pt>
    <dgm:pt modelId="{649F4F1C-2508-4ABC-903D-A409881AD400}" type="pres">
      <dgm:prSet presAssocID="{C9EB8D32-32CB-41EF-B69E-0195B3B3C67F}" presName="rootConnector" presStyleLbl="node3" presStyleIdx="0" presStyleCnt="6"/>
      <dgm:spPr/>
    </dgm:pt>
    <dgm:pt modelId="{EEA02CEF-55AD-41F1-B30D-71BFDF48B327}" type="pres">
      <dgm:prSet presAssocID="{C9EB8D32-32CB-41EF-B69E-0195B3B3C67F}" presName="hierChild4" presStyleCnt="0"/>
      <dgm:spPr/>
    </dgm:pt>
    <dgm:pt modelId="{1D384C8B-D2CD-4AB9-AC00-A035DCB54E88}" type="pres">
      <dgm:prSet presAssocID="{C9EB8D32-32CB-41EF-B69E-0195B3B3C67F}" presName="hierChild5" presStyleCnt="0"/>
      <dgm:spPr/>
    </dgm:pt>
    <dgm:pt modelId="{3D8D5792-7BCD-44B2-9B26-A1A48977E9BF}" type="pres">
      <dgm:prSet presAssocID="{700008D5-7C34-49BA-910D-D5BD59F75745}" presName="Name37" presStyleLbl="parChTrans1D3" presStyleIdx="1" presStyleCnt="7"/>
      <dgm:spPr/>
    </dgm:pt>
    <dgm:pt modelId="{49E940BD-FDBA-4CFC-9AF0-B2F625E2ED20}" type="pres">
      <dgm:prSet presAssocID="{BC24B33C-8A9E-46FA-AAC9-2F5C1F8B256B}" presName="hierRoot2" presStyleCnt="0">
        <dgm:presLayoutVars>
          <dgm:hierBranch val="init"/>
        </dgm:presLayoutVars>
      </dgm:prSet>
      <dgm:spPr/>
    </dgm:pt>
    <dgm:pt modelId="{B5298B2A-8977-4C87-A9C9-07C99AD055BE}" type="pres">
      <dgm:prSet presAssocID="{BC24B33C-8A9E-46FA-AAC9-2F5C1F8B256B}" presName="rootComposite" presStyleCnt="0"/>
      <dgm:spPr/>
    </dgm:pt>
    <dgm:pt modelId="{248E3E51-8DB0-4540-970B-2297C04166D2}" type="pres">
      <dgm:prSet presAssocID="{BC24B33C-8A9E-46FA-AAC9-2F5C1F8B256B}" presName="rootText" presStyleLbl="node3" presStyleIdx="1" presStyleCnt="6" custScaleX="104094" custScaleY="143863">
        <dgm:presLayoutVars>
          <dgm:chPref val="3"/>
        </dgm:presLayoutVars>
      </dgm:prSet>
      <dgm:spPr/>
    </dgm:pt>
    <dgm:pt modelId="{B4C4BC8C-8E5A-4450-B661-1615CF63C62B}" type="pres">
      <dgm:prSet presAssocID="{BC24B33C-8A9E-46FA-AAC9-2F5C1F8B256B}" presName="rootConnector" presStyleLbl="node3" presStyleIdx="1" presStyleCnt="6"/>
      <dgm:spPr/>
    </dgm:pt>
    <dgm:pt modelId="{95C16390-C45C-4F78-BF9B-AD685710190B}" type="pres">
      <dgm:prSet presAssocID="{BC24B33C-8A9E-46FA-AAC9-2F5C1F8B256B}" presName="hierChild4" presStyleCnt="0"/>
      <dgm:spPr/>
    </dgm:pt>
    <dgm:pt modelId="{90DA4B7D-19DE-4C77-B495-27E17744D36A}" type="pres">
      <dgm:prSet presAssocID="{BC24B33C-8A9E-46FA-AAC9-2F5C1F8B256B}" presName="hierChild5" presStyleCnt="0"/>
      <dgm:spPr/>
    </dgm:pt>
    <dgm:pt modelId="{55E61C26-FEA3-4FBF-BE8B-605611FEAF36}" type="pres">
      <dgm:prSet presAssocID="{4BEE4880-4A22-4500-A898-CB0F38FC7A0D}" presName="Name37" presStyleLbl="parChTrans1D3" presStyleIdx="2" presStyleCnt="7"/>
      <dgm:spPr/>
    </dgm:pt>
    <dgm:pt modelId="{E784C5F8-D431-4A0B-83BF-FEA9748811E4}" type="pres">
      <dgm:prSet presAssocID="{6F25E70E-AE4F-4221-8B13-B5E148C9C5CE}" presName="hierRoot2" presStyleCnt="0">
        <dgm:presLayoutVars>
          <dgm:hierBranch val="init"/>
        </dgm:presLayoutVars>
      </dgm:prSet>
      <dgm:spPr/>
    </dgm:pt>
    <dgm:pt modelId="{7D3D0276-6B7A-4673-8BA8-553DCC24CFAB}" type="pres">
      <dgm:prSet presAssocID="{6F25E70E-AE4F-4221-8B13-B5E148C9C5CE}" presName="rootComposite" presStyleCnt="0"/>
      <dgm:spPr/>
    </dgm:pt>
    <dgm:pt modelId="{7234FF8D-A7D1-43E3-A5E7-B2CF00BF7CE6}" type="pres">
      <dgm:prSet presAssocID="{6F25E70E-AE4F-4221-8B13-B5E148C9C5CE}" presName="rootText" presStyleLbl="node3" presStyleIdx="2" presStyleCnt="6" custScaleX="104094" custScaleY="148011">
        <dgm:presLayoutVars>
          <dgm:chPref val="3"/>
        </dgm:presLayoutVars>
      </dgm:prSet>
      <dgm:spPr/>
    </dgm:pt>
    <dgm:pt modelId="{7AB35D39-3390-4336-A741-9D21744964C9}" type="pres">
      <dgm:prSet presAssocID="{6F25E70E-AE4F-4221-8B13-B5E148C9C5CE}" presName="rootConnector" presStyleLbl="node3" presStyleIdx="2" presStyleCnt="6"/>
      <dgm:spPr/>
    </dgm:pt>
    <dgm:pt modelId="{13C6EBB5-4FED-4567-BFD5-47D78BD8189B}" type="pres">
      <dgm:prSet presAssocID="{6F25E70E-AE4F-4221-8B13-B5E148C9C5CE}" presName="hierChild4" presStyleCnt="0"/>
      <dgm:spPr/>
    </dgm:pt>
    <dgm:pt modelId="{510824C2-36D4-430D-B2FA-095223404202}" type="pres">
      <dgm:prSet presAssocID="{6F25E70E-AE4F-4221-8B13-B5E148C9C5CE}" presName="hierChild5" presStyleCnt="0"/>
      <dgm:spPr/>
    </dgm:pt>
    <dgm:pt modelId="{2464909B-0210-4D87-A4DF-3795656380C5}" type="pres">
      <dgm:prSet presAssocID="{1D5016D9-B49B-443D-A19F-BF742AF790DB}" presName="hierChild5" presStyleCnt="0"/>
      <dgm:spPr/>
    </dgm:pt>
    <dgm:pt modelId="{3C606671-0436-4E93-81B7-C255AF1E6623}" type="pres">
      <dgm:prSet presAssocID="{C2E6D968-E8D7-4F66-BAB5-C7CA20E1CAE0}" presName="Name37" presStyleLbl="parChTrans1D2" presStyleIdx="1" presStyleCnt="7"/>
      <dgm:spPr/>
    </dgm:pt>
    <dgm:pt modelId="{F444448A-2761-4349-AEDB-B5B4BA93E665}" type="pres">
      <dgm:prSet presAssocID="{6EFD9572-5765-48E5-BB04-6E38ECFA06EF}" presName="hierRoot2" presStyleCnt="0">
        <dgm:presLayoutVars>
          <dgm:hierBranch val="init"/>
        </dgm:presLayoutVars>
      </dgm:prSet>
      <dgm:spPr/>
    </dgm:pt>
    <dgm:pt modelId="{3A6A26DA-2875-44E8-BEF7-3E9BF19285FA}" type="pres">
      <dgm:prSet presAssocID="{6EFD9572-5765-48E5-BB04-6E38ECFA06EF}" presName="rootComposite" presStyleCnt="0"/>
      <dgm:spPr/>
    </dgm:pt>
    <dgm:pt modelId="{B9271343-9A49-4D6B-9865-2D8286D2D6CA}" type="pres">
      <dgm:prSet presAssocID="{6EFD9572-5765-48E5-BB04-6E38ECFA06EF}" presName="rootText" presStyleLbl="node2" presStyleIdx="1" presStyleCnt="7" custScaleX="135408" custScaleY="178639" custLinFactNeighborX="-63897" custLinFactNeighborY="1125">
        <dgm:presLayoutVars>
          <dgm:chPref val="3"/>
        </dgm:presLayoutVars>
      </dgm:prSet>
      <dgm:spPr/>
    </dgm:pt>
    <dgm:pt modelId="{C51071B6-F199-4449-AC16-6D4A833BAA4E}" type="pres">
      <dgm:prSet presAssocID="{6EFD9572-5765-48E5-BB04-6E38ECFA06EF}" presName="rootConnector" presStyleLbl="node2" presStyleIdx="1" presStyleCnt="7"/>
      <dgm:spPr/>
    </dgm:pt>
    <dgm:pt modelId="{98ECFABA-D09E-4324-8C71-2F2C7C4C8D58}" type="pres">
      <dgm:prSet presAssocID="{6EFD9572-5765-48E5-BB04-6E38ECFA06EF}" presName="hierChild4" presStyleCnt="0"/>
      <dgm:spPr/>
    </dgm:pt>
    <dgm:pt modelId="{16E6F811-1E7C-4C79-9EE6-A5BD06DC7CC5}" type="pres">
      <dgm:prSet presAssocID="{55FDD0AF-B0AF-4286-A5CC-6B20C434B36F}" presName="Name37" presStyleLbl="parChTrans1D3" presStyleIdx="3" presStyleCnt="7"/>
      <dgm:spPr/>
    </dgm:pt>
    <dgm:pt modelId="{714F32C0-EBE9-4F22-86D5-E832BA46B4DC}" type="pres">
      <dgm:prSet presAssocID="{98EF5B43-2FB7-4398-97B7-8759A803C217}" presName="hierRoot2" presStyleCnt="0">
        <dgm:presLayoutVars>
          <dgm:hierBranch val="init"/>
        </dgm:presLayoutVars>
      </dgm:prSet>
      <dgm:spPr/>
    </dgm:pt>
    <dgm:pt modelId="{4BB99C38-1266-4CF0-9B6F-4974804F5585}" type="pres">
      <dgm:prSet presAssocID="{98EF5B43-2FB7-4398-97B7-8759A803C217}" presName="rootComposite" presStyleCnt="0"/>
      <dgm:spPr/>
    </dgm:pt>
    <dgm:pt modelId="{A097316C-5B4D-4DD4-8A31-EFDB030688A6}" type="pres">
      <dgm:prSet presAssocID="{98EF5B43-2FB7-4398-97B7-8759A803C217}" presName="rootText" presStyleLbl="node3" presStyleIdx="3" presStyleCnt="6" custScaleX="104094" custScaleY="156416" custLinFactY="-400000" custLinFactNeighborX="3405" custLinFactNeighborY="-439616">
        <dgm:presLayoutVars>
          <dgm:chPref val="3"/>
        </dgm:presLayoutVars>
      </dgm:prSet>
      <dgm:spPr/>
    </dgm:pt>
    <dgm:pt modelId="{1F4DBFB5-523B-44B1-BF5C-E51D538CC9DB}" type="pres">
      <dgm:prSet presAssocID="{98EF5B43-2FB7-4398-97B7-8759A803C217}" presName="rootConnector" presStyleLbl="node3" presStyleIdx="3" presStyleCnt="6"/>
      <dgm:spPr/>
    </dgm:pt>
    <dgm:pt modelId="{CDA8533C-57C9-46C9-BC00-01128CA5E1F8}" type="pres">
      <dgm:prSet presAssocID="{98EF5B43-2FB7-4398-97B7-8759A803C217}" presName="hierChild4" presStyleCnt="0"/>
      <dgm:spPr/>
    </dgm:pt>
    <dgm:pt modelId="{424A1DCD-A87E-4B0C-8F8A-D64A0841EEED}" type="pres">
      <dgm:prSet presAssocID="{98EF5B43-2FB7-4398-97B7-8759A803C217}" presName="hierChild5" presStyleCnt="0"/>
      <dgm:spPr/>
    </dgm:pt>
    <dgm:pt modelId="{D72E37C7-6DD4-4B26-9A7F-CFFB85DF6CED}" type="pres">
      <dgm:prSet presAssocID="{6EFD9572-5765-48E5-BB04-6E38ECFA06EF}" presName="hierChild5" presStyleCnt="0"/>
      <dgm:spPr/>
    </dgm:pt>
    <dgm:pt modelId="{0A4B731C-296D-4F46-893E-62CB6443AD59}" type="pres">
      <dgm:prSet presAssocID="{4CA40E8F-2EA1-4886-B732-219D8CAFF82F}" presName="Name111" presStyleLbl="parChTrans1D3" presStyleIdx="4" presStyleCnt="7"/>
      <dgm:spPr/>
    </dgm:pt>
    <dgm:pt modelId="{24339B27-D33E-42BB-B41D-B0121C5D94CF}" type="pres">
      <dgm:prSet presAssocID="{30F20946-F730-4331-9CDF-BE1417274D91}" presName="hierRoot3" presStyleCnt="0">
        <dgm:presLayoutVars>
          <dgm:hierBranch val="init"/>
        </dgm:presLayoutVars>
      </dgm:prSet>
      <dgm:spPr/>
    </dgm:pt>
    <dgm:pt modelId="{3B9E01FD-2C0A-4395-A0E0-D3FAD876098F}" type="pres">
      <dgm:prSet presAssocID="{30F20946-F730-4331-9CDF-BE1417274D91}" presName="rootComposite3" presStyleCnt="0"/>
      <dgm:spPr/>
    </dgm:pt>
    <dgm:pt modelId="{2DC78E38-055C-4A0F-B798-7D6A3A06FA96}" type="pres">
      <dgm:prSet presAssocID="{30F20946-F730-4331-9CDF-BE1417274D91}" presName="rootText3" presStyleLbl="asst2" presStyleIdx="0" presStyleCnt="1" custScaleX="104094" custScaleY="200332" custLinFactNeighborX="-1300" custLinFactNeighborY="13731">
        <dgm:presLayoutVars>
          <dgm:chPref val="3"/>
        </dgm:presLayoutVars>
      </dgm:prSet>
      <dgm:spPr/>
    </dgm:pt>
    <dgm:pt modelId="{3C452BCD-1345-4B64-A9F7-F82AA1090E20}" type="pres">
      <dgm:prSet presAssocID="{30F20946-F730-4331-9CDF-BE1417274D91}" presName="rootConnector3" presStyleLbl="asst2" presStyleIdx="0" presStyleCnt="1"/>
      <dgm:spPr/>
    </dgm:pt>
    <dgm:pt modelId="{BE33DC69-BE9C-43FE-BD68-9AF545789AC5}" type="pres">
      <dgm:prSet presAssocID="{30F20946-F730-4331-9CDF-BE1417274D91}" presName="hierChild6" presStyleCnt="0"/>
      <dgm:spPr/>
    </dgm:pt>
    <dgm:pt modelId="{5F1DBF50-EEA6-4D6D-959E-8381632A1D42}" type="pres">
      <dgm:prSet presAssocID="{A9406461-EAC7-426B-B137-A26E09261046}" presName="Name37" presStyleLbl="parChTrans1D4" presStyleIdx="0" presStyleCnt="3"/>
      <dgm:spPr/>
    </dgm:pt>
    <dgm:pt modelId="{E69C1A0A-65A0-4A8C-9A23-3A0D0A88BD2D}" type="pres">
      <dgm:prSet presAssocID="{59ADC8D2-EDC8-4FAB-A76D-1D7F672CCB78}" presName="hierRoot2" presStyleCnt="0">
        <dgm:presLayoutVars>
          <dgm:hierBranch val="init"/>
        </dgm:presLayoutVars>
      </dgm:prSet>
      <dgm:spPr/>
    </dgm:pt>
    <dgm:pt modelId="{EDFC44BD-FDAC-4B5E-A452-152D21F4B793}" type="pres">
      <dgm:prSet presAssocID="{59ADC8D2-EDC8-4FAB-A76D-1D7F672CCB78}" presName="rootComposite" presStyleCnt="0"/>
      <dgm:spPr/>
    </dgm:pt>
    <dgm:pt modelId="{4C7EEB58-8EA0-4AC2-8205-FD7181A78363}" type="pres">
      <dgm:prSet presAssocID="{59ADC8D2-EDC8-4FAB-A76D-1D7F672CCB78}" presName="rootText" presStyleLbl="node4" presStyleIdx="0" presStyleCnt="3" custScaleX="104094" custScaleY="150934">
        <dgm:presLayoutVars>
          <dgm:chPref val="3"/>
        </dgm:presLayoutVars>
      </dgm:prSet>
      <dgm:spPr/>
    </dgm:pt>
    <dgm:pt modelId="{9D15E1FD-5CBD-4FA3-8AA4-70782880639B}" type="pres">
      <dgm:prSet presAssocID="{59ADC8D2-EDC8-4FAB-A76D-1D7F672CCB78}" presName="rootConnector" presStyleLbl="node4" presStyleIdx="0" presStyleCnt="3"/>
      <dgm:spPr/>
    </dgm:pt>
    <dgm:pt modelId="{E095B92B-19B6-4E00-AD16-402CE3F00A6B}" type="pres">
      <dgm:prSet presAssocID="{59ADC8D2-EDC8-4FAB-A76D-1D7F672CCB78}" presName="hierChild4" presStyleCnt="0"/>
      <dgm:spPr/>
    </dgm:pt>
    <dgm:pt modelId="{E2B84A33-713C-4E42-AC0C-C1193B89EB99}" type="pres">
      <dgm:prSet presAssocID="{59ADC8D2-EDC8-4FAB-A76D-1D7F672CCB78}" presName="hierChild5" presStyleCnt="0"/>
      <dgm:spPr/>
    </dgm:pt>
    <dgm:pt modelId="{D9596330-4EF5-4B32-A6C7-775299D3E53D}" type="pres">
      <dgm:prSet presAssocID="{023E50DE-8FA2-489D-B617-FB1DB66B0217}" presName="Name37" presStyleLbl="parChTrans1D4" presStyleIdx="1" presStyleCnt="3"/>
      <dgm:spPr/>
    </dgm:pt>
    <dgm:pt modelId="{345F6EF8-85B2-48DD-A7E6-DD21AA04CB26}" type="pres">
      <dgm:prSet presAssocID="{061B6BED-BFFE-4F00-8153-E6A962BC9DDF}" presName="hierRoot2" presStyleCnt="0">
        <dgm:presLayoutVars>
          <dgm:hierBranch val="init"/>
        </dgm:presLayoutVars>
      </dgm:prSet>
      <dgm:spPr/>
    </dgm:pt>
    <dgm:pt modelId="{4E9C9756-0CFF-4B94-A1BA-B3A8DB59E86A}" type="pres">
      <dgm:prSet presAssocID="{061B6BED-BFFE-4F00-8153-E6A962BC9DDF}" presName="rootComposite" presStyleCnt="0"/>
      <dgm:spPr/>
    </dgm:pt>
    <dgm:pt modelId="{8EC4F00B-5BFA-4E97-8537-73496F8C8B74}" type="pres">
      <dgm:prSet presAssocID="{061B6BED-BFFE-4F00-8153-E6A962BC9DDF}" presName="rootText" presStyleLbl="node4" presStyleIdx="1" presStyleCnt="3" custScaleX="104094" custScaleY="112290">
        <dgm:presLayoutVars>
          <dgm:chPref val="3"/>
        </dgm:presLayoutVars>
      </dgm:prSet>
      <dgm:spPr/>
    </dgm:pt>
    <dgm:pt modelId="{FABEE562-ED91-4EE0-ACB0-6674229DC605}" type="pres">
      <dgm:prSet presAssocID="{061B6BED-BFFE-4F00-8153-E6A962BC9DDF}" presName="rootConnector" presStyleLbl="node4" presStyleIdx="1" presStyleCnt="3"/>
      <dgm:spPr/>
    </dgm:pt>
    <dgm:pt modelId="{4CF7C244-C6FF-43C5-8F8A-BE40B5426419}" type="pres">
      <dgm:prSet presAssocID="{061B6BED-BFFE-4F00-8153-E6A962BC9DDF}" presName="hierChild4" presStyleCnt="0"/>
      <dgm:spPr/>
    </dgm:pt>
    <dgm:pt modelId="{750E3743-2A5F-4E95-9533-52409D64FA22}" type="pres">
      <dgm:prSet presAssocID="{061B6BED-BFFE-4F00-8153-E6A962BC9DDF}" presName="hierChild5" presStyleCnt="0"/>
      <dgm:spPr/>
    </dgm:pt>
    <dgm:pt modelId="{14B6E73A-A777-41BA-A0E7-F77B3C241EAC}" type="pres">
      <dgm:prSet presAssocID="{8F93DB28-5730-49F1-9F0B-91FEDB409DD2}" presName="Name37" presStyleLbl="parChTrans1D4" presStyleIdx="2" presStyleCnt="3"/>
      <dgm:spPr/>
    </dgm:pt>
    <dgm:pt modelId="{05494C35-43AB-4EDE-B629-7EE353D9E5FD}" type="pres">
      <dgm:prSet presAssocID="{069AB4F4-648C-4241-8613-8B73318A8D34}" presName="hierRoot2" presStyleCnt="0">
        <dgm:presLayoutVars>
          <dgm:hierBranch val="init"/>
        </dgm:presLayoutVars>
      </dgm:prSet>
      <dgm:spPr/>
    </dgm:pt>
    <dgm:pt modelId="{A33FBB1A-3AD3-4032-8B9F-0BB32E3C01BF}" type="pres">
      <dgm:prSet presAssocID="{069AB4F4-648C-4241-8613-8B73318A8D34}" presName="rootComposite" presStyleCnt="0"/>
      <dgm:spPr/>
    </dgm:pt>
    <dgm:pt modelId="{C73B576B-D1FF-4F15-81DB-0969A744DAC3}" type="pres">
      <dgm:prSet presAssocID="{069AB4F4-648C-4241-8613-8B73318A8D34}" presName="rootText" presStyleLbl="node4" presStyleIdx="2" presStyleCnt="3" custScaleX="104094" custScaleY="254015">
        <dgm:presLayoutVars>
          <dgm:chPref val="3"/>
        </dgm:presLayoutVars>
      </dgm:prSet>
      <dgm:spPr/>
    </dgm:pt>
    <dgm:pt modelId="{FDF27C20-39BB-47A9-BCF6-76F4D21F2923}" type="pres">
      <dgm:prSet presAssocID="{069AB4F4-648C-4241-8613-8B73318A8D34}" presName="rootConnector" presStyleLbl="node4" presStyleIdx="2" presStyleCnt="3"/>
      <dgm:spPr/>
    </dgm:pt>
    <dgm:pt modelId="{DF939396-4C4B-4165-B71D-F8A3F500C749}" type="pres">
      <dgm:prSet presAssocID="{069AB4F4-648C-4241-8613-8B73318A8D34}" presName="hierChild4" presStyleCnt="0"/>
      <dgm:spPr/>
    </dgm:pt>
    <dgm:pt modelId="{BAAF9A46-B56D-412B-8851-76F2525A4DE4}" type="pres">
      <dgm:prSet presAssocID="{069AB4F4-648C-4241-8613-8B73318A8D34}" presName="hierChild5" presStyleCnt="0"/>
      <dgm:spPr/>
    </dgm:pt>
    <dgm:pt modelId="{FEC141DC-5BB9-46A5-8594-FC8DCA6F220F}" type="pres">
      <dgm:prSet presAssocID="{30F20946-F730-4331-9CDF-BE1417274D91}" presName="hierChild7" presStyleCnt="0"/>
      <dgm:spPr/>
    </dgm:pt>
    <dgm:pt modelId="{13CCC8A9-4CF1-4EA3-8D4D-5D261AB25156}" type="pres">
      <dgm:prSet presAssocID="{16575575-004D-4C1C-AE34-2B0AA6912C20}" presName="Name37" presStyleLbl="parChTrans1D2" presStyleIdx="2" presStyleCnt="7"/>
      <dgm:spPr/>
    </dgm:pt>
    <dgm:pt modelId="{A2DF0E9F-2AED-4D4C-AD0C-A628C24ACCF8}" type="pres">
      <dgm:prSet presAssocID="{62EB9D8E-060E-4654-A036-0947F09DC99B}" presName="hierRoot2" presStyleCnt="0">
        <dgm:presLayoutVars>
          <dgm:hierBranch val="init"/>
        </dgm:presLayoutVars>
      </dgm:prSet>
      <dgm:spPr/>
    </dgm:pt>
    <dgm:pt modelId="{5C479C36-6E52-44C1-B735-9F49CB9D3E89}" type="pres">
      <dgm:prSet presAssocID="{62EB9D8E-060E-4654-A036-0947F09DC99B}" presName="rootComposite" presStyleCnt="0"/>
      <dgm:spPr/>
    </dgm:pt>
    <dgm:pt modelId="{E95B80EC-3C37-4088-8E10-4CA5849D5804}" type="pres">
      <dgm:prSet presAssocID="{62EB9D8E-060E-4654-A036-0947F09DC99B}" presName="rootText" presStyleLbl="node2" presStyleIdx="2" presStyleCnt="7" custScaleX="104094" custScaleY="279303" custLinFactNeighborX="86644" custLinFactNeighborY="1125">
        <dgm:presLayoutVars>
          <dgm:chPref val="3"/>
        </dgm:presLayoutVars>
      </dgm:prSet>
      <dgm:spPr/>
    </dgm:pt>
    <dgm:pt modelId="{D05F59E9-52C3-4342-BCBA-714F23E21F95}" type="pres">
      <dgm:prSet presAssocID="{62EB9D8E-060E-4654-A036-0947F09DC99B}" presName="rootConnector" presStyleLbl="node2" presStyleIdx="2" presStyleCnt="7"/>
      <dgm:spPr/>
    </dgm:pt>
    <dgm:pt modelId="{D59D97D5-C726-40B3-A590-0C3E7E2B21BD}" type="pres">
      <dgm:prSet presAssocID="{62EB9D8E-060E-4654-A036-0947F09DC99B}" presName="hierChild4" presStyleCnt="0"/>
      <dgm:spPr/>
    </dgm:pt>
    <dgm:pt modelId="{5111F95C-37E8-4D0B-A290-C0FFAF17D7A6}" type="pres">
      <dgm:prSet presAssocID="{4ACF5734-44DB-4CDD-AF0E-5F6735613A3A}" presName="Name37" presStyleLbl="parChTrans1D3" presStyleIdx="5" presStyleCnt="7"/>
      <dgm:spPr/>
    </dgm:pt>
    <dgm:pt modelId="{AA84DDD4-FC5A-4743-B303-1E1366E92EFC}" type="pres">
      <dgm:prSet presAssocID="{2723FFFE-4A3A-4744-8463-F9CCE076AFA9}" presName="hierRoot2" presStyleCnt="0">
        <dgm:presLayoutVars>
          <dgm:hierBranch val="init"/>
        </dgm:presLayoutVars>
      </dgm:prSet>
      <dgm:spPr/>
    </dgm:pt>
    <dgm:pt modelId="{993B2C90-B25A-4D10-9F7B-F0FF35BCAD52}" type="pres">
      <dgm:prSet presAssocID="{2723FFFE-4A3A-4744-8463-F9CCE076AFA9}" presName="rootComposite" presStyleCnt="0"/>
      <dgm:spPr/>
    </dgm:pt>
    <dgm:pt modelId="{88D40A1A-A41D-4D35-935D-CF5397EB6534}" type="pres">
      <dgm:prSet presAssocID="{2723FFFE-4A3A-4744-8463-F9CCE076AFA9}" presName="rootText" presStyleLbl="node3" presStyleIdx="4" presStyleCnt="6" custScaleX="104094" custScaleY="186789" custLinFactX="28158" custLinFactNeighborX="100000" custLinFactNeighborY="10275">
        <dgm:presLayoutVars>
          <dgm:chPref val="3"/>
        </dgm:presLayoutVars>
      </dgm:prSet>
      <dgm:spPr/>
    </dgm:pt>
    <dgm:pt modelId="{75ABA9FF-3243-4871-8885-1A7C928E8B77}" type="pres">
      <dgm:prSet presAssocID="{2723FFFE-4A3A-4744-8463-F9CCE076AFA9}" presName="rootConnector" presStyleLbl="node3" presStyleIdx="4" presStyleCnt="6"/>
      <dgm:spPr/>
    </dgm:pt>
    <dgm:pt modelId="{26D1A1B6-7641-4CE5-9C69-FD2E77170FED}" type="pres">
      <dgm:prSet presAssocID="{2723FFFE-4A3A-4744-8463-F9CCE076AFA9}" presName="hierChild4" presStyleCnt="0"/>
      <dgm:spPr/>
    </dgm:pt>
    <dgm:pt modelId="{34282F4B-3D56-44CB-8300-53DDB86521EC}" type="pres">
      <dgm:prSet presAssocID="{2723FFFE-4A3A-4744-8463-F9CCE076AFA9}" presName="hierChild5" presStyleCnt="0"/>
      <dgm:spPr/>
    </dgm:pt>
    <dgm:pt modelId="{ABF597BF-0E12-4A43-8201-ECBC0BD59E81}" type="pres">
      <dgm:prSet presAssocID="{D94D7742-EB01-4E82-9CDC-4D47013BF167}" presName="Name37" presStyleLbl="parChTrans1D3" presStyleIdx="6" presStyleCnt="7"/>
      <dgm:spPr/>
    </dgm:pt>
    <dgm:pt modelId="{436E8B68-B0D9-4542-B6D0-30581105C6F4}" type="pres">
      <dgm:prSet presAssocID="{F75216DB-B738-4DF6-A730-E9162F0318C6}" presName="hierRoot2" presStyleCnt="0">
        <dgm:presLayoutVars>
          <dgm:hierBranch val="init"/>
        </dgm:presLayoutVars>
      </dgm:prSet>
      <dgm:spPr/>
    </dgm:pt>
    <dgm:pt modelId="{151E2CCB-99BF-4343-A828-F48FB48CE811}" type="pres">
      <dgm:prSet presAssocID="{F75216DB-B738-4DF6-A730-E9162F0318C6}" presName="rootComposite" presStyleCnt="0"/>
      <dgm:spPr/>
    </dgm:pt>
    <dgm:pt modelId="{950A0222-5293-4D71-A7E1-4D7943F5DFB8}" type="pres">
      <dgm:prSet presAssocID="{F75216DB-B738-4DF6-A730-E9162F0318C6}" presName="rootText" presStyleLbl="node3" presStyleIdx="5" presStyleCnt="6" custScaleX="104094" custScaleY="134863" custLinFactX="28158" custLinFactNeighborX="100000" custLinFactNeighborY="11506">
        <dgm:presLayoutVars>
          <dgm:chPref val="3"/>
        </dgm:presLayoutVars>
      </dgm:prSet>
      <dgm:spPr/>
    </dgm:pt>
    <dgm:pt modelId="{D2B4BB26-E27B-4AF3-A869-E64F6FD3CA16}" type="pres">
      <dgm:prSet presAssocID="{F75216DB-B738-4DF6-A730-E9162F0318C6}" presName="rootConnector" presStyleLbl="node3" presStyleIdx="5" presStyleCnt="6"/>
      <dgm:spPr/>
    </dgm:pt>
    <dgm:pt modelId="{A2C05207-533C-4630-9B22-8247996005CB}" type="pres">
      <dgm:prSet presAssocID="{F75216DB-B738-4DF6-A730-E9162F0318C6}" presName="hierChild4" presStyleCnt="0"/>
      <dgm:spPr/>
    </dgm:pt>
    <dgm:pt modelId="{DD9CD101-96B8-4893-985E-B7D654FA672E}" type="pres">
      <dgm:prSet presAssocID="{F75216DB-B738-4DF6-A730-E9162F0318C6}" presName="hierChild5" presStyleCnt="0"/>
      <dgm:spPr/>
    </dgm:pt>
    <dgm:pt modelId="{EA41F7A7-F41F-4519-A576-B4DE33D50768}" type="pres">
      <dgm:prSet presAssocID="{62EB9D8E-060E-4654-A036-0947F09DC99B}" presName="hierChild5" presStyleCnt="0"/>
      <dgm:spPr/>
    </dgm:pt>
    <dgm:pt modelId="{289966C0-7B1A-4AAB-BFC8-483F124627C7}" type="pres">
      <dgm:prSet presAssocID="{B904624B-13EB-4A4C-96A3-FB600DDC4E62}" presName="Name37" presStyleLbl="parChTrans1D2" presStyleIdx="3" presStyleCnt="7"/>
      <dgm:spPr/>
    </dgm:pt>
    <dgm:pt modelId="{678B7065-F6AB-44FF-A2E0-10E2439185DD}" type="pres">
      <dgm:prSet presAssocID="{27036C10-9FA1-4C69-9FF4-09E90E85A0D8}" presName="hierRoot2" presStyleCnt="0">
        <dgm:presLayoutVars>
          <dgm:hierBranch val="init"/>
        </dgm:presLayoutVars>
      </dgm:prSet>
      <dgm:spPr/>
    </dgm:pt>
    <dgm:pt modelId="{5C3F7745-801F-4F3F-95C4-520307218A93}" type="pres">
      <dgm:prSet presAssocID="{27036C10-9FA1-4C69-9FF4-09E90E85A0D8}" presName="rootComposite" presStyleCnt="0"/>
      <dgm:spPr/>
    </dgm:pt>
    <dgm:pt modelId="{C8541DBC-692C-42C1-8795-02BF7AEFD238}" type="pres">
      <dgm:prSet presAssocID="{27036C10-9FA1-4C69-9FF4-09E90E85A0D8}" presName="rootText" presStyleLbl="node2" presStyleIdx="3" presStyleCnt="7" custScaleX="104094" custScaleY="120108" custLinFactNeighborX="83717" custLinFactNeighborY="1125">
        <dgm:presLayoutVars>
          <dgm:chPref val="3"/>
        </dgm:presLayoutVars>
      </dgm:prSet>
      <dgm:spPr/>
    </dgm:pt>
    <dgm:pt modelId="{C134D185-B784-444E-A484-5BE537F8EABB}" type="pres">
      <dgm:prSet presAssocID="{27036C10-9FA1-4C69-9FF4-09E90E85A0D8}" presName="rootConnector" presStyleLbl="node2" presStyleIdx="3" presStyleCnt="7"/>
      <dgm:spPr/>
    </dgm:pt>
    <dgm:pt modelId="{CEC99414-F0E8-4EF7-871A-251C3328F01C}" type="pres">
      <dgm:prSet presAssocID="{27036C10-9FA1-4C69-9FF4-09E90E85A0D8}" presName="hierChild4" presStyleCnt="0"/>
      <dgm:spPr/>
    </dgm:pt>
    <dgm:pt modelId="{BF2DF96B-0DE7-4F89-8923-B924B575494B}" type="pres">
      <dgm:prSet presAssocID="{27036C10-9FA1-4C69-9FF4-09E90E85A0D8}" presName="hierChild5" presStyleCnt="0"/>
      <dgm:spPr/>
    </dgm:pt>
    <dgm:pt modelId="{5345FFD6-2CB7-4932-BA92-9011491BDA04}" type="pres">
      <dgm:prSet presAssocID="{CE40F839-8031-4989-BE17-FA6846FCDFF3}" presName="Name37" presStyleLbl="parChTrans1D2" presStyleIdx="4" presStyleCnt="7"/>
      <dgm:spPr/>
    </dgm:pt>
    <dgm:pt modelId="{CE44EFDC-A1A1-4DAF-899D-9F8B59DEC432}" type="pres">
      <dgm:prSet presAssocID="{BB633FFC-1996-4EF1-BCEB-EB81B3AB313D}" presName="hierRoot2" presStyleCnt="0">
        <dgm:presLayoutVars>
          <dgm:hierBranch val="init"/>
        </dgm:presLayoutVars>
      </dgm:prSet>
      <dgm:spPr/>
    </dgm:pt>
    <dgm:pt modelId="{384AFBDD-A624-48A8-9B32-CDC8F04046D4}" type="pres">
      <dgm:prSet presAssocID="{BB633FFC-1996-4EF1-BCEB-EB81B3AB313D}" presName="rootComposite" presStyleCnt="0"/>
      <dgm:spPr/>
    </dgm:pt>
    <dgm:pt modelId="{7D1AEEC3-EC89-475C-926F-A454A15353B8}" type="pres">
      <dgm:prSet presAssocID="{BB633FFC-1996-4EF1-BCEB-EB81B3AB313D}" presName="rootText" presStyleLbl="node2" presStyleIdx="4" presStyleCnt="7" custScaleX="104094" custScaleY="120108" custLinFactNeighborX="93629" custLinFactNeighborY="1125">
        <dgm:presLayoutVars>
          <dgm:chPref val="3"/>
        </dgm:presLayoutVars>
      </dgm:prSet>
      <dgm:spPr/>
    </dgm:pt>
    <dgm:pt modelId="{060A7DC9-33E6-4F2E-9BAA-B7690643F56A}" type="pres">
      <dgm:prSet presAssocID="{BB633FFC-1996-4EF1-BCEB-EB81B3AB313D}" presName="rootConnector" presStyleLbl="node2" presStyleIdx="4" presStyleCnt="7"/>
      <dgm:spPr/>
    </dgm:pt>
    <dgm:pt modelId="{60836B23-65F3-4A34-AA42-2D9C6C8A7A27}" type="pres">
      <dgm:prSet presAssocID="{BB633FFC-1996-4EF1-BCEB-EB81B3AB313D}" presName="hierChild4" presStyleCnt="0"/>
      <dgm:spPr/>
    </dgm:pt>
    <dgm:pt modelId="{D5D8E3AC-8C24-46DF-8D2C-D3A20AED99E7}" type="pres">
      <dgm:prSet presAssocID="{BB633FFC-1996-4EF1-BCEB-EB81B3AB313D}" presName="hierChild5" presStyleCnt="0"/>
      <dgm:spPr/>
    </dgm:pt>
    <dgm:pt modelId="{4F7B57BF-8554-4AA4-82DC-F69296F43E00}" type="pres">
      <dgm:prSet presAssocID="{0BFDED6B-50DA-4879-9E9C-9C66B4E80A2E}" presName="Name37" presStyleLbl="parChTrans1D2" presStyleIdx="5" presStyleCnt="7"/>
      <dgm:spPr/>
    </dgm:pt>
    <dgm:pt modelId="{1294427E-99EC-4BF7-8668-8BAE4B034E78}" type="pres">
      <dgm:prSet presAssocID="{9B8CDDE0-0A37-4ACD-BD87-3D057570EEB9}" presName="hierRoot2" presStyleCnt="0">
        <dgm:presLayoutVars>
          <dgm:hierBranch val="init"/>
        </dgm:presLayoutVars>
      </dgm:prSet>
      <dgm:spPr/>
    </dgm:pt>
    <dgm:pt modelId="{7C3A36A0-ECDD-497F-BA29-90297D529830}" type="pres">
      <dgm:prSet presAssocID="{9B8CDDE0-0A37-4ACD-BD87-3D057570EEB9}" presName="rootComposite" presStyleCnt="0"/>
      <dgm:spPr/>
    </dgm:pt>
    <dgm:pt modelId="{162116E3-E6D2-4735-97A2-590F113DFEF3}" type="pres">
      <dgm:prSet presAssocID="{9B8CDDE0-0A37-4ACD-BD87-3D057570EEB9}" presName="rootText" presStyleLbl="node2" presStyleIdx="5" presStyleCnt="7" custScaleX="104094" custScaleY="119927" custLinFactX="-200000" custLinFactNeighborX="-221373" custLinFactNeighborY="1125">
        <dgm:presLayoutVars>
          <dgm:chPref val="3"/>
        </dgm:presLayoutVars>
      </dgm:prSet>
      <dgm:spPr/>
    </dgm:pt>
    <dgm:pt modelId="{6E510F13-1709-4727-867E-18BB848FF3C6}" type="pres">
      <dgm:prSet presAssocID="{9B8CDDE0-0A37-4ACD-BD87-3D057570EEB9}" presName="rootConnector" presStyleLbl="node2" presStyleIdx="5" presStyleCnt="7"/>
      <dgm:spPr/>
    </dgm:pt>
    <dgm:pt modelId="{04E8AD18-AF79-427C-90EB-D5811E81C15C}" type="pres">
      <dgm:prSet presAssocID="{9B8CDDE0-0A37-4ACD-BD87-3D057570EEB9}" presName="hierChild4" presStyleCnt="0"/>
      <dgm:spPr/>
    </dgm:pt>
    <dgm:pt modelId="{43283F92-BB4B-46C1-8CF8-878BF8C54DE6}" type="pres">
      <dgm:prSet presAssocID="{9B8CDDE0-0A37-4ACD-BD87-3D057570EEB9}" presName="hierChild5" presStyleCnt="0"/>
      <dgm:spPr/>
    </dgm:pt>
    <dgm:pt modelId="{E66D639C-F402-4C14-8F16-ECCE3B62DEC1}" type="pres">
      <dgm:prSet presAssocID="{49F8B4C6-2BFF-4846-A69C-B3431E737CAB}" presName="Name37" presStyleLbl="parChTrans1D2" presStyleIdx="6" presStyleCnt="7"/>
      <dgm:spPr/>
    </dgm:pt>
    <dgm:pt modelId="{63208404-D4D8-4939-81D6-A2DE74DD6798}" type="pres">
      <dgm:prSet presAssocID="{3A1380C6-0AEF-4016-B1C4-2E07E902B75B}" presName="hierRoot2" presStyleCnt="0">
        <dgm:presLayoutVars>
          <dgm:hierBranch val="init"/>
        </dgm:presLayoutVars>
      </dgm:prSet>
      <dgm:spPr/>
    </dgm:pt>
    <dgm:pt modelId="{75FD0AF9-3F64-4AC6-9936-1FC27E0A179F}" type="pres">
      <dgm:prSet presAssocID="{3A1380C6-0AEF-4016-B1C4-2E07E902B75B}" presName="rootComposite" presStyleCnt="0"/>
      <dgm:spPr/>
    </dgm:pt>
    <dgm:pt modelId="{F188EEC5-93CD-4212-863F-484960968900}" type="pres">
      <dgm:prSet presAssocID="{3A1380C6-0AEF-4016-B1C4-2E07E902B75B}" presName="rootText" presStyleLbl="node2" presStyleIdx="6" presStyleCnt="7" custLinFactNeighborX="-32120" custLinFactNeighborY="1125">
        <dgm:presLayoutVars>
          <dgm:chPref val="3"/>
        </dgm:presLayoutVars>
      </dgm:prSet>
      <dgm:spPr/>
    </dgm:pt>
    <dgm:pt modelId="{76ED39D3-3CF8-4E89-BDD7-287382D6B309}" type="pres">
      <dgm:prSet presAssocID="{3A1380C6-0AEF-4016-B1C4-2E07E902B75B}" presName="rootConnector" presStyleLbl="node2" presStyleIdx="6" presStyleCnt="7"/>
      <dgm:spPr/>
    </dgm:pt>
    <dgm:pt modelId="{3F6695F8-E20D-42E3-BC7F-96821EB4181E}" type="pres">
      <dgm:prSet presAssocID="{3A1380C6-0AEF-4016-B1C4-2E07E902B75B}" presName="hierChild4" presStyleCnt="0"/>
      <dgm:spPr/>
    </dgm:pt>
    <dgm:pt modelId="{468DFF4B-4EE4-470D-902C-13A6E5D81B47}" type="pres">
      <dgm:prSet presAssocID="{3A1380C6-0AEF-4016-B1C4-2E07E902B75B}" presName="hierChild5" presStyleCnt="0"/>
      <dgm:spPr/>
    </dgm:pt>
    <dgm:pt modelId="{89628287-0DF8-4DC9-87F2-2C6FB5AE6EBE}" type="pres">
      <dgm:prSet presAssocID="{C32DC808-E934-427C-8E9B-202934B12BDC}" presName="hierChild3" presStyleCnt="0"/>
      <dgm:spPr/>
    </dgm:pt>
  </dgm:ptLst>
  <dgm:cxnLst>
    <dgm:cxn modelId="{8325E601-5849-4C2E-BADD-40953E0CF4C0}" srcId="{C32DC808-E934-427C-8E9B-202934B12BDC}" destId="{6EFD9572-5765-48E5-BB04-6E38ECFA06EF}" srcOrd="1" destOrd="0" parTransId="{C2E6D968-E8D7-4F66-BAB5-C7CA20E1CAE0}" sibTransId="{78BAF6F3-1D49-4C57-846D-4FB0031D607A}"/>
    <dgm:cxn modelId="{55FB2302-8653-4F38-842F-9146F10E83A3}" type="presOf" srcId="{061B6BED-BFFE-4F00-8153-E6A962BC9DDF}" destId="{8EC4F00B-5BFA-4E97-8537-73496F8C8B74}" srcOrd="0" destOrd="0" presId="urn:microsoft.com/office/officeart/2005/8/layout/orgChart1"/>
    <dgm:cxn modelId="{48015F02-5B56-4F86-AB85-5C25BB51CC8B}" srcId="{6EFD9572-5765-48E5-BB04-6E38ECFA06EF}" destId="{98EF5B43-2FB7-4398-97B7-8759A803C217}" srcOrd="1" destOrd="0" parTransId="{55FDD0AF-B0AF-4286-A5CC-6B20C434B36F}" sibTransId="{8D26A738-BE65-42E5-A39D-4A43D54B4716}"/>
    <dgm:cxn modelId="{35715603-BBE9-4F79-89AB-B7C3619C3A53}" type="presOf" srcId="{55FDD0AF-B0AF-4286-A5CC-6B20C434B36F}" destId="{16E6F811-1E7C-4C79-9EE6-A5BD06DC7CC5}" srcOrd="0" destOrd="0" presId="urn:microsoft.com/office/officeart/2005/8/layout/orgChart1"/>
    <dgm:cxn modelId="{928A2704-8AD3-4192-BC10-0952F7E967A4}" srcId="{C32DC808-E934-427C-8E9B-202934B12BDC}" destId="{1D5016D9-B49B-443D-A19F-BF742AF790DB}" srcOrd="0" destOrd="0" parTransId="{C9B0E7A6-61DA-4CB9-A0D3-B1C685826CE6}" sibTransId="{77FC23FD-B35C-453E-8822-36BE586C5946}"/>
    <dgm:cxn modelId="{96CE7E05-6DFB-45D5-B72C-E05653FF5DE9}" type="presOf" srcId="{BC24B33C-8A9E-46FA-AAC9-2F5C1F8B256B}" destId="{B4C4BC8C-8E5A-4450-B661-1615CF63C62B}" srcOrd="1" destOrd="0" presId="urn:microsoft.com/office/officeart/2005/8/layout/orgChart1"/>
    <dgm:cxn modelId="{926DC407-CD6D-4BA0-9F8D-DB1E51BFFC22}" type="presOf" srcId="{59ADC8D2-EDC8-4FAB-A76D-1D7F672CCB78}" destId="{9D15E1FD-5CBD-4FA3-8AA4-70782880639B}" srcOrd="1" destOrd="0" presId="urn:microsoft.com/office/officeart/2005/8/layout/orgChart1"/>
    <dgm:cxn modelId="{2A134F16-2C2F-4B1E-9149-6ABE16C534B0}" type="presOf" srcId="{16575575-004D-4C1C-AE34-2B0AA6912C20}" destId="{13CCC8A9-4CF1-4EA3-8D4D-5D261AB25156}" srcOrd="0" destOrd="0" presId="urn:microsoft.com/office/officeart/2005/8/layout/orgChart1"/>
    <dgm:cxn modelId="{D16BB817-E65E-4148-BC07-7B539B4B7031}" type="presOf" srcId="{A9406461-EAC7-426B-B137-A26E09261046}" destId="{5F1DBF50-EEA6-4D6D-959E-8381632A1D42}" srcOrd="0" destOrd="0" presId="urn:microsoft.com/office/officeart/2005/8/layout/orgChart1"/>
    <dgm:cxn modelId="{0F371E1A-DB40-4A42-8385-EF971AA6B9CD}" type="presOf" srcId="{BB633FFC-1996-4EF1-BCEB-EB81B3AB313D}" destId="{060A7DC9-33E6-4F2E-9BAA-B7690643F56A}" srcOrd="1" destOrd="0" presId="urn:microsoft.com/office/officeart/2005/8/layout/orgChart1"/>
    <dgm:cxn modelId="{104EFC1B-E5E7-45DA-8065-975610D5439B}" type="presOf" srcId="{2CD2B231-95E8-4808-98CD-58D8FF41657A}" destId="{9A44A445-6441-450C-A069-195274B90B7C}" srcOrd="0" destOrd="0" presId="urn:microsoft.com/office/officeart/2005/8/layout/orgChart1"/>
    <dgm:cxn modelId="{F6F15E20-8F0A-4CAC-993B-F7F0C5FEDF8D}" type="presOf" srcId="{491738F5-731C-4E09-A099-01A5B3F70309}" destId="{E1C69150-6655-43C8-A9E0-FDC5460BB3DA}" srcOrd="0" destOrd="0" presId="urn:microsoft.com/office/officeart/2005/8/layout/orgChart1"/>
    <dgm:cxn modelId="{593A7F20-7663-4C60-90C3-53D27394FF9D}" srcId="{30F20946-F730-4331-9CDF-BE1417274D91}" destId="{061B6BED-BFFE-4F00-8153-E6A962BC9DDF}" srcOrd="1" destOrd="0" parTransId="{023E50DE-8FA2-489D-B617-FB1DB66B0217}" sibTransId="{F9D86D9D-1FB1-4C06-B3D8-04E57DCB0144}"/>
    <dgm:cxn modelId="{916BD521-4129-41E6-9E32-C3EC03895121}" type="presOf" srcId="{F75216DB-B738-4DF6-A730-E9162F0318C6}" destId="{950A0222-5293-4D71-A7E1-4D7943F5DFB8}" srcOrd="0" destOrd="0" presId="urn:microsoft.com/office/officeart/2005/8/layout/orgChart1"/>
    <dgm:cxn modelId="{E16C572B-76DF-469F-810F-EA7D29D3C4DD}" type="presOf" srcId="{3A1380C6-0AEF-4016-B1C4-2E07E902B75B}" destId="{F188EEC5-93CD-4212-863F-484960968900}" srcOrd="0" destOrd="0" presId="urn:microsoft.com/office/officeart/2005/8/layout/orgChart1"/>
    <dgm:cxn modelId="{6795362E-D6A6-4D4B-9836-A9C8C4C75A60}" srcId="{62EB9D8E-060E-4654-A036-0947F09DC99B}" destId="{2723FFFE-4A3A-4744-8463-F9CCE076AFA9}" srcOrd="0" destOrd="0" parTransId="{4ACF5734-44DB-4CDD-AF0E-5F6735613A3A}" sibTransId="{5E0E5473-9286-4C10-B5E4-9CCE422A5CE6}"/>
    <dgm:cxn modelId="{EE68772E-ADE1-435B-A9A3-4492286ADC6F}" type="presOf" srcId="{2723FFFE-4A3A-4744-8463-F9CCE076AFA9}" destId="{75ABA9FF-3243-4871-8885-1A7C928E8B77}" srcOrd="1" destOrd="0" presId="urn:microsoft.com/office/officeart/2005/8/layout/orgChart1"/>
    <dgm:cxn modelId="{40E93733-5374-4134-8C28-A8C0478B2F65}" type="presOf" srcId="{BB633FFC-1996-4EF1-BCEB-EB81B3AB313D}" destId="{7D1AEEC3-EC89-475C-926F-A454A15353B8}" srcOrd="0" destOrd="0" presId="urn:microsoft.com/office/officeart/2005/8/layout/orgChart1"/>
    <dgm:cxn modelId="{3C5E7F35-9616-465C-859B-BF4CA4D4A220}" type="presOf" srcId="{C32DC808-E934-427C-8E9B-202934B12BDC}" destId="{E83B439B-E26F-4538-9FF4-7A638C78F3EB}" srcOrd="1" destOrd="0" presId="urn:microsoft.com/office/officeart/2005/8/layout/orgChart1"/>
    <dgm:cxn modelId="{40E6FF39-7E68-4A66-ABCD-A23E07C34DDE}" type="presOf" srcId="{3A1380C6-0AEF-4016-B1C4-2E07E902B75B}" destId="{76ED39D3-3CF8-4E89-BDD7-287382D6B309}" srcOrd="1" destOrd="0" presId="urn:microsoft.com/office/officeart/2005/8/layout/orgChart1"/>
    <dgm:cxn modelId="{3BFF2C3B-96EE-432E-8B18-DE5394ED0D7A}" type="presOf" srcId="{9B8CDDE0-0A37-4ACD-BD87-3D057570EEB9}" destId="{162116E3-E6D2-4735-97A2-590F113DFEF3}" srcOrd="0" destOrd="0" presId="urn:microsoft.com/office/officeart/2005/8/layout/orgChart1"/>
    <dgm:cxn modelId="{498BF13D-06D7-44A0-9B20-474C8AD0F94B}" srcId="{30F20946-F730-4331-9CDF-BE1417274D91}" destId="{59ADC8D2-EDC8-4FAB-A76D-1D7F672CCB78}" srcOrd="0" destOrd="0" parTransId="{A9406461-EAC7-426B-B137-A26E09261046}" sibTransId="{1589A940-9244-42A8-8C8C-830FF6812FD7}"/>
    <dgm:cxn modelId="{D7F36163-EB63-4492-9A26-ED3FC35371B2}" type="presOf" srcId="{98EF5B43-2FB7-4398-97B7-8759A803C217}" destId="{1F4DBFB5-523B-44B1-BF5C-E51D538CC9DB}" srcOrd="1" destOrd="0" presId="urn:microsoft.com/office/officeart/2005/8/layout/orgChart1"/>
    <dgm:cxn modelId="{08276144-91DE-4139-A72B-34B133A8C5F2}" srcId="{C32DC808-E934-427C-8E9B-202934B12BDC}" destId="{27036C10-9FA1-4C69-9FF4-09E90E85A0D8}" srcOrd="3" destOrd="0" parTransId="{B904624B-13EB-4A4C-96A3-FB600DDC4E62}" sibTransId="{E13A9AB5-349E-4FE8-853B-CC87CE24D045}"/>
    <dgm:cxn modelId="{2FF0A464-B3BE-4A02-B779-929D363623EA}" srcId="{6EFD9572-5765-48E5-BB04-6E38ECFA06EF}" destId="{30F20946-F730-4331-9CDF-BE1417274D91}" srcOrd="0" destOrd="0" parTransId="{4CA40E8F-2EA1-4886-B732-219D8CAFF82F}" sibTransId="{468F3CD3-5D51-47CD-84B2-DB26AF94CDD8}"/>
    <dgm:cxn modelId="{18ED3E47-18DE-4790-8047-F7E1567D49DA}" srcId="{1D5016D9-B49B-443D-A19F-BF742AF790DB}" destId="{C9EB8D32-32CB-41EF-B69E-0195B3B3C67F}" srcOrd="0" destOrd="0" parTransId="{2CD2B231-95E8-4808-98CD-58D8FF41657A}" sibTransId="{47FC9F36-4B7E-4019-8535-8D495492D6C9}"/>
    <dgm:cxn modelId="{339F3A4A-9805-43A4-BEEF-E528E3E15772}" type="presOf" srcId="{6EFD9572-5765-48E5-BB04-6E38ECFA06EF}" destId="{C51071B6-F199-4449-AC16-6D4A833BAA4E}" srcOrd="1" destOrd="0" presId="urn:microsoft.com/office/officeart/2005/8/layout/orgChart1"/>
    <dgm:cxn modelId="{F52D4C4B-E01C-4B32-B28B-479729B0BBB7}" type="presOf" srcId="{27036C10-9FA1-4C69-9FF4-09E90E85A0D8}" destId="{C134D185-B784-444E-A484-5BE537F8EABB}" srcOrd="1" destOrd="0" presId="urn:microsoft.com/office/officeart/2005/8/layout/orgChart1"/>
    <dgm:cxn modelId="{FD6FB14B-0F66-4EFB-8EA3-A2B669597DC0}" type="presOf" srcId="{B904624B-13EB-4A4C-96A3-FB600DDC4E62}" destId="{289966C0-7B1A-4AAB-BFC8-483F124627C7}" srcOrd="0" destOrd="0" presId="urn:microsoft.com/office/officeart/2005/8/layout/orgChart1"/>
    <dgm:cxn modelId="{E84D5C6D-04CC-4342-93D3-A4FC989C9896}" type="presOf" srcId="{C9EB8D32-32CB-41EF-B69E-0195B3B3C67F}" destId="{33E173F2-F24E-4FB2-9E78-38BFB238BEA5}" srcOrd="0" destOrd="0" presId="urn:microsoft.com/office/officeart/2005/8/layout/orgChart1"/>
    <dgm:cxn modelId="{2D27BC56-DDAF-4766-8FBC-C211DD0B4988}" type="presOf" srcId="{6F25E70E-AE4F-4221-8B13-B5E148C9C5CE}" destId="{7234FF8D-A7D1-43E3-A5E7-B2CF00BF7CE6}" srcOrd="0" destOrd="0" presId="urn:microsoft.com/office/officeart/2005/8/layout/orgChart1"/>
    <dgm:cxn modelId="{2427145A-61CE-42CA-B83D-9355AD3DC290}" srcId="{1D5016D9-B49B-443D-A19F-BF742AF790DB}" destId="{6F25E70E-AE4F-4221-8B13-B5E148C9C5CE}" srcOrd="2" destOrd="0" parTransId="{4BEE4880-4A22-4500-A898-CB0F38FC7A0D}" sibTransId="{33A63154-2E0F-4EBC-9A4C-78E66F8FFFB7}"/>
    <dgm:cxn modelId="{DF0B947C-66BF-4725-91C6-ECFF553EE158}" type="presOf" srcId="{9B8CDDE0-0A37-4ACD-BD87-3D057570EEB9}" destId="{6E510F13-1709-4727-867E-18BB848FF3C6}" srcOrd="1" destOrd="0" presId="urn:microsoft.com/office/officeart/2005/8/layout/orgChart1"/>
    <dgm:cxn modelId="{C920EA84-7289-4B60-B7FD-1184D7AFE667}" type="presOf" srcId="{069AB4F4-648C-4241-8613-8B73318A8D34}" destId="{C73B576B-D1FF-4F15-81DB-0969A744DAC3}" srcOrd="0" destOrd="0" presId="urn:microsoft.com/office/officeart/2005/8/layout/orgChart1"/>
    <dgm:cxn modelId="{883DA094-C550-4064-B409-B4256BAF63A6}" srcId="{C32DC808-E934-427C-8E9B-202934B12BDC}" destId="{9B8CDDE0-0A37-4ACD-BD87-3D057570EEB9}" srcOrd="5" destOrd="0" parTransId="{0BFDED6B-50DA-4879-9E9C-9C66B4E80A2E}" sibTransId="{CEDEA844-E98B-4DB9-BA08-EF1F546E8C69}"/>
    <dgm:cxn modelId="{6CFA339B-C477-405B-9567-6A367434A938}" type="presOf" srcId="{6F25E70E-AE4F-4221-8B13-B5E148C9C5CE}" destId="{7AB35D39-3390-4336-A741-9D21744964C9}" srcOrd="1" destOrd="0" presId="urn:microsoft.com/office/officeart/2005/8/layout/orgChart1"/>
    <dgm:cxn modelId="{AC9CB59B-9A05-4780-A470-4234C6B8908B}" srcId="{C32DC808-E934-427C-8E9B-202934B12BDC}" destId="{62EB9D8E-060E-4654-A036-0947F09DC99B}" srcOrd="2" destOrd="0" parTransId="{16575575-004D-4C1C-AE34-2B0AA6912C20}" sibTransId="{1BB749D1-AE65-4749-B7FF-CDB644A98700}"/>
    <dgm:cxn modelId="{44C424A0-066F-4718-B8FC-D786F755156C}" type="presOf" srcId="{C9EB8D32-32CB-41EF-B69E-0195B3B3C67F}" destId="{649F4F1C-2508-4ABC-903D-A409881AD400}" srcOrd="1" destOrd="0" presId="urn:microsoft.com/office/officeart/2005/8/layout/orgChart1"/>
    <dgm:cxn modelId="{64321AA1-342F-46C5-A098-3E6534207CD0}" srcId="{C32DC808-E934-427C-8E9B-202934B12BDC}" destId="{BB633FFC-1996-4EF1-BCEB-EB81B3AB313D}" srcOrd="4" destOrd="0" parTransId="{CE40F839-8031-4989-BE17-FA6846FCDFF3}" sibTransId="{3EFC8221-9169-491D-AEE3-8F0E70E97321}"/>
    <dgm:cxn modelId="{61E126A2-B0FD-44A0-A1BE-A1B7DD171CD9}" type="presOf" srcId="{CE40F839-8031-4989-BE17-FA6846FCDFF3}" destId="{5345FFD6-2CB7-4932-BA92-9011491BDA04}" srcOrd="0" destOrd="0" presId="urn:microsoft.com/office/officeart/2005/8/layout/orgChart1"/>
    <dgm:cxn modelId="{BFDF44A7-F88A-4386-9210-71C2284AEA02}" type="presOf" srcId="{069AB4F4-648C-4241-8613-8B73318A8D34}" destId="{FDF27C20-39BB-47A9-BCF6-76F4D21F2923}" srcOrd="1" destOrd="0" presId="urn:microsoft.com/office/officeart/2005/8/layout/orgChart1"/>
    <dgm:cxn modelId="{249654A9-ED48-4E39-8AF8-CE526E9AB9AF}" type="presOf" srcId="{1D5016D9-B49B-443D-A19F-BF742AF790DB}" destId="{D9D408B6-4F25-47F3-89C0-02EA80EB109E}" srcOrd="0" destOrd="0" presId="urn:microsoft.com/office/officeart/2005/8/layout/orgChart1"/>
    <dgm:cxn modelId="{DC71BAB1-DFBE-4126-85E6-F31E82F3B26F}" type="presOf" srcId="{2723FFFE-4A3A-4744-8463-F9CCE076AFA9}" destId="{88D40A1A-A41D-4D35-935D-CF5397EB6534}" srcOrd="0" destOrd="0" presId="urn:microsoft.com/office/officeart/2005/8/layout/orgChart1"/>
    <dgm:cxn modelId="{870650B7-70EE-4132-A6E5-C3681A59FAE0}" type="presOf" srcId="{30F20946-F730-4331-9CDF-BE1417274D91}" destId="{2DC78E38-055C-4A0F-B798-7D6A3A06FA96}" srcOrd="0" destOrd="0" presId="urn:microsoft.com/office/officeart/2005/8/layout/orgChart1"/>
    <dgm:cxn modelId="{A223F4B7-041C-45A7-A3CC-3FA37C390491}" type="presOf" srcId="{C32DC808-E934-427C-8E9B-202934B12BDC}" destId="{51C6DC7E-9070-48E6-928B-37BE08315356}" srcOrd="0" destOrd="0" presId="urn:microsoft.com/office/officeart/2005/8/layout/orgChart1"/>
    <dgm:cxn modelId="{80C313B8-A1CA-4AA2-B8D4-FF074F841BFD}" srcId="{1D5016D9-B49B-443D-A19F-BF742AF790DB}" destId="{BC24B33C-8A9E-46FA-AAC9-2F5C1F8B256B}" srcOrd="1" destOrd="0" parTransId="{700008D5-7C34-49BA-910D-D5BD59F75745}" sibTransId="{8EBCED1F-30CE-497B-ABB8-E1110C5772E4}"/>
    <dgm:cxn modelId="{61D8F6B8-8AB4-49C9-8EBD-FB59751D6918}" type="presOf" srcId="{C9B0E7A6-61DA-4CB9-A0D3-B1C685826CE6}" destId="{931929E5-D66C-4E96-A33E-2E1D5F039D02}" srcOrd="0" destOrd="0" presId="urn:microsoft.com/office/officeart/2005/8/layout/orgChart1"/>
    <dgm:cxn modelId="{FD9C8ABA-21B6-4386-9D88-B19AD271DB44}" type="presOf" srcId="{023E50DE-8FA2-489D-B617-FB1DB66B0217}" destId="{D9596330-4EF5-4B32-A6C7-775299D3E53D}" srcOrd="0" destOrd="0" presId="urn:microsoft.com/office/officeart/2005/8/layout/orgChart1"/>
    <dgm:cxn modelId="{3AEC3FC1-E957-414D-8852-BD1DF76C7510}" type="presOf" srcId="{D94D7742-EB01-4E82-9CDC-4D47013BF167}" destId="{ABF597BF-0E12-4A43-8201-ECBC0BD59E81}" srcOrd="0" destOrd="0" presId="urn:microsoft.com/office/officeart/2005/8/layout/orgChart1"/>
    <dgm:cxn modelId="{9177FFC1-61CC-4952-AB62-FFA63140A46C}" type="presOf" srcId="{27036C10-9FA1-4C69-9FF4-09E90E85A0D8}" destId="{C8541DBC-692C-42C1-8795-02BF7AEFD238}" srcOrd="0" destOrd="0" presId="urn:microsoft.com/office/officeart/2005/8/layout/orgChart1"/>
    <dgm:cxn modelId="{625E87C2-CF99-4882-A97B-6F2189772589}" type="presOf" srcId="{C2E6D968-E8D7-4F66-BAB5-C7CA20E1CAE0}" destId="{3C606671-0436-4E93-81B7-C255AF1E6623}" srcOrd="0" destOrd="0" presId="urn:microsoft.com/office/officeart/2005/8/layout/orgChart1"/>
    <dgm:cxn modelId="{7FECADC4-FD9B-4CB5-80D3-F8F22ABBB711}" type="presOf" srcId="{8F93DB28-5730-49F1-9F0B-91FEDB409DD2}" destId="{14B6E73A-A777-41BA-A0E7-F77B3C241EAC}" srcOrd="0" destOrd="0" presId="urn:microsoft.com/office/officeart/2005/8/layout/orgChart1"/>
    <dgm:cxn modelId="{315B79D5-06AF-46EF-85FE-5D1C1842702E}" type="presOf" srcId="{6EFD9572-5765-48E5-BB04-6E38ECFA06EF}" destId="{B9271343-9A49-4D6B-9865-2D8286D2D6CA}" srcOrd="0" destOrd="0" presId="urn:microsoft.com/office/officeart/2005/8/layout/orgChart1"/>
    <dgm:cxn modelId="{3E5042D6-5571-4CF1-930B-6A613B0140EC}" type="presOf" srcId="{700008D5-7C34-49BA-910D-D5BD59F75745}" destId="{3D8D5792-7BCD-44B2-9B26-A1A48977E9BF}" srcOrd="0" destOrd="0" presId="urn:microsoft.com/office/officeart/2005/8/layout/orgChart1"/>
    <dgm:cxn modelId="{22B11FD8-3C28-441D-83F4-FA802700AFE7}" type="presOf" srcId="{4CA40E8F-2EA1-4886-B732-219D8CAFF82F}" destId="{0A4B731C-296D-4F46-893E-62CB6443AD59}" srcOrd="0" destOrd="0" presId="urn:microsoft.com/office/officeart/2005/8/layout/orgChart1"/>
    <dgm:cxn modelId="{A66C4AD9-762E-4A84-B879-44BE799FE4E9}" type="presOf" srcId="{4ACF5734-44DB-4CDD-AF0E-5F6735613A3A}" destId="{5111F95C-37E8-4D0B-A290-C0FFAF17D7A6}" srcOrd="0" destOrd="0" presId="urn:microsoft.com/office/officeart/2005/8/layout/orgChart1"/>
    <dgm:cxn modelId="{CBAFF2D9-56F7-496C-B6F1-6D60E0335719}" type="presOf" srcId="{59ADC8D2-EDC8-4FAB-A76D-1D7F672CCB78}" destId="{4C7EEB58-8EA0-4AC2-8205-FD7181A78363}" srcOrd="0" destOrd="0" presId="urn:microsoft.com/office/officeart/2005/8/layout/orgChart1"/>
    <dgm:cxn modelId="{419E9FDA-450D-4224-BB0D-40EF58B97389}" type="presOf" srcId="{F75216DB-B738-4DF6-A730-E9162F0318C6}" destId="{D2B4BB26-E27B-4AF3-A869-E64F6FD3CA16}" srcOrd="1" destOrd="0" presId="urn:microsoft.com/office/officeart/2005/8/layout/orgChart1"/>
    <dgm:cxn modelId="{46F16FDB-CCD4-4FC9-A603-39BAF9B195F7}" type="presOf" srcId="{BC24B33C-8A9E-46FA-AAC9-2F5C1F8B256B}" destId="{248E3E51-8DB0-4540-970B-2297C04166D2}" srcOrd="0" destOrd="0" presId="urn:microsoft.com/office/officeart/2005/8/layout/orgChart1"/>
    <dgm:cxn modelId="{FC192ADC-1481-445B-BE37-7907C5E2264D}" type="presOf" srcId="{62EB9D8E-060E-4654-A036-0947F09DC99B}" destId="{D05F59E9-52C3-4342-BCBA-714F23E21F95}" srcOrd="1" destOrd="0" presId="urn:microsoft.com/office/officeart/2005/8/layout/orgChart1"/>
    <dgm:cxn modelId="{3A4852DC-9C8B-4371-9438-3048C309253A}" type="presOf" srcId="{1D5016D9-B49B-443D-A19F-BF742AF790DB}" destId="{71FBC711-E337-4F3F-B603-A58F34927853}" srcOrd="1" destOrd="0" presId="urn:microsoft.com/office/officeart/2005/8/layout/orgChart1"/>
    <dgm:cxn modelId="{693327DD-167E-43C7-A2FE-BA929342942C}" srcId="{C32DC808-E934-427C-8E9B-202934B12BDC}" destId="{3A1380C6-0AEF-4016-B1C4-2E07E902B75B}" srcOrd="6" destOrd="0" parTransId="{49F8B4C6-2BFF-4846-A69C-B3431E737CAB}" sibTransId="{DF03E727-FB17-414D-AC57-BEAA7744D2BB}"/>
    <dgm:cxn modelId="{AB2BF6DF-EEA6-4E50-8D3A-3301F8BEAB55}" srcId="{30F20946-F730-4331-9CDF-BE1417274D91}" destId="{069AB4F4-648C-4241-8613-8B73318A8D34}" srcOrd="2" destOrd="0" parTransId="{8F93DB28-5730-49F1-9F0B-91FEDB409DD2}" sibTransId="{6D85E620-F4FB-4671-BB89-FC3D80B1E589}"/>
    <dgm:cxn modelId="{B83A62F0-7B38-403B-9991-8FA141D5EAF0}" type="presOf" srcId="{4BEE4880-4A22-4500-A898-CB0F38FC7A0D}" destId="{55E61C26-FEA3-4FBF-BE8B-605611FEAF36}" srcOrd="0" destOrd="0" presId="urn:microsoft.com/office/officeart/2005/8/layout/orgChart1"/>
    <dgm:cxn modelId="{3A42DBF4-C25E-494C-AE98-4409A0212026}" type="presOf" srcId="{62EB9D8E-060E-4654-A036-0947F09DC99B}" destId="{E95B80EC-3C37-4088-8E10-4CA5849D5804}" srcOrd="0" destOrd="0" presId="urn:microsoft.com/office/officeart/2005/8/layout/orgChart1"/>
    <dgm:cxn modelId="{DB4456F5-0BD0-403C-BDDA-AFA3BF58E01B}" type="presOf" srcId="{98EF5B43-2FB7-4398-97B7-8759A803C217}" destId="{A097316C-5B4D-4DD4-8A31-EFDB030688A6}" srcOrd="0" destOrd="0" presId="urn:microsoft.com/office/officeart/2005/8/layout/orgChart1"/>
    <dgm:cxn modelId="{07498EF5-26E9-4B48-A513-057C5C4CB868}" srcId="{491738F5-731C-4E09-A099-01A5B3F70309}" destId="{C32DC808-E934-427C-8E9B-202934B12BDC}" srcOrd="0" destOrd="0" parTransId="{A4BB2E5A-0344-48F4-98B9-3B8033101BDC}" sibTransId="{EDFADAEB-EB21-4A3C-8E7C-AC20DA9652AA}"/>
    <dgm:cxn modelId="{3C3B42F7-1A8E-4696-95C6-1DEA1031FDAA}" type="presOf" srcId="{061B6BED-BFFE-4F00-8153-E6A962BC9DDF}" destId="{FABEE562-ED91-4EE0-ACB0-6674229DC605}" srcOrd="1" destOrd="0" presId="urn:microsoft.com/office/officeart/2005/8/layout/orgChart1"/>
    <dgm:cxn modelId="{EA67EEF8-C8FC-479E-865E-818B09F7B965}" srcId="{62EB9D8E-060E-4654-A036-0947F09DC99B}" destId="{F75216DB-B738-4DF6-A730-E9162F0318C6}" srcOrd="1" destOrd="0" parTransId="{D94D7742-EB01-4E82-9CDC-4D47013BF167}" sibTransId="{A79B0841-CC3E-4157-B7AC-10DAD476E8E5}"/>
    <dgm:cxn modelId="{AE7628FC-AD2F-4FD1-A502-FD0A2C86245E}" type="presOf" srcId="{49F8B4C6-2BFF-4846-A69C-B3431E737CAB}" destId="{E66D639C-F402-4C14-8F16-ECCE3B62DEC1}" srcOrd="0" destOrd="0" presId="urn:microsoft.com/office/officeart/2005/8/layout/orgChart1"/>
    <dgm:cxn modelId="{FF45BEFC-3DB2-4C7B-8DBB-8628BB7A8733}" type="presOf" srcId="{30F20946-F730-4331-9CDF-BE1417274D91}" destId="{3C452BCD-1345-4B64-A9F7-F82AA1090E20}" srcOrd="1" destOrd="0" presId="urn:microsoft.com/office/officeart/2005/8/layout/orgChart1"/>
    <dgm:cxn modelId="{5008FBFE-1287-4464-AABF-4693A4D0F554}" type="presOf" srcId="{0BFDED6B-50DA-4879-9E9C-9C66B4E80A2E}" destId="{4F7B57BF-8554-4AA4-82DC-F69296F43E00}" srcOrd="0" destOrd="0" presId="urn:microsoft.com/office/officeart/2005/8/layout/orgChart1"/>
    <dgm:cxn modelId="{87BF0099-2855-4ADF-A509-CA51BE4BC438}" type="presParOf" srcId="{E1C69150-6655-43C8-A9E0-FDC5460BB3DA}" destId="{DF57437F-6EE5-4C15-87C4-23FFAB656E99}" srcOrd="0" destOrd="0" presId="urn:microsoft.com/office/officeart/2005/8/layout/orgChart1"/>
    <dgm:cxn modelId="{F605C885-4219-4185-851E-00B1E773202B}" type="presParOf" srcId="{DF57437F-6EE5-4C15-87C4-23FFAB656E99}" destId="{998B97FC-61BC-4225-B600-81BDB0E89043}" srcOrd="0" destOrd="0" presId="urn:microsoft.com/office/officeart/2005/8/layout/orgChart1"/>
    <dgm:cxn modelId="{6349A7B5-633A-4F6B-A446-F851D579C5A8}" type="presParOf" srcId="{998B97FC-61BC-4225-B600-81BDB0E89043}" destId="{51C6DC7E-9070-48E6-928B-37BE08315356}" srcOrd="0" destOrd="0" presId="urn:microsoft.com/office/officeart/2005/8/layout/orgChart1"/>
    <dgm:cxn modelId="{7024401E-07E1-4F7B-87D3-E968101D79A1}" type="presParOf" srcId="{998B97FC-61BC-4225-B600-81BDB0E89043}" destId="{E83B439B-E26F-4538-9FF4-7A638C78F3EB}" srcOrd="1" destOrd="0" presId="urn:microsoft.com/office/officeart/2005/8/layout/orgChart1"/>
    <dgm:cxn modelId="{7273B951-CAE6-4349-BA96-3E19A0C29B51}" type="presParOf" srcId="{DF57437F-6EE5-4C15-87C4-23FFAB656E99}" destId="{C7169083-66C7-41F3-A6CE-E0397AECF1BD}" srcOrd="1" destOrd="0" presId="urn:microsoft.com/office/officeart/2005/8/layout/orgChart1"/>
    <dgm:cxn modelId="{8EBCF7E0-AA05-4A49-A40D-E68D6A98869C}" type="presParOf" srcId="{C7169083-66C7-41F3-A6CE-E0397AECF1BD}" destId="{931929E5-D66C-4E96-A33E-2E1D5F039D02}" srcOrd="0" destOrd="0" presId="urn:microsoft.com/office/officeart/2005/8/layout/orgChart1"/>
    <dgm:cxn modelId="{AF8A76FE-16D2-4682-8FBB-B4EEE7C00D20}" type="presParOf" srcId="{C7169083-66C7-41F3-A6CE-E0397AECF1BD}" destId="{4C46E0B7-1874-40AD-AC1A-C1EEEBA34CCA}" srcOrd="1" destOrd="0" presId="urn:microsoft.com/office/officeart/2005/8/layout/orgChart1"/>
    <dgm:cxn modelId="{7F5097A2-15EE-47C8-8A83-60E634E0AF02}" type="presParOf" srcId="{4C46E0B7-1874-40AD-AC1A-C1EEEBA34CCA}" destId="{3F355CBD-EA42-416C-AD2D-DE40B7FF73A5}" srcOrd="0" destOrd="0" presId="urn:microsoft.com/office/officeart/2005/8/layout/orgChart1"/>
    <dgm:cxn modelId="{86B7AB1C-6D50-4D36-A4B5-FF4B40BA51D7}" type="presParOf" srcId="{3F355CBD-EA42-416C-AD2D-DE40B7FF73A5}" destId="{D9D408B6-4F25-47F3-89C0-02EA80EB109E}" srcOrd="0" destOrd="0" presId="urn:microsoft.com/office/officeart/2005/8/layout/orgChart1"/>
    <dgm:cxn modelId="{1B696DC5-A73A-40DB-A811-81C6747BE565}" type="presParOf" srcId="{3F355CBD-EA42-416C-AD2D-DE40B7FF73A5}" destId="{71FBC711-E337-4F3F-B603-A58F34927853}" srcOrd="1" destOrd="0" presId="urn:microsoft.com/office/officeart/2005/8/layout/orgChart1"/>
    <dgm:cxn modelId="{98CBEEE3-B862-4E3C-BAB7-0D9FD6EC0FB4}" type="presParOf" srcId="{4C46E0B7-1874-40AD-AC1A-C1EEEBA34CCA}" destId="{E11E2090-A595-4D86-A96B-BB09DFD2B65D}" srcOrd="1" destOrd="0" presId="urn:microsoft.com/office/officeart/2005/8/layout/orgChart1"/>
    <dgm:cxn modelId="{9CAF06D3-77BA-4700-A92B-645657CF005D}" type="presParOf" srcId="{E11E2090-A595-4D86-A96B-BB09DFD2B65D}" destId="{9A44A445-6441-450C-A069-195274B90B7C}" srcOrd="0" destOrd="0" presId="urn:microsoft.com/office/officeart/2005/8/layout/orgChart1"/>
    <dgm:cxn modelId="{7FDFDDF5-209F-4CD9-88B8-3831EBF800BB}" type="presParOf" srcId="{E11E2090-A595-4D86-A96B-BB09DFD2B65D}" destId="{CCE6B46D-101A-47AA-A3DF-B845DD35839C}" srcOrd="1" destOrd="0" presId="urn:microsoft.com/office/officeart/2005/8/layout/orgChart1"/>
    <dgm:cxn modelId="{7570120D-CF74-4A95-B635-BD8ED3E2D3D6}" type="presParOf" srcId="{CCE6B46D-101A-47AA-A3DF-B845DD35839C}" destId="{340E14E5-215C-4920-B4C3-4F41AF9382C9}" srcOrd="0" destOrd="0" presId="urn:microsoft.com/office/officeart/2005/8/layout/orgChart1"/>
    <dgm:cxn modelId="{1D52DA6E-859F-4745-BC94-71A2605415BC}" type="presParOf" srcId="{340E14E5-215C-4920-B4C3-4F41AF9382C9}" destId="{33E173F2-F24E-4FB2-9E78-38BFB238BEA5}" srcOrd="0" destOrd="0" presId="urn:microsoft.com/office/officeart/2005/8/layout/orgChart1"/>
    <dgm:cxn modelId="{A553CF0A-AF49-47D3-AF75-9A9AB6EEC6D5}" type="presParOf" srcId="{340E14E5-215C-4920-B4C3-4F41AF9382C9}" destId="{649F4F1C-2508-4ABC-903D-A409881AD400}" srcOrd="1" destOrd="0" presId="urn:microsoft.com/office/officeart/2005/8/layout/orgChart1"/>
    <dgm:cxn modelId="{D96BB749-5774-4BB2-938F-73832DBBFE56}" type="presParOf" srcId="{CCE6B46D-101A-47AA-A3DF-B845DD35839C}" destId="{EEA02CEF-55AD-41F1-B30D-71BFDF48B327}" srcOrd="1" destOrd="0" presId="urn:microsoft.com/office/officeart/2005/8/layout/orgChart1"/>
    <dgm:cxn modelId="{C2C68407-262C-427A-A130-7EFD5AF81362}" type="presParOf" srcId="{CCE6B46D-101A-47AA-A3DF-B845DD35839C}" destId="{1D384C8B-D2CD-4AB9-AC00-A035DCB54E88}" srcOrd="2" destOrd="0" presId="urn:microsoft.com/office/officeart/2005/8/layout/orgChart1"/>
    <dgm:cxn modelId="{C8D385BC-2835-4038-84A7-8F34F69A4EDE}" type="presParOf" srcId="{E11E2090-A595-4D86-A96B-BB09DFD2B65D}" destId="{3D8D5792-7BCD-44B2-9B26-A1A48977E9BF}" srcOrd="2" destOrd="0" presId="urn:microsoft.com/office/officeart/2005/8/layout/orgChart1"/>
    <dgm:cxn modelId="{A3D6C234-BEA4-4449-8CB9-62186B945C0C}" type="presParOf" srcId="{E11E2090-A595-4D86-A96B-BB09DFD2B65D}" destId="{49E940BD-FDBA-4CFC-9AF0-B2F625E2ED20}" srcOrd="3" destOrd="0" presId="urn:microsoft.com/office/officeart/2005/8/layout/orgChart1"/>
    <dgm:cxn modelId="{DB84EE7E-B994-4B1F-A6F9-B0412D1D3476}" type="presParOf" srcId="{49E940BD-FDBA-4CFC-9AF0-B2F625E2ED20}" destId="{B5298B2A-8977-4C87-A9C9-07C99AD055BE}" srcOrd="0" destOrd="0" presId="urn:microsoft.com/office/officeart/2005/8/layout/orgChart1"/>
    <dgm:cxn modelId="{CDADBA82-CB35-4FB3-8C9F-026C0FE18CA4}" type="presParOf" srcId="{B5298B2A-8977-4C87-A9C9-07C99AD055BE}" destId="{248E3E51-8DB0-4540-970B-2297C04166D2}" srcOrd="0" destOrd="0" presId="urn:microsoft.com/office/officeart/2005/8/layout/orgChart1"/>
    <dgm:cxn modelId="{0A78AE6C-33EA-4E22-8814-C5BBAC448056}" type="presParOf" srcId="{B5298B2A-8977-4C87-A9C9-07C99AD055BE}" destId="{B4C4BC8C-8E5A-4450-B661-1615CF63C62B}" srcOrd="1" destOrd="0" presId="urn:microsoft.com/office/officeart/2005/8/layout/orgChart1"/>
    <dgm:cxn modelId="{97772F5E-8E96-47C0-94DA-E9A1A6505942}" type="presParOf" srcId="{49E940BD-FDBA-4CFC-9AF0-B2F625E2ED20}" destId="{95C16390-C45C-4F78-BF9B-AD685710190B}" srcOrd="1" destOrd="0" presId="urn:microsoft.com/office/officeart/2005/8/layout/orgChart1"/>
    <dgm:cxn modelId="{959ED5C7-1A7B-4189-AD99-F6A729A287F3}" type="presParOf" srcId="{49E940BD-FDBA-4CFC-9AF0-B2F625E2ED20}" destId="{90DA4B7D-19DE-4C77-B495-27E17744D36A}" srcOrd="2" destOrd="0" presId="urn:microsoft.com/office/officeart/2005/8/layout/orgChart1"/>
    <dgm:cxn modelId="{9E764E7A-2257-42B0-A4DE-043A24A875D4}" type="presParOf" srcId="{E11E2090-A595-4D86-A96B-BB09DFD2B65D}" destId="{55E61C26-FEA3-4FBF-BE8B-605611FEAF36}" srcOrd="4" destOrd="0" presId="urn:microsoft.com/office/officeart/2005/8/layout/orgChart1"/>
    <dgm:cxn modelId="{6FEC6EBA-86B2-4FD9-BEAC-97A6C71DD17A}" type="presParOf" srcId="{E11E2090-A595-4D86-A96B-BB09DFD2B65D}" destId="{E784C5F8-D431-4A0B-83BF-FEA9748811E4}" srcOrd="5" destOrd="0" presId="urn:microsoft.com/office/officeart/2005/8/layout/orgChart1"/>
    <dgm:cxn modelId="{BC74EBCF-3CCE-46C4-9D05-BA57004C4D9F}" type="presParOf" srcId="{E784C5F8-D431-4A0B-83BF-FEA9748811E4}" destId="{7D3D0276-6B7A-4673-8BA8-553DCC24CFAB}" srcOrd="0" destOrd="0" presId="urn:microsoft.com/office/officeart/2005/8/layout/orgChart1"/>
    <dgm:cxn modelId="{F6289F32-E35D-4E7B-9FE8-ACBBA952ED56}" type="presParOf" srcId="{7D3D0276-6B7A-4673-8BA8-553DCC24CFAB}" destId="{7234FF8D-A7D1-43E3-A5E7-B2CF00BF7CE6}" srcOrd="0" destOrd="0" presId="urn:microsoft.com/office/officeart/2005/8/layout/orgChart1"/>
    <dgm:cxn modelId="{86DE5B96-DD06-4817-8E6F-71FD6C531505}" type="presParOf" srcId="{7D3D0276-6B7A-4673-8BA8-553DCC24CFAB}" destId="{7AB35D39-3390-4336-A741-9D21744964C9}" srcOrd="1" destOrd="0" presId="urn:microsoft.com/office/officeart/2005/8/layout/orgChart1"/>
    <dgm:cxn modelId="{3BBCE476-403E-47E5-83C3-37769F2A3CF7}" type="presParOf" srcId="{E784C5F8-D431-4A0B-83BF-FEA9748811E4}" destId="{13C6EBB5-4FED-4567-BFD5-47D78BD8189B}" srcOrd="1" destOrd="0" presId="urn:microsoft.com/office/officeart/2005/8/layout/orgChart1"/>
    <dgm:cxn modelId="{54656412-A0DC-41E9-A900-C8FE63910051}" type="presParOf" srcId="{E784C5F8-D431-4A0B-83BF-FEA9748811E4}" destId="{510824C2-36D4-430D-B2FA-095223404202}" srcOrd="2" destOrd="0" presId="urn:microsoft.com/office/officeart/2005/8/layout/orgChart1"/>
    <dgm:cxn modelId="{0B70ADDA-8BAD-4975-8F22-A9684112A224}" type="presParOf" srcId="{4C46E0B7-1874-40AD-AC1A-C1EEEBA34CCA}" destId="{2464909B-0210-4D87-A4DF-3795656380C5}" srcOrd="2" destOrd="0" presId="urn:microsoft.com/office/officeart/2005/8/layout/orgChart1"/>
    <dgm:cxn modelId="{9AB2A358-E5D8-4A51-8430-505E69F91C5B}" type="presParOf" srcId="{C7169083-66C7-41F3-A6CE-E0397AECF1BD}" destId="{3C606671-0436-4E93-81B7-C255AF1E6623}" srcOrd="2" destOrd="0" presId="urn:microsoft.com/office/officeart/2005/8/layout/orgChart1"/>
    <dgm:cxn modelId="{43FE42F8-D665-4052-8147-F44702BF397E}" type="presParOf" srcId="{C7169083-66C7-41F3-A6CE-E0397AECF1BD}" destId="{F444448A-2761-4349-AEDB-B5B4BA93E665}" srcOrd="3" destOrd="0" presId="urn:microsoft.com/office/officeart/2005/8/layout/orgChart1"/>
    <dgm:cxn modelId="{CCC4221A-69CD-4FF6-9709-2C23FAA9FB00}" type="presParOf" srcId="{F444448A-2761-4349-AEDB-B5B4BA93E665}" destId="{3A6A26DA-2875-44E8-BEF7-3E9BF19285FA}" srcOrd="0" destOrd="0" presId="urn:microsoft.com/office/officeart/2005/8/layout/orgChart1"/>
    <dgm:cxn modelId="{B5F18D4A-A0D5-4EA9-89DF-63EB338A3588}" type="presParOf" srcId="{3A6A26DA-2875-44E8-BEF7-3E9BF19285FA}" destId="{B9271343-9A49-4D6B-9865-2D8286D2D6CA}" srcOrd="0" destOrd="0" presId="urn:microsoft.com/office/officeart/2005/8/layout/orgChart1"/>
    <dgm:cxn modelId="{15CE6BA5-770E-49B3-81FE-FF0D853C8647}" type="presParOf" srcId="{3A6A26DA-2875-44E8-BEF7-3E9BF19285FA}" destId="{C51071B6-F199-4449-AC16-6D4A833BAA4E}" srcOrd="1" destOrd="0" presId="urn:microsoft.com/office/officeart/2005/8/layout/orgChart1"/>
    <dgm:cxn modelId="{9270B2A8-5B25-43B6-9F6F-ECA432EE85DE}" type="presParOf" srcId="{F444448A-2761-4349-AEDB-B5B4BA93E665}" destId="{98ECFABA-D09E-4324-8C71-2F2C7C4C8D58}" srcOrd="1" destOrd="0" presId="urn:microsoft.com/office/officeart/2005/8/layout/orgChart1"/>
    <dgm:cxn modelId="{49556B57-7B27-4203-8A2F-7CF6E89E07CC}" type="presParOf" srcId="{98ECFABA-D09E-4324-8C71-2F2C7C4C8D58}" destId="{16E6F811-1E7C-4C79-9EE6-A5BD06DC7CC5}" srcOrd="0" destOrd="0" presId="urn:microsoft.com/office/officeart/2005/8/layout/orgChart1"/>
    <dgm:cxn modelId="{87B3532A-E955-40A9-BF7E-C7E95EE2A768}" type="presParOf" srcId="{98ECFABA-D09E-4324-8C71-2F2C7C4C8D58}" destId="{714F32C0-EBE9-4F22-86D5-E832BA46B4DC}" srcOrd="1" destOrd="0" presId="urn:microsoft.com/office/officeart/2005/8/layout/orgChart1"/>
    <dgm:cxn modelId="{E3848F51-B087-4094-BB70-22A7999F73BF}" type="presParOf" srcId="{714F32C0-EBE9-4F22-86D5-E832BA46B4DC}" destId="{4BB99C38-1266-4CF0-9B6F-4974804F5585}" srcOrd="0" destOrd="0" presId="urn:microsoft.com/office/officeart/2005/8/layout/orgChart1"/>
    <dgm:cxn modelId="{067918BD-FEB9-478E-8BB0-9CC5BE886E9B}" type="presParOf" srcId="{4BB99C38-1266-4CF0-9B6F-4974804F5585}" destId="{A097316C-5B4D-4DD4-8A31-EFDB030688A6}" srcOrd="0" destOrd="0" presId="urn:microsoft.com/office/officeart/2005/8/layout/orgChart1"/>
    <dgm:cxn modelId="{A18AE0A9-62EB-4ED6-8445-F1F401DEC8C2}" type="presParOf" srcId="{4BB99C38-1266-4CF0-9B6F-4974804F5585}" destId="{1F4DBFB5-523B-44B1-BF5C-E51D538CC9DB}" srcOrd="1" destOrd="0" presId="urn:microsoft.com/office/officeart/2005/8/layout/orgChart1"/>
    <dgm:cxn modelId="{B0EBF52B-5D19-4A7A-B212-E7CBA7225140}" type="presParOf" srcId="{714F32C0-EBE9-4F22-86D5-E832BA46B4DC}" destId="{CDA8533C-57C9-46C9-BC00-01128CA5E1F8}" srcOrd="1" destOrd="0" presId="urn:microsoft.com/office/officeart/2005/8/layout/orgChart1"/>
    <dgm:cxn modelId="{389CD0FC-4767-4D54-B5F9-153F0FC75E3F}" type="presParOf" srcId="{714F32C0-EBE9-4F22-86D5-E832BA46B4DC}" destId="{424A1DCD-A87E-4B0C-8F8A-D64A0841EEED}" srcOrd="2" destOrd="0" presId="urn:microsoft.com/office/officeart/2005/8/layout/orgChart1"/>
    <dgm:cxn modelId="{F9A52666-49A9-4E84-9C37-95AD8DFCCEAF}" type="presParOf" srcId="{F444448A-2761-4349-AEDB-B5B4BA93E665}" destId="{D72E37C7-6DD4-4B26-9A7F-CFFB85DF6CED}" srcOrd="2" destOrd="0" presId="urn:microsoft.com/office/officeart/2005/8/layout/orgChart1"/>
    <dgm:cxn modelId="{E8642C5D-99D5-481C-86C9-D8FE0F4BFC10}" type="presParOf" srcId="{D72E37C7-6DD4-4B26-9A7F-CFFB85DF6CED}" destId="{0A4B731C-296D-4F46-893E-62CB6443AD59}" srcOrd="0" destOrd="0" presId="urn:microsoft.com/office/officeart/2005/8/layout/orgChart1"/>
    <dgm:cxn modelId="{8A0B0974-9448-45F3-ADE6-80E44A231374}" type="presParOf" srcId="{D72E37C7-6DD4-4B26-9A7F-CFFB85DF6CED}" destId="{24339B27-D33E-42BB-B41D-B0121C5D94CF}" srcOrd="1" destOrd="0" presId="urn:microsoft.com/office/officeart/2005/8/layout/orgChart1"/>
    <dgm:cxn modelId="{80E46CD8-A5A8-4D0E-B4C1-79B8C5BFDB2A}" type="presParOf" srcId="{24339B27-D33E-42BB-B41D-B0121C5D94CF}" destId="{3B9E01FD-2C0A-4395-A0E0-D3FAD876098F}" srcOrd="0" destOrd="0" presId="urn:microsoft.com/office/officeart/2005/8/layout/orgChart1"/>
    <dgm:cxn modelId="{11F3A5DD-052F-4E4C-914C-1539ACC3358F}" type="presParOf" srcId="{3B9E01FD-2C0A-4395-A0E0-D3FAD876098F}" destId="{2DC78E38-055C-4A0F-B798-7D6A3A06FA96}" srcOrd="0" destOrd="0" presId="urn:microsoft.com/office/officeart/2005/8/layout/orgChart1"/>
    <dgm:cxn modelId="{C22BC847-BEA8-44EA-86BB-6021CCE971B6}" type="presParOf" srcId="{3B9E01FD-2C0A-4395-A0E0-D3FAD876098F}" destId="{3C452BCD-1345-4B64-A9F7-F82AA1090E20}" srcOrd="1" destOrd="0" presId="urn:microsoft.com/office/officeart/2005/8/layout/orgChart1"/>
    <dgm:cxn modelId="{FB479E02-C83B-412A-80AC-A9B8CF0330E2}" type="presParOf" srcId="{24339B27-D33E-42BB-B41D-B0121C5D94CF}" destId="{BE33DC69-BE9C-43FE-BD68-9AF545789AC5}" srcOrd="1" destOrd="0" presId="urn:microsoft.com/office/officeart/2005/8/layout/orgChart1"/>
    <dgm:cxn modelId="{2AFB98AC-3EDA-47F4-8717-E96C8A49D41C}" type="presParOf" srcId="{BE33DC69-BE9C-43FE-BD68-9AF545789AC5}" destId="{5F1DBF50-EEA6-4D6D-959E-8381632A1D42}" srcOrd="0" destOrd="0" presId="urn:microsoft.com/office/officeart/2005/8/layout/orgChart1"/>
    <dgm:cxn modelId="{9E6F076E-3B0E-45D2-9381-855654BCA489}" type="presParOf" srcId="{BE33DC69-BE9C-43FE-BD68-9AF545789AC5}" destId="{E69C1A0A-65A0-4A8C-9A23-3A0D0A88BD2D}" srcOrd="1" destOrd="0" presId="urn:microsoft.com/office/officeart/2005/8/layout/orgChart1"/>
    <dgm:cxn modelId="{E35808DD-4FAC-4B30-898F-058FBF05B535}" type="presParOf" srcId="{E69C1A0A-65A0-4A8C-9A23-3A0D0A88BD2D}" destId="{EDFC44BD-FDAC-4B5E-A452-152D21F4B793}" srcOrd="0" destOrd="0" presId="urn:microsoft.com/office/officeart/2005/8/layout/orgChart1"/>
    <dgm:cxn modelId="{CC6357BA-BC3B-43FE-8C19-3FE5AD37895A}" type="presParOf" srcId="{EDFC44BD-FDAC-4B5E-A452-152D21F4B793}" destId="{4C7EEB58-8EA0-4AC2-8205-FD7181A78363}" srcOrd="0" destOrd="0" presId="urn:microsoft.com/office/officeart/2005/8/layout/orgChart1"/>
    <dgm:cxn modelId="{BD6C084D-3273-485F-9BC3-37893366967D}" type="presParOf" srcId="{EDFC44BD-FDAC-4B5E-A452-152D21F4B793}" destId="{9D15E1FD-5CBD-4FA3-8AA4-70782880639B}" srcOrd="1" destOrd="0" presId="urn:microsoft.com/office/officeart/2005/8/layout/orgChart1"/>
    <dgm:cxn modelId="{10BDD89C-E206-4DD5-91BE-E26949B86D54}" type="presParOf" srcId="{E69C1A0A-65A0-4A8C-9A23-3A0D0A88BD2D}" destId="{E095B92B-19B6-4E00-AD16-402CE3F00A6B}" srcOrd="1" destOrd="0" presId="urn:microsoft.com/office/officeart/2005/8/layout/orgChart1"/>
    <dgm:cxn modelId="{2BA0FFBA-B523-4E0E-B056-200D69DDAC39}" type="presParOf" srcId="{E69C1A0A-65A0-4A8C-9A23-3A0D0A88BD2D}" destId="{E2B84A33-713C-4E42-AC0C-C1193B89EB99}" srcOrd="2" destOrd="0" presId="urn:microsoft.com/office/officeart/2005/8/layout/orgChart1"/>
    <dgm:cxn modelId="{B4B44985-B118-4259-9FB9-0BC5388F7624}" type="presParOf" srcId="{BE33DC69-BE9C-43FE-BD68-9AF545789AC5}" destId="{D9596330-4EF5-4B32-A6C7-775299D3E53D}" srcOrd="2" destOrd="0" presId="urn:microsoft.com/office/officeart/2005/8/layout/orgChart1"/>
    <dgm:cxn modelId="{FCA53A7D-15B8-4278-BADE-C7C23476DCC6}" type="presParOf" srcId="{BE33DC69-BE9C-43FE-BD68-9AF545789AC5}" destId="{345F6EF8-85B2-48DD-A7E6-DD21AA04CB26}" srcOrd="3" destOrd="0" presId="urn:microsoft.com/office/officeart/2005/8/layout/orgChart1"/>
    <dgm:cxn modelId="{A247E265-6135-4410-9328-C96598F90AA6}" type="presParOf" srcId="{345F6EF8-85B2-48DD-A7E6-DD21AA04CB26}" destId="{4E9C9756-0CFF-4B94-A1BA-B3A8DB59E86A}" srcOrd="0" destOrd="0" presId="urn:microsoft.com/office/officeart/2005/8/layout/orgChart1"/>
    <dgm:cxn modelId="{DD7E5A44-1B2E-4D17-B960-B24909D0C736}" type="presParOf" srcId="{4E9C9756-0CFF-4B94-A1BA-B3A8DB59E86A}" destId="{8EC4F00B-5BFA-4E97-8537-73496F8C8B74}" srcOrd="0" destOrd="0" presId="urn:microsoft.com/office/officeart/2005/8/layout/orgChart1"/>
    <dgm:cxn modelId="{37870413-D4FA-4EBE-BB5D-DA2C8DDBBE78}" type="presParOf" srcId="{4E9C9756-0CFF-4B94-A1BA-B3A8DB59E86A}" destId="{FABEE562-ED91-4EE0-ACB0-6674229DC605}" srcOrd="1" destOrd="0" presId="urn:microsoft.com/office/officeart/2005/8/layout/orgChart1"/>
    <dgm:cxn modelId="{4813C890-04FA-4A03-A3BF-BAFF55E5735B}" type="presParOf" srcId="{345F6EF8-85B2-48DD-A7E6-DD21AA04CB26}" destId="{4CF7C244-C6FF-43C5-8F8A-BE40B5426419}" srcOrd="1" destOrd="0" presId="urn:microsoft.com/office/officeart/2005/8/layout/orgChart1"/>
    <dgm:cxn modelId="{CEE1968E-00D2-4495-BC7C-A158331FD3FD}" type="presParOf" srcId="{345F6EF8-85B2-48DD-A7E6-DD21AA04CB26}" destId="{750E3743-2A5F-4E95-9533-52409D64FA22}" srcOrd="2" destOrd="0" presId="urn:microsoft.com/office/officeart/2005/8/layout/orgChart1"/>
    <dgm:cxn modelId="{EC9ED11D-C901-444E-92DE-72450F5A229A}" type="presParOf" srcId="{BE33DC69-BE9C-43FE-BD68-9AF545789AC5}" destId="{14B6E73A-A777-41BA-A0E7-F77B3C241EAC}" srcOrd="4" destOrd="0" presId="urn:microsoft.com/office/officeart/2005/8/layout/orgChart1"/>
    <dgm:cxn modelId="{DA206992-DBAC-4810-BEB2-73EB27FEB7C4}" type="presParOf" srcId="{BE33DC69-BE9C-43FE-BD68-9AF545789AC5}" destId="{05494C35-43AB-4EDE-B629-7EE353D9E5FD}" srcOrd="5" destOrd="0" presId="urn:microsoft.com/office/officeart/2005/8/layout/orgChart1"/>
    <dgm:cxn modelId="{69441868-8FC2-4D0C-A454-9973CC0FAAEC}" type="presParOf" srcId="{05494C35-43AB-4EDE-B629-7EE353D9E5FD}" destId="{A33FBB1A-3AD3-4032-8B9F-0BB32E3C01BF}" srcOrd="0" destOrd="0" presId="urn:microsoft.com/office/officeart/2005/8/layout/orgChart1"/>
    <dgm:cxn modelId="{1CA87F00-D95D-4AC2-A70A-B68506CD6BBF}" type="presParOf" srcId="{A33FBB1A-3AD3-4032-8B9F-0BB32E3C01BF}" destId="{C73B576B-D1FF-4F15-81DB-0969A744DAC3}" srcOrd="0" destOrd="0" presId="urn:microsoft.com/office/officeart/2005/8/layout/orgChart1"/>
    <dgm:cxn modelId="{7D8BFEAE-BF3C-4A1D-B5B7-67FF6805ABE7}" type="presParOf" srcId="{A33FBB1A-3AD3-4032-8B9F-0BB32E3C01BF}" destId="{FDF27C20-39BB-47A9-BCF6-76F4D21F2923}" srcOrd="1" destOrd="0" presId="urn:microsoft.com/office/officeart/2005/8/layout/orgChart1"/>
    <dgm:cxn modelId="{37A08B9F-E3ED-4F4C-AC16-4959C4F2F4CA}" type="presParOf" srcId="{05494C35-43AB-4EDE-B629-7EE353D9E5FD}" destId="{DF939396-4C4B-4165-B71D-F8A3F500C749}" srcOrd="1" destOrd="0" presId="urn:microsoft.com/office/officeart/2005/8/layout/orgChart1"/>
    <dgm:cxn modelId="{DD7D1FC2-56A4-4DE7-BE66-8A1EC5F1725E}" type="presParOf" srcId="{05494C35-43AB-4EDE-B629-7EE353D9E5FD}" destId="{BAAF9A46-B56D-412B-8851-76F2525A4DE4}" srcOrd="2" destOrd="0" presId="urn:microsoft.com/office/officeart/2005/8/layout/orgChart1"/>
    <dgm:cxn modelId="{60923583-CC42-4B1E-8F52-F27EE5B32171}" type="presParOf" srcId="{24339B27-D33E-42BB-B41D-B0121C5D94CF}" destId="{FEC141DC-5BB9-46A5-8594-FC8DCA6F220F}" srcOrd="2" destOrd="0" presId="urn:microsoft.com/office/officeart/2005/8/layout/orgChart1"/>
    <dgm:cxn modelId="{40A7A1ED-A237-4261-BAEC-FF57981E64EE}" type="presParOf" srcId="{C7169083-66C7-41F3-A6CE-E0397AECF1BD}" destId="{13CCC8A9-4CF1-4EA3-8D4D-5D261AB25156}" srcOrd="4" destOrd="0" presId="urn:microsoft.com/office/officeart/2005/8/layout/orgChart1"/>
    <dgm:cxn modelId="{E3ACD1DD-3BC3-402E-B07A-1AB23D831CEA}" type="presParOf" srcId="{C7169083-66C7-41F3-A6CE-E0397AECF1BD}" destId="{A2DF0E9F-2AED-4D4C-AD0C-A628C24ACCF8}" srcOrd="5" destOrd="0" presId="urn:microsoft.com/office/officeart/2005/8/layout/orgChart1"/>
    <dgm:cxn modelId="{F5D222BA-1BD1-4851-87CF-A6D142340C71}" type="presParOf" srcId="{A2DF0E9F-2AED-4D4C-AD0C-A628C24ACCF8}" destId="{5C479C36-6E52-44C1-B735-9F49CB9D3E89}" srcOrd="0" destOrd="0" presId="urn:microsoft.com/office/officeart/2005/8/layout/orgChart1"/>
    <dgm:cxn modelId="{EBE0828C-9D6A-4FC8-8314-7797FBCE6FCC}" type="presParOf" srcId="{5C479C36-6E52-44C1-B735-9F49CB9D3E89}" destId="{E95B80EC-3C37-4088-8E10-4CA5849D5804}" srcOrd="0" destOrd="0" presId="urn:microsoft.com/office/officeart/2005/8/layout/orgChart1"/>
    <dgm:cxn modelId="{BD862C82-2048-4A43-A7D8-65938EF9291D}" type="presParOf" srcId="{5C479C36-6E52-44C1-B735-9F49CB9D3E89}" destId="{D05F59E9-52C3-4342-BCBA-714F23E21F95}" srcOrd="1" destOrd="0" presId="urn:microsoft.com/office/officeart/2005/8/layout/orgChart1"/>
    <dgm:cxn modelId="{9808D323-5B53-4C50-BDED-701FF66069DF}" type="presParOf" srcId="{A2DF0E9F-2AED-4D4C-AD0C-A628C24ACCF8}" destId="{D59D97D5-C726-40B3-A590-0C3E7E2B21BD}" srcOrd="1" destOrd="0" presId="urn:microsoft.com/office/officeart/2005/8/layout/orgChart1"/>
    <dgm:cxn modelId="{50552BBA-F028-4D2E-A697-6523A9773D84}" type="presParOf" srcId="{D59D97D5-C726-40B3-A590-0C3E7E2B21BD}" destId="{5111F95C-37E8-4D0B-A290-C0FFAF17D7A6}" srcOrd="0" destOrd="0" presId="urn:microsoft.com/office/officeart/2005/8/layout/orgChart1"/>
    <dgm:cxn modelId="{82A83B46-9BC6-4E35-9F53-D24C63635BEC}" type="presParOf" srcId="{D59D97D5-C726-40B3-A590-0C3E7E2B21BD}" destId="{AA84DDD4-FC5A-4743-B303-1E1366E92EFC}" srcOrd="1" destOrd="0" presId="urn:microsoft.com/office/officeart/2005/8/layout/orgChart1"/>
    <dgm:cxn modelId="{932C99C9-5612-4D2C-9762-52AB1576A020}" type="presParOf" srcId="{AA84DDD4-FC5A-4743-B303-1E1366E92EFC}" destId="{993B2C90-B25A-4D10-9F7B-F0FF35BCAD52}" srcOrd="0" destOrd="0" presId="urn:microsoft.com/office/officeart/2005/8/layout/orgChart1"/>
    <dgm:cxn modelId="{EF2DA4DB-D5F3-4F67-B809-2D53FEC619CC}" type="presParOf" srcId="{993B2C90-B25A-4D10-9F7B-F0FF35BCAD52}" destId="{88D40A1A-A41D-4D35-935D-CF5397EB6534}" srcOrd="0" destOrd="0" presId="urn:microsoft.com/office/officeart/2005/8/layout/orgChart1"/>
    <dgm:cxn modelId="{DC46C661-8C84-4422-B35B-2E3282ABBFB5}" type="presParOf" srcId="{993B2C90-B25A-4D10-9F7B-F0FF35BCAD52}" destId="{75ABA9FF-3243-4871-8885-1A7C928E8B77}" srcOrd="1" destOrd="0" presId="urn:microsoft.com/office/officeart/2005/8/layout/orgChart1"/>
    <dgm:cxn modelId="{85CBAD3B-258F-4857-95EF-88FECACE7BC8}" type="presParOf" srcId="{AA84DDD4-FC5A-4743-B303-1E1366E92EFC}" destId="{26D1A1B6-7641-4CE5-9C69-FD2E77170FED}" srcOrd="1" destOrd="0" presId="urn:microsoft.com/office/officeart/2005/8/layout/orgChart1"/>
    <dgm:cxn modelId="{FE1CFD39-9097-47E1-BEDF-82E428244572}" type="presParOf" srcId="{AA84DDD4-FC5A-4743-B303-1E1366E92EFC}" destId="{34282F4B-3D56-44CB-8300-53DDB86521EC}" srcOrd="2" destOrd="0" presId="urn:microsoft.com/office/officeart/2005/8/layout/orgChart1"/>
    <dgm:cxn modelId="{4A64A638-C58C-4872-B090-D26DF48609BA}" type="presParOf" srcId="{D59D97D5-C726-40B3-A590-0C3E7E2B21BD}" destId="{ABF597BF-0E12-4A43-8201-ECBC0BD59E81}" srcOrd="2" destOrd="0" presId="urn:microsoft.com/office/officeart/2005/8/layout/orgChart1"/>
    <dgm:cxn modelId="{6FDEEBED-A026-46AB-A70E-3A96DB4C084C}" type="presParOf" srcId="{D59D97D5-C726-40B3-A590-0C3E7E2B21BD}" destId="{436E8B68-B0D9-4542-B6D0-30581105C6F4}" srcOrd="3" destOrd="0" presId="urn:microsoft.com/office/officeart/2005/8/layout/orgChart1"/>
    <dgm:cxn modelId="{B80F299A-4FDF-4DBD-A2BA-A8F26286B5ED}" type="presParOf" srcId="{436E8B68-B0D9-4542-B6D0-30581105C6F4}" destId="{151E2CCB-99BF-4343-A828-F48FB48CE811}" srcOrd="0" destOrd="0" presId="urn:microsoft.com/office/officeart/2005/8/layout/orgChart1"/>
    <dgm:cxn modelId="{A807C203-095C-46F8-B1FC-32806C1337B9}" type="presParOf" srcId="{151E2CCB-99BF-4343-A828-F48FB48CE811}" destId="{950A0222-5293-4D71-A7E1-4D7943F5DFB8}" srcOrd="0" destOrd="0" presId="urn:microsoft.com/office/officeart/2005/8/layout/orgChart1"/>
    <dgm:cxn modelId="{432A08BF-5A61-40C4-AF37-1319832D5C59}" type="presParOf" srcId="{151E2CCB-99BF-4343-A828-F48FB48CE811}" destId="{D2B4BB26-E27B-4AF3-A869-E64F6FD3CA16}" srcOrd="1" destOrd="0" presId="urn:microsoft.com/office/officeart/2005/8/layout/orgChart1"/>
    <dgm:cxn modelId="{97AA4C45-878C-42FA-9841-F986B3A8748C}" type="presParOf" srcId="{436E8B68-B0D9-4542-B6D0-30581105C6F4}" destId="{A2C05207-533C-4630-9B22-8247996005CB}" srcOrd="1" destOrd="0" presId="urn:microsoft.com/office/officeart/2005/8/layout/orgChart1"/>
    <dgm:cxn modelId="{3D7E03FB-DFC7-422D-8F4E-7EB071BDA08A}" type="presParOf" srcId="{436E8B68-B0D9-4542-B6D0-30581105C6F4}" destId="{DD9CD101-96B8-4893-985E-B7D654FA672E}" srcOrd="2" destOrd="0" presId="urn:microsoft.com/office/officeart/2005/8/layout/orgChart1"/>
    <dgm:cxn modelId="{DF2C9350-8500-4421-A28A-465A861D5664}" type="presParOf" srcId="{A2DF0E9F-2AED-4D4C-AD0C-A628C24ACCF8}" destId="{EA41F7A7-F41F-4519-A576-B4DE33D50768}" srcOrd="2" destOrd="0" presId="urn:microsoft.com/office/officeart/2005/8/layout/orgChart1"/>
    <dgm:cxn modelId="{D3326796-42A2-4811-A24C-41F7755CDABD}" type="presParOf" srcId="{C7169083-66C7-41F3-A6CE-E0397AECF1BD}" destId="{289966C0-7B1A-4AAB-BFC8-483F124627C7}" srcOrd="6" destOrd="0" presId="urn:microsoft.com/office/officeart/2005/8/layout/orgChart1"/>
    <dgm:cxn modelId="{224E6EB6-E737-4007-8D3C-9B914F04B722}" type="presParOf" srcId="{C7169083-66C7-41F3-A6CE-E0397AECF1BD}" destId="{678B7065-F6AB-44FF-A2E0-10E2439185DD}" srcOrd="7" destOrd="0" presId="urn:microsoft.com/office/officeart/2005/8/layout/orgChart1"/>
    <dgm:cxn modelId="{E594379A-DB70-46A9-B962-07D45A5363F8}" type="presParOf" srcId="{678B7065-F6AB-44FF-A2E0-10E2439185DD}" destId="{5C3F7745-801F-4F3F-95C4-520307218A93}" srcOrd="0" destOrd="0" presId="urn:microsoft.com/office/officeart/2005/8/layout/orgChart1"/>
    <dgm:cxn modelId="{44C0B1B4-1DDD-4C9C-8B8D-022287FCE2E2}" type="presParOf" srcId="{5C3F7745-801F-4F3F-95C4-520307218A93}" destId="{C8541DBC-692C-42C1-8795-02BF7AEFD238}" srcOrd="0" destOrd="0" presId="urn:microsoft.com/office/officeart/2005/8/layout/orgChart1"/>
    <dgm:cxn modelId="{0A6F1BE2-B0D9-446C-9D8B-B564CC429C46}" type="presParOf" srcId="{5C3F7745-801F-4F3F-95C4-520307218A93}" destId="{C134D185-B784-444E-A484-5BE537F8EABB}" srcOrd="1" destOrd="0" presId="urn:microsoft.com/office/officeart/2005/8/layout/orgChart1"/>
    <dgm:cxn modelId="{A720B22B-D804-4DA7-9381-94F1F026E510}" type="presParOf" srcId="{678B7065-F6AB-44FF-A2E0-10E2439185DD}" destId="{CEC99414-F0E8-4EF7-871A-251C3328F01C}" srcOrd="1" destOrd="0" presId="urn:microsoft.com/office/officeart/2005/8/layout/orgChart1"/>
    <dgm:cxn modelId="{DF091E11-BD17-40B2-BB7F-153813DF4CBC}" type="presParOf" srcId="{678B7065-F6AB-44FF-A2E0-10E2439185DD}" destId="{BF2DF96B-0DE7-4F89-8923-B924B575494B}" srcOrd="2" destOrd="0" presId="urn:microsoft.com/office/officeart/2005/8/layout/orgChart1"/>
    <dgm:cxn modelId="{A23428A5-E684-4BCB-9A63-B4E335826AAA}" type="presParOf" srcId="{C7169083-66C7-41F3-A6CE-E0397AECF1BD}" destId="{5345FFD6-2CB7-4932-BA92-9011491BDA04}" srcOrd="8" destOrd="0" presId="urn:microsoft.com/office/officeart/2005/8/layout/orgChart1"/>
    <dgm:cxn modelId="{2284CE25-EC4E-433A-8E46-4A6A3858CAB7}" type="presParOf" srcId="{C7169083-66C7-41F3-A6CE-E0397AECF1BD}" destId="{CE44EFDC-A1A1-4DAF-899D-9F8B59DEC432}" srcOrd="9" destOrd="0" presId="urn:microsoft.com/office/officeart/2005/8/layout/orgChart1"/>
    <dgm:cxn modelId="{5EE5CCBE-F11A-4FB9-B41A-ACC1044C61C5}" type="presParOf" srcId="{CE44EFDC-A1A1-4DAF-899D-9F8B59DEC432}" destId="{384AFBDD-A624-48A8-9B32-CDC8F04046D4}" srcOrd="0" destOrd="0" presId="urn:microsoft.com/office/officeart/2005/8/layout/orgChart1"/>
    <dgm:cxn modelId="{D2F47325-C9A1-4CC6-BFC3-26533F17D9BB}" type="presParOf" srcId="{384AFBDD-A624-48A8-9B32-CDC8F04046D4}" destId="{7D1AEEC3-EC89-475C-926F-A454A15353B8}" srcOrd="0" destOrd="0" presId="urn:microsoft.com/office/officeart/2005/8/layout/orgChart1"/>
    <dgm:cxn modelId="{836BB74A-E08C-49CB-B17D-9C17773C3D2E}" type="presParOf" srcId="{384AFBDD-A624-48A8-9B32-CDC8F04046D4}" destId="{060A7DC9-33E6-4F2E-9BAA-B7690643F56A}" srcOrd="1" destOrd="0" presId="urn:microsoft.com/office/officeart/2005/8/layout/orgChart1"/>
    <dgm:cxn modelId="{620734B4-FF2E-4EFF-922D-921771FFEC98}" type="presParOf" srcId="{CE44EFDC-A1A1-4DAF-899D-9F8B59DEC432}" destId="{60836B23-65F3-4A34-AA42-2D9C6C8A7A27}" srcOrd="1" destOrd="0" presId="urn:microsoft.com/office/officeart/2005/8/layout/orgChart1"/>
    <dgm:cxn modelId="{DECA0A55-D4CA-4007-8EDE-CACD351A7E18}" type="presParOf" srcId="{CE44EFDC-A1A1-4DAF-899D-9F8B59DEC432}" destId="{D5D8E3AC-8C24-46DF-8D2C-D3A20AED99E7}" srcOrd="2" destOrd="0" presId="urn:microsoft.com/office/officeart/2005/8/layout/orgChart1"/>
    <dgm:cxn modelId="{9D869F21-6852-4517-A3F5-1E05F0ED8762}" type="presParOf" srcId="{C7169083-66C7-41F3-A6CE-E0397AECF1BD}" destId="{4F7B57BF-8554-4AA4-82DC-F69296F43E00}" srcOrd="10" destOrd="0" presId="urn:microsoft.com/office/officeart/2005/8/layout/orgChart1"/>
    <dgm:cxn modelId="{D150C46E-3D6F-4611-8EA8-03DFD317DC16}" type="presParOf" srcId="{C7169083-66C7-41F3-A6CE-E0397AECF1BD}" destId="{1294427E-99EC-4BF7-8668-8BAE4B034E78}" srcOrd="11" destOrd="0" presId="urn:microsoft.com/office/officeart/2005/8/layout/orgChart1"/>
    <dgm:cxn modelId="{997C2485-D974-4B32-A8E1-51EA70AE150D}" type="presParOf" srcId="{1294427E-99EC-4BF7-8668-8BAE4B034E78}" destId="{7C3A36A0-ECDD-497F-BA29-90297D529830}" srcOrd="0" destOrd="0" presId="urn:microsoft.com/office/officeart/2005/8/layout/orgChart1"/>
    <dgm:cxn modelId="{A9F251AC-7D70-4F2D-8BD3-61766D8C7449}" type="presParOf" srcId="{7C3A36A0-ECDD-497F-BA29-90297D529830}" destId="{162116E3-E6D2-4735-97A2-590F113DFEF3}" srcOrd="0" destOrd="0" presId="urn:microsoft.com/office/officeart/2005/8/layout/orgChart1"/>
    <dgm:cxn modelId="{A8FEAD22-4B3E-40DE-97F4-ABE7257B639E}" type="presParOf" srcId="{7C3A36A0-ECDD-497F-BA29-90297D529830}" destId="{6E510F13-1709-4727-867E-18BB848FF3C6}" srcOrd="1" destOrd="0" presId="urn:microsoft.com/office/officeart/2005/8/layout/orgChart1"/>
    <dgm:cxn modelId="{79DCD874-890F-4532-B3CB-56B3665C2188}" type="presParOf" srcId="{1294427E-99EC-4BF7-8668-8BAE4B034E78}" destId="{04E8AD18-AF79-427C-90EB-D5811E81C15C}" srcOrd="1" destOrd="0" presId="urn:microsoft.com/office/officeart/2005/8/layout/orgChart1"/>
    <dgm:cxn modelId="{20E288E0-3784-41C3-B765-1402561A5A84}" type="presParOf" srcId="{1294427E-99EC-4BF7-8668-8BAE4B034E78}" destId="{43283F92-BB4B-46C1-8CF8-878BF8C54DE6}" srcOrd="2" destOrd="0" presId="urn:microsoft.com/office/officeart/2005/8/layout/orgChart1"/>
    <dgm:cxn modelId="{02DC8327-AA82-4557-8022-72BFFCA248A9}" type="presParOf" srcId="{C7169083-66C7-41F3-A6CE-E0397AECF1BD}" destId="{E66D639C-F402-4C14-8F16-ECCE3B62DEC1}" srcOrd="12" destOrd="0" presId="urn:microsoft.com/office/officeart/2005/8/layout/orgChart1"/>
    <dgm:cxn modelId="{E2B574D2-6645-4148-AC65-C5DD568A862D}" type="presParOf" srcId="{C7169083-66C7-41F3-A6CE-E0397AECF1BD}" destId="{63208404-D4D8-4939-81D6-A2DE74DD6798}" srcOrd="13" destOrd="0" presId="urn:microsoft.com/office/officeart/2005/8/layout/orgChart1"/>
    <dgm:cxn modelId="{F602F1DC-8754-4A60-90E9-3E5135564999}" type="presParOf" srcId="{63208404-D4D8-4939-81D6-A2DE74DD6798}" destId="{75FD0AF9-3F64-4AC6-9936-1FC27E0A179F}" srcOrd="0" destOrd="0" presId="urn:microsoft.com/office/officeart/2005/8/layout/orgChart1"/>
    <dgm:cxn modelId="{8CAF4FB6-65FD-422A-A466-BA63D489A014}" type="presParOf" srcId="{75FD0AF9-3F64-4AC6-9936-1FC27E0A179F}" destId="{F188EEC5-93CD-4212-863F-484960968900}" srcOrd="0" destOrd="0" presId="urn:microsoft.com/office/officeart/2005/8/layout/orgChart1"/>
    <dgm:cxn modelId="{86510AE3-1030-4264-B7D6-9695E95BDFFA}" type="presParOf" srcId="{75FD0AF9-3F64-4AC6-9936-1FC27E0A179F}" destId="{76ED39D3-3CF8-4E89-BDD7-287382D6B309}" srcOrd="1" destOrd="0" presId="urn:microsoft.com/office/officeart/2005/8/layout/orgChart1"/>
    <dgm:cxn modelId="{082ADDA4-8336-472D-A685-6A282D35878B}" type="presParOf" srcId="{63208404-D4D8-4939-81D6-A2DE74DD6798}" destId="{3F6695F8-E20D-42E3-BC7F-96821EB4181E}" srcOrd="1" destOrd="0" presId="urn:microsoft.com/office/officeart/2005/8/layout/orgChart1"/>
    <dgm:cxn modelId="{CE6D04E3-58F1-4063-8D15-39414E46197A}" type="presParOf" srcId="{63208404-D4D8-4939-81D6-A2DE74DD6798}" destId="{468DFF4B-4EE4-470D-902C-13A6E5D81B47}" srcOrd="2" destOrd="0" presId="urn:microsoft.com/office/officeart/2005/8/layout/orgChart1"/>
    <dgm:cxn modelId="{20B38179-A559-4CA1-AE26-E3DB0EB2DC97}" type="presParOf" srcId="{DF57437F-6EE5-4C15-87C4-23FFAB656E99}" destId="{89628287-0DF8-4DC9-87F2-2C6FB5AE6EBE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591854-509F-4FD2-943F-7C5A38330428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835C3E1-AAE4-4C0F-A405-0A947A8254AB}">
      <dgm:prSet custT="1"/>
      <dgm:spPr/>
      <dgm:t>
        <a:bodyPr/>
        <a:lstStyle/>
        <a:p>
          <a:pPr algn="ctr" rtl="0"/>
          <a:r>
            <a:rPr lang="fr-FR" sz="1200" b="1" dirty="0">
              <a:latin typeface="Calibri" panose="020F0502020204030204" pitchFamily="34" charset="0"/>
              <a:cs typeface="Calibri" panose="020F0502020204030204" pitchFamily="34" charset="0"/>
            </a:rPr>
            <a:t>Responsable maintenance</a:t>
          </a:r>
          <a:endParaRPr lang="fr-FR" sz="1100" b="1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algn="ctr" rtl="0"/>
          <a:r>
            <a:rPr lang="fr-FR" sz="1100" dirty="0">
              <a:latin typeface="Calibri" panose="020F0502020204030204" pitchFamily="34" charset="0"/>
              <a:cs typeface="Calibri" panose="020F0502020204030204" pitchFamily="34" charset="0"/>
            </a:rPr>
            <a:t>Cédric MOIX</a:t>
          </a:r>
        </a:p>
      </dgm:t>
    </dgm:pt>
    <dgm:pt modelId="{8DF29618-FB40-4D54-94A2-E55002A4B0F2}" type="parTrans" cxnId="{88673812-C9CD-4D10-8FF5-BF35FC8BD9E9}">
      <dgm:prSet/>
      <dgm:spPr/>
      <dgm:t>
        <a:bodyPr/>
        <a:lstStyle/>
        <a:p>
          <a:endParaRPr lang="fr-FR"/>
        </a:p>
      </dgm:t>
    </dgm:pt>
    <dgm:pt modelId="{D40B11BB-0E7E-4D9E-8BC2-4756B3A528FE}" type="sibTrans" cxnId="{88673812-C9CD-4D10-8FF5-BF35FC8BD9E9}">
      <dgm:prSet/>
      <dgm:spPr/>
      <dgm:t>
        <a:bodyPr/>
        <a:lstStyle/>
        <a:p>
          <a:endParaRPr lang="fr-FR"/>
        </a:p>
      </dgm:t>
    </dgm:pt>
    <dgm:pt modelId="{8818FCC6-82A5-41AA-9F57-AAB8545AB3FF}">
      <dgm:prSet custT="1"/>
      <dgm:spPr/>
      <dgm:t>
        <a:bodyPr/>
        <a:lstStyle/>
        <a:p>
          <a:pPr rtl="0"/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MAGASIN</a:t>
          </a:r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MAINTENANCE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Acheteur magasinier maintenance 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David AYOUM</a:t>
          </a:r>
        </a:p>
      </dgm:t>
    </dgm:pt>
    <dgm:pt modelId="{41F84431-E4FC-4BA1-B08A-2F8D68B94110}" type="parTrans" cxnId="{F4BB90A5-0B15-4FC5-88D5-E308DA57E239}">
      <dgm:prSet/>
      <dgm:spPr/>
      <dgm:t>
        <a:bodyPr/>
        <a:lstStyle/>
        <a:p>
          <a:endParaRPr lang="fr-FR" sz="28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DF905BC-58E9-4849-913B-DA8510801D90}" type="sibTrans" cxnId="{F4BB90A5-0B15-4FC5-88D5-E308DA57E239}">
      <dgm:prSet/>
      <dgm:spPr/>
      <dgm:t>
        <a:bodyPr/>
        <a:lstStyle/>
        <a:p>
          <a:endParaRPr lang="fr-FR"/>
        </a:p>
      </dgm:t>
    </dgm:pt>
    <dgm:pt modelId="{898D212C-4BB6-4552-A4C8-96DDEA4F1A35}">
      <dgm:prSet custT="1"/>
      <dgm:spPr/>
      <dgm:t>
        <a:bodyPr/>
        <a:lstStyle/>
        <a:p>
          <a:pPr rtl="0"/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Magasinier maintenance 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Yann SERIOT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Pierre TESTIERE</a:t>
          </a:r>
        </a:p>
      </dgm:t>
    </dgm:pt>
    <dgm:pt modelId="{2E6694EF-2026-495A-AACB-F5B18B2A6EE1}" type="parTrans" cxnId="{EA8C8D1A-1F3E-4000-8B7E-20BE422295EB}">
      <dgm:prSet/>
      <dgm:spPr/>
      <dgm:t>
        <a:bodyPr/>
        <a:lstStyle/>
        <a:p>
          <a:endParaRPr lang="fr-FR" sz="28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F453017-DAEF-49FC-90E3-00EF3ECB2B4B}" type="sibTrans" cxnId="{EA8C8D1A-1F3E-4000-8B7E-20BE422295EB}">
      <dgm:prSet/>
      <dgm:spPr/>
      <dgm:t>
        <a:bodyPr/>
        <a:lstStyle/>
        <a:p>
          <a:endParaRPr lang="fr-FR"/>
        </a:p>
      </dgm:t>
    </dgm:pt>
    <dgm:pt modelId="{978BCFC9-B17B-40CE-8F40-5A99615580DB}">
      <dgm:prSet custT="1"/>
      <dgm:spPr/>
      <dgm:t>
        <a:bodyPr/>
        <a:lstStyle/>
        <a:p>
          <a:pPr rtl="0"/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MECANIQUE INFRA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 Chef d’équipe mécanique 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Yohann KEROUEC</a:t>
          </a:r>
        </a:p>
      </dgm:t>
    </dgm:pt>
    <dgm:pt modelId="{680712A2-0DBF-4C05-A6EF-AA232B4E1CDF}" type="parTrans" cxnId="{7A465AA6-9DA0-4147-A4D9-A6A986951509}">
      <dgm:prSet/>
      <dgm:spPr/>
      <dgm:t>
        <a:bodyPr/>
        <a:lstStyle/>
        <a:p>
          <a:endParaRPr lang="fr-FR" sz="28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350662E-9670-402F-B67D-EB784578CA7C}" type="sibTrans" cxnId="{7A465AA6-9DA0-4147-A4D9-A6A986951509}">
      <dgm:prSet/>
      <dgm:spPr/>
      <dgm:t>
        <a:bodyPr/>
        <a:lstStyle/>
        <a:p>
          <a:endParaRPr lang="fr-FR"/>
        </a:p>
      </dgm:t>
    </dgm:pt>
    <dgm:pt modelId="{1A13C7BB-B58D-43D8-8CE6-15C4C1BA7D7D}">
      <dgm:prSet custT="1"/>
      <dgm:spPr/>
      <dgm:t>
        <a:bodyPr/>
        <a:lstStyle/>
        <a:p>
          <a:pPr rtl="0"/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Mécanicien infrastructures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dirty="0" err="1">
              <a:latin typeface="Calibri" panose="020F0502020204030204" pitchFamily="34" charset="0"/>
              <a:cs typeface="Calibri" panose="020F0502020204030204" pitchFamily="34" charset="0"/>
            </a:rPr>
            <a:t>Assia</a:t>
          </a:r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 YACOUB</a:t>
          </a:r>
        </a:p>
      </dgm:t>
    </dgm:pt>
    <dgm:pt modelId="{5A785DD5-EEF8-4C40-8B7C-5FBC6E6585B5}" type="parTrans" cxnId="{DD79B376-8370-45FA-9281-37055AFB5F13}">
      <dgm:prSet/>
      <dgm:spPr/>
      <dgm:t>
        <a:bodyPr/>
        <a:lstStyle/>
        <a:p>
          <a:endParaRPr lang="fr-FR" sz="28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425A6E3-BA1E-42B3-B43B-F9AF0A4493A7}" type="sibTrans" cxnId="{DD79B376-8370-45FA-9281-37055AFB5F13}">
      <dgm:prSet/>
      <dgm:spPr/>
      <dgm:t>
        <a:bodyPr/>
        <a:lstStyle/>
        <a:p>
          <a:endParaRPr lang="fr-FR"/>
        </a:p>
      </dgm:t>
    </dgm:pt>
    <dgm:pt modelId="{7271001C-2206-4650-8249-5E10E6717989}">
      <dgm:prSet custT="1"/>
      <dgm:spPr/>
      <dgm:t>
        <a:bodyPr/>
        <a:lstStyle/>
        <a:p>
          <a:pPr rtl="0"/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Technicien d’usinage 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Sylvie ARRIOT-BERQUIN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Dominique TY</a:t>
          </a:r>
        </a:p>
      </dgm:t>
    </dgm:pt>
    <dgm:pt modelId="{CD47429F-E3DD-4A04-8C36-821AE5467983}" type="parTrans" cxnId="{F5A28BF7-63DC-41D3-A3C7-BF3109135FAB}">
      <dgm:prSet/>
      <dgm:spPr/>
      <dgm:t>
        <a:bodyPr/>
        <a:lstStyle/>
        <a:p>
          <a:endParaRPr lang="fr-FR" sz="28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2B38F1C-1008-4031-BB75-5E5F903ED4BD}" type="sibTrans" cxnId="{F5A28BF7-63DC-41D3-A3C7-BF3109135FAB}">
      <dgm:prSet/>
      <dgm:spPr/>
      <dgm:t>
        <a:bodyPr/>
        <a:lstStyle/>
        <a:p>
          <a:endParaRPr lang="fr-FR"/>
        </a:p>
      </dgm:t>
    </dgm:pt>
    <dgm:pt modelId="{406D03DB-6C2D-4A29-83FD-DCC2DD59653B}">
      <dgm:prSet custT="1"/>
      <dgm:spPr/>
      <dgm:t>
        <a:bodyPr/>
        <a:lstStyle/>
        <a:p>
          <a:pPr rtl="0"/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ELECTRICITE</a:t>
          </a:r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pPr rtl="0"/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Chef d’équipe électricité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Luis DOLORES</a:t>
          </a:r>
        </a:p>
      </dgm:t>
    </dgm:pt>
    <dgm:pt modelId="{42C89FA1-B11F-4130-88D6-209A5779958F}" type="parTrans" cxnId="{70184607-E705-459A-987B-7D27A5847B31}">
      <dgm:prSet/>
      <dgm:spPr/>
      <dgm:t>
        <a:bodyPr/>
        <a:lstStyle/>
        <a:p>
          <a:endParaRPr lang="fr-FR" sz="28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10ACAE7-5550-4328-88C0-FE5A1B1601DD}" type="sibTrans" cxnId="{70184607-E705-459A-987B-7D27A5847B31}">
      <dgm:prSet/>
      <dgm:spPr/>
      <dgm:t>
        <a:bodyPr/>
        <a:lstStyle/>
        <a:p>
          <a:endParaRPr lang="fr-FR"/>
        </a:p>
      </dgm:t>
    </dgm:pt>
    <dgm:pt modelId="{9BF2BB45-4958-4B39-850E-5F7FBEA75C79}">
      <dgm:prSet custT="1"/>
      <dgm:spPr/>
      <dgm:t>
        <a:bodyPr/>
        <a:lstStyle/>
        <a:p>
          <a:pPr rtl="0"/>
          <a:r>
            <a:rPr lang="fr-FR" sz="1000" b="1" dirty="0">
              <a:latin typeface="Calibri" panose="020F0502020204030204" pitchFamily="34" charset="0"/>
              <a:cs typeface="Calibri" panose="020F0502020204030204" pitchFamily="34" charset="0"/>
            </a:rPr>
            <a:t>Electriciens postés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 Rick CASTANIER</a:t>
          </a:r>
        </a:p>
        <a:p>
          <a:pPr rtl="0"/>
          <a:r>
            <a:rPr lang="fr-FR" sz="1000" dirty="0" err="1">
              <a:latin typeface="Calibri" panose="020F0502020204030204" pitchFamily="34" charset="0"/>
              <a:cs typeface="Calibri" panose="020F0502020204030204" pitchFamily="34" charset="0"/>
            </a:rPr>
            <a:t>Nicky</a:t>
          </a:r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 MIANOT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Séraphine SOULIER</a:t>
          </a:r>
        </a:p>
        <a:p>
          <a:pPr rtl="0"/>
          <a:r>
            <a:rPr lang="fr-FR" sz="1000" dirty="0">
              <a:latin typeface="Calibri" panose="020F0502020204030204" pitchFamily="34" charset="0"/>
              <a:cs typeface="Calibri" panose="020F0502020204030204" pitchFamily="34" charset="0"/>
            </a:rPr>
            <a:t>Alexandre TRIOT</a:t>
          </a:r>
        </a:p>
      </dgm:t>
    </dgm:pt>
    <dgm:pt modelId="{28DFF4C2-72B2-4EEE-A21D-D66DB038EB0B}" type="parTrans" cxnId="{65832086-D238-492F-BDF4-E36FF1C9ABFB}">
      <dgm:prSet/>
      <dgm:spPr/>
      <dgm:t>
        <a:bodyPr/>
        <a:lstStyle/>
        <a:p>
          <a:endParaRPr lang="fr-FR" sz="28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D77C229-F29D-4147-B319-3A6EDF276DDC}" type="sibTrans" cxnId="{65832086-D238-492F-BDF4-E36FF1C9ABFB}">
      <dgm:prSet/>
      <dgm:spPr/>
      <dgm:t>
        <a:bodyPr/>
        <a:lstStyle/>
        <a:p>
          <a:endParaRPr lang="fr-FR"/>
        </a:p>
      </dgm:t>
    </dgm:pt>
    <dgm:pt modelId="{20F0513D-6E63-4190-8196-9B29E7DEF707}">
      <dgm:prSet custT="1"/>
      <dgm:spPr/>
      <dgm:t>
        <a:bodyPr/>
        <a:lstStyle/>
        <a:p>
          <a:pPr rtl="0"/>
          <a:r>
            <a:rPr lang="fr-FR" sz="1050" b="1" dirty="0">
              <a:latin typeface="Calibri" panose="020F0502020204030204" pitchFamily="34" charset="0"/>
              <a:cs typeface="Calibri" panose="020F0502020204030204" pitchFamily="34" charset="0"/>
            </a:rPr>
            <a:t>Electriciens non postés</a:t>
          </a:r>
        </a:p>
        <a:p>
          <a:pPr rtl="0"/>
          <a:r>
            <a:rPr lang="fr-FR" sz="105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Guillaume COSNE</a:t>
          </a:r>
        </a:p>
        <a:p>
          <a:pPr rtl="0"/>
          <a:r>
            <a:rPr lang="fr-FR" sz="1050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Thomas  POIRE (apprenti)</a:t>
          </a:r>
        </a:p>
      </dgm:t>
    </dgm:pt>
    <dgm:pt modelId="{B150DEA8-99B2-4CBF-AE32-9D022C0A577B}" type="parTrans" cxnId="{3C0E3725-3C0C-4B73-8674-75A1D6AA7E08}">
      <dgm:prSet/>
      <dgm:spPr/>
      <dgm:t>
        <a:bodyPr/>
        <a:lstStyle/>
        <a:p>
          <a:endParaRPr lang="fr-FR" sz="28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8AD6939-9052-4D04-B963-D66FE574857A}" type="sibTrans" cxnId="{3C0E3725-3C0C-4B73-8674-75A1D6AA7E08}">
      <dgm:prSet/>
      <dgm:spPr/>
      <dgm:t>
        <a:bodyPr/>
        <a:lstStyle/>
        <a:p>
          <a:endParaRPr lang="fr-FR"/>
        </a:p>
      </dgm:t>
    </dgm:pt>
    <dgm:pt modelId="{B2D5C326-0370-41F0-8EB6-46B058780228}" type="pres">
      <dgm:prSet presAssocID="{E8591854-509F-4FD2-943F-7C5A383304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9BF7516-ADF1-4712-A081-C66DBCB37C08}" type="pres">
      <dgm:prSet presAssocID="{A835C3E1-AAE4-4C0F-A405-0A947A8254AB}" presName="hierRoot1" presStyleCnt="0">
        <dgm:presLayoutVars>
          <dgm:hierBranch val="init"/>
        </dgm:presLayoutVars>
      </dgm:prSet>
      <dgm:spPr/>
    </dgm:pt>
    <dgm:pt modelId="{9C4E0E14-0C38-4C60-B57F-77FE662F77D8}" type="pres">
      <dgm:prSet presAssocID="{A835C3E1-AAE4-4C0F-A405-0A947A8254AB}" presName="rootComposite1" presStyleCnt="0"/>
      <dgm:spPr/>
    </dgm:pt>
    <dgm:pt modelId="{610BE47B-A077-462B-B87F-B5E208DB080F}" type="pres">
      <dgm:prSet presAssocID="{A835C3E1-AAE4-4C0F-A405-0A947A8254AB}" presName="rootText1" presStyleLbl="node0" presStyleIdx="0" presStyleCnt="1" custScaleX="159668">
        <dgm:presLayoutVars>
          <dgm:chPref val="3"/>
        </dgm:presLayoutVars>
      </dgm:prSet>
      <dgm:spPr/>
    </dgm:pt>
    <dgm:pt modelId="{117B8406-3334-4EC0-BA3E-90BBF3EE142E}" type="pres">
      <dgm:prSet presAssocID="{A835C3E1-AAE4-4C0F-A405-0A947A8254AB}" presName="rootConnector1" presStyleLbl="node1" presStyleIdx="0" presStyleCnt="0"/>
      <dgm:spPr/>
    </dgm:pt>
    <dgm:pt modelId="{50B36905-BAB2-47E5-9009-3D26E1E2946D}" type="pres">
      <dgm:prSet presAssocID="{A835C3E1-AAE4-4C0F-A405-0A947A8254AB}" presName="hierChild2" presStyleCnt="0"/>
      <dgm:spPr/>
    </dgm:pt>
    <dgm:pt modelId="{55ACA376-EE64-4077-91A4-D6B6AE0EFFFE}" type="pres">
      <dgm:prSet presAssocID="{41F84431-E4FC-4BA1-B08A-2F8D68B94110}" presName="Name37" presStyleLbl="parChTrans1D2" presStyleIdx="0" presStyleCnt="4"/>
      <dgm:spPr/>
    </dgm:pt>
    <dgm:pt modelId="{DC23296C-6D96-40F7-B4D5-D089FDC89965}" type="pres">
      <dgm:prSet presAssocID="{8818FCC6-82A5-41AA-9F57-AAB8545AB3FF}" presName="hierRoot2" presStyleCnt="0">
        <dgm:presLayoutVars>
          <dgm:hierBranch val="init"/>
        </dgm:presLayoutVars>
      </dgm:prSet>
      <dgm:spPr/>
    </dgm:pt>
    <dgm:pt modelId="{6C9CECE1-503E-4565-9AB7-08D53B8D344D}" type="pres">
      <dgm:prSet presAssocID="{8818FCC6-82A5-41AA-9F57-AAB8545AB3FF}" presName="rootComposite" presStyleCnt="0"/>
      <dgm:spPr/>
    </dgm:pt>
    <dgm:pt modelId="{CC9030AD-40BA-4F2D-A9EE-735DD6F2F8BB}" type="pres">
      <dgm:prSet presAssocID="{8818FCC6-82A5-41AA-9F57-AAB8545AB3FF}" presName="rootText" presStyleLbl="node2" presStyleIdx="0" presStyleCnt="4">
        <dgm:presLayoutVars>
          <dgm:chPref val="3"/>
        </dgm:presLayoutVars>
      </dgm:prSet>
      <dgm:spPr/>
    </dgm:pt>
    <dgm:pt modelId="{A32BDCEE-33D0-4EAB-94AA-C3ABA408B069}" type="pres">
      <dgm:prSet presAssocID="{8818FCC6-82A5-41AA-9F57-AAB8545AB3FF}" presName="rootConnector" presStyleLbl="node2" presStyleIdx="0" presStyleCnt="4"/>
      <dgm:spPr/>
    </dgm:pt>
    <dgm:pt modelId="{1B6BEB9A-D24C-4467-AE90-23CDB574951C}" type="pres">
      <dgm:prSet presAssocID="{8818FCC6-82A5-41AA-9F57-AAB8545AB3FF}" presName="hierChild4" presStyleCnt="0"/>
      <dgm:spPr/>
    </dgm:pt>
    <dgm:pt modelId="{61CAF391-6780-4409-8029-A39A344E69CE}" type="pres">
      <dgm:prSet presAssocID="{2E6694EF-2026-495A-AACB-F5B18B2A6EE1}" presName="Name37" presStyleLbl="parChTrans1D3" presStyleIdx="0" presStyleCnt="4"/>
      <dgm:spPr/>
    </dgm:pt>
    <dgm:pt modelId="{648A7B52-46EE-4D81-8A87-D33998C9D3CD}" type="pres">
      <dgm:prSet presAssocID="{898D212C-4BB6-4552-A4C8-96DDEA4F1A35}" presName="hierRoot2" presStyleCnt="0">
        <dgm:presLayoutVars>
          <dgm:hierBranch val="init"/>
        </dgm:presLayoutVars>
      </dgm:prSet>
      <dgm:spPr/>
    </dgm:pt>
    <dgm:pt modelId="{6DB2187A-02F5-4540-8FC2-E895968D388F}" type="pres">
      <dgm:prSet presAssocID="{898D212C-4BB6-4552-A4C8-96DDEA4F1A35}" presName="rootComposite" presStyleCnt="0"/>
      <dgm:spPr/>
    </dgm:pt>
    <dgm:pt modelId="{8DCC9B56-70D4-4987-9E1B-19A46282AD5C}" type="pres">
      <dgm:prSet presAssocID="{898D212C-4BB6-4552-A4C8-96DDEA4F1A35}" presName="rootText" presStyleLbl="node3" presStyleIdx="0" presStyleCnt="4">
        <dgm:presLayoutVars>
          <dgm:chPref val="3"/>
        </dgm:presLayoutVars>
      </dgm:prSet>
      <dgm:spPr/>
    </dgm:pt>
    <dgm:pt modelId="{23C9ED6C-08AA-40D3-ADE5-C2BA6ECC3A98}" type="pres">
      <dgm:prSet presAssocID="{898D212C-4BB6-4552-A4C8-96DDEA4F1A35}" presName="rootConnector" presStyleLbl="node3" presStyleIdx="0" presStyleCnt="4"/>
      <dgm:spPr/>
    </dgm:pt>
    <dgm:pt modelId="{ACDA3770-9426-4E9A-B677-C13D520D252D}" type="pres">
      <dgm:prSet presAssocID="{898D212C-4BB6-4552-A4C8-96DDEA4F1A35}" presName="hierChild4" presStyleCnt="0"/>
      <dgm:spPr/>
    </dgm:pt>
    <dgm:pt modelId="{FD8DB9D6-DC97-45C6-8B26-743068553EBF}" type="pres">
      <dgm:prSet presAssocID="{898D212C-4BB6-4552-A4C8-96DDEA4F1A35}" presName="hierChild5" presStyleCnt="0"/>
      <dgm:spPr/>
    </dgm:pt>
    <dgm:pt modelId="{AD4DA3AB-6947-4429-9C7C-63EA09ACDE46}" type="pres">
      <dgm:prSet presAssocID="{8818FCC6-82A5-41AA-9F57-AAB8545AB3FF}" presName="hierChild5" presStyleCnt="0"/>
      <dgm:spPr/>
    </dgm:pt>
    <dgm:pt modelId="{F7786424-8B19-4437-86F8-2104E2A00CAE}" type="pres">
      <dgm:prSet presAssocID="{680712A2-0DBF-4C05-A6EF-AA232B4E1CDF}" presName="Name37" presStyleLbl="parChTrans1D2" presStyleIdx="1" presStyleCnt="4"/>
      <dgm:spPr/>
    </dgm:pt>
    <dgm:pt modelId="{1A439621-3815-408B-94FD-1E2094010CDD}" type="pres">
      <dgm:prSet presAssocID="{978BCFC9-B17B-40CE-8F40-5A99615580DB}" presName="hierRoot2" presStyleCnt="0">
        <dgm:presLayoutVars>
          <dgm:hierBranch val="init"/>
        </dgm:presLayoutVars>
      </dgm:prSet>
      <dgm:spPr/>
    </dgm:pt>
    <dgm:pt modelId="{1F56512B-1FF0-4A69-98BC-6A65C5DA3F73}" type="pres">
      <dgm:prSet presAssocID="{978BCFC9-B17B-40CE-8F40-5A99615580DB}" presName="rootComposite" presStyleCnt="0"/>
      <dgm:spPr/>
    </dgm:pt>
    <dgm:pt modelId="{BF085B7D-40C7-4FCE-A208-C3029F704E56}" type="pres">
      <dgm:prSet presAssocID="{978BCFC9-B17B-40CE-8F40-5A99615580DB}" presName="rootText" presStyleLbl="node2" presStyleIdx="1" presStyleCnt="4">
        <dgm:presLayoutVars>
          <dgm:chPref val="3"/>
        </dgm:presLayoutVars>
      </dgm:prSet>
      <dgm:spPr/>
    </dgm:pt>
    <dgm:pt modelId="{1B6651DD-6A45-4944-A696-05272D7E4C1F}" type="pres">
      <dgm:prSet presAssocID="{978BCFC9-B17B-40CE-8F40-5A99615580DB}" presName="rootConnector" presStyleLbl="node2" presStyleIdx="1" presStyleCnt="4"/>
      <dgm:spPr/>
    </dgm:pt>
    <dgm:pt modelId="{D677E7DF-D10C-49EF-A37E-1E40B94C3C0D}" type="pres">
      <dgm:prSet presAssocID="{978BCFC9-B17B-40CE-8F40-5A99615580DB}" presName="hierChild4" presStyleCnt="0"/>
      <dgm:spPr/>
    </dgm:pt>
    <dgm:pt modelId="{5FDEA3C8-1E96-49AC-96E8-3B51C1271D29}" type="pres">
      <dgm:prSet presAssocID="{5A785DD5-EEF8-4C40-8B7C-5FBC6E6585B5}" presName="Name37" presStyleLbl="parChTrans1D3" presStyleIdx="1" presStyleCnt="4"/>
      <dgm:spPr/>
    </dgm:pt>
    <dgm:pt modelId="{A0DBD081-65B6-43ED-AE00-33B29D81A188}" type="pres">
      <dgm:prSet presAssocID="{1A13C7BB-B58D-43D8-8CE6-15C4C1BA7D7D}" presName="hierRoot2" presStyleCnt="0">
        <dgm:presLayoutVars>
          <dgm:hierBranch val="init"/>
        </dgm:presLayoutVars>
      </dgm:prSet>
      <dgm:spPr/>
    </dgm:pt>
    <dgm:pt modelId="{A2673536-BED8-4902-826D-D127B2B88DAF}" type="pres">
      <dgm:prSet presAssocID="{1A13C7BB-B58D-43D8-8CE6-15C4C1BA7D7D}" presName="rootComposite" presStyleCnt="0"/>
      <dgm:spPr/>
    </dgm:pt>
    <dgm:pt modelId="{C1B7F33D-7F0A-4425-AC1B-8D600FF70698}" type="pres">
      <dgm:prSet presAssocID="{1A13C7BB-B58D-43D8-8CE6-15C4C1BA7D7D}" presName="rootText" presStyleLbl="node3" presStyleIdx="1" presStyleCnt="4">
        <dgm:presLayoutVars>
          <dgm:chPref val="3"/>
        </dgm:presLayoutVars>
      </dgm:prSet>
      <dgm:spPr/>
    </dgm:pt>
    <dgm:pt modelId="{B4F97DB4-FA38-476D-8BD2-619896F7BB7F}" type="pres">
      <dgm:prSet presAssocID="{1A13C7BB-B58D-43D8-8CE6-15C4C1BA7D7D}" presName="rootConnector" presStyleLbl="node3" presStyleIdx="1" presStyleCnt="4"/>
      <dgm:spPr/>
    </dgm:pt>
    <dgm:pt modelId="{7EB409C2-B0A2-4DBE-934B-386EFA7FCFBA}" type="pres">
      <dgm:prSet presAssocID="{1A13C7BB-B58D-43D8-8CE6-15C4C1BA7D7D}" presName="hierChild4" presStyleCnt="0"/>
      <dgm:spPr/>
    </dgm:pt>
    <dgm:pt modelId="{9663F507-A0DB-43E4-900B-21C4A3002AD4}" type="pres">
      <dgm:prSet presAssocID="{1A13C7BB-B58D-43D8-8CE6-15C4C1BA7D7D}" presName="hierChild5" presStyleCnt="0"/>
      <dgm:spPr/>
    </dgm:pt>
    <dgm:pt modelId="{FD2A98DF-B7CE-41FE-9DBD-C230F206A6B0}" type="pres">
      <dgm:prSet presAssocID="{978BCFC9-B17B-40CE-8F40-5A99615580DB}" presName="hierChild5" presStyleCnt="0"/>
      <dgm:spPr/>
    </dgm:pt>
    <dgm:pt modelId="{BA36A015-C0E6-4C1F-8EDE-BB6DA3C27D99}" type="pres">
      <dgm:prSet presAssocID="{CD47429F-E3DD-4A04-8C36-821AE5467983}" presName="Name37" presStyleLbl="parChTrans1D2" presStyleIdx="2" presStyleCnt="4"/>
      <dgm:spPr/>
    </dgm:pt>
    <dgm:pt modelId="{5ACC1C20-F7CA-4EB7-B7F9-87E1E0959FD4}" type="pres">
      <dgm:prSet presAssocID="{7271001C-2206-4650-8249-5E10E6717989}" presName="hierRoot2" presStyleCnt="0">
        <dgm:presLayoutVars>
          <dgm:hierBranch val="init"/>
        </dgm:presLayoutVars>
      </dgm:prSet>
      <dgm:spPr/>
    </dgm:pt>
    <dgm:pt modelId="{09086923-FC71-40B7-B0D9-A64696FBDAA1}" type="pres">
      <dgm:prSet presAssocID="{7271001C-2206-4650-8249-5E10E6717989}" presName="rootComposite" presStyleCnt="0"/>
      <dgm:spPr/>
    </dgm:pt>
    <dgm:pt modelId="{75F1128E-1B12-4C85-BD44-D752870CF9C6}" type="pres">
      <dgm:prSet presAssocID="{7271001C-2206-4650-8249-5E10E6717989}" presName="rootText" presStyleLbl="node2" presStyleIdx="2" presStyleCnt="4">
        <dgm:presLayoutVars>
          <dgm:chPref val="3"/>
        </dgm:presLayoutVars>
      </dgm:prSet>
      <dgm:spPr/>
    </dgm:pt>
    <dgm:pt modelId="{C0DC77BD-663F-4CD1-BECE-5EB53542EA01}" type="pres">
      <dgm:prSet presAssocID="{7271001C-2206-4650-8249-5E10E6717989}" presName="rootConnector" presStyleLbl="node2" presStyleIdx="2" presStyleCnt="4"/>
      <dgm:spPr/>
    </dgm:pt>
    <dgm:pt modelId="{CA4CA7A9-5231-4EB1-82D7-5F00F5BAFFCB}" type="pres">
      <dgm:prSet presAssocID="{7271001C-2206-4650-8249-5E10E6717989}" presName="hierChild4" presStyleCnt="0"/>
      <dgm:spPr/>
    </dgm:pt>
    <dgm:pt modelId="{DFC689CB-BC65-4EF3-B4FB-5F403FF0B936}" type="pres">
      <dgm:prSet presAssocID="{7271001C-2206-4650-8249-5E10E6717989}" presName="hierChild5" presStyleCnt="0"/>
      <dgm:spPr/>
    </dgm:pt>
    <dgm:pt modelId="{EC8218AB-E26A-4905-A925-250F1B8208F3}" type="pres">
      <dgm:prSet presAssocID="{42C89FA1-B11F-4130-88D6-209A5779958F}" presName="Name37" presStyleLbl="parChTrans1D2" presStyleIdx="3" presStyleCnt="4"/>
      <dgm:spPr/>
    </dgm:pt>
    <dgm:pt modelId="{1F99B3C0-58F9-45CC-8D21-5B38E9295F6F}" type="pres">
      <dgm:prSet presAssocID="{406D03DB-6C2D-4A29-83FD-DCC2DD59653B}" presName="hierRoot2" presStyleCnt="0">
        <dgm:presLayoutVars>
          <dgm:hierBranch val="init"/>
        </dgm:presLayoutVars>
      </dgm:prSet>
      <dgm:spPr/>
    </dgm:pt>
    <dgm:pt modelId="{CA70E724-4C1D-4DEA-8993-21412E2AC9A5}" type="pres">
      <dgm:prSet presAssocID="{406D03DB-6C2D-4A29-83FD-DCC2DD59653B}" presName="rootComposite" presStyleCnt="0"/>
      <dgm:spPr/>
    </dgm:pt>
    <dgm:pt modelId="{31D31F35-43F5-4ED6-9FD1-02379D0240F5}" type="pres">
      <dgm:prSet presAssocID="{406D03DB-6C2D-4A29-83FD-DCC2DD59653B}" presName="rootText" presStyleLbl="node2" presStyleIdx="3" presStyleCnt="4">
        <dgm:presLayoutVars>
          <dgm:chPref val="3"/>
        </dgm:presLayoutVars>
      </dgm:prSet>
      <dgm:spPr/>
    </dgm:pt>
    <dgm:pt modelId="{9A5294E4-B3ED-4413-A91D-D6BE057C0C24}" type="pres">
      <dgm:prSet presAssocID="{406D03DB-6C2D-4A29-83FD-DCC2DD59653B}" presName="rootConnector" presStyleLbl="node2" presStyleIdx="3" presStyleCnt="4"/>
      <dgm:spPr/>
    </dgm:pt>
    <dgm:pt modelId="{3E5D23C8-2965-4DF2-86A5-49822638CF7C}" type="pres">
      <dgm:prSet presAssocID="{406D03DB-6C2D-4A29-83FD-DCC2DD59653B}" presName="hierChild4" presStyleCnt="0"/>
      <dgm:spPr/>
    </dgm:pt>
    <dgm:pt modelId="{C283045D-FBEC-4583-8310-DB8F147DFF60}" type="pres">
      <dgm:prSet presAssocID="{28DFF4C2-72B2-4EEE-A21D-D66DB038EB0B}" presName="Name37" presStyleLbl="parChTrans1D3" presStyleIdx="2" presStyleCnt="4"/>
      <dgm:spPr/>
    </dgm:pt>
    <dgm:pt modelId="{5B7A60EC-685A-43FF-89FA-EBF8A0FB3076}" type="pres">
      <dgm:prSet presAssocID="{9BF2BB45-4958-4B39-850E-5F7FBEA75C79}" presName="hierRoot2" presStyleCnt="0">
        <dgm:presLayoutVars>
          <dgm:hierBranch val="init"/>
        </dgm:presLayoutVars>
      </dgm:prSet>
      <dgm:spPr/>
    </dgm:pt>
    <dgm:pt modelId="{F532D360-0F0E-4D1E-BA2D-AFF82857FA29}" type="pres">
      <dgm:prSet presAssocID="{9BF2BB45-4958-4B39-850E-5F7FBEA75C79}" presName="rootComposite" presStyleCnt="0"/>
      <dgm:spPr/>
    </dgm:pt>
    <dgm:pt modelId="{B3BA85A1-4765-425B-8A39-E7568CACF8EA}" type="pres">
      <dgm:prSet presAssocID="{9BF2BB45-4958-4B39-850E-5F7FBEA75C79}" presName="rootText" presStyleLbl="node3" presStyleIdx="2" presStyleCnt="4" custScaleY="145263">
        <dgm:presLayoutVars>
          <dgm:chPref val="3"/>
        </dgm:presLayoutVars>
      </dgm:prSet>
      <dgm:spPr/>
    </dgm:pt>
    <dgm:pt modelId="{DEC81669-7D4E-48D8-96E3-FF54CED8521C}" type="pres">
      <dgm:prSet presAssocID="{9BF2BB45-4958-4B39-850E-5F7FBEA75C79}" presName="rootConnector" presStyleLbl="node3" presStyleIdx="2" presStyleCnt="4"/>
      <dgm:spPr/>
    </dgm:pt>
    <dgm:pt modelId="{54C4D537-F784-49C2-A181-F6B69464C348}" type="pres">
      <dgm:prSet presAssocID="{9BF2BB45-4958-4B39-850E-5F7FBEA75C79}" presName="hierChild4" presStyleCnt="0"/>
      <dgm:spPr/>
    </dgm:pt>
    <dgm:pt modelId="{AFC6E692-CBC8-4416-96A7-168564320EAB}" type="pres">
      <dgm:prSet presAssocID="{9BF2BB45-4958-4B39-850E-5F7FBEA75C79}" presName="hierChild5" presStyleCnt="0"/>
      <dgm:spPr/>
    </dgm:pt>
    <dgm:pt modelId="{DFFC4C0B-BC4F-480F-823F-E07F9A1EA2E9}" type="pres">
      <dgm:prSet presAssocID="{B150DEA8-99B2-4CBF-AE32-9D022C0A577B}" presName="Name37" presStyleLbl="parChTrans1D3" presStyleIdx="3" presStyleCnt="4"/>
      <dgm:spPr/>
    </dgm:pt>
    <dgm:pt modelId="{5B83D539-203D-4D04-93C0-6B6742FD1B66}" type="pres">
      <dgm:prSet presAssocID="{20F0513D-6E63-4190-8196-9B29E7DEF707}" presName="hierRoot2" presStyleCnt="0">
        <dgm:presLayoutVars>
          <dgm:hierBranch val="init"/>
        </dgm:presLayoutVars>
      </dgm:prSet>
      <dgm:spPr/>
    </dgm:pt>
    <dgm:pt modelId="{1416F765-60C9-48D8-9751-170FF5283F4D}" type="pres">
      <dgm:prSet presAssocID="{20F0513D-6E63-4190-8196-9B29E7DEF707}" presName="rootComposite" presStyleCnt="0"/>
      <dgm:spPr/>
    </dgm:pt>
    <dgm:pt modelId="{005D88C1-27B8-4D0E-89CF-6B52D87AE4D7}" type="pres">
      <dgm:prSet presAssocID="{20F0513D-6E63-4190-8196-9B29E7DEF707}" presName="rootText" presStyleLbl="node3" presStyleIdx="3" presStyleCnt="4">
        <dgm:presLayoutVars>
          <dgm:chPref val="3"/>
        </dgm:presLayoutVars>
      </dgm:prSet>
      <dgm:spPr/>
    </dgm:pt>
    <dgm:pt modelId="{0615233E-08D0-401A-A3A0-2B7005E668C7}" type="pres">
      <dgm:prSet presAssocID="{20F0513D-6E63-4190-8196-9B29E7DEF707}" presName="rootConnector" presStyleLbl="node3" presStyleIdx="3" presStyleCnt="4"/>
      <dgm:spPr/>
    </dgm:pt>
    <dgm:pt modelId="{7E1A1EFE-347A-4CC2-9760-24D8EE01CEE4}" type="pres">
      <dgm:prSet presAssocID="{20F0513D-6E63-4190-8196-9B29E7DEF707}" presName="hierChild4" presStyleCnt="0"/>
      <dgm:spPr/>
    </dgm:pt>
    <dgm:pt modelId="{5803BA51-F718-4DE3-8BB3-4B59852FC7EF}" type="pres">
      <dgm:prSet presAssocID="{20F0513D-6E63-4190-8196-9B29E7DEF707}" presName="hierChild5" presStyleCnt="0"/>
      <dgm:spPr/>
    </dgm:pt>
    <dgm:pt modelId="{61290C6E-F756-46B1-9D13-9BE893526D98}" type="pres">
      <dgm:prSet presAssocID="{406D03DB-6C2D-4A29-83FD-DCC2DD59653B}" presName="hierChild5" presStyleCnt="0"/>
      <dgm:spPr/>
    </dgm:pt>
    <dgm:pt modelId="{19BFB55B-D7E1-492B-B591-87722CDC28DA}" type="pres">
      <dgm:prSet presAssocID="{A835C3E1-AAE4-4C0F-A405-0A947A8254AB}" presName="hierChild3" presStyleCnt="0"/>
      <dgm:spPr/>
    </dgm:pt>
  </dgm:ptLst>
  <dgm:cxnLst>
    <dgm:cxn modelId="{70184607-E705-459A-987B-7D27A5847B31}" srcId="{A835C3E1-AAE4-4C0F-A405-0A947A8254AB}" destId="{406D03DB-6C2D-4A29-83FD-DCC2DD59653B}" srcOrd="3" destOrd="0" parTransId="{42C89FA1-B11F-4130-88D6-209A5779958F}" sibTransId="{510ACAE7-5550-4328-88C0-FE5A1B1601DD}"/>
    <dgm:cxn modelId="{230FC109-E3E3-429F-8C6C-BC24149F9953}" type="presOf" srcId="{E8591854-509F-4FD2-943F-7C5A38330428}" destId="{B2D5C326-0370-41F0-8EB6-46B058780228}" srcOrd="0" destOrd="0" presId="urn:microsoft.com/office/officeart/2005/8/layout/orgChart1"/>
    <dgm:cxn modelId="{88673812-C9CD-4D10-8FF5-BF35FC8BD9E9}" srcId="{E8591854-509F-4FD2-943F-7C5A38330428}" destId="{A835C3E1-AAE4-4C0F-A405-0A947A8254AB}" srcOrd="0" destOrd="0" parTransId="{8DF29618-FB40-4D54-94A2-E55002A4B0F2}" sibTransId="{D40B11BB-0E7E-4D9E-8BC2-4756B3A528FE}"/>
    <dgm:cxn modelId="{36DF1113-88AA-4788-878B-5816A72497D2}" type="presOf" srcId="{8818FCC6-82A5-41AA-9F57-AAB8545AB3FF}" destId="{CC9030AD-40BA-4F2D-A9EE-735DD6F2F8BB}" srcOrd="0" destOrd="0" presId="urn:microsoft.com/office/officeart/2005/8/layout/orgChart1"/>
    <dgm:cxn modelId="{EA8C8D1A-1F3E-4000-8B7E-20BE422295EB}" srcId="{8818FCC6-82A5-41AA-9F57-AAB8545AB3FF}" destId="{898D212C-4BB6-4552-A4C8-96DDEA4F1A35}" srcOrd="0" destOrd="0" parTransId="{2E6694EF-2026-495A-AACB-F5B18B2A6EE1}" sibTransId="{0F453017-DAEF-49FC-90E3-00EF3ECB2B4B}"/>
    <dgm:cxn modelId="{3C0E3725-3C0C-4B73-8674-75A1D6AA7E08}" srcId="{406D03DB-6C2D-4A29-83FD-DCC2DD59653B}" destId="{20F0513D-6E63-4190-8196-9B29E7DEF707}" srcOrd="1" destOrd="0" parTransId="{B150DEA8-99B2-4CBF-AE32-9D022C0A577B}" sibTransId="{F8AD6939-9052-4D04-B963-D66FE574857A}"/>
    <dgm:cxn modelId="{3F57C329-6CC7-4390-9925-6F223A05B187}" type="presOf" srcId="{B150DEA8-99B2-4CBF-AE32-9D022C0A577B}" destId="{DFFC4C0B-BC4F-480F-823F-E07F9A1EA2E9}" srcOrd="0" destOrd="0" presId="urn:microsoft.com/office/officeart/2005/8/layout/orgChart1"/>
    <dgm:cxn modelId="{11127F31-75D4-4470-90FA-2DB1C4292026}" type="presOf" srcId="{2E6694EF-2026-495A-AACB-F5B18B2A6EE1}" destId="{61CAF391-6780-4409-8029-A39A344E69CE}" srcOrd="0" destOrd="0" presId="urn:microsoft.com/office/officeart/2005/8/layout/orgChart1"/>
    <dgm:cxn modelId="{175F6A33-5595-412A-8B41-596D0A4A1CB7}" type="presOf" srcId="{9BF2BB45-4958-4B39-850E-5F7FBEA75C79}" destId="{DEC81669-7D4E-48D8-96E3-FF54CED8521C}" srcOrd="1" destOrd="0" presId="urn:microsoft.com/office/officeart/2005/8/layout/orgChart1"/>
    <dgm:cxn modelId="{2FD9643C-E20B-4A68-8A2F-A9F250437309}" type="presOf" srcId="{28DFF4C2-72B2-4EEE-A21D-D66DB038EB0B}" destId="{C283045D-FBEC-4583-8310-DB8F147DFF60}" srcOrd="0" destOrd="0" presId="urn:microsoft.com/office/officeart/2005/8/layout/orgChart1"/>
    <dgm:cxn modelId="{F877095B-6ECE-4C05-AE13-627FA7D083C3}" type="presOf" srcId="{898D212C-4BB6-4552-A4C8-96DDEA4F1A35}" destId="{8DCC9B56-70D4-4987-9E1B-19A46282AD5C}" srcOrd="0" destOrd="0" presId="urn:microsoft.com/office/officeart/2005/8/layout/orgChart1"/>
    <dgm:cxn modelId="{0E0FC262-0654-46F2-98C6-11096F15A50A}" type="presOf" srcId="{978BCFC9-B17B-40CE-8F40-5A99615580DB}" destId="{BF085B7D-40C7-4FCE-A208-C3029F704E56}" srcOrd="0" destOrd="0" presId="urn:microsoft.com/office/officeart/2005/8/layout/orgChart1"/>
    <dgm:cxn modelId="{F8EFE16F-83DB-44A2-BD48-7024F336B2C7}" type="presOf" srcId="{20F0513D-6E63-4190-8196-9B29E7DEF707}" destId="{005D88C1-27B8-4D0E-89CF-6B52D87AE4D7}" srcOrd="0" destOrd="0" presId="urn:microsoft.com/office/officeart/2005/8/layout/orgChart1"/>
    <dgm:cxn modelId="{1B4BC372-883F-4B09-99DE-C1346D299867}" type="presOf" srcId="{A835C3E1-AAE4-4C0F-A405-0A947A8254AB}" destId="{117B8406-3334-4EC0-BA3E-90BBF3EE142E}" srcOrd="1" destOrd="0" presId="urn:microsoft.com/office/officeart/2005/8/layout/orgChart1"/>
    <dgm:cxn modelId="{71961254-D150-4FE6-814E-632D3356C87D}" type="presOf" srcId="{8818FCC6-82A5-41AA-9F57-AAB8545AB3FF}" destId="{A32BDCEE-33D0-4EAB-94AA-C3ABA408B069}" srcOrd="1" destOrd="0" presId="urn:microsoft.com/office/officeart/2005/8/layout/orgChart1"/>
    <dgm:cxn modelId="{DD79B376-8370-45FA-9281-37055AFB5F13}" srcId="{978BCFC9-B17B-40CE-8F40-5A99615580DB}" destId="{1A13C7BB-B58D-43D8-8CE6-15C4C1BA7D7D}" srcOrd="0" destOrd="0" parTransId="{5A785DD5-EEF8-4C40-8B7C-5FBC6E6585B5}" sibTransId="{F425A6E3-BA1E-42B3-B43B-F9AF0A4493A7}"/>
    <dgm:cxn modelId="{5971DD5A-CA4E-4694-81C1-BAD17022EC27}" type="presOf" srcId="{20F0513D-6E63-4190-8196-9B29E7DEF707}" destId="{0615233E-08D0-401A-A3A0-2B7005E668C7}" srcOrd="1" destOrd="0" presId="urn:microsoft.com/office/officeart/2005/8/layout/orgChart1"/>
    <dgm:cxn modelId="{A1CD487E-F442-45F9-8097-38DF68A0BD9C}" type="presOf" srcId="{680712A2-0DBF-4C05-A6EF-AA232B4E1CDF}" destId="{F7786424-8B19-4437-86F8-2104E2A00CAE}" srcOrd="0" destOrd="0" presId="urn:microsoft.com/office/officeart/2005/8/layout/orgChart1"/>
    <dgm:cxn modelId="{50E4C17E-EB42-41A6-8BCA-41FEE511A83B}" type="presOf" srcId="{7271001C-2206-4650-8249-5E10E6717989}" destId="{C0DC77BD-663F-4CD1-BECE-5EB53542EA01}" srcOrd="1" destOrd="0" presId="urn:microsoft.com/office/officeart/2005/8/layout/orgChart1"/>
    <dgm:cxn modelId="{8B36337F-5681-4437-A162-9BA364E18B2B}" type="presOf" srcId="{1A13C7BB-B58D-43D8-8CE6-15C4C1BA7D7D}" destId="{C1B7F33D-7F0A-4425-AC1B-8D600FF70698}" srcOrd="0" destOrd="0" presId="urn:microsoft.com/office/officeart/2005/8/layout/orgChart1"/>
    <dgm:cxn modelId="{65832086-D238-492F-BDF4-E36FF1C9ABFB}" srcId="{406D03DB-6C2D-4A29-83FD-DCC2DD59653B}" destId="{9BF2BB45-4958-4B39-850E-5F7FBEA75C79}" srcOrd="0" destOrd="0" parTransId="{28DFF4C2-72B2-4EEE-A21D-D66DB038EB0B}" sibTransId="{4D77C229-F29D-4147-B319-3A6EDF276DDC}"/>
    <dgm:cxn modelId="{19802D88-0C5D-4C7F-831F-438137E4A57F}" type="presOf" srcId="{406D03DB-6C2D-4A29-83FD-DCC2DD59653B}" destId="{31D31F35-43F5-4ED6-9FD1-02379D0240F5}" srcOrd="0" destOrd="0" presId="urn:microsoft.com/office/officeart/2005/8/layout/orgChart1"/>
    <dgm:cxn modelId="{DBAD678E-8CD1-4C69-A988-806F832BD707}" type="presOf" srcId="{A835C3E1-AAE4-4C0F-A405-0A947A8254AB}" destId="{610BE47B-A077-462B-B87F-B5E208DB080F}" srcOrd="0" destOrd="0" presId="urn:microsoft.com/office/officeart/2005/8/layout/orgChart1"/>
    <dgm:cxn modelId="{09FBD894-CE7F-4FEE-B4B8-370C10A70C89}" type="presOf" srcId="{41F84431-E4FC-4BA1-B08A-2F8D68B94110}" destId="{55ACA376-EE64-4077-91A4-D6B6AE0EFFFE}" srcOrd="0" destOrd="0" presId="urn:microsoft.com/office/officeart/2005/8/layout/orgChart1"/>
    <dgm:cxn modelId="{76D2D799-C2A2-4732-A06D-2C5279ED7237}" type="presOf" srcId="{42C89FA1-B11F-4130-88D6-209A5779958F}" destId="{EC8218AB-E26A-4905-A925-250F1B8208F3}" srcOrd="0" destOrd="0" presId="urn:microsoft.com/office/officeart/2005/8/layout/orgChart1"/>
    <dgm:cxn modelId="{DAED14A1-B4FC-49C6-B234-400CB5380A2B}" type="presOf" srcId="{7271001C-2206-4650-8249-5E10E6717989}" destId="{75F1128E-1B12-4C85-BD44-D752870CF9C6}" srcOrd="0" destOrd="0" presId="urn:microsoft.com/office/officeart/2005/8/layout/orgChart1"/>
    <dgm:cxn modelId="{F4BB90A5-0B15-4FC5-88D5-E308DA57E239}" srcId="{A835C3E1-AAE4-4C0F-A405-0A947A8254AB}" destId="{8818FCC6-82A5-41AA-9F57-AAB8545AB3FF}" srcOrd="0" destOrd="0" parTransId="{41F84431-E4FC-4BA1-B08A-2F8D68B94110}" sibTransId="{0DF905BC-58E9-4849-913B-DA8510801D90}"/>
    <dgm:cxn modelId="{7A465AA6-9DA0-4147-A4D9-A6A986951509}" srcId="{A835C3E1-AAE4-4C0F-A405-0A947A8254AB}" destId="{978BCFC9-B17B-40CE-8F40-5A99615580DB}" srcOrd="1" destOrd="0" parTransId="{680712A2-0DBF-4C05-A6EF-AA232B4E1CDF}" sibTransId="{C350662E-9670-402F-B67D-EB784578CA7C}"/>
    <dgm:cxn modelId="{F5C9DBB2-954E-43AB-A250-F4927611A2FC}" type="presOf" srcId="{406D03DB-6C2D-4A29-83FD-DCC2DD59653B}" destId="{9A5294E4-B3ED-4413-A91D-D6BE057C0C24}" srcOrd="1" destOrd="0" presId="urn:microsoft.com/office/officeart/2005/8/layout/orgChart1"/>
    <dgm:cxn modelId="{5F0063B6-6178-4BBE-85C3-3521CEF80B75}" type="presOf" srcId="{978BCFC9-B17B-40CE-8F40-5A99615580DB}" destId="{1B6651DD-6A45-4944-A696-05272D7E4C1F}" srcOrd="1" destOrd="0" presId="urn:microsoft.com/office/officeart/2005/8/layout/orgChart1"/>
    <dgm:cxn modelId="{5651EDCC-7935-4EE1-9732-78F389E08E40}" type="presOf" srcId="{CD47429F-E3DD-4A04-8C36-821AE5467983}" destId="{BA36A015-C0E6-4C1F-8EDE-BB6DA3C27D99}" srcOrd="0" destOrd="0" presId="urn:microsoft.com/office/officeart/2005/8/layout/orgChart1"/>
    <dgm:cxn modelId="{B744D1D4-6C56-40CB-BF48-E56A21CB848E}" type="presOf" srcId="{898D212C-4BB6-4552-A4C8-96DDEA4F1A35}" destId="{23C9ED6C-08AA-40D3-ADE5-C2BA6ECC3A98}" srcOrd="1" destOrd="0" presId="urn:microsoft.com/office/officeart/2005/8/layout/orgChart1"/>
    <dgm:cxn modelId="{73F2E9E0-3E9A-4CF1-B7EE-D40FFC35CC18}" type="presOf" srcId="{1A13C7BB-B58D-43D8-8CE6-15C4C1BA7D7D}" destId="{B4F97DB4-FA38-476D-8BD2-619896F7BB7F}" srcOrd="1" destOrd="0" presId="urn:microsoft.com/office/officeart/2005/8/layout/orgChart1"/>
    <dgm:cxn modelId="{191FF8EA-6425-4EDF-8AC8-5F09B4C94E68}" type="presOf" srcId="{9BF2BB45-4958-4B39-850E-5F7FBEA75C79}" destId="{B3BA85A1-4765-425B-8A39-E7568CACF8EA}" srcOrd="0" destOrd="0" presId="urn:microsoft.com/office/officeart/2005/8/layout/orgChart1"/>
    <dgm:cxn modelId="{543579F6-D46C-4592-9525-5F0484857D15}" type="presOf" srcId="{5A785DD5-EEF8-4C40-8B7C-5FBC6E6585B5}" destId="{5FDEA3C8-1E96-49AC-96E8-3B51C1271D29}" srcOrd="0" destOrd="0" presId="urn:microsoft.com/office/officeart/2005/8/layout/orgChart1"/>
    <dgm:cxn modelId="{F5A28BF7-63DC-41D3-A3C7-BF3109135FAB}" srcId="{A835C3E1-AAE4-4C0F-A405-0A947A8254AB}" destId="{7271001C-2206-4650-8249-5E10E6717989}" srcOrd="2" destOrd="0" parTransId="{CD47429F-E3DD-4A04-8C36-821AE5467983}" sibTransId="{32B38F1C-1008-4031-BB75-5E5F903ED4BD}"/>
    <dgm:cxn modelId="{640A1682-25CD-44E1-A9A1-46361B03DC47}" type="presParOf" srcId="{B2D5C326-0370-41F0-8EB6-46B058780228}" destId="{C9BF7516-ADF1-4712-A081-C66DBCB37C08}" srcOrd="0" destOrd="0" presId="urn:microsoft.com/office/officeart/2005/8/layout/orgChart1"/>
    <dgm:cxn modelId="{9DC175C0-195B-4D94-9300-837437F1AF9A}" type="presParOf" srcId="{C9BF7516-ADF1-4712-A081-C66DBCB37C08}" destId="{9C4E0E14-0C38-4C60-B57F-77FE662F77D8}" srcOrd="0" destOrd="0" presId="urn:microsoft.com/office/officeart/2005/8/layout/orgChart1"/>
    <dgm:cxn modelId="{7C7B9BFA-6594-43C8-BFBD-B13E58D0C4C3}" type="presParOf" srcId="{9C4E0E14-0C38-4C60-B57F-77FE662F77D8}" destId="{610BE47B-A077-462B-B87F-B5E208DB080F}" srcOrd="0" destOrd="0" presId="urn:microsoft.com/office/officeart/2005/8/layout/orgChart1"/>
    <dgm:cxn modelId="{EECC3F03-1D58-4B8C-A9E9-0360922B5084}" type="presParOf" srcId="{9C4E0E14-0C38-4C60-B57F-77FE662F77D8}" destId="{117B8406-3334-4EC0-BA3E-90BBF3EE142E}" srcOrd="1" destOrd="0" presId="urn:microsoft.com/office/officeart/2005/8/layout/orgChart1"/>
    <dgm:cxn modelId="{0B647999-61B1-441B-ABB2-D4CB50B48136}" type="presParOf" srcId="{C9BF7516-ADF1-4712-A081-C66DBCB37C08}" destId="{50B36905-BAB2-47E5-9009-3D26E1E2946D}" srcOrd="1" destOrd="0" presId="urn:microsoft.com/office/officeart/2005/8/layout/orgChart1"/>
    <dgm:cxn modelId="{7CF0C8E0-9583-4CA0-8AEF-8D2CC4117097}" type="presParOf" srcId="{50B36905-BAB2-47E5-9009-3D26E1E2946D}" destId="{55ACA376-EE64-4077-91A4-D6B6AE0EFFFE}" srcOrd="0" destOrd="0" presId="urn:microsoft.com/office/officeart/2005/8/layout/orgChart1"/>
    <dgm:cxn modelId="{1D2D57A5-5E26-481E-ADDA-05EB31AD0924}" type="presParOf" srcId="{50B36905-BAB2-47E5-9009-3D26E1E2946D}" destId="{DC23296C-6D96-40F7-B4D5-D089FDC89965}" srcOrd="1" destOrd="0" presId="urn:microsoft.com/office/officeart/2005/8/layout/orgChart1"/>
    <dgm:cxn modelId="{F95A82D5-87BA-4045-B3FF-652FDBA515C7}" type="presParOf" srcId="{DC23296C-6D96-40F7-B4D5-D089FDC89965}" destId="{6C9CECE1-503E-4565-9AB7-08D53B8D344D}" srcOrd="0" destOrd="0" presId="urn:microsoft.com/office/officeart/2005/8/layout/orgChart1"/>
    <dgm:cxn modelId="{E52449DD-D006-4F0E-B175-FAFB74F03158}" type="presParOf" srcId="{6C9CECE1-503E-4565-9AB7-08D53B8D344D}" destId="{CC9030AD-40BA-4F2D-A9EE-735DD6F2F8BB}" srcOrd="0" destOrd="0" presId="urn:microsoft.com/office/officeart/2005/8/layout/orgChart1"/>
    <dgm:cxn modelId="{6A5635BE-E3CF-4C83-917C-881725524154}" type="presParOf" srcId="{6C9CECE1-503E-4565-9AB7-08D53B8D344D}" destId="{A32BDCEE-33D0-4EAB-94AA-C3ABA408B069}" srcOrd="1" destOrd="0" presId="urn:microsoft.com/office/officeart/2005/8/layout/orgChart1"/>
    <dgm:cxn modelId="{4AADF3DA-8462-42F8-A557-7B0B38BCE3D4}" type="presParOf" srcId="{DC23296C-6D96-40F7-B4D5-D089FDC89965}" destId="{1B6BEB9A-D24C-4467-AE90-23CDB574951C}" srcOrd="1" destOrd="0" presId="urn:microsoft.com/office/officeart/2005/8/layout/orgChart1"/>
    <dgm:cxn modelId="{E9C0EA05-D461-48C5-8993-214D3FAAA315}" type="presParOf" srcId="{1B6BEB9A-D24C-4467-AE90-23CDB574951C}" destId="{61CAF391-6780-4409-8029-A39A344E69CE}" srcOrd="0" destOrd="0" presId="urn:microsoft.com/office/officeart/2005/8/layout/orgChart1"/>
    <dgm:cxn modelId="{317A2993-4E02-4BDD-AD4F-39281F18DA18}" type="presParOf" srcId="{1B6BEB9A-D24C-4467-AE90-23CDB574951C}" destId="{648A7B52-46EE-4D81-8A87-D33998C9D3CD}" srcOrd="1" destOrd="0" presId="urn:microsoft.com/office/officeart/2005/8/layout/orgChart1"/>
    <dgm:cxn modelId="{7D543D32-D218-48DF-B03E-C7823DE12B91}" type="presParOf" srcId="{648A7B52-46EE-4D81-8A87-D33998C9D3CD}" destId="{6DB2187A-02F5-4540-8FC2-E895968D388F}" srcOrd="0" destOrd="0" presId="urn:microsoft.com/office/officeart/2005/8/layout/orgChart1"/>
    <dgm:cxn modelId="{3F2E0123-AC9E-4CAA-B97F-05AD6CE0DB4F}" type="presParOf" srcId="{6DB2187A-02F5-4540-8FC2-E895968D388F}" destId="{8DCC9B56-70D4-4987-9E1B-19A46282AD5C}" srcOrd="0" destOrd="0" presId="urn:microsoft.com/office/officeart/2005/8/layout/orgChart1"/>
    <dgm:cxn modelId="{07548713-9A36-4FEB-8203-2E54D9577400}" type="presParOf" srcId="{6DB2187A-02F5-4540-8FC2-E895968D388F}" destId="{23C9ED6C-08AA-40D3-ADE5-C2BA6ECC3A98}" srcOrd="1" destOrd="0" presId="urn:microsoft.com/office/officeart/2005/8/layout/orgChart1"/>
    <dgm:cxn modelId="{C1481177-B795-4288-9B42-707C2D20241B}" type="presParOf" srcId="{648A7B52-46EE-4D81-8A87-D33998C9D3CD}" destId="{ACDA3770-9426-4E9A-B677-C13D520D252D}" srcOrd="1" destOrd="0" presId="urn:microsoft.com/office/officeart/2005/8/layout/orgChart1"/>
    <dgm:cxn modelId="{B9989CFE-1CBC-4650-8F36-7372393D316C}" type="presParOf" srcId="{648A7B52-46EE-4D81-8A87-D33998C9D3CD}" destId="{FD8DB9D6-DC97-45C6-8B26-743068553EBF}" srcOrd="2" destOrd="0" presId="urn:microsoft.com/office/officeart/2005/8/layout/orgChart1"/>
    <dgm:cxn modelId="{AC6103CF-418F-4B90-A852-1ACAD06F16CD}" type="presParOf" srcId="{DC23296C-6D96-40F7-B4D5-D089FDC89965}" destId="{AD4DA3AB-6947-4429-9C7C-63EA09ACDE46}" srcOrd="2" destOrd="0" presId="urn:microsoft.com/office/officeart/2005/8/layout/orgChart1"/>
    <dgm:cxn modelId="{5C46E18A-C467-4646-B2F2-33EC27340345}" type="presParOf" srcId="{50B36905-BAB2-47E5-9009-3D26E1E2946D}" destId="{F7786424-8B19-4437-86F8-2104E2A00CAE}" srcOrd="2" destOrd="0" presId="urn:microsoft.com/office/officeart/2005/8/layout/orgChart1"/>
    <dgm:cxn modelId="{9B3DEEA0-BCC5-4BB3-9C25-068AC7C6D1A6}" type="presParOf" srcId="{50B36905-BAB2-47E5-9009-3D26E1E2946D}" destId="{1A439621-3815-408B-94FD-1E2094010CDD}" srcOrd="3" destOrd="0" presId="urn:microsoft.com/office/officeart/2005/8/layout/orgChart1"/>
    <dgm:cxn modelId="{32B290A0-7FAA-4069-97E3-E5BEE1E9C65B}" type="presParOf" srcId="{1A439621-3815-408B-94FD-1E2094010CDD}" destId="{1F56512B-1FF0-4A69-98BC-6A65C5DA3F73}" srcOrd="0" destOrd="0" presId="urn:microsoft.com/office/officeart/2005/8/layout/orgChart1"/>
    <dgm:cxn modelId="{8AF5FCE0-9118-4350-8B3C-19EA13DBDEDC}" type="presParOf" srcId="{1F56512B-1FF0-4A69-98BC-6A65C5DA3F73}" destId="{BF085B7D-40C7-4FCE-A208-C3029F704E56}" srcOrd="0" destOrd="0" presId="urn:microsoft.com/office/officeart/2005/8/layout/orgChart1"/>
    <dgm:cxn modelId="{DD5EA779-1D8B-44A1-8FA5-ED6431F04444}" type="presParOf" srcId="{1F56512B-1FF0-4A69-98BC-6A65C5DA3F73}" destId="{1B6651DD-6A45-4944-A696-05272D7E4C1F}" srcOrd="1" destOrd="0" presId="urn:microsoft.com/office/officeart/2005/8/layout/orgChart1"/>
    <dgm:cxn modelId="{00DE7934-13A2-4DDD-BFD4-C736C0716FDF}" type="presParOf" srcId="{1A439621-3815-408B-94FD-1E2094010CDD}" destId="{D677E7DF-D10C-49EF-A37E-1E40B94C3C0D}" srcOrd="1" destOrd="0" presId="urn:microsoft.com/office/officeart/2005/8/layout/orgChart1"/>
    <dgm:cxn modelId="{B7BF41E7-0D0D-4898-B602-04A1D36B47E6}" type="presParOf" srcId="{D677E7DF-D10C-49EF-A37E-1E40B94C3C0D}" destId="{5FDEA3C8-1E96-49AC-96E8-3B51C1271D29}" srcOrd="0" destOrd="0" presId="urn:microsoft.com/office/officeart/2005/8/layout/orgChart1"/>
    <dgm:cxn modelId="{D0AA5B2F-E192-47AA-A648-B429469EE54A}" type="presParOf" srcId="{D677E7DF-D10C-49EF-A37E-1E40B94C3C0D}" destId="{A0DBD081-65B6-43ED-AE00-33B29D81A188}" srcOrd="1" destOrd="0" presId="urn:microsoft.com/office/officeart/2005/8/layout/orgChart1"/>
    <dgm:cxn modelId="{D95AFC49-BB09-4F0A-8A19-F45CB2CCDEC7}" type="presParOf" srcId="{A0DBD081-65B6-43ED-AE00-33B29D81A188}" destId="{A2673536-BED8-4902-826D-D127B2B88DAF}" srcOrd="0" destOrd="0" presId="urn:microsoft.com/office/officeart/2005/8/layout/orgChart1"/>
    <dgm:cxn modelId="{F5A67615-8A63-432D-B40F-656A6C8D6094}" type="presParOf" srcId="{A2673536-BED8-4902-826D-D127B2B88DAF}" destId="{C1B7F33D-7F0A-4425-AC1B-8D600FF70698}" srcOrd="0" destOrd="0" presId="urn:microsoft.com/office/officeart/2005/8/layout/orgChart1"/>
    <dgm:cxn modelId="{98E07BAD-3E65-411E-BF4E-F30933BBFE95}" type="presParOf" srcId="{A2673536-BED8-4902-826D-D127B2B88DAF}" destId="{B4F97DB4-FA38-476D-8BD2-619896F7BB7F}" srcOrd="1" destOrd="0" presId="urn:microsoft.com/office/officeart/2005/8/layout/orgChart1"/>
    <dgm:cxn modelId="{564ED931-5CFF-4484-9A55-EDA244496919}" type="presParOf" srcId="{A0DBD081-65B6-43ED-AE00-33B29D81A188}" destId="{7EB409C2-B0A2-4DBE-934B-386EFA7FCFBA}" srcOrd="1" destOrd="0" presId="urn:microsoft.com/office/officeart/2005/8/layout/orgChart1"/>
    <dgm:cxn modelId="{6029DA23-66EE-4D73-A6D4-5BDB9557A5BE}" type="presParOf" srcId="{A0DBD081-65B6-43ED-AE00-33B29D81A188}" destId="{9663F507-A0DB-43E4-900B-21C4A3002AD4}" srcOrd="2" destOrd="0" presId="urn:microsoft.com/office/officeart/2005/8/layout/orgChart1"/>
    <dgm:cxn modelId="{1CBC9EB2-9B66-416B-890F-68B891A04C7C}" type="presParOf" srcId="{1A439621-3815-408B-94FD-1E2094010CDD}" destId="{FD2A98DF-B7CE-41FE-9DBD-C230F206A6B0}" srcOrd="2" destOrd="0" presId="urn:microsoft.com/office/officeart/2005/8/layout/orgChart1"/>
    <dgm:cxn modelId="{BF11066D-2208-4474-9A31-3911E253042B}" type="presParOf" srcId="{50B36905-BAB2-47E5-9009-3D26E1E2946D}" destId="{BA36A015-C0E6-4C1F-8EDE-BB6DA3C27D99}" srcOrd="4" destOrd="0" presId="urn:microsoft.com/office/officeart/2005/8/layout/orgChart1"/>
    <dgm:cxn modelId="{E968C432-081F-45A2-8E1C-39390353F333}" type="presParOf" srcId="{50B36905-BAB2-47E5-9009-3D26E1E2946D}" destId="{5ACC1C20-F7CA-4EB7-B7F9-87E1E0959FD4}" srcOrd="5" destOrd="0" presId="urn:microsoft.com/office/officeart/2005/8/layout/orgChart1"/>
    <dgm:cxn modelId="{AB0343E7-75A1-46E2-B7E8-949363C9CB27}" type="presParOf" srcId="{5ACC1C20-F7CA-4EB7-B7F9-87E1E0959FD4}" destId="{09086923-FC71-40B7-B0D9-A64696FBDAA1}" srcOrd="0" destOrd="0" presId="urn:microsoft.com/office/officeart/2005/8/layout/orgChart1"/>
    <dgm:cxn modelId="{C12B04A5-0608-4508-8784-F3D77CAD980B}" type="presParOf" srcId="{09086923-FC71-40B7-B0D9-A64696FBDAA1}" destId="{75F1128E-1B12-4C85-BD44-D752870CF9C6}" srcOrd="0" destOrd="0" presId="urn:microsoft.com/office/officeart/2005/8/layout/orgChart1"/>
    <dgm:cxn modelId="{4BF043FD-786C-4B98-B6D5-83CE2F777817}" type="presParOf" srcId="{09086923-FC71-40B7-B0D9-A64696FBDAA1}" destId="{C0DC77BD-663F-4CD1-BECE-5EB53542EA01}" srcOrd="1" destOrd="0" presId="urn:microsoft.com/office/officeart/2005/8/layout/orgChart1"/>
    <dgm:cxn modelId="{C80A709C-52FD-4E60-95F0-090ABDC45BC0}" type="presParOf" srcId="{5ACC1C20-F7CA-4EB7-B7F9-87E1E0959FD4}" destId="{CA4CA7A9-5231-4EB1-82D7-5F00F5BAFFCB}" srcOrd="1" destOrd="0" presId="urn:microsoft.com/office/officeart/2005/8/layout/orgChart1"/>
    <dgm:cxn modelId="{AF1E89E9-81D1-4B9D-8949-90608AA44AFE}" type="presParOf" srcId="{5ACC1C20-F7CA-4EB7-B7F9-87E1E0959FD4}" destId="{DFC689CB-BC65-4EF3-B4FB-5F403FF0B936}" srcOrd="2" destOrd="0" presId="urn:microsoft.com/office/officeart/2005/8/layout/orgChart1"/>
    <dgm:cxn modelId="{E155B616-5FC6-4BAA-B26E-02AC173B72B8}" type="presParOf" srcId="{50B36905-BAB2-47E5-9009-3D26E1E2946D}" destId="{EC8218AB-E26A-4905-A925-250F1B8208F3}" srcOrd="6" destOrd="0" presId="urn:microsoft.com/office/officeart/2005/8/layout/orgChart1"/>
    <dgm:cxn modelId="{C58F5138-7417-47EB-9B24-BF5960561D44}" type="presParOf" srcId="{50B36905-BAB2-47E5-9009-3D26E1E2946D}" destId="{1F99B3C0-58F9-45CC-8D21-5B38E9295F6F}" srcOrd="7" destOrd="0" presId="urn:microsoft.com/office/officeart/2005/8/layout/orgChart1"/>
    <dgm:cxn modelId="{B9CD8977-83D2-44E8-A014-4E4FC14B40DC}" type="presParOf" srcId="{1F99B3C0-58F9-45CC-8D21-5B38E9295F6F}" destId="{CA70E724-4C1D-4DEA-8993-21412E2AC9A5}" srcOrd="0" destOrd="0" presId="urn:microsoft.com/office/officeart/2005/8/layout/orgChart1"/>
    <dgm:cxn modelId="{03A7D978-8934-4CB5-B484-5AA561FE3642}" type="presParOf" srcId="{CA70E724-4C1D-4DEA-8993-21412E2AC9A5}" destId="{31D31F35-43F5-4ED6-9FD1-02379D0240F5}" srcOrd="0" destOrd="0" presId="urn:microsoft.com/office/officeart/2005/8/layout/orgChart1"/>
    <dgm:cxn modelId="{F73F6FA1-7D29-4515-81A9-80153EE5499D}" type="presParOf" srcId="{CA70E724-4C1D-4DEA-8993-21412E2AC9A5}" destId="{9A5294E4-B3ED-4413-A91D-D6BE057C0C24}" srcOrd="1" destOrd="0" presId="urn:microsoft.com/office/officeart/2005/8/layout/orgChart1"/>
    <dgm:cxn modelId="{42336B71-E714-40F5-878A-3276730EE59C}" type="presParOf" srcId="{1F99B3C0-58F9-45CC-8D21-5B38E9295F6F}" destId="{3E5D23C8-2965-4DF2-86A5-49822638CF7C}" srcOrd="1" destOrd="0" presId="urn:microsoft.com/office/officeart/2005/8/layout/orgChart1"/>
    <dgm:cxn modelId="{CF3D19C8-ED58-4BEA-8F5D-DA459BA72F0F}" type="presParOf" srcId="{3E5D23C8-2965-4DF2-86A5-49822638CF7C}" destId="{C283045D-FBEC-4583-8310-DB8F147DFF60}" srcOrd="0" destOrd="0" presId="urn:microsoft.com/office/officeart/2005/8/layout/orgChart1"/>
    <dgm:cxn modelId="{3875759B-638C-4F44-BB1B-6123EE71050D}" type="presParOf" srcId="{3E5D23C8-2965-4DF2-86A5-49822638CF7C}" destId="{5B7A60EC-685A-43FF-89FA-EBF8A0FB3076}" srcOrd="1" destOrd="0" presId="urn:microsoft.com/office/officeart/2005/8/layout/orgChart1"/>
    <dgm:cxn modelId="{2B50D795-DAA6-42D3-BF74-36E05890ED72}" type="presParOf" srcId="{5B7A60EC-685A-43FF-89FA-EBF8A0FB3076}" destId="{F532D360-0F0E-4D1E-BA2D-AFF82857FA29}" srcOrd="0" destOrd="0" presId="urn:microsoft.com/office/officeart/2005/8/layout/orgChart1"/>
    <dgm:cxn modelId="{C13E4CD7-0DD4-44EB-97B0-90AAE2F58B98}" type="presParOf" srcId="{F532D360-0F0E-4D1E-BA2D-AFF82857FA29}" destId="{B3BA85A1-4765-425B-8A39-E7568CACF8EA}" srcOrd="0" destOrd="0" presId="urn:microsoft.com/office/officeart/2005/8/layout/orgChart1"/>
    <dgm:cxn modelId="{19FEDC11-8952-4B04-8069-FC420E3DA988}" type="presParOf" srcId="{F532D360-0F0E-4D1E-BA2D-AFF82857FA29}" destId="{DEC81669-7D4E-48D8-96E3-FF54CED8521C}" srcOrd="1" destOrd="0" presId="urn:microsoft.com/office/officeart/2005/8/layout/orgChart1"/>
    <dgm:cxn modelId="{71F31AAC-E9EC-4140-B325-E37BB61A7892}" type="presParOf" srcId="{5B7A60EC-685A-43FF-89FA-EBF8A0FB3076}" destId="{54C4D537-F784-49C2-A181-F6B69464C348}" srcOrd="1" destOrd="0" presId="urn:microsoft.com/office/officeart/2005/8/layout/orgChart1"/>
    <dgm:cxn modelId="{A41AB59C-7408-4EA3-819C-B7B2921849AB}" type="presParOf" srcId="{5B7A60EC-685A-43FF-89FA-EBF8A0FB3076}" destId="{AFC6E692-CBC8-4416-96A7-168564320EAB}" srcOrd="2" destOrd="0" presId="urn:microsoft.com/office/officeart/2005/8/layout/orgChart1"/>
    <dgm:cxn modelId="{326BF46B-2D3E-462B-A9F0-7158826A3A59}" type="presParOf" srcId="{3E5D23C8-2965-4DF2-86A5-49822638CF7C}" destId="{DFFC4C0B-BC4F-480F-823F-E07F9A1EA2E9}" srcOrd="2" destOrd="0" presId="urn:microsoft.com/office/officeart/2005/8/layout/orgChart1"/>
    <dgm:cxn modelId="{F0615E5B-1859-49A5-9AE7-6B0966BEB910}" type="presParOf" srcId="{3E5D23C8-2965-4DF2-86A5-49822638CF7C}" destId="{5B83D539-203D-4D04-93C0-6B6742FD1B66}" srcOrd="3" destOrd="0" presId="urn:microsoft.com/office/officeart/2005/8/layout/orgChart1"/>
    <dgm:cxn modelId="{443F1012-626D-44BF-BB2D-CD01CEB36F4D}" type="presParOf" srcId="{5B83D539-203D-4D04-93C0-6B6742FD1B66}" destId="{1416F765-60C9-48D8-9751-170FF5283F4D}" srcOrd="0" destOrd="0" presId="urn:microsoft.com/office/officeart/2005/8/layout/orgChart1"/>
    <dgm:cxn modelId="{00E54D05-9445-4696-9CE9-671F0D2D7393}" type="presParOf" srcId="{1416F765-60C9-48D8-9751-170FF5283F4D}" destId="{005D88C1-27B8-4D0E-89CF-6B52D87AE4D7}" srcOrd="0" destOrd="0" presId="urn:microsoft.com/office/officeart/2005/8/layout/orgChart1"/>
    <dgm:cxn modelId="{342D9B6C-0231-421E-8C73-A767BBD066FF}" type="presParOf" srcId="{1416F765-60C9-48D8-9751-170FF5283F4D}" destId="{0615233E-08D0-401A-A3A0-2B7005E668C7}" srcOrd="1" destOrd="0" presId="urn:microsoft.com/office/officeart/2005/8/layout/orgChart1"/>
    <dgm:cxn modelId="{7C7F7737-4D09-4E8D-A6BB-D4FFFE6EC9C9}" type="presParOf" srcId="{5B83D539-203D-4D04-93C0-6B6742FD1B66}" destId="{7E1A1EFE-347A-4CC2-9760-24D8EE01CEE4}" srcOrd="1" destOrd="0" presId="urn:microsoft.com/office/officeart/2005/8/layout/orgChart1"/>
    <dgm:cxn modelId="{EC938E42-19B2-47AF-97C8-F8289749F17C}" type="presParOf" srcId="{5B83D539-203D-4D04-93C0-6B6742FD1B66}" destId="{5803BA51-F718-4DE3-8BB3-4B59852FC7EF}" srcOrd="2" destOrd="0" presId="urn:microsoft.com/office/officeart/2005/8/layout/orgChart1"/>
    <dgm:cxn modelId="{5BB8A10D-A721-48A1-9750-DD7AF6A11CAE}" type="presParOf" srcId="{1F99B3C0-58F9-45CC-8D21-5B38E9295F6F}" destId="{61290C6E-F756-46B1-9D13-9BE893526D98}" srcOrd="2" destOrd="0" presId="urn:microsoft.com/office/officeart/2005/8/layout/orgChart1"/>
    <dgm:cxn modelId="{D6F21FCA-BADA-48B1-89C6-A5A672D3D41B}" type="presParOf" srcId="{C9BF7516-ADF1-4712-A081-C66DBCB37C08}" destId="{19BFB55B-D7E1-492B-B591-87722CDC28D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F68683-3BA0-4DA8-82DB-4FFD6ED5290A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DD9D385-3E77-4AF3-8F98-C5B4C87F845B}">
      <dgm:prSet custT="1"/>
      <dgm:spPr/>
      <dgm:t>
        <a:bodyPr/>
        <a:lstStyle/>
        <a:p>
          <a:pPr rtl="0"/>
          <a:r>
            <a:rPr lang="fr-FR" sz="1200" b="1" dirty="0"/>
            <a:t>Responsable magasins </a:t>
          </a:r>
        </a:p>
        <a:p>
          <a:pPr rtl="0"/>
          <a:r>
            <a:rPr lang="fr-FR" sz="1200" dirty="0" err="1"/>
            <a:t>Jalil</a:t>
          </a:r>
          <a:r>
            <a:rPr lang="fr-FR" sz="1200" dirty="0"/>
            <a:t> AISSAI</a:t>
          </a:r>
        </a:p>
      </dgm:t>
    </dgm:pt>
    <dgm:pt modelId="{9025AF77-10E4-4FED-9E34-2EFD3B1CE262}" type="parTrans" cxnId="{7EAD8DD6-9797-43EC-8952-1ECD137D41EB}">
      <dgm:prSet/>
      <dgm:spPr/>
      <dgm:t>
        <a:bodyPr/>
        <a:lstStyle/>
        <a:p>
          <a:endParaRPr lang="fr-FR"/>
        </a:p>
      </dgm:t>
    </dgm:pt>
    <dgm:pt modelId="{31FD471A-62EA-44D0-B861-5B92A3E268F5}" type="sibTrans" cxnId="{7EAD8DD6-9797-43EC-8952-1ECD137D41EB}">
      <dgm:prSet/>
      <dgm:spPr/>
      <dgm:t>
        <a:bodyPr/>
        <a:lstStyle/>
        <a:p>
          <a:endParaRPr lang="fr-FR"/>
        </a:p>
      </dgm:t>
    </dgm:pt>
    <dgm:pt modelId="{616DBD52-C900-42F7-836E-E98E33865B79}">
      <dgm:prSet custT="1"/>
      <dgm:spPr/>
      <dgm:t>
        <a:bodyPr/>
        <a:lstStyle/>
        <a:p>
          <a:pPr rtl="0"/>
          <a:r>
            <a:rPr lang="fr-FR" sz="1100" b="1" dirty="0"/>
            <a:t>Gestionnaire affrètement – expéditions</a:t>
          </a:r>
        </a:p>
        <a:p>
          <a:pPr rtl="0"/>
          <a:r>
            <a:rPr lang="fr-FR" sz="1100" dirty="0" err="1"/>
            <a:t>Lidye</a:t>
          </a:r>
          <a:r>
            <a:rPr lang="fr-FR" sz="1100" dirty="0"/>
            <a:t> BROUET</a:t>
          </a:r>
        </a:p>
      </dgm:t>
    </dgm:pt>
    <dgm:pt modelId="{79988A51-D8D1-4E2E-9954-89CA3ADD1D5F}" type="parTrans" cxnId="{B6D02816-9954-4779-83C7-A37F66789749}">
      <dgm:prSet/>
      <dgm:spPr/>
      <dgm:t>
        <a:bodyPr/>
        <a:lstStyle/>
        <a:p>
          <a:endParaRPr lang="fr-FR"/>
        </a:p>
      </dgm:t>
    </dgm:pt>
    <dgm:pt modelId="{77138CFA-CA27-426E-B1C1-6D1C4AC6CA36}" type="sibTrans" cxnId="{B6D02816-9954-4779-83C7-A37F66789749}">
      <dgm:prSet/>
      <dgm:spPr/>
      <dgm:t>
        <a:bodyPr/>
        <a:lstStyle/>
        <a:p>
          <a:endParaRPr lang="fr-FR"/>
        </a:p>
      </dgm:t>
    </dgm:pt>
    <dgm:pt modelId="{D577D1E2-463C-4024-B626-4196FDAE0C64}">
      <dgm:prSet custT="1"/>
      <dgm:spPr/>
      <dgm:t>
        <a:bodyPr/>
        <a:lstStyle/>
        <a:p>
          <a:pPr rtl="0"/>
          <a:r>
            <a:rPr lang="fr-FR" sz="1100" b="1" dirty="0"/>
            <a:t>Gestionnaire stocks et préparations</a:t>
          </a:r>
        </a:p>
        <a:p>
          <a:pPr rtl="0"/>
          <a:r>
            <a:rPr lang="fr-FR" sz="1100" dirty="0"/>
            <a:t> Gautier ATTEL</a:t>
          </a:r>
        </a:p>
      </dgm:t>
    </dgm:pt>
    <dgm:pt modelId="{788A5E9C-9A52-4C2C-89BB-D3C269C19F91}" type="parTrans" cxnId="{77B4B95B-9730-4CE7-A238-D6005203FCF6}">
      <dgm:prSet/>
      <dgm:spPr/>
      <dgm:t>
        <a:bodyPr/>
        <a:lstStyle/>
        <a:p>
          <a:endParaRPr lang="fr-FR"/>
        </a:p>
      </dgm:t>
    </dgm:pt>
    <dgm:pt modelId="{1BCCFB87-1379-4FBE-9B4C-322B9C2C8660}" type="sibTrans" cxnId="{77B4B95B-9730-4CE7-A238-D6005203FCF6}">
      <dgm:prSet/>
      <dgm:spPr/>
      <dgm:t>
        <a:bodyPr/>
        <a:lstStyle/>
        <a:p>
          <a:endParaRPr lang="fr-FR"/>
        </a:p>
      </dgm:t>
    </dgm:pt>
    <dgm:pt modelId="{AB9FE336-3F59-47F3-98F9-B405A2214CBF}">
      <dgm:prSet custT="1"/>
      <dgm:spPr/>
      <dgm:t>
        <a:bodyPr/>
        <a:lstStyle/>
        <a:p>
          <a:pPr rtl="0"/>
          <a:r>
            <a:rPr lang="fr-FR" sz="1100" dirty="0"/>
            <a:t>Magasiniers</a:t>
          </a:r>
        </a:p>
      </dgm:t>
    </dgm:pt>
    <dgm:pt modelId="{60D3979B-20B8-4BA4-A0E9-42E2AFD295F4}" type="parTrans" cxnId="{52576011-422D-4E25-A8B3-F8E37A3CC1BD}">
      <dgm:prSet/>
      <dgm:spPr/>
      <dgm:t>
        <a:bodyPr/>
        <a:lstStyle/>
        <a:p>
          <a:endParaRPr lang="fr-FR"/>
        </a:p>
      </dgm:t>
    </dgm:pt>
    <dgm:pt modelId="{B4E5B615-8E39-4D7D-B79B-532082F98EAE}" type="sibTrans" cxnId="{52576011-422D-4E25-A8B3-F8E37A3CC1BD}">
      <dgm:prSet/>
      <dgm:spPr/>
      <dgm:t>
        <a:bodyPr/>
        <a:lstStyle/>
        <a:p>
          <a:endParaRPr lang="fr-FR"/>
        </a:p>
      </dgm:t>
    </dgm:pt>
    <dgm:pt modelId="{3441DA17-ACBC-4CD2-8490-5EDAA899579F}">
      <dgm:prSet custT="1"/>
      <dgm:spPr/>
      <dgm:t>
        <a:bodyPr/>
        <a:lstStyle/>
        <a:p>
          <a:pPr rtl="0"/>
          <a:r>
            <a:rPr lang="fr-FR" sz="1100" b="1" dirty="0"/>
            <a:t>Gestionnaire administratif magasins</a:t>
          </a:r>
        </a:p>
        <a:p>
          <a:pPr rtl="0"/>
          <a:r>
            <a:rPr lang="fr-FR" sz="1100" b="0" dirty="0"/>
            <a:t>Lili SIOT</a:t>
          </a:r>
        </a:p>
      </dgm:t>
    </dgm:pt>
    <dgm:pt modelId="{2632381E-2940-43E7-A3D3-6167A9E49BF5}" type="parTrans" cxnId="{DCCE4664-6AA9-44B1-8D29-2286C701C685}">
      <dgm:prSet/>
      <dgm:spPr/>
      <dgm:t>
        <a:bodyPr/>
        <a:lstStyle/>
        <a:p>
          <a:endParaRPr lang="fr-FR"/>
        </a:p>
      </dgm:t>
    </dgm:pt>
    <dgm:pt modelId="{67C46437-392D-4DC1-8F03-79616C9E1D22}" type="sibTrans" cxnId="{DCCE4664-6AA9-44B1-8D29-2286C701C685}">
      <dgm:prSet/>
      <dgm:spPr/>
      <dgm:t>
        <a:bodyPr/>
        <a:lstStyle/>
        <a:p>
          <a:endParaRPr lang="fr-FR"/>
        </a:p>
      </dgm:t>
    </dgm:pt>
    <dgm:pt modelId="{9E11D401-8C55-4E7A-AAA2-96E600DAC884}">
      <dgm:prSet custT="1"/>
      <dgm:spPr/>
      <dgm:t>
        <a:bodyPr/>
        <a:lstStyle/>
        <a:p>
          <a:pPr rtl="0"/>
          <a:r>
            <a:rPr lang="fr-FR" sz="1100" dirty="0"/>
            <a:t>Magasiniers</a:t>
          </a:r>
          <a:r>
            <a:rPr lang="fr-FR" sz="1800" dirty="0"/>
            <a:t> </a:t>
          </a:r>
        </a:p>
      </dgm:t>
    </dgm:pt>
    <dgm:pt modelId="{37BDA213-9ED2-4558-B4E2-152FBA85195B}" type="parTrans" cxnId="{3C742BF3-05CF-434B-9912-B85165C1AE89}">
      <dgm:prSet/>
      <dgm:spPr/>
      <dgm:t>
        <a:bodyPr/>
        <a:lstStyle/>
        <a:p>
          <a:endParaRPr lang="fr-FR"/>
        </a:p>
      </dgm:t>
    </dgm:pt>
    <dgm:pt modelId="{A5B75602-877C-45DA-85C6-0528C62B88B5}" type="sibTrans" cxnId="{3C742BF3-05CF-434B-9912-B85165C1AE89}">
      <dgm:prSet/>
      <dgm:spPr/>
      <dgm:t>
        <a:bodyPr/>
        <a:lstStyle/>
        <a:p>
          <a:endParaRPr lang="fr-FR"/>
        </a:p>
      </dgm:t>
    </dgm:pt>
    <dgm:pt modelId="{43E85C1F-84CC-4945-B80D-F9C4EA3F6AFB}">
      <dgm:prSet custT="1"/>
      <dgm:spPr/>
      <dgm:t>
        <a:bodyPr/>
        <a:lstStyle/>
        <a:p>
          <a:pPr rtl="0"/>
          <a:r>
            <a:rPr lang="fr-FR" sz="1100" b="1" dirty="0"/>
            <a:t>Gestionnaire matières premières</a:t>
          </a:r>
        </a:p>
        <a:p>
          <a:pPr rtl="0"/>
          <a:r>
            <a:rPr lang="fr-FR" sz="1100" dirty="0"/>
            <a:t> Bruno VETIO </a:t>
          </a:r>
        </a:p>
      </dgm:t>
    </dgm:pt>
    <dgm:pt modelId="{B1E079A3-8DAD-4465-9FDF-1A4597AD5300}" type="parTrans" cxnId="{3A136FFE-0092-43DA-A990-D2C98BB62CF8}">
      <dgm:prSet/>
      <dgm:spPr/>
      <dgm:t>
        <a:bodyPr/>
        <a:lstStyle/>
        <a:p>
          <a:endParaRPr lang="fr-FR"/>
        </a:p>
      </dgm:t>
    </dgm:pt>
    <dgm:pt modelId="{29B81958-C4FD-49C9-8542-B17192B424A8}" type="sibTrans" cxnId="{3A136FFE-0092-43DA-A990-D2C98BB62CF8}">
      <dgm:prSet/>
      <dgm:spPr/>
      <dgm:t>
        <a:bodyPr/>
        <a:lstStyle/>
        <a:p>
          <a:endParaRPr lang="fr-FR"/>
        </a:p>
      </dgm:t>
    </dgm:pt>
    <dgm:pt modelId="{BD2F2F53-2252-4CD4-B63D-6CCB9AB29709}">
      <dgm:prSet custT="1"/>
      <dgm:spPr/>
      <dgm:t>
        <a:bodyPr/>
        <a:lstStyle/>
        <a:p>
          <a:pPr rtl="0"/>
          <a:r>
            <a:rPr lang="fr-FR" sz="1100" dirty="0"/>
            <a:t>Magasiniers</a:t>
          </a:r>
          <a:r>
            <a:rPr lang="fr-FR" sz="1800" dirty="0"/>
            <a:t> </a:t>
          </a:r>
        </a:p>
      </dgm:t>
    </dgm:pt>
    <dgm:pt modelId="{4A743894-5E9E-4A28-8EDC-35F1C2E366AA}" type="parTrans" cxnId="{BE988AB3-539A-4B99-B321-6E7734751D69}">
      <dgm:prSet/>
      <dgm:spPr/>
      <dgm:t>
        <a:bodyPr/>
        <a:lstStyle/>
        <a:p>
          <a:endParaRPr lang="fr-FR"/>
        </a:p>
      </dgm:t>
    </dgm:pt>
    <dgm:pt modelId="{66E5CF58-DB44-4197-9E66-D04D67039985}" type="sibTrans" cxnId="{BE988AB3-539A-4B99-B321-6E7734751D69}">
      <dgm:prSet/>
      <dgm:spPr/>
      <dgm:t>
        <a:bodyPr/>
        <a:lstStyle/>
        <a:p>
          <a:endParaRPr lang="fr-FR"/>
        </a:p>
      </dgm:t>
    </dgm:pt>
    <dgm:pt modelId="{AE46B8AD-9285-4C4D-8699-6391583C4BAF}">
      <dgm:prSet custT="1"/>
      <dgm:spPr/>
      <dgm:t>
        <a:bodyPr/>
        <a:lstStyle/>
        <a:p>
          <a:pPr rtl="0"/>
          <a:r>
            <a:rPr lang="fr-FR" sz="1100" b="1" dirty="0"/>
            <a:t>Magasinier semi-finis</a:t>
          </a:r>
        </a:p>
        <a:p>
          <a:pPr rtl="0"/>
          <a:r>
            <a:rPr lang="fr-FR" sz="1100" b="0" dirty="0"/>
            <a:t>Mohamed BRIO</a:t>
          </a:r>
        </a:p>
      </dgm:t>
    </dgm:pt>
    <dgm:pt modelId="{2212815C-1195-4151-8EA0-7AE255E7DB5E}" type="parTrans" cxnId="{2AC29E8C-3EFC-431E-AB54-C790E56B5B13}">
      <dgm:prSet/>
      <dgm:spPr/>
      <dgm:t>
        <a:bodyPr/>
        <a:lstStyle/>
        <a:p>
          <a:endParaRPr lang="fr-FR"/>
        </a:p>
      </dgm:t>
    </dgm:pt>
    <dgm:pt modelId="{71E09E89-5DB9-40E1-9DBE-E00CFE4C2165}" type="sibTrans" cxnId="{2AC29E8C-3EFC-431E-AB54-C790E56B5B13}">
      <dgm:prSet/>
      <dgm:spPr/>
      <dgm:t>
        <a:bodyPr/>
        <a:lstStyle/>
        <a:p>
          <a:endParaRPr lang="fr-FR"/>
        </a:p>
      </dgm:t>
    </dgm:pt>
    <dgm:pt modelId="{281623CA-66AB-4E3D-8E03-8DD540804AF9}" type="pres">
      <dgm:prSet presAssocID="{ABF68683-3BA0-4DA8-82DB-4FFD6ED5290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82E39B9-D53B-4FB5-AC7E-EBE2D7B234E5}" type="pres">
      <dgm:prSet presAssocID="{EDD9D385-3E77-4AF3-8F98-C5B4C87F845B}" presName="hierRoot1" presStyleCnt="0">
        <dgm:presLayoutVars>
          <dgm:hierBranch val="init"/>
        </dgm:presLayoutVars>
      </dgm:prSet>
      <dgm:spPr/>
    </dgm:pt>
    <dgm:pt modelId="{D75F03F8-BA29-4B9B-9898-62C5F1B9AF17}" type="pres">
      <dgm:prSet presAssocID="{EDD9D385-3E77-4AF3-8F98-C5B4C87F845B}" presName="rootComposite1" presStyleCnt="0"/>
      <dgm:spPr/>
    </dgm:pt>
    <dgm:pt modelId="{755A9F48-A0D2-473D-AC94-E5119DD69F72}" type="pres">
      <dgm:prSet presAssocID="{EDD9D385-3E77-4AF3-8F98-C5B4C87F845B}" presName="rootText1" presStyleLbl="node0" presStyleIdx="0" presStyleCnt="1" custScaleX="183426">
        <dgm:presLayoutVars>
          <dgm:chPref val="3"/>
        </dgm:presLayoutVars>
      </dgm:prSet>
      <dgm:spPr/>
    </dgm:pt>
    <dgm:pt modelId="{FF4BCC97-59B3-42D9-A616-5B69E427A58E}" type="pres">
      <dgm:prSet presAssocID="{EDD9D385-3E77-4AF3-8F98-C5B4C87F845B}" presName="rootConnector1" presStyleLbl="node1" presStyleIdx="0" presStyleCnt="0"/>
      <dgm:spPr/>
    </dgm:pt>
    <dgm:pt modelId="{E5AE62EE-18B6-4827-B76C-F0C540A25FB0}" type="pres">
      <dgm:prSet presAssocID="{EDD9D385-3E77-4AF3-8F98-C5B4C87F845B}" presName="hierChild2" presStyleCnt="0"/>
      <dgm:spPr/>
    </dgm:pt>
    <dgm:pt modelId="{4274310E-4731-4344-BA66-B63B13141674}" type="pres">
      <dgm:prSet presAssocID="{79988A51-D8D1-4E2E-9954-89CA3ADD1D5F}" presName="Name37" presStyleLbl="parChTrans1D2" presStyleIdx="0" presStyleCnt="4"/>
      <dgm:spPr/>
    </dgm:pt>
    <dgm:pt modelId="{6D9374F4-9DCC-4457-B076-4B97205C1CD0}" type="pres">
      <dgm:prSet presAssocID="{616DBD52-C900-42F7-836E-E98E33865B79}" presName="hierRoot2" presStyleCnt="0">
        <dgm:presLayoutVars>
          <dgm:hierBranch val="init"/>
        </dgm:presLayoutVars>
      </dgm:prSet>
      <dgm:spPr/>
    </dgm:pt>
    <dgm:pt modelId="{E61F7D44-70E8-444C-93E6-45DCB1CC81C2}" type="pres">
      <dgm:prSet presAssocID="{616DBD52-C900-42F7-836E-E98E33865B79}" presName="rootComposite" presStyleCnt="0"/>
      <dgm:spPr/>
    </dgm:pt>
    <dgm:pt modelId="{9C215A70-3C26-4AAE-8E0D-728060710BDC}" type="pres">
      <dgm:prSet presAssocID="{616DBD52-C900-42F7-836E-E98E33865B79}" presName="rootText" presStyleLbl="node2" presStyleIdx="0" presStyleCnt="4" custScaleX="129304">
        <dgm:presLayoutVars>
          <dgm:chPref val="3"/>
        </dgm:presLayoutVars>
      </dgm:prSet>
      <dgm:spPr/>
    </dgm:pt>
    <dgm:pt modelId="{5B7FF3EC-9095-4EB6-8668-42D29F56C355}" type="pres">
      <dgm:prSet presAssocID="{616DBD52-C900-42F7-836E-E98E33865B79}" presName="rootConnector" presStyleLbl="node2" presStyleIdx="0" presStyleCnt="4"/>
      <dgm:spPr/>
    </dgm:pt>
    <dgm:pt modelId="{482AA3AB-6ACB-499F-91F8-A0185882574B}" type="pres">
      <dgm:prSet presAssocID="{616DBD52-C900-42F7-836E-E98E33865B79}" presName="hierChild4" presStyleCnt="0"/>
      <dgm:spPr/>
    </dgm:pt>
    <dgm:pt modelId="{AEE4438C-3B13-4150-B7A0-797DDDB67495}" type="pres">
      <dgm:prSet presAssocID="{788A5E9C-9A52-4C2C-89BB-D3C269C19F91}" presName="Name37" presStyleLbl="parChTrans1D3" presStyleIdx="0" presStyleCnt="4"/>
      <dgm:spPr/>
    </dgm:pt>
    <dgm:pt modelId="{224CF1E0-9439-4988-9D26-3CDADFEE1BC8}" type="pres">
      <dgm:prSet presAssocID="{D577D1E2-463C-4024-B626-4196FDAE0C64}" presName="hierRoot2" presStyleCnt="0">
        <dgm:presLayoutVars>
          <dgm:hierBranch val="init"/>
        </dgm:presLayoutVars>
      </dgm:prSet>
      <dgm:spPr/>
    </dgm:pt>
    <dgm:pt modelId="{33577ED3-1C1D-490C-8997-CCE9162A4271}" type="pres">
      <dgm:prSet presAssocID="{D577D1E2-463C-4024-B626-4196FDAE0C64}" presName="rootComposite" presStyleCnt="0"/>
      <dgm:spPr/>
    </dgm:pt>
    <dgm:pt modelId="{00CB58B1-4173-4D8A-B976-7CBC686F7656}" type="pres">
      <dgm:prSet presAssocID="{D577D1E2-463C-4024-B626-4196FDAE0C64}" presName="rootText" presStyleLbl="node3" presStyleIdx="0" presStyleCnt="4">
        <dgm:presLayoutVars>
          <dgm:chPref val="3"/>
        </dgm:presLayoutVars>
      </dgm:prSet>
      <dgm:spPr/>
    </dgm:pt>
    <dgm:pt modelId="{79476503-6E1F-4C31-A01F-DE482018C5F9}" type="pres">
      <dgm:prSet presAssocID="{D577D1E2-463C-4024-B626-4196FDAE0C64}" presName="rootConnector" presStyleLbl="node3" presStyleIdx="0" presStyleCnt="4"/>
      <dgm:spPr/>
    </dgm:pt>
    <dgm:pt modelId="{A5F16A9C-A61E-44E2-95F7-DD930AA9BAED}" type="pres">
      <dgm:prSet presAssocID="{D577D1E2-463C-4024-B626-4196FDAE0C64}" presName="hierChild4" presStyleCnt="0"/>
      <dgm:spPr/>
    </dgm:pt>
    <dgm:pt modelId="{C7DCA3CA-DF92-4E8B-9078-B8F6C69CBE80}" type="pres">
      <dgm:prSet presAssocID="{D577D1E2-463C-4024-B626-4196FDAE0C64}" presName="hierChild5" presStyleCnt="0"/>
      <dgm:spPr/>
    </dgm:pt>
    <dgm:pt modelId="{6D99C48D-F917-47AB-8ECA-7C924F5A115D}" type="pres">
      <dgm:prSet presAssocID="{60D3979B-20B8-4BA4-A0E9-42E2AFD295F4}" presName="Name37" presStyleLbl="parChTrans1D3" presStyleIdx="1" presStyleCnt="4"/>
      <dgm:spPr/>
    </dgm:pt>
    <dgm:pt modelId="{ED013898-0B87-4362-96A3-53A58A3AFC35}" type="pres">
      <dgm:prSet presAssocID="{AB9FE336-3F59-47F3-98F9-B405A2214CBF}" presName="hierRoot2" presStyleCnt="0">
        <dgm:presLayoutVars>
          <dgm:hierBranch val="init"/>
        </dgm:presLayoutVars>
      </dgm:prSet>
      <dgm:spPr/>
    </dgm:pt>
    <dgm:pt modelId="{3C7D97F7-4303-4FDA-8BFE-DC33507ADD66}" type="pres">
      <dgm:prSet presAssocID="{AB9FE336-3F59-47F3-98F9-B405A2214CBF}" presName="rootComposite" presStyleCnt="0"/>
      <dgm:spPr/>
    </dgm:pt>
    <dgm:pt modelId="{80CC2A04-2A23-469E-8179-94586508CB85}" type="pres">
      <dgm:prSet presAssocID="{AB9FE336-3F59-47F3-98F9-B405A2214CBF}" presName="rootText" presStyleLbl="node3" presStyleIdx="1" presStyleCnt="4">
        <dgm:presLayoutVars>
          <dgm:chPref val="3"/>
        </dgm:presLayoutVars>
      </dgm:prSet>
      <dgm:spPr/>
    </dgm:pt>
    <dgm:pt modelId="{9D1528BD-013C-43A1-87AD-AC1BAAD3470C}" type="pres">
      <dgm:prSet presAssocID="{AB9FE336-3F59-47F3-98F9-B405A2214CBF}" presName="rootConnector" presStyleLbl="node3" presStyleIdx="1" presStyleCnt="4"/>
      <dgm:spPr/>
    </dgm:pt>
    <dgm:pt modelId="{FA0FD969-DDC7-49B9-9953-51162591B8E7}" type="pres">
      <dgm:prSet presAssocID="{AB9FE336-3F59-47F3-98F9-B405A2214CBF}" presName="hierChild4" presStyleCnt="0"/>
      <dgm:spPr/>
    </dgm:pt>
    <dgm:pt modelId="{DF350535-EC19-43BE-9719-D9010E038C3A}" type="pres">
      <dgm:prSet presAssocID="{AB9FE336-3F59-47F3-98F9-B405A2214CBF}" presName="hierChild5" presStyleCnt="0"/>
      <dgm:spPr/>
    </dgm:pt>
    <dgm:pt modelId="{26BFB6DA-F358-4763-9C78-5D39234986B4}" type="pres">
      <dgm:prSet presAssocID="{2632381E-2940-43E7-A3D3-6167A9E49BF5}" presName="Name37" presStyleLbl="parChTrans1D3" presStyleIdx="2" presStyleCnt="4"/>
      <dgm:spPr/>
    </dgm:pt>
    <dgm:pt modelId="{377649E3-D1F7-4160-AA07-845A5DFA9A9E}" type="pres">
      <dgm:prSet presAssocID="{3441DA17-ACBC-4CD2-8490-5EDAA899579F}" presName="hierRoot2" presStyleCnt="0">
        <dgm:presLayoutVars>
          <dgm:hierBranch val="init"/>
        </dgm:presLayoutVars>
      </dgm:prSet>
      <dgm:spPr/>
    </dgm:pt>
    <dgm:pt modelId="{EB6831AB-648F-46F5-B11C-1A373DE688D0}" type="pres">
      <dgm:prSet presAssocID="{3441DA17-ACBC-4CD2-8490-5EDAA899579F}" presName="rootComposite" presStyleCnt="0"/>
      <dgm:spPr/>
    </dgm:pt>
    <dgm:pt modelId="{87C12193-CDC9-4ADF-9B72-CD20D8978DA4}" type="pres">
      <dgm:prSet presAssocID="{3441DA17-ACBC-4CD2-8490-5EDAA899579F}" presName="rootText" presStyleLbl="node3" presStyleIdx="2" presStyleCnt="4">
        <dgm:presLayoutVars>
          <dgm:chPref val="3"/>
        </dgm:presLayoutVars>
      </dgm:prSet>
      <dgm:spPr/>
    </dgm:pt>
    <dgm:pt modelId="{556C961B-5D4D-4B7D-8686-DBD5D0F76719}" type="pres">
      <dgm:prSet presAssocID="{3441DA17-ACBC-4CD2-8490-5EDAA899579F}" presName="rootConnector" presStyleLbl="node3" presStyleIdx="2" presStyleCnt="4"/>
      <dgm:spPr/>
    </dgm:pt>
    <dgm:pt modelId="{DC469EE7-FB27-477D-A28E-C14D8A2FB019}" type="pres">
      <dgm:prSet presAssocID="{3441DA17-ACBC-4CD2-8490-5EDAA899579F}" presName="hierChild4" presStyleCnt="0"/>
      <dgm:spPr/>
    </dgm:pt>
    <dgm:pt modelId="{16A7C8F5-2A40-477C-B01A-F597335EFC35}" type="pres">
      <dgm:prSet presAssocID="{3441DA17-ACBC-4CD2-8490-5EDAA899579F}" presName="hierChild5" presStyleCnt="0"/>
      <dgm:spPr/>
    </dgm:pt>
    <dgm:pt modelId="{7222BF8C-27ED-4984-A544-24DFDBD4D6A9}" type="pres">
      <dgm:prSet presAssocID="{616DBD52-C900-42F7-836E-E98E33865B79}" presName="hierChild5" presStyleCnt="0"/>
      <dgm:spPr/>
    </dgm:pt>
    <dgm:pt modelId="{15747869-5841-4EFE-8D15-A26BA348B020}" type="pres">
      <dgm:prSet presAssocID="{2212815C-1195-4151-8EA0-7AE255E7DB5E}" presName="Name37" presStyleLbl="parChTrans1D2" presStyleIdx="1" presStyleCnt="4"/>
      <dgm:spPr/>
    </dgm:pt>
    <dgm:pt modelId="{9402C0F7-35F8-450F-89A6-82C4D818AC9F}" type="pres">
      <dgm:prSet presAssocID="{AE46B8AD-9285-4C4D-8699-6391583C4BAF}" presName="hierRoot2" presStyleCnt="0">
        <dgm:presLayoutVars>
          <dgm:hierBranch val="init"/>
        </dgm:presLayoutVars>
      </dgm:prSet>
      <dgm:spPr/>
    </dgm:pt>
    <dgm:pt modelId="{016D1346-493F-4023-9DD5-E3F141CCA5C4}" type="pres">
      <dgm:prSet presAssocID="{AE46B8AD-9285-4C4D-8699-6391583C4BAF}" presName="rootComposite" presStyleCnt="0"/>
      <dgm:spPr/>
    </dgm:pt>
    <dgm:pt modelId="{938D8F75-4A05-45A6-AC85-BCE0AC2E53DA}" type="pres">
      <dgm:prSet presAssocID="{AE46B8AD-9285-4C4D-8699-6391583C4BAF}" presName="rootText" presStyleLbl="node2" presStyleIdx="1" presStyleCnt="4">
        <dgm:presLayoutVars>
          <dgm:chPref val="3"/>
        </dgm:presLayoutVars>
      </dgm:prSet>
      <dgm:spPr/>
    </dgm:pt>
    <dgm:pt modelId="{B55BF594-F3C0-47A4-A045-39C780C77148}" type="pres">
      <dgm:prSet presAssocID="{AE46B8AD-9285-4C4D-8699-6391583C4BAF}" presName="rootConnector" presStyleLbl="node2" presStyleIdx="1" presStyleCnt="4"/>
      <dgm:spPr/>
    </dgm:pt>
    <dgm:pt modelId="{B9C97778-47B8-4E4F-8DC8-D531BF84BC5F}" type="pres">
      <dgm:prSet presAssocID="{AE46B8AD-9285-4C4D-8699-6391583C4BAF}" presName="hierChild4" presStyleCnt="0"/>
      <dgm:spPr/>
    </dgm:pt>
    <dgm:pt modelId="{4E22BACA-9919-4C80-A43F-A94422ED48A8}" type="pres">
      <dgm:prSet presAssocID="{AE46B8AD-9285-4C4D-8699-6391583C4BAF}" presName="hierChild5" presStyleCnt="0"/>
      <dgm:spPr/>
    </dgm:pt>
    <dgm:pt modelId="{3B93363E-898F-4E1F-A060-1276CDBA3D4D}" type="pres">
      <dgm:prSet presAssocID="{37BDA213-9ED2-4558-B4E2-152FBA85195B}" presName="Name37" presStyleLbl="parChTrans1D2" presStyleIdx="2" presStyleCnt="4"/>
      <dgm:spPr/>
    </dgm:pt>
    <dgm:pt modelId="{38AD5FB0-EE63-4D00-836A-3EA83E0EB995}" type="pres">
      <dgm:prSet presAssocID="{9E11D401-8C55-4E7A-AAA2-96E600DAC884}" presName="hierRoot2" presStyleCnt="0">
        <dgm:presLayoutVars>
          <dgm:hierBranch val="init"/>
        </dgm:presLayoutVars>
      </dgm:prSet>
      <dgm:spPr/>
    </dgm:pt>
    <dgm:pt modelId="{507ACE6C-8948-47E2-9DD4-E862595C6AC8}" type="pres">
      <dgm:prSet presAssocID="{9E11D401-8C55-4E7A-AAA2-96E600DAC884}" presName="rootComposite" presStyleCnt="0"/>
      <dgm:spPr/>
    </dgm:pt>
    <dgm:pt modelId="{DCE536E6-271E-4229-85FE-5A167AB2C95B}" type="pres">
      <dgm:prSet presAssocID="{9E11D401-8C55-4E7A-AAA2-96E600DAC884}" presName="rootText" presStyleLbl="node2" presStyleIdx="2" presStyleCnt="4">
        <dgm:presLayoutVars>
          <dgm:chPref val="3"/>
        </dgm:presLayoutVars>
      </dgm:prSet>
      <dgm:spPr/>
    </dgm:pt>
    <dgm:pt modelId="{4DF6002A-8FC6-493D-95E3-2008D44E807C}" type="pres">
      <dgm:prSet presAssocID="{9E11D401-8C55-4E7A-AAA2-96E600DAC884}" presName="rootConnector" presStyleLbl="node2" presStyleIdx="2" presStyleCnt="4"/>
      <dgm:spPr/>
    </dgm:pt>
    <dgm:pt modelId="{9CD94EC5-2A21-4428-92AC-968FB63A7E68}" type="pres">
      <dgm:prSet presAssocID="{9E11D401-8C55-4E7A-AAA2-96E600DAC884}" presName="hierChild4" presStyleCnt="0"/>
      <dgm:spPr/>
    </dgm:pt>
    <dgm:pt modelId="{D6C580CF-E59B-46B6-BCE7-0C1B7A96CB1A}" type="pres">
      <dgm:prSet presAssocID="{9E11D401-8C55-4E7A-AAA2-96E600DAC884}" presName="hierChild5" presStyleCnt="0"/>
      <dgm:spPr/>
    </dgm:pt>
    <dgm:pt modelId="{CFBCEA73-2668-460F-9C16-C9AE16C8F5A0}" type="pres">
      <dgm:prSet presAssocID="{B1E079A3-8DAD-4465-9FDF-1A4597AD5300}" presName="Name37" presStyleLbl="parChTrans1D2" presStyleIdx="3" presStyleCnt="4"/>
      <dgm:spPr/>
    </dgm:pt>
    <dgm:pt modelId="{E636B5C4-78E5-437B-92BE-E33123506AA5}" type="pres">
      <dgm:prSet presAssocID="{43E85C1F-84CC-4945-B80D-F9C4EA3F6AFB}" presName="hierRoot2" presStyleCnt="0">
        <dgm:presLayoutVars>
          <dgm:hierBranch val="init"/>
        </dgm:presLayoutVars>
      </dgm:prSet>
      <dgm:spPr/>
    </dgm:pt>
    <dgm:pt modelId="{680E6FF7-398D-43DB-BCB0-4C1BC1C5752B}" type="pres">
      <dgm:prSet presAssocID="{43E85C1F-84CC-4945-B80D-F9C4EA3F6AFB}" presName="rootComposite" presStyleCnt="0"/>
      <dgm:spPr/>
    </dgm:pt>
    <dgm:pt modelId="{7B55FB93-9634-4D02-983C-FD576EF0D8B4}" type="pres">
      <dgm:prSet presAssocID="{43E85C1F-84CC-4945-B80D-F9C4EA3F6AFB}" presName="rootText" presStyleLbl="node2" presStyleIdx="3" presStyleCnt="4">
        <dgm:presLayoutVars>
          <dgm:chPref val="3"/>
        </dgm:presLayoutVars>
      </dgm:prSet>
      <dgm:spPr/>
    </dgm:pt>
    <dgm:pt modelId="{CA90F8F2-E609-49F5-AE89-391EC0981F9C}" type="pres">
      <dgm:prSet presAssocID="{43E85C1F-84CC-4945-B80D-F9C4EA3F6AFB}" presName="rootConnector" presStyleLbl="node2" presStyleIdx="3" presStyleCnt="4"/>
      <dgm:spPr/>
    </dgm:pt>
    <dgm:pt modelId="{28D76A96-0C4D-42B4-9E61-35FF23D860EC}" type="pres">
      <dgm:prSet presAssocID="{43E85C1F-84CC-4945-B80D-F9C4EA3F6AFB}" presName="hierChild4" presStyleCnt="0"/>
      <dgm:spPr/>
    </dgm:pt>
    <dgm:pt modelId="{3EEB306B-6AF4-4A43-A616-D4F47050058D}" type="pres">
      <dgm:prSet presAssocID="{4A743894-5E9E-4A28-8EDC-35F1C2E366AA}" presName="Name37" presStyleLbl="parChTrans1D3" presStyleIdx="3" presStyleCnt="4"/>
      <dgm:spPr/>
    </dgm:pt>
    <dgm:pt modelId="{AB17276D-F330-4902-B98E-728FDD5FED0B}" type="pres">
      <dgm:prSet presAssocID="{BD2F2F53-2252-4CD4-B63D-6CCB9AB29709}" presName="hierRoot2" presStyleCnt="0">
        <dgm:presLayoutVars>
          <dgm:hierBranch val="init"/>
        </dgm:presLayoutVars>
      </dgm:prSet>
      <dgm:spPr/>
    </dgm:pt>
    <dgm:pt modelId="{A29CE903-9A58-4370-AD22-682001FC54D2}" type="pres">
      <dgm:prSet presAssocID="{BD2F2F53-2252-4CD4-B63D-6CCB9AB29709}" presName="rootComposite" presStyleCnt="0"/>
      <dgm:spPr/>
    </dgm:pt>
    <dgm:pt modelId="{4FEF85D9-4611-4C43-B8A1-EF9119BB3364}" type="pres">
      <dgm:prSet presAssocID="{BD2F2F53-2252-4CD4-B63D-6CCB9AB29709}" presName="rootText" presStyleLbl="node3" presStyleIdx="3" presStyleCnt="4">
        <dgm:presLayoutVars>
          <dgm:chPref val="3"/>
        </dgm:presLayoutVars>
      </dgm:prSet>
      <dgm:spPr/>
    </dgm:pt>
    <dgm:pt modelId="{A69985E9-D80E-4DC1-98BB-FACC7BD21164}" type="pres">
      <dgm:prSet presAssocID="{BD2F2F53-2252-4CD4-B63D-6CCB9AB29709}" presName="rootConnector" presStyleLbl="node3" presStyleIdx="3" presStyleCnt="4"/>
      <dgm:spPr/>
    </dgm:pt>
    <dgm:pt modelId="{1B6A0A82-3AF2-4A08-9FC4-6DE3ABE03540}" type="pres">
      <dgm:prSet presAssocID="{BD2F2F53-2252-4CD4-B63D-6CCB9AB29709}" presName="hierChild4" presStyleCnt="0"/>
      <dgm:spPr/>
    </dgm:pt>
    <dgm:pt modelId="{B264949D-EAD7-4945-896C-60E3B09EE4CB}" type="pres">
      <dgm:prSet presAssocID="{BD2F2F53-2252-4CD4-B63D-6CCB9AB29709}" presName="hierChild5" presStyleCnt="0"/>
      <dgm:spPr/>
    </dgm:pt>
    <dgm:pt modelId="{F0BE239A-FCAA-4877-97DB-D0CF549AF95F}" type="pres">
      <dgm:prSet presAssocID="{43E85C1F-84CC-4945-B80D-F9C4EA3F6AFB}" presName="hierChild5" presStyleCnt="0"/>
      <dgm:spPr/>
    </dgm:pt>
    <dgm:pt modelId="{93B22FD0-4FF1-4D06-8300-ECD3C93E3840}" type="pres">
      <dgm:prSet presAssocID="{EDD9D385-3E77-4AF3-8F98-C5B4C87F845B}" presName="hierChild3" presStyleCnt="0"/>
      <dgm:spPr/>
    </dgm:pt>
  </dgm:ptLst>
  <dgm:cxnLst>
    <dgm:cxn modelId="{21C87D04-FE87-4E97-BA8B-32396025ACA3}" type="presOf" srcId="{3441DA17-ACBC-4CD2-8490-5EDAA899579F}" destId="{556C961B-5D4D-4B7D-8686-DBD5D0F76719}" srcOrd="1" destOrd="0" presId="urn:microsoft.com/office/officeart/2005/8/layout/orgChart1"/>
    <dgm:cxn modelId="{52576011-422D-4E25-A8B3-F8E37A3CC1BD}" srcId="{616DBD52-C900-42F7-836E-E98E33865B79}" destId="{AB9FE336-3F59-47F3-98F9-B405A2214CBF}" srcOrd="1" destOrd="0" parTransId="{60D3979B-20B8-4BA4-A0E9-42E2AFD295F4}" sibTransId="{B4E5B615-8E39-4D7D-B79B-532082F98EAE}"/>
    <dgm:cxn modelId="{B6D02816-9954-4779-83C7-A37F66789749}" srcId="{EDD9D385-3E77-4AF3-8F98-C5B4C87F845B}" destId="{616DBD52-C900-42F7-836E-E98E33865B79}" srcOrd="0" destOrd="0" parTransId="{79988A51-D8D1-4E2E-9954-89CA3ADD1D5F}" sibTransId="{77138CFA-CA27-426E-B1C1-6D1C4AC6CA36}"/>
    <dgm:cxn modelId="{591C841D-D908-4BE9-9646-53877C1212AD}" type="presOf" srcId="{BD2F2F53-2252-4CD4-B63D-6CCB9AB29709}" destId="{4FEF85D9-4611-4C43-B8A1-EF9119BB3364}" srcOrd="0" destOrd="0" presId="urn:microsoft.com/office/officeart/2005/8/layout/orgChart1"/>
    <dgm:cxn modelId="{D1285522-7AA8-49FA-B2DB-FA771FE073CE}" type="presOf" srcId="{3441DA17-ACBC-4CD2-8490-5EDAA899579F}" destId="{87C12193-CDC9-4ADF-9B72-CD20D8978DA4}" srcOrd="0" destOrd="0" presId="urn:microsoft.com/office/officeart/2005/8/layout/orgChart1"/>
    <dgm:cxn modelId="{19392927-E20F-40FA-8BC3-A2AE643D33D5}" type="presOf" srcId="{616DBD52-C900-42F7-836E-E98E33865B79}" destId="{9C215A70-3C26-4AAE-8E0D-728060710BDC}" srcOrd="0" destOrd="0" presId="urn:microsoft.com/office/officeart/2005/8/layout/orgChart1"/>
    <dgm:cxn modelId="{AFBA1229-37DC-4FD7-878C-1A1AE667B817}" type="presOf" srcId="{9E11D401-8C55-4E7A-AAA2-96E600DAC884}" destId="{DCE536E6-271E-4229-85FE-5A167AB2C95B}" srcOrd="0" destOrd="0" presId="urn:microsoft.com/office/officeart/2005/8/layout/orgChart1"/>
    <dgm:cxn modelId="{23C7D62B-E679-46C7-B670-21161FE2C4AE}" type="presOf" srcId="{60D3979B-20B8-4BA4-A0E9-42E2AFD295F4}" destId="{6D99C48D-F917-47AB-8ECA-7C924F5A115D}" srcOrd="0" destOrd="0" presId="urn:microsoft.com/office/officeart/2005/8/layout/orgChart1"/>
    <dgm:cxn modelId="{1A8A4C2E-CE2E-4804-8268-035EBFB9F59D}" type="presOf" srcId="{79988A51-D8D1-4E2E-9954-89CA3ADD1D5F}" destId="{4274310E-4731-4344-BA66-B63B13141674}" srcOrd="0" destOrd="0" presId="urn:microsoft.com/office/officeart/2005/8/layout/orgChart1"/>
    <dgm:cxn modelId="{F0472E34-CBE4-4A09-893D-B2B72AEA0FC0}" type="presOf" srcId="{AE46B8AD-9285-4C4D-8699-6391583C4BAF}" destId="{938D8F75-4A05-45A6-AC85-BCE0AC2E53DA}" srcOrd="0" destOrd="0" presId="urn:microsoft.com/office/officeart/2005/8/layout/orgChart1"/>
    <dgm:cxn modelId="{3CC6C235-0623-471A-9AFD-E62C8D1E04F6}" type="presOf" srcId="{D577D1E2-463C-4024-B626-4196FDAE0C64}" destId="{79476503-6E1F-4C31-A01F-DE482018C5F9}" srcOrd="1" destOrd="0" presId="urn:microsoft.com/office/officeart/2005/8/layout/orgChart1"/>
    <dgm:cxn modelId="{30BF0636-5284-4BC8-8E24-0D8F5BD7CC00}" type="presOf" srcId="{2212815C-1195-4151-8EA0-7AE255E7DB5E}" destId="{15747869-5841-4EFE-8D15-A26BA348B020}" srcOrd="0" destOrd="0" presId="urn:microsoft.com/office/officeart/2005/8/layout/orgChart1"/>
    <dgm:cxn modelId="{77B4B95B-9730-4CE7-A238-D6005203FCF6}" srcId="{616DBD52-C900-42F7-836E-E98E33865B79}" destId="{D577D1E2-463C-4024-B626-4196FDAE0C64}" srcOrd="0" destOrd="0" parTransId="{788A5E9C-9A52-4C2C-89BB-D3C269C19F91}" sibTransId="{1BCCFB87-1379-4FBE-9B4C-322B9C2C8660}"/>
    <dgm:cxn modelId="{DCCE4664-6AA9-44B1-8D29-2286C701C685}" srcId="{616DBD52-C900-42F7-836E-E98E33865B79}" destId="{3441DA17-ACBC-4CD2-8490-5EDAA899579F}" srcOrd="2" destOrd="0" parTransId="{2632381E-2940-43E7-A3D3-6167A9E49BF5}" sibTransId="{67C46437-392D-4DC1-8F03-79616C9E1D22}"/>
    <dgm:cxn modelId="{1BD1B768-9426-4471-AECD-A709FEA3B83F}" type="presOf" srcId="{EDD9D385-3E77-4AF3-8F98-C5B4C87F845B}" destId="{755A9F48-A0D2-473D-AC94-E5119DD69F72}" srcOrd="0" destOrd="0" presId="urn:microsoft.com/office/officeart/2005/8/layout/orgChart1"/>
    <dgm:cxn modelId="{5E957549-026A-4B29-A5ED-B0CCF1332A98}" type="presOf" srcId="{2632381E-2940-43E7-A3D3-6167A9E49BF5}" destId="{26BFB6DA-F358-4763-9C78-5D39234986B4}" srcOrd="0" destOrd="0" presId="urn:microsoft.com/office/officeart/2005/8/layout/orgChart1"/>
    <dgm:cxn modelId="{AC926371-25AE-48F5-AB4A-B105A04508F0}" type="presOf" srcId="{43E85C1F-84CC-4945-B80D-F9C4EA3F6AFB}" destId="{CA90F8F2-E609-49F5-AE89-391EC0981F9C}" srcOrd="1" destOrd="0" presId="urn:microsoft.com/office/officeart/2005/8/layout/orgChart1"/>
    <dgm:cxn modelId="{5A514671-57B4-4FA5-9576-5C362EFA978A}" type="presOf" srcId="{EDD9D385-3E77-4AF3-8F98-C5B4C87F845B}" destId="{FF4BCC97-59B3-42D9-A616-5B69E427A58E}" srcOrd="1" destOrd="0" presId="urn:microsoft.com/office/officeart/2005/8/layout/orgChart1"/>
    <dgm:cxn modelId="{43F40176-41CC-415F-BC3F-05B1DD2BAFB0}" type="presOf" srcId="{AE46B8AD-9285-4C4D-8699-6391583C4BAF}" destId="{B55BF594-F3C0-47A4-A045-39C780C77148}" srcOrd="1" destOrd="0" presId="urn:microsoft.com/office/officeart/2005/8/layout/orgChart1"/>
    <dgm:cxn modelId="{0E8AE377-5E95-49DF-B666-8D6D9595CE4D}" type="presOf" srcId="{AB9FE336-3F59-47F3-98F9-B405A2214CBF}" destId="{9D1528BD-013C-43A1-87AD-AC1BAAD3470C}" srcOrd="1" destOrd="0" presId="urn:microsoft.com/office/officeart/2005/8/layout/orgChart1"/>
    <dgm:cxn modelId="{C51E0E88-794C-4EE4-A795-0F2BA8F492A5}" type="presOf" srcId="{616DBD52-C900-42F7-836E-E98E33865B79}" destId="{5B7FF3EC-9095-4EB6-8668-42D29F56C355}" srcOrd="1" destOrd="0" presId="urn:microsoft.com/office/officeart/2005/8/layout/orgChart1"/>
    <dgm:cxn modelId="{2AC29E8C-3EFC-431E-AB54-C790E56B5B13}" srcId="{EDD9D385-3E77-4AF3-8F98-C5B4C87F845B}" destId="{AE46B8AD-9285-4C4D-8699-6391583C4BAF}" srcOrd="1" destOrd="0" parTransId="{2212815C-1195-4151-8EA0-7AE255E7DB5E}" sibTransId="{71E09E89-5DB9-40E1-9DBE-E00CFE4C2165}"/>
    <dgm:cxn modelId="{E4570094-A86D-4776-9C53-9EBBD3DD092D}" type="presOf" srcId="{37BDA213-9ED2-4558-B4E2-152FBA85195B}" destId="{3B93363E-898F-4E1F-A060-1276CDBA3D4D}" srcOrd="0" destOrd="0" presId="urn:microsoft.com/office/officeart/2005/8/layout/orgChart1"/>
    <dgm:cxn modelId="{09E9D994-8DA4-4C26-9918-FEB40569E8AC}" type="presOf" srcId="{BD2F2F53-2252-4CD4-B63D-6CCB9AB29709}" destId="{A69985E9-D80E-4DC1-98BB-FACC7BD21164}" srcOrd="1" destOrd="0" presId="urn:microsoft.com/office/officeart/2005/8/layout/orgChart1"/>
    <dgm:cxn modelId="{7C841BA0-3C84-4DF9-A17C-87CFFCDD6D0F}" type="presOf" srcId="{43E85C1F-84CC-4945-B80D-F9C4EA3F6AFB}" destId="{7B55FB93-9634-4D02-983C-FD576EF0D8B4}" srcOrd="0" destOrd="0" presId="urn:microsoft.com/office/officeart/2005/8/layout/orgChart1"/>
    <dgm:cxn modelId="{03AC5AAB-F9DB-457A-A965-3DF9DEB845D4}" type="presOf" srcId="{B1E079A3-8DAD-4465-9FDF-1A4597AD5300}" destId="{CFBCEA73-2668-460F-9C16-C9AE16C8F5A0}" srcOrd="0" destOrd="0" presId="urn:microsoft.com/office/officeart/2005/8/layout/orgChart1"/>
    <dgm:cxn modelId="{BE988AB3-539A-4B99-B321-6E7734751D69}" srcId="{43E85C1F-84CC-4945-B80D-F9C4EA3F6AFB}" destId="{BD2F2F53-2252-4CD4-B63D-6CCB9AB29709}" srcOrd="0" destOrd="0" parTransId="{4A743894-5E9E-4A28-8EDC-35F1C2E366AA}" sibTransId="{66E5CF58-DB44-4197-9E66-D04D67039985}"/>
    <dgm:cxn modelId="{7ED7C0B6-7DAA-4856-8521-40EA34AE8536}" type="presOf" srcId="{4A743894-5E9E-4A28-8EDC-35F1C2E366AA}" destId="{3EEB306B-6AF4-4A43-A616-D4F47050058D}" srcOrd="0" destOrd="0" presId="urn:microsoft.com/office/officeart/2005/8/layout/orgChart1"/>
    <dgm:cxn modelId="{4C3408BC-9196-4FB9-AA8E-7E34C2BA1B69}" type="presOf" srcId="{9E11D401-8C55-4E7A-AAA2-96E600DAC884}" destId="{4DF6002A-8FC6-493D-95E3-2008D44E807C}" srcOrd="1" destOrd="0" presId="urn:microsoft.com/office/officeart/2005/8/layout/orgChart1"/>
    <dgm:cxn modelId="{2B6C56C2-7705-4CF9-95FC-C2F8F53CB22F}" type="presOf" srcId="{ABF68683-3BA0-4DA8-82DB-4FFD6ED5290A}" destId="{281623CA-66AB-4E3D-8E03-8DD540804AF9}" srcOrd="0" destOrd="0" presId="urn:microsoft.com/office/officeart/2005/8/layout/orgChart1"/>
    <dgm:cxn modelId="{509261C6-848D-4251-9017-EA7924300898}" type="presOf" srcId="{D577D1E2-463C-4024-B626-4196FDAE0C64}" destId="{00CB58B1-4173-4D8A-B976-7CBC686F7656}" srcOrd="0" destOrd="0" presId="urn:microsoft.com/office/officeart/2005/8/layout/orgChart1"/>
    <dgm:cxn modelId="{7EAD8DD6-9797-43EC-8952-1ECD137D41EB}" srcId="{ABF68683-3BA0-4DA8-82DB-4FFD6ED5290A}" destId="{EDD9D385-3E77-4AF3-8F98-C5B4C87F845B}" srcOrd="0" destOrd="0" parTransId="{9025AF77-10E4-4FED-9E34-2EFD3B1CE262}" sibTransId="{31FD471A-62EA-44D0-B861-5B92A3E268F5}"/>
    <dgm:cxn modelId="{A23582D8-1B96-4AD1-833C-22A832B4721E}" type="presOf" srcId="{AB9FE336-3F59-47F3-98F9-B405A2214CBF}" destId="{80CC2A04-2A23-469E-8179-94586508CB85}" srcOrd="0" destOrd="0" presId="urn:microsoft.com/office/officeart/2005/8/layout/orgChart1"/>
    <dgm:cxn modelId="{2F00B1EB-A040-433D-B28D-5D249076D4D8}" type="presOf" srcId="{788A5E9C-9A52-4C2C-89BB-D3C269C19F91}" destId="{AEE4438C-3B13-4150-B7A0-797DDDB67495}" srcOrd="0" destOrd="0" presId="urn:microsoft.com/office/officeart/2005/8/layout/orgChart1"/>
    <dgm:cxn modelId="{3C742BF3-05CF-434B-9912-B85165C1AE89}" srcId="{EDD9D385-3E77-4AF3-8F98-C5B4C87F845B}" destId="{9E11D401-8C55-4E7A-AAA2-96E600DAC884}" srcOrd="2" destOrd="0" parTransId="{37BDA213-9ED2-4558-B4E2-152FBA85195B}" sibTransId="{A5B75602-877C-45DA-85C6-0528C62B88B5}"/>
    <dgm:cxn modelId="{3A136FFE-0092-43DA-A990-D2C98BB62CF8}" srcId="{EDD9D385-3E77-4AF3-8F98-C5B4C87F845B}" destId="{43E85C1F-84CC-4945-B80D-F9C4EA3F6AFB}" srcOrd="3" destOrd="0" parTransId="{B1E079A3-8DAD-4465-9FDF-1A4597AD5300}" sibTransId="{29B81958-C4FD-49C9-8542-B17192B424A8}"/>
    <dgm:cxn modelId="{FA51AE66-57E8-48FA-87D3-963B28996336}" type="presParOf" srcId="{281623CA-66AB-4E3D-8E03-8DD540804AF9}" destId="{882E39B9-D53B-4FB5-AC7E-EBE2D7B234E5}" srcOrd="0" destOrd="0" presId="urn:microsoft.com/office/officeart/2005/8/layout/orgChart1"/>
    <dgm:cxn modelId="{F07706E5-482A-4AFA-B5CF-6745BF42C364}" type="presParOf" srcId="{882E39B9-D53B-4FB5-AC7E-EBE2D7B234E5}" destId="{D75F03F8-BA29-4B9B-9898-62C5F1B9AF17}" srcOrd="0" destOrd="0" presId="urn:microsoft.com/office/officeart/2005/8/layout/orgChart1"/>
    <dgm:cxn modelId="{BB2FDCF5-AFC6-4A31-9AD2-B32E87401416}" type="presParOf" srcId="{D75F03F8-BA29-4B9B-9898-62C5F1B9AF17}" destId="{755A9F48-A0D2-473D-AC94-E5119DD69F72}" srcOrd="0" destOrd="0" presId="urn:microsoft.com/office/officeart/2005/8/layout/orgChart1"/>
    <dgm:cxn modelId="{EF773CBD-512D-4CD1-8E23-C35D6F0F8EBB}" type="presParOf" srcId="{D75F03F8-BA29-4B9B-9898-62C5F1B9AF17}" destId="{FF4BCC97-59B3-42D9-A616-5B69E427A58E}" srcOrd="1" destOrd="0" presId="urn:microsoft.com/office/officeart/2005/8/layout/orgChart1"/>
    <dgm:cxn modelId="{68627E33-1F32-40D9-996C-0DB2EDA7557E}" type="presParOf" srcId="{882E39B9-D53B-4FB5-AC7E-EBE2D7B234E5}" destId="{E5AE62EE-18B6-4827-B76C-F0C540A25FB0}" srcOrd="1" destOrd="0" presId="urn:microsoft.com/office/officeart/2005/8/layout/orgChart1"/>
    <dgm:cxn modelId="{3CC8FF7D-8ADE-48B5-8D78-16C81DF0E00F}" type="presParOf" srcId="{E5AE62EE-18B6-4827-B76C-F0C540A25FB0}" destId="{4274310E-4731-4344-BA66-B63B13141674}" srcOrd="0" destOrd="0" presId="urn:microsoft.com/office/officeart/2005/8/layout/orgChart1"/>
    <dgm:cxn modelId="{68A51BB3-A6FC-4790-B101-3D2E7778DC6E}" type="presParOf" srcId="{E5AE62EE-18B6-4827-B76C-F0C540A25FB0}" destId="{6D9374F4-9DCC-4457-B076-4B97205C1CD0}" srcOrd="1" destOrd="0" presId="urn:microsoft.com/office/officeart/2005/8/layout/orgChart1"/>
    <dgm:cxn modelId="{39DAE696-6AB7-42F0-B2FD-1E68772A87EE}" type="presParOf" srcId="{6D9374F4-9DCC-4457-B076-4B97205C1CD0}" destId="{E61F7D44-70E8-444C-93E6-45DCB1CC81C2}" srcOrd="0" destOrd="0" presId="urn:microsoft.com/office/officeart/2005/8/layout/orgChart1"/>
    <dgm:cxn modelId="{E9355EAD-B887-45D9-AB5A-94B027325285}" type="presParOf" srcId="{E61F7D44-70E8-444C-93E6-45DCB1CC81C2}" destId="{9C215A70-3C26-4AAE-8E0D-728060710BDC}" srcOrd="0" destOrd="0" presId="urn:microsoft.com/office/officeart/2005/8/layout/orgChart1"/>
    <dgm:cxn modelId="{60218C4B-973B-441A-8984-D0C3C8BD0F83}" type="presParOf" srcId="{E61F7D44-70E8-444C-93E6-45DCB1CC81C2}" destId="{5B7FF3EC-9095-4EB6-8668-42D29F56C355}" srcOrd="1" destOrd="0" presId="urn:microsoft.com/office/officeart/2005/8/layout/orgChart1"/>
    <dgm:cxn modelId="{7439CAD9-A5C0-418D-9958-DFB769F5B6DB}" type="presParOf" srcId="{6D9374F4-9DCC-4457-B076-4B97205C1CD0}" destId="{482AA3AB-6ACB-499F-91F8-A0185882574B}" srcOrd="1" destOrd="0" presId="urn:microsoft.com/office/officeart/2005/8/layout/orgChart1"/>
    <dgm:cxn modelId="{9C5D8C7B-118A-4898-A9F7-B12B842332A1}" type="presParOf" srcId="{482AA3AB-6ACB-499F-91F8-A0185882574B}" destId="{AEE4438C-3B13-4150-B7A0-797DDDB67495}" srcOrd="0" destOrd="0" presId="urn:microsoft.com/office/officeart/2005/8/layout/orgChart1"/>
    <dgm:cxn modelId="{03A152E7-65CD-47C1-B2B1-A109ABF28882}" type="presParOf" srcId="{482AA3AB-6ACB-499F-91F8-A0185882574B}" destId="{224CF1E0-9439-4988-9D26-3CDADFEE1BC8}" srcOrd="1" destOrd="0" presId="urn:microsoft.com/office/officeart/2005/8/layout/orgChart1"/>
    <dgm:cxn modelId="{741EFD6A-0978-4B98-9D1A-0D9945150736}" type="presParOf" srcId="{224CF1E0-9439-4988-9D26-3CDADFEE1BC8}" destId="{33577ED3-1C1D-490C-8997-CCE9162A4271}" srcOrd="0" destOrd="0" presId="urn:microsoft.com/office/officeart/2005/8/layout/orgChart1"/>
    <dgm:cxn modelId="{B93C3509-6184-4150-8B0B-35A1B04F5973}" type="presParOf" srcId="{33577ED3-1C1D-490C-8997-CCE9162A4271}" destId="{00CB58B1-4173-4D8A-B976-7CBC686F7656}" srcOrd="0" destOrd="0" presId="urn:microsoft.com/office/officeart/2005/8/layout/orgChart1"/>
    <dgm:cxn modelId="{B26213FB-AD2F-4F40-9CBA-B121564D53E9}" type="presParOf" srcId="{33577ED3-1C1D-490C-8997-CCE9162A4271}" destId="{79476503-6E1F-4C31-A01F-DE482018C5F9}" srcOrd="1" destOrd="0" presId="urn:microsoft.com/office/officeart/2005/8/layout/orgChart1"/>
    <dgm:cxn modelId="{2A733FE4-A4E3-4F0C-88E0-10019D231636}" type="presParOf" srcId="{224CF1E0-9439-4988-9D26-3CDADFEE1BC8}" destId="{A5F16A9C-A61E-44E2-95F7-DD930AA9BAED}" srcOrd="1" destOrd="0" presId="urn:microsoft.com/office/officeart/2005/8/layout/orgChart1"/>
    <dgm:cxn modelId="{75EFCF5E-22C3-4667-A93B-2D283B2DC0CA}" type="presParOf" srcId="{224CF1E0-9439-4988-9D26-3CDADFEE1BC8}" destId="{C7DCA3CA-DF92-4E8B-9078-B8F6C69CBE80}" srcOrd="2" destOrd="0" presId="urn:microsoft.com/office/officeart/2005/8/layout/orgChart1"/>
    <dgm:cxn modelId="{3D28B527-D86B-43D0-A99D-91532232B993}" type="presParOf" srcId="{482AA3AB-6ACB-499F-91F8-A0185882574B}" destId="{6D99C48D-F917-47AB-8ECA-7C924F5A115D}" srcOrd="2" destOrd="0" presId="urn:microsoft.com/office/officeart/2005/8/layout/orgChart1"/>
    <dgm:cxn modelId="{57404EFA-2811-469B-B59A-6BB9166A41D9}" type="presParOf" srcId="{482AA3AB-6ACB-499F-91F8-A0185882574B}" destId="{ED013898-0B87-4362-96A3-53A58A3AFC35}" srcOrd="3" destOrd="0" presId="urn:microsoft.com/office/officeart/2005/8/layout/orgChart1"/>
    <dgm:cxn modelId="{0170E6BB-A246-4A11-98CD-ABB478669E4E}" type="presParOf" srcId="{ED013898-0B87-4362-96A3-53A58A3AFC35}" destId="{3C7D97F7-4303-4FDA-8BFE-DC33507ADD66}" srcOrd="0" destOrd="0" presId="urn:microsoft.com/office/officeart/2005/8/layout/orgChart1"/>
    <dgm:cxn modelId="{27B01DF2-5CB5-4342-9A72-CFADE59ABBA9}" type="presParOf" srcId="{3C7D97F7-4303-4FDA-8BFE-DC33507ADD66}" destId="{80CC2A04-2A23-469E-8179-94586508CB85}" srcOrd="0" destOrd="0" presId="urn:microsoft.com/office/officeart/2005/8/layout/orgChart1"/>
    <dgm:cxn modelId="{0A0B58E6-76B0-4969-A351-3974E7BF5B5C}" type="presParOf" srcId="{3C7D97F7-4303-4FDA-8BFE-DC33507ADD66}" destId="{9D1528BD-013C-43A1-87AD-AC1BAAD3470C}" srcOrd="1" destOrd="0" presId="urn:microsoft.com/office/officeart/2005/8/layout/orgChart1"/>
    <dgm:cxn modelId="{5FB3829C-62F6-44D1-BA23-33F927E74558}" type="presParOf" srcId="{ED013898-0B87-4362-96A3-53A58A3AFC35}" destId="{FA0FD969-DDC7-49B9-9953-51162591B8E7}" srcOrd="1" destOrd="0" presId="urn:microsoft.com/office/officeart/2005/8/layout/orgChart1"/>
    <dgm:cxn modelId="{2BF1120D-4F71-4801-80A1-5365AED78C9E}" type="presParOf" srcId="{ED013898-0B87-4362-96A3-53A58A3AFC35}" destId="{DF350535-EC19-43BE-9719-D9010E038C3A}" srcOrd="2" destOrd="0" presId="urn:microsoft.com/office/officeart/2005/8/layout/orgChart1"/>
    <dgm:cxn modelId="{8E3550BF-5B4A-48F6-B8FD-3A8C537FE6D9}" type="presParOf" srcId="{482AA3AB-6ACB-499F-91F8-A0185882574B}" destId="{26BFB6DA-F358-4763-9C78-5D39234986B4}" srcOrd="4" destOrd="0" presId="urn:microsoft.com/office/officeart/2005/8/layout/orgChart1"/>
    <dgm:cxn modelId="{8E6B45FD-A92D-4764-A7A1-BD8DC88ACC49}" type="presParOf" srcId="{482AA3AB-6ACB-499F-91F8-A0185882574B}" destId="{377649E3-D1F7-4160-AA07-845A5DFA9A9E}" srcOrd="5" destOrd="0" presId="urn:microsoft.com/office/officeart/2005/8/layout/orgChart1"/>
    <dgm:cxn modelId="{7B4F53AA-DACC-451E-AE93-DBC1EAAF750F}" type="presParOf" srcId="{377649E3-D1F7-4160-AA07-845A5DFA9A9E}" destId="{EB6831AB-648F-46F5-B11C-1A373DE688D0}" srcOrd="0" destOrd="0" presId="urn:microsoft.com/office/officeart/2005/8/layout/orgChart1"/>
    <dgm:cxn modelId="{50B980D6-BFD0-4CCF-BA21-D8AE5F2CF4E6}" type="presParOf" srcId="{EB6831AB-648F-46F5-B11C-1A373DE688D0}" destId="{87C12193-CDC9-4ADF-9B72-CD20D8978DA4}" srcOrd="0" destOrd="0" presId="urn:microsoft.com/office/officeart/2005/8/layout/orgChart1"/>
    <dgm:cxn modelId="{EC4144EF-64B6-416D-AC91-78A788D12C42}" type="presParOf" srcId="{EB6831AB-648F-46F5-B11C-1A373DE688D0}" destId="{556C961B-5D4D-4B7D-8686-DBD5D0F76719}" srcOrd="1" destOrd="0" presId="urn:microsoft.com/office/officeart/2005/8/layout/orgChart1"/>
    <dgm:cxn modelId="{A890C005-13B1-48E4-8921-4A6C38763F4C}" type="presParOf" srcId="{377649E3-D1F7-4160-AA07-845A5DFA9A9E}" destId="{DC469EE7-FB27-477D-A28E-C14D8A2FB019}" srcOrd="1" destOrd="0" presId="urn:microsoft.com/office/officeart/2005/8/layout/orgChart1"/>
    <dgm:cxn modelId="{7B8E6F8C-D918-40A8-9763-BE7DA2F6A8C3}" type="presParOf" srcId="{377649E3-D1F7-4160-AA07-845A5DFA9A9E}" destId="{16A7C8F5-2A40-477C-B01A-F597335EFC35}" srcOrd="2" destOrd="0" presId="urn:microsoft.com/office/officeart/2005/8/layout/orgChart1"/>
    <dgm:cxn modelId="{573ACC5C-DCC6-4682-BE25-3409664BC62D}" type="presParOf" srcId="{6D9374F4-9DCC-4457-B076-4B97205C1CD0}" destId="{7222BF8C-27ED-4984-A544-24DFDBD4D6A9}" srcOrd="2" destOrd="0" presId="urn:microsoft.com/office/officeart/2005/8/layout/orgChart1"/>
    <dgm:cxn modelId="{D56E796E-28BB-4018-8EAC-124DB8889C81}" type="presParOf" srcId="{E5AE62EE-18B6-4827-B76C-F0C540A25FB0}" destId="{15747869-5841-4EFE-8D15-A26BA348B020}" srcOrd="2" destOrd="0" presId="urn:microsoft.com/office/officeart/2005/8/layout/orgChart1"/>
    <dgm:cxn modelId="{01B3B127-CE88-480F-89DE-543F25866CE0}" type="presParOf" srcId="{E5AE62EE-18B6-4827-B76C-F0C540A25FB0}" destId="{9402C0F7-35F8-450F-89A6-82C4D818AC9F}" srcOrd="3" destOrd="0" presId="urn:microsoft.com/office/officeart/2005/8/layout/orgChart1"/>
    <dgm:cxn modelId="{D07A7215-B65D-4562-A7D8-13000E24651F}" type="presParOf" srcId="{9402C0F7-35F8-450F-89A6-82C4D818AC9F}" destId="{016D1346-493F-4023-9DD5-E3F141CCA5C4}" srcOrd="0" destOrd="0" presId="urn:microsoft.com/office/officeart/2005/8/layout/orgChart1"/>
    <dgm:cxn modelId="{F7DC2E57-1125-49A9-BE7F-200DCFFB5BA5}" type="presParOf" srcId="{016D1346-493F-4023-9DD5-E3F141CCA5C4}" destId="{938D8F75-4A05-45A6-AC85-BCE0AC2E53DA}" srcOrd="0" destOrd="0" presId="urn:microsoft.com/office/officeart/2005/8/layout/orgChart1"/>
    <dgm:cxn modelId="{BC6AF908-6C36-4B9D-8D08-E908414A1AF1}" type="presParOf" srcId="{016D1346-493F-4023-9DD5-E3F141CCA5C4}" destId="{B55BF594-F3C0-47A4-A045-39C780C77148}" srcOrd="1" destOrd="0" presId="urn:microsoft.com/office/officeart/2005/8/layout/orgChart1"/>
    <dgm:cxn modelId="{D0E2130D-BB12-4F6C-BAC0-F79C8131463C}" type="presParOf" srcId="{9402C0F7-35F8-450F-89A6-82C4D818AC9F}" destId="{B9C97778-47B8-4E4F-8DC8-D531BF84BC5F}" srcOrd="1" destOrd="0" presId="urn:microsoft.com/office/officeart/2005/8/layout/orgChart1"/>
    <dgm:cxn modelId="{6640A45F-F752-4808-AD61-1ED96050C818}" type="presParOf" srcId="{9402C0F7-35F8-450F-89A6-82C4D818AC9F}" destId="{4E22BACA-9919-4C80-A43F-A94422ED48A8}" srcOrd="2" destOrd="0" presId="urn:microsoft.com/office/officeart/2005/8/layout/orgChart1"/>
    <dgm:cxn modelId="{0F61A35F-AA74-4D54-AADA-B7E65F824E2B}" type="presParOf" srcId="{E5AE62EE-18B6-4827-B76C-F0C540A25FB0}" destId="{3B93363E-898F-4E1F-A060-1276CDBA3D4D}" srcOrd="4" destOrd="0" presId="urn:microsoft.com/office/officeart/2005/8/layout/orgChart1"/>
    <dgm:cxn modelId="{01956C15-4F21-48B1-8208-6527B32BFF63}" type="presParOf" srcId="{E5AE62EE-18B6-4827-B76C-F0C540A25FB0}" destId="{38AD5FB0-EE63-4D00-836A-3EA83E0EB995}" srcOrd="5" destOrd="0" presId="urn:microsoft.com/office/officeart/2005/8/layout/orgChart1"/>
    <dgm:cxn modelId="{C88CBBEF-6719-4D1D-B12B-D6CCA86A5271}" type="presParOf" srcId="{38AD5FB0-EE63-4D00-836A-3EA83E0EB995}" destId="{507ACE6C-8948-47E2-9DD4-E862595C6AC8}" srcOrd="0" destOrd="0" presId="urn:microsoft.com/office/officeart/2005/8/layout/orgChart1"/>
    <dgm:cxn modelId="{87452AC9-C212-4015-878A-6A6B9ACE4D16}" type="presParOf" srcId="{507ACE6C-8948-47E2-9DD4-E862595C6AC8}" destId="{DCE536E6-271E-4229-85FE-5A167AB2C95B}" srcOrd="0" destOrd="0" presId="urn:microsoft.com/office/officeart/2005/8/layout/orgChart1"/>
    <dgm:cxn modelId="{D5315FC6-54B4-4FA6-B357-FB6F8AAC482E}" type="presParOf" srcId="{507ACE6C-8948-47E2-9DD4-E862595C6AC8}" destId="{4DF6002A-8FC6-493D-95E3-2008D44E807C}" srcOrd="1" destOrd="0" presId="urn:microsoft.com/office/officeart/2005/8/layout/orgChart1"/>
    <dgm:cxn modelId="{7DF482DA-CAA0-43D7-80D7-090F7E93A385}" type="presParOf" srcId="{38AD5FB0-EE63-4D00-836A-3EA83E0EB995}" destId="{9CD94EC5-2A21-4428-92AC-968FB63A7E68}" srcOrd="1" destOrd="0" presId="urn:microsoft.com/office/officeart/2005/8/layout/orgChart1"/>
    <dgm:cxn modelId="{69D83545-7861-4777-BA01-34EE634D7197}" type="presParOf" srcId="{38AD5FB0-EE63-4D00-836A-3EA83E0EB995}" destId="{D6C580CF-E59B-46B6-BCE7-0C1B7A96CB1A}" srcOrd="2" destOrd="0" presId="urn:microsoft.com/office/officeart/2005/8/layout/orgChart1"/>
    <dgm:cxn modelId="{5E406DF9-4971-4519-BC4E-BB63FB84029E}" type="presParOf" srcId="{E5AE62EE-18B6-4827-B76C-F0C540A25FB0}" destId="{CFBCEA73-2668-460F-9C16-C9AE16C8F5A0}" srcOrd="6" destOrd="0" presId="urn:microsoft.com/office/officeart/2005/8/layout/orgChart1"/>
    <dgm:cxn modelId="{6F268A83-9BAC-4BA3-AB7A-546F032B49BB}" type="presParOf" srcId="{E5AE62EE-18B6-4827-B76C-F0C540A25FB0}" destId="{E636B5C4-78E5-437B-92BE-E33123506AA5}" srcOrd="7" destOrd="0" presId="urn:microsoft.com/office/officeart/2005/8/layout/orgChart1"/>
    <dgm:cxn modelId="{B97A84E5-B08F-4EB6-BF53-3FB9BD19E17D}" type="presParOf" srcId="{E636B5C4-78E5-437B-92BE-E33123506AA5}" destId="{680E6FF7-398D-43DB-BCB0-4C1BC1C5752B}" srcOrd="0" destOrd="0" presId="urn:microsoft.com/office/officeart/2005/8/layout/orgChart1"/>
    <dgm:cxn modelId="{3F314BF4-5E07-436A-8381-896997EAC7AE}" type="presParOf" srcId="{680E6FF7-398D-43DB-BCB0-4C1BC1C5752B}" destId="{7B55FB93-9634-4D02-983C-FD576EF0D8B4}" srcOrd="0" destOrd="0" presId="urn:microsoft.com/office/officeart/2005/8/layout/orgChart1"/>
    <dgm:cxn modelId="{688A63EE-BC17-4111-9CC4-EC493493DA18}" type="presParOf" srcId="{680E6FF7-398D-43DB-BCB0-4C1BC1C5752B}" destId="{CA90F8F2-E609-49F5-AE89-391EC0981F9C}" srcOrd="1" destOrd="0" presId="urn:microsoft.com/office/officeart/2005/8/layout/orgChart1"/>
    <dgm:cxn modelId="{D84921DA-B0C1-491B-9003-B1EE49D166E5}" type="presParOf" srcId="{E636B5C4-78E5-437B-92BE-E33123506AA5}" destId="{28D76A96-0C4D-42B4-9E61-35FF23D860EC}" srcOrd="1" destOrd="0" presId="urn:microsoft.com/office/officeart/2005/8/layout/orgChart1"/>
    <dgm:cxn modelId="{9B6ED100-7F5E-4711-99FA-A33B19270889}" type="presParOf" srcId="{28D76A96-0C4D-42B4-9E61-35FF23D860EC}" destId="{3EEB306B-6AF4-4A43-A616-D4F47050058D}" srcOrd="0" destOrd="0" presId="urn:microsoft.com/office/officeart/2005/8/layout/orgChart1"/>
    <dgm:cxn modelId="{8F2B5338-DC20-4A55-BDB6-A57F8D802629}" type="presParOf" srcId="{28D76A96-0C4D-42B4-9E61-35FF23D860EC}" destId="{AB17276D-F330-4902-B98E-728FDD5FED0B}" srcOrd="1" destOrd="0" presId="urn:microsoft.com/office/officeart/2005/8/layout/orgChart1"/>
    <dgm:cxn modelId="{65C48141-B1ED-4AF1-A2E8-198F5640A4F6}" type="presParOf" srcId="{AB17276D-F330-4902-B98E-728FDD5FED0B}" destId="{A29CE903-9A58-4370-AD22-682001FC54D2}" srcOrd="0" destOrd="0" presId="urn:microsoft.com/office/officeart/2005/8/layout/orgChart1"/>
    <dgm:cxn modelId="{400FCC7C-651B-46DE-AA61-ED29BC753C40}" type="presParOf" srcId="{A29CE903-9A58-4370-AD22-682001FC54D2}" destId="{4FEF85D9-4611-4C43-B8A1-EF9119BB3364}" srcOrd="0" destOrd="0" presId="urn:microsoft.com/office/officeart/2005/8/layout/orgChart1"/>
    <dgm:cxn modelId="{2445FF48-C7F0-45EA-BEFE-88CC2D55356C}" type="presParOf" srcId="{A29CE903-9A58-4370-AD22-682001FC54D2}" destId="{A69985E9-D80E-4DC1-98BB-FACC7BD21164}" srcOrd="1" destOrd="0" presId="urn:microsoft.com/office/officeart/2005/8/layout/orgChart1"/>
    <dgm:cxn modelId="{E95BEEA5-60B8-4B0D-9C4C-747BE67247D4}" type="presParOf" srcId="{AB17276D-F330-4902-B98E-728FDD5FED0B}" destId="{1B6A0A82-3AF2-4A08-9FC4-6DE3ABE03540}" srcOrd="1" destOrd="0" presId="urn:microsoft.com/office/officeart/2005/8/layout/orgChart1"/>
    <dgm:cxn modelId="{9AFA58AA-F082-4593-9185-9801D7334793}" type="presParOf" srcId="{AB17276D-F330-4902-B98E-728FDD5FED0B}" destId="{B264949D-EAD7-4945-896C-60E3B09EE4CB}" srcOrd="2" destOrd="0" presId="urn:microsoft.com/office/officeart/2005/8/layout/orgChart1"/>
    <dgm:cxn modelId="{283498DD-C4E7-43A6-BF06-0C09B3AEC40E}" type="presParOf" srcId="{E636B5C4-78E5-437B-92BE-E33123506AA5}" destId="{F0BE239A-FCAA-4877-97DB-D0CF549AF95F}" srcOrd="2" destOrd="0" presId="urn:microsoft.com/office/officeart/2005/8/layout/orgChart1"/>
    <dgm:cxn modelId="{B499449E-EAD8-4C41-837B-6BD1DCB012D4}" type="presParOf" srcId="{882E39B9-D53B-4FB5-AC7E-EBE2D7B234E5}" destId="{93B22FD0-4FF1-4D06-8300-ECD3C93E384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4F25AC3-3C94-4312-ADC4-7041BD5966B8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11F40F6-960F-4EE6-88ED-873AA89AEE2C}">
      <dgm:prSet custT="1"/>
      <dgm:spPr/>
      <dgm:t>
        <a:bodyPr/>
        <a:lstStyle/>
        <a:p>
          <a:pPr rtl="0"/>
          <a:r>
            <a:rPr lang="fr-FR" sz="1050" b="1" dirty="0"/>
            <a:t>Responsable de production </a:t>
          </a:r>
        </a:p>
        <a:p>
          <a:pPr rtl="0"/>
          <a:r>
            <a:rPr lang="fr-FR" sz="1050" dirty="0"/>
            <a:t>Inès LEVRIER</a:t>
          </a:r>
        </a:p>
      </dgm:t>
    </dgm:pt>
    <dgm:pt modelId="{71AA6904-610B-4CEE-BE8C-3C0FC2573974}" type="parTrans" cxnId="{E24F4A8B-3483-4CE6-8CF0-B0683A233A96}">
      <dgm:prSet/>
      <dgm:spPr/>
      <dgm:t>
        <a:bodyPr/>
        <a:lstStyle/>
        <a:p>
          <a:endParaRPr lang="fr-FR"/>
        </a:p>
      </dgm:t>
    </dgm:pt>
    <dgm:pt modelId="{E448EE33-19CB-4DCC-9D8E-8890D76CA754}" type="sibTrans" cxnId="{E24F4A8B-3483-4CE6-8CF0-B0683A233A96}">
      <dgm:prSet/>
      <dgm:spPr/>
      <dgm:t>
        <a:bodyPr/>
        <a:lstStyle/>
        <a:p>
          <a:endParaRPr lang="fr-FR"/>
        </a:p>
      </dgm:t>
    </dgm:pt>
    <dgm:pt modelId="{BD538776-9CF0-46D5-81A1-90620C26267C}">
      <dgm:prSet custT="1"/>
      <dgm:spPr/>
      <dgm:t>
        <a:bodyPr/>
        <a:lstStyle/>
        <a:p>
          <a:pPr algn="ctr" rtl="0"/>
          <a:r>
            <a:rPr lang="fr-FR" sz="850" b="1" dirty="0"/>
            <a:t>Responsable</a:t>
          </a:r>
          <a:r>
            <a:rPr lang="fr-FR" sz="900" b="1" dirty="0"/>
            <a:t> service</a:t>
          </a:r>
        </a:p>
        <a:p>
          <a:pPr algn="ctr" rtl="0"/>
          <a:r>
            <a:rPr lang="fr-FR" sz="900" b="1" dirty="0"/>
            <a:t>Assises</a:t>
          </a:r>
        </a:p>
        <a:p>
          <a:pPr algn="ctr" rtl="0"/>
          <a:r>
            <a:rPr lang="fr-FR" sz="900" dirty="0"/>
            <a:t>Dominique TARAUD </a:t>
          </a:r>
        </a:p>
      </dgm:t>
    </dgm:pt>
    <dgm:pt modelId="{E5602E12-93E9-4725-87A7-0A8E3A090E35}" type="parTrans" cxnId="{F5582E39-3146-4C61-A61A-C18F68CE0627}">
      <dgm:prSet/>
      <dgm:spPr/>
      <dgm:t>
        <a:bodyPr/>
        <a:lstStyle/>
        <a:p>
          <a:endParaRPr lang="fr-FR" sz="2800"/>
        </a:p>
      </dgm:t>
    </dgm:pt>
    <dgm:pt modelId="{F50184EA-3703-4BA9-AC4D-C04DF16CE988}" type="sibTrans" cxnId="{F5582E39-3146-4C61-A61A-C18F68CE0627}">
      <dgm:prSet/>
      <dgm:spPr/>
      <dgm:t>
        <a:bodyPr/>
        <a:lstStyle/>
        <a:p>
          <a:endParaRPr lang="fr-FR"/>
        </a:p>
      </dgm:t>
    </dgm:pt>
    <dgm:pt modelId="{3F85205E-6FBB-4E39-AA60-C5623890D86B}">
      <dgm:prSet custT="1"/>
      <dgm:spPr/>
      <dgm:t>
        <a:bodyPr/>
        <a:lstStyle/>
        <a:p>
          <a:pPr rtl="0"/>
          <a:r>
            <a:rPr lang="fr-FR" sz="800" b="1" dirty="0"/>
            <a:t>Chefs d’équipe</a:t>
          </a:r>
        </a:p>
        <a:p>
          <a:pPr rtl="0"/>
          <a:r>
            <a:rPr lang="fr-FR" sz="800" dirty="0"/>
            <a:t> Laurent BOUSSOL</a:t>
          </a:r>
        </a:p>
        <a:p>
          <a:pPr rtl="0"/>
          <a:r>
            <a:rPr lang="fr-FR" sz="800" dirty="0"/>
            <a:t>Jérémy CLIM</a:t>
          </a:r>
        </a:p>
        <a:p>
          <a:pPr rtl="0"/>
          <a:r>
            <a:rPr lang="fr-FR" sz="800" dirty="0"/>
            <a:t>Martine ERRE</a:t>
          </a:r>
        </a:p>
        <a:p>
          <a:pPr rtl="0"/>
          <a:r>
            <a:rPr lang="fr-FR" sz="800" dirty="0"/>
            <a:t>Oscar HOUSSET</a:t>
          </a:r>
        </a:p>
      </dgm:t>
    </dgm:pt>
    <dgm:pt modelId="{235CE734-5BDA-4B57-A322-AF419B12AABE}" type="parTrans" cxnId="{53205D6F-B3AD-4BD9-A795-3229B268E010}">
      <dgm:prSet/>
      <dgm:spPr/>
      <dgm:t>
        <a:bodyPr/>
        <a:lstStyle/>
        <a:p>
          <a:endParaRPr lang="fr-FR" sz="2800"/>
        </a:p>
      </dgm:t>
    </dgm:pt>
    <dgm:pt modelId="{A320F0C8-8FF9-436A-80D1-4B0CC4D75C60}" type="sibTrans" cxnId="{53205D6F-B3AD-4BD9-A795-3229B268E010}">
      <dgm:prSet/>
      <dgm:spPr/>
      <dgm:t>
        <a:bodyPr/>
        <a:lstStyle/>
        <a:p>
          <a:endParaRPr lang="fr-FR"/>
        </a:p>
      </dgm:t>
    </dgm:pt>
    <dgm:pt modelId="{FB3E3E71-F2A0-42B1-97C8-029147713597}">
      <dgm:prSet custT="1"/>
      <dgm:spPr/>
      <dgm:t>
        <a:bodyPr/>
        <a:lstStyle/>
        <a:p>
          <a:pPr rtl="0"/>
          <a:r>
            <a:rPr lang="fr-FR" sz="800" b="1" dirty="0"/>
            <a:t>Mécaniciens</a:t>
          </a:r>
        </a:p>
        <a:p>
          <a:pPr rtl="0"/>
          <a:r>
            <a:rPr lang="fr-FR" sz="800" dirty="0"/>
            <a:t>Sofiane AZZIRA</a:t>
          </a:r>
        </a:p>
        <a:p>
          <a:pPr rtl="0"/>
          <a:r>
            <a:rPr lang="fr-FR" sz="800" dirty="0"/>
            <a:t>Jefferson HERRERA</a:t>
          </a:r>
        </a:p>
        <a:p>
          <a:pPr rtl="0"/>
          <a:r>
            <a:rPr lang="fr-FR" sz="800" dirty="0"/>
            <a:t>Guillaume MULLET</a:t>
          </a:r>
        </a:p>
        <a:p>
          <a:pPr rtl="0"/>
          <a:r>
            <a:rPr lang="fr-FR" sz="800" dirty="0"/>
            <a:t>Pierre POUZE</a:t>
          </a:r>
        </a:p>
        <a:p>
          <a:pPr rtl="0"/>
          <a:r>
            <a:rPr lang="fr-FR" sz="800" dirty="0">
              <a:solidFill>
                <a:schemeClr val="bg1"/>
              </a:solidFill>
            </a:rPr>
            <a:t>Franck GERARD (A)</a:t>
          </a:r>
        </a:p>
      </dgm:t>
    </dgm:pt>
    <dgm:pt modelId="{53B3DF09-AD61-426E-9870-7B8004609EE4}" type="parTrans" cxnId="{CD2E9E81-66DE-45B0-8DE0-D9031CA3965F}">
      <dgm:prSet/>
      <dgm:spPr/>
      <dgm:t>
        <a:bodyPr/>
        <a:lstStyle/>
        <a:p>
          <a:endParaRPr lang="fr-FR" sz="2800"/>
        </a:p>
      </dgm:t>
    </dgm:pt>
    <dgm:pt modelId="{358B9A40-F872-4A96-9AA6-63259743C2EC}" type="sibTrans" cxnId="{CD2E9E81-66DE-45B0-8DE0-D9031CA3965F}">
      <dgm:prSet/>
      <dgm:spPr/>
      <dgm:t>
        <a:bodyPr/>
        <a:lstStyle/>
        <a:p>
          <a:endParaRPr lang="fr-FR"/>
        </a:p>
      </dgm:t>
    </dgm:pt>
    <dgm:pt modelId="{18A00DA3-1594-4CB3-8B9C-6014CDAE119C}">
      <dgm:prSet custT="1"/>
      <dgm:spPr/>
      <dgm:t>
        <a:bodyPr/>
        <a:lstStyle/>
        <a:p>
          <a:pPr rtl="0"/>
          <a:r>
            <a:rPr lang="fr-FR" sz="800" dirty="0"/>
            <a:t>Receveurs</a:t>
          </a:r>
        </a:p>
        <a:p>
          <a:pPr rtl="0"/>
          <a:r>
            <a:rPr lang="fr-FR" sz="800" dirty="0"/>
            <a:t>Conducteurs</a:t>
          </a:r>
        </a:p>
        <a:p>
          <a:pPr rtl="0"/>
          <a:r>
            <a:rPr lang="fr-FR" sz="800" dirty="0"/>
            <a:t>Régleurs</a:t>
          </a:r>
        </a:p>
      </dgm:t>
    </dgm:pt>
    <dgm:pt modelId="{781E9C8F-4B75-4EC0-BBEC-FC26B3A01C09}" type="parTrans" cxnId="{6528172D-D0D0-48A3-A276-8DDBF82605DA}">
      <dgm:prSet/>
      <dgm:spPr/>
      <dgm:t>
        <a:bodyPr/>
        <a:lstStyle/>
        <a:p>
          <a:endParaRPr lang="fr-FR" sz="2800"/>
        </a:p>
      </dgm:t>
    </dgm:pt>
    <dgm:pt modelId="{6DD342CE-B06A-402A-A91F-A26CE916B7F5}" type="sibTrans" cxnId="{6528172D-D0D0-48A3-A276-8DDBF82605DA}">
      <dgm:prSet/>
      <dgm:spPr/>
      <dgm:t>
        <a:bodyPr/>
        <a:lstStyle/>
        <a:p>
          <a:endParaRPr lang="fr-FR"/>
        </a:p>
      </dgm:t>
    </dgm:pt>
    <dgm:pt modelId="{B9F2C8C4-1DBF-4C0C-9841-EE58CC36876E}">
      <dgm:prSet custT="1"/>
      <dgm:spPr/>
      <dgm:t>
        <a:bodyPr/>
        <a:lstStyle/>
        <a:p>
          <a:pPr rtl="0"/>
          <a:r>
            <a:rPr lang="fr-FR" sz="850" b="1" dirty="0"/>
            <a:t>Responsable  service</a:t>
          </a:r>
        </a:p>
        <a:p>
          <a:pPr rtl="0"/>
          <a:r>
            <a:rPr lang="fr-FR" sz="900" b="1" dirty="0"/>
            <a:t>Tables</a:t>
          </a:r>
        </a:p>
        <a:p>
          <a:pPr rtl="0"/>
          <a:r>
            <a:rPr lang="fr-FR" sz="900" b="1" dirty="0"/>
            <a:t> </a:t>
          </a:r>
          <a:r>
            <a:rPr lang="fr-FR" sz="900" dirty="0"/>
            <a:t>Myriam REMOUD</a:t>
          </a:r>
        </a:p>
      </dgm:t>
    </dgm:pt>
    <dgm:pt modelId="{D73569B9-FE9E-4A29-B93E-225021610B58}" type="parTrans" cxnId="{9D666A75-A06A-4AD1-B83F-6A2E9AB08640}">
      <dgm:prSet/>
      <dgm:spPr/>
      <dgm:t>
        <a:bodyPr/>
        <a:lstStyle/>
        <a:p>
          <a:endParaRPr lang="fr-FR" sz="2800"/>
        </a:p>
      </dgm:t>
    </dgm:pt>
    <dgm:pt modelId="{18B503C5-E0C5-4E0F-BDCC-5BE38E82F23F}" type="sibTrans" cxnId="{9D666A75-A06A-4AD1-B83F-6A2E9AB08640}">
      <dgm:prSet/>
      <dgm:spPr/>
      <dgm:t>
        <a:bodyPr/>
        <a:lstStyle/>
        <a:p>
          <a:endParaRPr lang="fr-FR"/>
        </a:p>
      </dgm:t>
    </dgm:pt>
    <dgm:pt modelId="{F6BA7478-FFB8-4AAC-890A-0693B35ACD14}">
      <dgm:prSet custT="1"/>
      <dgm:spPr/>
      <dgm:t>
        <a:bodyPr/>
        <a:lstStyle/>
        <a:p>
          <a:pPr rtl="0"/>
          <a:r>
            <a:rPr lang="fr-FR" sz="800" b="1" dirty="0"/>
            <a:t>Chefs d’équipe</a:t>
          </a:r>
        </a:p>
        <a:p>
          <a:pPr rtl="0"/>
          <a:r>
            <a:rPr lang="fr-FR" sz="800" dirty="0"/>
            <a:t> Yannick DESTER</a:t>
          </a:r>
        </a:p>
        <a:p>
          <a:pPr rtl="0"/>
          <a:r>
            <a:rPr lang="fr-FR" sz="800" dirty="0"/>
            <a:t>Romain FARANDOL</a:t>
          </a:r>
        </a:p>
        <a:p>
          <a:pPr rtl="0"/>
          <a:r>
            <a:rPr lang="fr-FR" sz="800" dirty="0"/>
            <a:t>Blandine PARISOT</a:t>
          </a:r>
        </a:p>
        <a:p>
          <a:pPr rtl="0"/>
          <a:r>
            <a:rPr lang="fr-FR" sz="800" dirty="0"/>
            <a:t>Samir RASSIA</a:t>
          </a:r>
        </a:p>
      </dgm:t>
    </dgm:pt>
    <dgm:pt modelId="{699A53E5-D860-4756-846A-487F4FC454D4}" type="parTrans" cxnId="{C10CAD3C-01BB-4DA4-8D0E-E9D024AAB980}">
      <dgm:prSet/>
      <dgm:spPr/>
      <dgm:t>
        <a:bodyPr/>
        <a:lstStyle/>
        <a:p>
          <a:endParaRPr lang="fr-FR" sz="2800"/>
        </a:p>
      </dgm:t>
    </dgm:pt>
    <dgm:pt modelId="{EB13BC3B-281B-408C-8C84-D1EBECE95607}" type="sibTrans" cxnId="{C10CAD3C-01BB-4DA4-8D0E-E9D024AAB980}">
      <dgm:prSet/>
      <dgm:spPr/>
      <dgm:t>
        <a:bodyPr/>
        <a:lstStyle/>
        <a:p>
          <a:endParaRPr lang="fr-FR"/>
        </a:p>
      </dgm:t>
    </dgm:pt>
    <dgm:pt modelId="{00C2AB70-6E78-41C6-AA59-F5906E22FC93}">
      <dgm:prSet custT="1"/>
      <dgm:spPr/>
      <dgm:t>
        <a:bodyPr/>
        <a:lstStyle/>
        <a:p>
          <a:pPr rtl="0"/>
          <a:r>
            <a:rPr lang="fr-FR" sz="800" b="1" dirty="0"/>
            <a:t>Chef d’équipe délégué à la formation </a:t>
          </a:r>
        </a:p>
        <a:p>
          <a:pPr rtl="0"/>
          <a:r>
            <a:rPr lang="fr-FR" sz="800" dirty="0"/>
            <a:t>Jacob BODET</a:t>
          </a:r>
        </a:p>
      </dgm:t>
    </dgm:pt>
    <dgm:pt modelId="{13689A4F-5829-4D02-92BE-7FD8A473DFBA}" type="parTrans" cxnId="{5B8B96BE-6AEE-4184-A3B3-8D49D130BC54}">
      <dgm:prSet/>
      <dgm:spPr/>
      <dgm:t>
        <a:bodyPr/>
        <a:lstStyle/>
        <a:p>
          <a:endParaRPr lang="fr-FR" sz="2800"/>
        </a:p>
      </dgm:t>
    </dgm:pt>
    <dgm:pt modelId="{7B14B615-2356-410E-8A87-8F15915BE809}" type="sibTrans" cxnId="{5B8B96BE-6AEE-4184-A3B3-8D49D130BC54}">
      <dgm:prSet/>
      <dgm:spPr/>
      <dgm:t>
        <a:bodyPr/>
        <a:lstStyle/>
        <a:p>
          <a:endParaRPr lang="fr-FR"/>
        </a:p>
      </dgm:t>
    </dgm:pt>
    <dgm:pt modelId="{96197FB1-39BF-4529-A972-1E216C00FEA4}">
      <dgm:prSet custT="1"/>
      <dgm:spPr/>
      <dgm:t>
        <a:bodyPr/>
        <a:lstStyle/>
        <a:p>
          <a:pPr rtl="0"/>
          <a:r>
            <a:rPr lang="fr-FR" sz="800" b="1" dirty="0"/>
            <a:t>Mécaniciens</a:t>
          </a:r>
        </a:p>
        <a:p>
          <a:pPr rtl="0"/>
          <a:r>
            <a:rPr lang="fr-FR" sz="800" dirty="0"/>
            <a:t>Luc DELORME</a:t>
          </a:r>
        </a:p>
        <a:p>
          <a:pPr rtl="0"/>
          <a:r>
            <a:rPr lang="fr-FR" sz="800" dirty="0"/>
            <a:t>Miguel ALLIOT</a:t>
          </a:r>
        </a:p>
        <a:p>
          <a:pPr rtl="0"/>
          <a:r>
            <a:rPr lang="fr-FR" sz="800" dirty="0"/>
            <a:t>Jules KERVOUET</a:t>
          </a:r>
        </a:p>
        <a:p>
          <a:pPr rtl="0"/>
          <a:r>
            <a:rPr lang="fr-FR" sz="800" dirty="0" err="1">
              <a:solidFill>
                <a:schemeClr val="bg1"/>
              </a:solidFill>
            </a:rPr>
            <a:t>Najib</a:t>
          </a:r>
          <a:r>
            <a:rPr lang="fr-FR" sz="800" dirty="0">
              <a:solidFill>
                <a:schemeClr val="bg1"/>
              </a:solidFill>
            </a:rPr>
            <a:t> OULIA (A)</a:t>
          </a:r>
          <a:endParaRPr lang="fr-FR" sz="600" dirty="0"/>
        </a:p>
      </dgm:t>
    </dgm:pt>
    <dgm:pt modelId="{8A5A9B7E-8B1D-484A-9DC4-1244F7267E70}" type="parTrans" cxnId="{EC70EADE-DA21-4390-AFBF-CAAD6391B854}">
      <dgm:prSet/>
      <dgm:spPr/>
      <dgm:t>
        <a:bodyPr/>
        <a:lstStyle/>
        <a:p>
          <a:endParaRPr lang="fr-FR" sz="2800"/>
        </a:p>
      </dgm:t>
    </dgm:pt>
    <dgm:pt modelId="{E2E6CB7E-44AC-4342-A1C2-7CC0B64A5CD3}" type="sibTrans" cxnId="{EC70EADE-DA21-4390-AFBF-CAAD6391B854}">
      <dgm:prSet/>
      <dgm:spPr/>
      <dgm:t>
        <a:bodyPr/>
        <a:lstStyle/>
        <a:p>
          <a:endParaRPr lang="fr-FR"/>
        </a:p>
      </dgm:t>
    </dgm:pt>
    <dgm:pt modelId="{C2D0EBBE-8B29-464E-B148-FE8FBD974232}">
      <dgm:prSet custT="1"/>
      <dgm:spPr/>
      <dgm:t>
        <a:bodyPr/>
        <a:lstStyle/>
        <a:p>
          <a:pPr algn="ctr" rtl="0"/>
          <a:r>
            <a:rPr lang="fr-FR" sz="900" b="1" dirty="0"/>
            <a:t>Responsable  service </a:t>
          </a:r>
        </a:p>
        <a:p>
          <a:pPr algn="ctr" rtl="0"/>
          <a:r>
            <a:rPr lang="fr-FR" sz="900" b="1" dirty="0"/>
            <a:t>Accessoires</a:t>
          </a:r>
        </a:p>
        <a:p>
          <a:pPr algn="ctr" rtl="0"/>
          <a:r>
            <a:rPr lang="fr-FR" sz="900" dirty="0"/>
            <a:t>Antoine BART</a:t>
          </a:r>
        </a:p>
      </dgm:t>
    </dgm:pt>
    <dgm:pt modelId="{145130A0-639B-40B6-883F-D2F15472631C}" type="parTrans" cxnId="{1B78C9F1-E865-408F-81FE-E6A1B63643F5}">
      <dgm:prSet/>
      <dgm:spPr/>
      <dgm:t>
        <a:bodyPr/>
        <a:lstStyle/>
        <a:p>
          <a:endParaRPr lang="fr-FR" sz="2800"/>
        </a:p>
      </dgm:t>
    </dgm:pt>
    <dgm:pt modelId="{26BBF81F-2323-4598-BB21-7DF298FD1894}" type="sibTrans" cxnId="{1B78C9F1-E865-408F-81FE-E6A1B63643F5}">
      <dgm:prSet/>
      <dgm:spPr/>
      <dgm:t>
        <a:bodyPr/>
        <a:lstStyle/>
        <a:p>
          <a:endParaRPr lang="fr-FR"/>
        </a:p>
      </dgm:t>
    </dgm:pt>
    <dgm:pt modelId="{EB779BA9-7B80-4C0A-91F2-F4D413BEA1D2}">
      <dgm:prSet custT="1"/>
      <dgm:spPr/>
      <dgm:t>
        <a:bodyPr/>
        <a:lstStyle/>
        <a:p>
          <a:pPr rtl="0"/>
          <a:r>
            <a:rPr lang="fr-FR" sz="800" b="1" dirty="0"/>
            <a:t>Chefs d’équipe</a:t>
          </a:r>
        </a:p>
        <a:p>
          <a:pPr rtl="0"/>
          <a:r>
            <a:rPr lang="fr-FR" sz="800" dirty="0"/>
            <a:t>Didier BABIN</a:t>
          </a:r>
        </a:p>
        <a:p>
          <a:pPr rtl="0"/>
          <a:r>
            <a:rPr lang="fr-FR" sz="800" dirty="0"/>
            <a:t>Patrick FLERIOT</a:t>
          </a:r>
        </a:p>
        <a:p>
          <a:pPr rtl="0"/>
          <a:r>
            <a:rPr lang="fr-FR" sz="800" dirty="0"/>
            <a:t>Elaine MALLET</a:t>
          </a:r>
        </a:p>
        <a:p>
          <a:pPr rtl="0"/>
          <a:r>
            <a:rPr lang="fr-FR" sz="800" dirty="0"/>
            <a:t>Jacques PIETRO</a:t>
          </a:r>
        </a:p>
      </dgm:t>
    </dgm:pt>
    <dgm:pt modelId="{AB4278E3-39CD-4BAE-BA7F-6A24098F2F67}" type="parTrans" cxnId="{40312551-039A-4948-8603-6F12926354BB}">
      <dgm:prSet/>
      <dgm:spPr/>
      <dgm:t>
        <a:bodyPr/>
        <a:lstStyle/>
        <a:p>
          <a:endParaRPr lang="fr-FR" sz="2800"/>
        </a:p>
      </dgm:t>
    </dgm:pt>
    <dgm:pt modelId="{119D05C8-9CB8-4A85-A147-E43E9958ECF9}" type="sibTrans" cxnId="{40312551-039A-4948-8603-6F12926354BB}">
      <dgm:prSet/>
      <dgm:spPr/>
      <dgm:t>
        <a:bodyPr/>
        <a:lstStyle/>
        <a:p>
          <a:endParaRPr lang="fr-FR"/>
        </a:p>
      </dgm:t>
    </dgm:pt>
    <dgm:pt modelId="{022764FF-C2F6-4EC3-B287-8A1739DF6986}">
      <dgm:prSet custT="1"/>
      <dgm:spPr/>
      <dgm:t>
        <a:bodyPr/>
        <a:lstStyle/>
        <a:p>
          <a:pPr rtl="0"/>
          <a:r>
            <a:rPr lang="fr-FR" sz="800" b="1" dirty="0"/>
            <a:t>Mécaniciens</a:t>
          </a:r>
        </a:p>
        <a:p>
          <a:pPr rtl="0"/>
          <a:r>
            <a:rPr lang="fr-FR" sz="800" dirty="0"/>
            <a:t>Mickaël CARAVELLO</a:t>
          </a:r>
        </a:p>
        <a:p>
          <a:pPr rtl="0"/>
          <a:r>
            <a:rPr lang="fr-FR" sz="800" dirty="0"/>
            <a:t>Steven HAPPY</a:t>
          </a:r>
        </a:p>
        <a:p>
          <a:pPr rtl="0"/>
          <a:r>
            <a:rPr lang="fr-FR" sz="800" dirty="0"/>
            <a:t>Jean-Claude MINH</a:t>
          </a:r>
        </a:p>
      </dgm:t>
    </dgm:pt>
    <dgm:pt modelId="{6B3ED4B7-C88A-4555-8FA1-7D7CA2BE14B8}" type="parTrans" cxnId="{A4B3CC5C-5ABE-41F1-B888-59BCAE8D4C12}">
      <dgm:prSet/>
      <dgm:spPr/>
      <dgm:t>
        <a:bodyPr/>
        <a:lstStyle/>
        <a:p>
          <a:endParaRPr lang="fr-FR" sz="2800"/>
        </a:p>
      </dgm:t>
    </dgm:pt>
    <dgm:pt modelId="{B328A0F4-948F-4987-9C2C-61D8514C749D}" type="sibTrans" cxnId="{A4B3CC5C-5ABE-41F1-B888-59BCAE8D4C12}">
      <dgm:prSet/>
      <dgm:spPr/>
      <dgm:t>
        <a:bodyPr/>
        <a:lstStyle/>
        <a:p>
          <a:endParaRPr lang="fr-FR"/>
        </a:p>
      </dgm:t>
    </dgm:pt>
    <dgm:pt modelId="{760F4E88-B2D5-4B4D-8EFE-2D380CB71F58}">
      <dgm:prSet custT="1"/>
      <dgm:spPr/>
      <dgm:t>
        <a:bodyPr/>
        <a:lstStyle/>
        <a:p>
          <a:pPr rtl="0"/>
          <a:r>
            <a:rPr lang="fr-FR" sz="800" dirty="0"/>
            <a:t>Receveurs</a:t>
          </a:r>
        </a:p>
        <a:p>
          <a:pPr rtl="0"/>
          <a:r>
            <a:rPr lang="fr-FR" sz="800" dirty="0"/>
            <a:t>Conducteurs</a:t>
          </a:r>
        </a:p>
        <a:p>
          <a:pPr rtl="0"/>
          <a:r>
            <a:rPr lang="fr-FR" sz="800" dirty="0"/>
            <a:t>Régleurs</a:t>
          </a:r>
        </a:p>
      </dgm:t>
    </dgm:pt>
    <dgm:pt modelId="{68060887-6A10-478B-A35D-A36C6204BF8B}" type="parTrans" cxnId="{81A7AEB0-3ABC-42D0-86C3-80ABC10F6F8C}">
      <dgm:prSet/>
      <dgm:spPr/>
      <dgm:t>
        <a:bodyPr/>
        <a:lstStyle/>
        <a:p>
          <a:endParaRPr lang="fr-FR" sz="2800"/>
        </a:p>
      </dgm:t>
    </dgm:pt>
    <dgm:pt modelId="{B0F53372-8E10-4BCE-AFF2-3F619A4078DD}" type="sibTrans" cxnId="{81A7AEB0-3ABC-42D0-86C3-80ABC10F6F8C}">
      <dgm:prSet/>
      <dgm:spPr/>
      <dgm:t>
        <a:bodyPr/>
        <a:lstStyle/>
        <a:p>
          <a:endParaRPr lang="fr-FR"/>
        </a:p>
      </dgm:t>
    </dgm:pt>
    <dgm:pt modelId="{21FA67C0-9D3F-4D96-B806-46DDFDA03CA3}">
      <dgm:prSet custT="1"/>
      <dgm:spPr/>
      <dgm:t>
        <a:bodyPr/>
        <a:lstStyle/>
        <a:p>
          <a:pPr algn="ctr" rtl="0"/>
          <a:r>
            <a:rPr lang="fr-FR" sz="900" b="1" dirty="0"/>
            <a:t>Responsable              service</a:t>
          </a:r>
        </a:p>
        <a:p>
          <a:pPr algn="ctr" rtl="0"/>
          <a:r>
            <a:rPr lang="fr-FR" sz="900" b="1" dirty="0"/>
            <a:t>Tissu : Découpe, Impression</a:t>
          </a:r>
        </a:p>
        <a:p>
          <a:pPr algn="ctr" rtl="0"/>
          <a:r>
            <a:rPr lang="fr-FR" sz="900" dirty="0"/>
            <a:t>Julie BARBIER</a:t>
          </a:r>
        </a:p>
      </dgm:t>
    </dgm:pt>
    <dgm:pt modelId="{3EDBCB47-7169-458C-9D2C-CCBAA326DA3C}" type="parTrans" cxnId="{F237EB39-22A5-4B17-BBC9-F39C158367C2}">
      <dgm:prSet/>
      <dgm:spPr/>
      <dgm:t>
        <a:bodyPr/>
        <a:lstStyle/>
        <a:p>
          <a:endParaRPr lang="fr-FR" sz="2800"/>
        </a:p>
      </dgm:t>
    </dgm:pt>
    <dgm:pt modelId="{E319E4C6-CA53-4D99-B306-79B6B55C5BBA}" type="sibTrans" cxnId="{F237EB39-22A5-4B17-BBC9-F39C158367C2}">
      <dgm:prSet/>
      <dgm:spPr/>
      <dgm:t>
        <a:bodyPr/>
        <a:lstStyle/>
        <a:p>
          <a:endParaRPr lang="fr-FR"/>
        </a:p>
      </dgm:t>
    </dgm:pt>
    <dgm:pt modelId="{11DCEAFD-1CB3-4C6E-9BB0-DA09EE88A362}">
      <dgm:prSet custT="1"/>
      <dgm:spPr/>
      <dgm:t>
        <a:bodyPr/>
        <a:lstStyle/>
        <a:p>
          <a:pPr rtl="0"/>
          <a:r>
            <a:rPr lang="fr-FR" sz="800" b="1" dirty="0"/>
            <a:t>Chefs d’équipe</a:t>
          </a:r>
        </a:p>
        <a:p>
          <a:pPr rtl="0"/>
          <a:r>
            <a:rPr lang="fr-FR" sz="800" dirty="0"/>
            <a:t> Cédric BERTOLOT</a:t>
          </a:r>
        </a:p>
        <a:p>
          <a:pPr rtl="0"/>
          <a:r>
            <a:rPr lang="fr-FR" sz="800" dirty="0"/>
            <a:t>Martin DRIOP</a:t>
          </a:r>
        </a:p>
        <a:p>
          <a:pPr rtl="0"/>
          <a:r>
            <a:rPr lang="fr-FR" sz="800" dirty="0"/>
            <a:t>Milène NAMER</a:t>
          </a:r>
        </a:p>
        <a:p>
          <a:pPr rtl="0"/>
          <a:r>
            <a:rPr lang="fr-FR" sz="800" dirty="0"/>
            <a:t>Evelyne TESSOT</a:t>
          </a:r>
        </a:p>
      </dgm:t>
    </dgm:pt>
    <dgm:pt modelId="{98D511F1-3452-4DA4-B571-6BCF19E4C655}" type="parTrans" cxnId="{2044C91D-437B-4E39-AE4E-60E217F9A69F}">
      <dgm:prSet/>
      <dgm:spPr/>
      <dgm:t>
        <a:bodyPr/>
        <a:lstStyle/>
        <a:p>
          <a:endParaRPr lang="fr-FR" sz="2800"/>
        </a:p>
      </dgm:t>
    </dgm:pt>
    <dgm:pt modelId="{0FEE79C1-77F3-4273-A435-EB9978E5BCE0}" type="sibTrans" cxnId="{2044C91D-437B-4E39-AE4E-60E217F9A69F}">
      <dgm:prSet/>
      <dgm:spPr/>
      <dgm:t>
        <a:bodyPr/>
        <a:lstStyle/>
        <a:p>
          <a:endParaRPr lang="fr-FR"/>
        </a:p>
      </dgm:t>
    </dgm:pt>
    <dgm:pt modelId="{5D75AF60-A7AA-4189-A305-BEC70197FA17}">
      <dgm:prSet custT="1"/>
      <dgm:spPr/>
      <dgm:t>
        <a:bodyPr/>
        <a:lstStyle/>
        <a:p>
          <a:pPr rtl="0"/>
          <a:r>
            <a:rPr lang="fr-FR" sz="800" b="1" dirty="0"/>
            <a:t>Mécaniciens</a:t>
          </a:r>
        </a:p>
        <a:p>
          <a:pPr rtl="0"/>
          <a:r>
            <a:rPr lang="fr-FR" sz="800" dirty="0"/>
            <a:t>Frédéric FROUM</a:t>
          </a:r>
        </a:p>
        <a:p>
          <a:pPr rtl="0"/>
          <a:r>
            <a:rPr lang="fr-FR" sz="800" dirty="0"/>
            <a:t>Steve PORTON</a:t>
          </a:r>
        </a:p>
        <a:p>
          <a:pPr rtl="0"/>
          <a:r>
            <a:rPr lang="fr-FR" sz="800" dirty="0"/>
            <a:t>Jean SARTEN</a:t>
          </a:r>
        </a:p>
        <a:p>
          <a:pPr rtl="0"/>
          <a:r>
            <a:rPr lang="fr-FR" sz="800" dirty="0">
              <a:solidFill>
                <a:schemeClr val="bg1"/>
              </a:solidFill>
            </a:rPr>
            <a:t>Julien MONNIER (A)</a:t>
          </a:r>
        </a:p>
      </dgm:t>
    </dgm:pt>
    <dgm:pt modelId="{A8A730AF-A8F3-4F45-83B7-5285A2FF9F03}" type="parTrans" cxnId="{F3353D4A-0EF5-4390-8AD8-A5A6C4010EAB}">
      <dgm:prSet/>
      <dgm:spPr/>
      <dgm:t>
        <a:bodyPr/>
        <a:lstStyle/>
        <a:p>
          <a:endParaRPr lang="fr-FR" sz="2800"/>
        </a:p>
      </dgm:t>
    </dgm:pt>
    <dgm:pt modelId="{F2824836-E979-4D29-AEBE-52EFD67BF7A4}" type="sibTrans" cxnId="{F3353D4A-0EF5-4390-8AD8-A5A6C4010EAB}">
      <dgm:prSet/>
      <dgm:spPr/>
      <dgm:t>
        <a:bodyPr/>
        <a:lstStyle/>
        <a:p>
          <a:endParaRPr lang="fr-FR"/>
        </a:p>
      </dgm:t>
    </dgm:pt>
    <dgm:pt modelId="{D6DEE55B-7BB6-47DD-8387-D7A261B0CEDA}">
      <dgm:prSet custT="1"/>
      <dgm:spPr/>
      <dgm:t>
        <a:bodyPr/>
        <a:lstStyle/>
        <a:p>
          <a:pPr rtl="0"/>
          <a:r>
            <a:rPr lang="fr-FR" sz="800" dirty="0"/>
            <a:t>Receveurs</a:t>
          </a:r>
        </a:p>
        <a:p>
          <a:pPr rtl="0"/>
          <a:r>
            <a:rPr lang="fr-FR" sz="800" dirty="0"/>
            <a:t>Conducteurs</a:t>
          </a:r>
        </a:p>
        <a:p>
          <a:pPr rtl="0"/>
          <a:r>
            <a:rPr lang="fr-FR" sz="800" dirty="0"/>
            <a:t>Régleurs</a:t>
          </a:r>
        </a:p>
      </dgm:t>
    </dgm:pt>
    <dgm:pt modelId="{434BD78A-73DF-4F5F-96B1-7BF4D5719C95}" type="parTrans" cxnId="{C76FDD18-55B1-4D97-BD86-1DC7D08F5AEA}">
      <dgm:prSet/>
      <dgm:spPr/>
      <dgm:t>
        <a:bodyPr/>
        <a:lstStyle/>
        <a:p>
          <a:endParaRPr lang="fr-FR" sz="2800"/>
        </a:p>
      </dgm:t>
    </dgm:pt>
    <dgm:pt modelId="{BC33AA94-6655-439E-950D-835EF76DEF16}" type="sibTrans" cxnId="{C76FDD18-55B1-4D97-BD86-1DC7D08F5AEA}">
      <dgm:prSet/>
      <dgm:spPr/>
      <dgm:t>
        <a:bodyPr/>
        <a:lstStyle/>
        <a:p>
          <a:endParaRPr lang="fr-FR"/>
        </a:p>
      </dgm:t>
    </dgm:pt>
    <dgm:pt modelId="{09E301A9-036D-4478-A540-8051A4B4188E}">
      <dgm:prSet custT="1"/>
      <dgm:spPr/>
      <dgm:t>
        <a:bodyPr/>
        <a:lstStyle/>
        <a:p>
          <a:pPr algn="ctr" rtl="0"/>
          <a:r>
            <a:rPr lang="fr-FR" sz="900" b="1" dirty="0"/>
            <a:t>Coordinateur        amélioration  continue </a:t>
          </a:r>
        </a:p>
        <a:p>
          <a:pPr algn="ctr" rtl="0"/>
          <a:r>
            <a:rPr lang="fr-FR" sz="900" dirty="0"/>
            <a:t>Béatrice TROUILLE</a:t>
          </a:r>
        </a:p>
      </dgm:t>
    </dgm:pt>
    <dgm:pt modelId="{1F7ABE21-1D0D-43F2-B745-478B4B18A068}" type="parTrans" cxnId="{0ACD7F7D-8A82-49B1-998F-D4AD49F4A7CF}">
      <dgm:prSet/>
      <dgm:spPr/>
      <dgm:t>
        <a:bodyPr/>
        <a:lstStyle/>
        <a:p>
          <a:endParaRPr lang="fr-FR" sz="2800"/>
        </a:p>
      </dgm:t>
    </dgm:pt>
    <dgm:pt modelId="{3DD41886-39CA-41BC-81AD-1D94B7DFC960}" type="sibTrans" cxnId="{0ACD7F7D-8A82-49B1-998F-D4AD49F4A7CF}">
      <dgm:prSet/>
      <dgm:spPr/>
      <dgm:t>
        <a:bodyPr/>
        <a:lstStyle/>
        <a:p>
          <a:endParaRPr lang="fr-FR"/>
        </a:p>
      </dgm:t>
    </dgm:pt>
    <dgm:pt modelId="{9A14948E-51AA-423C-BBA2-345F663E3ECA}">
      <dgm:prSet custT="1"/>
      <dgm:spPr/>
      <dgm:t>
        <a:bodyPr/>
        <a:lstStyle/>
        <a:p>
          <a:pPr algn="ctr" rtl="0"/>
          <a:r>
            <a:rPr lang="fr-FR" sz="900" b="1" i="0" dirty="0"/>
            <a:t>Chargée de formation interne technique</a:t>
          </a:r>
        </a:p>
        <a:p>
          <a:pPr algn="ctr" rtl="0"/>
          <a:r>
            <a:rPr lang="fr-FR" sz="900" dirty="0"/>
            <a:t>Jeanne TOURNOIS</a:t>
          </a:r>
        </a:p>
      </dgm:t>
    </dgm:pt>
    <dgm:pt modelId="{F4F4945E-CE5F-4457-A604-AE19EE63F908}" type="parTrans" cxnId="{8DC017D2-A351-43DF-8C84-83C8B1A8416C}">
      <dgm:prSet/>
      <dgm:spPr/>
      <dgm:t>
        <a:bodyPr/>
        <a:lstStyle/>
        <a:p>
          <a:endParaRPr lang="fr-FR" sz="2800"/>
        </a:p>
      </dgm:t>
    </dgm:pt>
    <dgm:pt modelId="{CD1AB972-45E2-4EDB-8B52-C0DBE5F7EB03}" type="sibTrans" cxnId="{8DC017D2-A351-43DF-8C84-83C8B1A8416C}">
      <dgm:prSet/>
      <dgm:spPr/>
      <dgm:t>
        <a:bodyPr/>
        <a:lstStyle/>
        <a:p>
          <a:endParaRPr lang="fr-FR"/>
        </a:p>
      </dgm:t>
    </dgm:pt>
    <dgm:pt modelId="{6C3C2C93-6D8A-42F9-8D02-8324CF9D05BE}">
      <dgm:prSet custT="1"/>
      <dgm:spPr/>
      <dgm:t>
        <a:bodyPr/>
        <a:lstStyle/>
        <a:p>
          <a:pPr algn="ctr" rtl="0"/>
          <a:r>
            <a:rPr lang="fr-FR" sz="900" b="1" dirty="0"/>
            <a:t>Responsable services annexes                production </a:t>
          </a:r>
        </a:p>
        <a:p>
          <a:pPr algn="ctr" rtl="0"/>
          <a:r>
            <a:rPr lang="fr-FR" sz="900" dirty="0"/>
            <a:t>Gérard TRION</a:t>
          </a:r>
        </a:p>
      </dgm:t>
    </dgm:pt>
    <dgm:pt modelId="{74C0B163-3EEC-48B3-AF28-568DB690B192}" type="parTrans" cxnId="{B233FD2B-C160-4E8D-88FB-553D8E063200}">
      <dgm:prSet/>
      <dgm:spPr/>
      <dgm:t>
        <a:bodyPr/>
        <a:lstStyle/>
        <a:p>
          <a:endParaRPr lang="fr-FR"/>
        </a:p>
      </dgm:t>
    </dgm:pt>
    <dgm:pt modelId="{3647A546-1809-4A8A-A3B7-6EEEAD8961D2}" type="sibTrans" cxnId="{B233FD2B-C160-4E8D-88FB-553D8E063200}">
      <dgm:prSet/>
      <dgm:spPr/>
      <dgm:t>
        <a:bodyPr/>
        <a:lstStyle/>
        <a:p>
          <a:endParaRPr lang="fr-FR"/>
        </a:p>
      </dgm:t>
    </dgm:pt>
    <dgm:pt modelId="{DBDE346D-AE1D-4019-8B61-A90561A4BDF9}">
      <dgm:prSet/>
      <dgm:spPr/>
      <dgm:t>
        <a:bodyPr/>
        <a:lstStyle/>
        <a:p>
          <a:pPr rtl="0"/>
          <a:r>
            <a:rPr lang="fr-FR" b="1" dirty="0"/>
            <a:t>Coloristes</a:t>
          </a:r>
        </a:p>
        <a:p>
          <a:pPr rtl="0"/>
          <a:r>
            <a:rPr lang="fr-FR" dirty="0"/>
            <a:t>Esther CARBONNELLE</a:t>
          </a:r>
        </a:p>
        <a:p>
          <a:pPr rtl="0"/>
          <a:r>
            <a:rPr lang="fr-FR" dirty="0"/>
            <a:t>Franck ESTIVAL</a:t>
          </a:r>
        </a:p>
        <a:p>
          <a:pPr rtl="0"/>
          <a:r>
            <a:rPr lang="fr-FR" dirty="0"/>
            <a:t>Amir PIAGGI </a:t>
          </a:r>
        </a:p>
      </dgm:t>
    </dgm:pt>
    <dgm:pt modelId="{706CFFFD-9924-4D7E-86F8-170ACB183238}" type="parTrans" cxnId="{EF124320-0059-441E-804A-369DFDE76A01}">
      <dgm:prSet/>
      <dgm:spPr/>
      <dgm:t>
        <a:bodyPr/>
        <a:lstStyle/>
        <a:p>
          <a:endParaRPr lang="fr-FR"/>
        </a:p>
      </dgm:t>
    </dgm:pt>
    <dgm:pt modelId="{4FF36ED3-589E-4D06-9F9D-FDA7BE077BBA}" type="sibTrans" cxnId="{EF124320-0059-441E-804A-369DFDE76A01}">
      <dgm:prSet/>
      <dgm:spPr/>
      <dgm:t>
        <a:bodyPr/>
        <a:lstStyle/>
        <a:p>
          <a:endParaRPr lang="fr-FR"/>
        </a:p>
      </dgm:t>
    </dgm:pt>
    <dgm:pt modelId="{1D1B3306-AEDF-4F90-93E2-156125A83482}">
      <dgm:prSet/>
      <dgm:spPr/>
      <dgm:t>
        <a:bodyPr/>
        <a:lstStyle/>
        <a:p>
          <a:pPr rtl="0"/>
          <a:r>
            <a:rPr lang="fr-FR" b="1" dirty="0"/>
            <a:t>Magasinier caisses et outillage</a:t>
          </a:r>
        </a:p>
        <a:p>
          <a:pPr rtl="0"/>
          <a:r>
            <a:rPr lang="fr-FR" dirty="0"/>
            <a:t>Jean DIALLO</a:t>
          </a:r>
        </a:p>
      </dgm:t>
    </dgm:pt>
    <dgm:pt modelId="{AF79E447-8D8E-44C1-9341-6C240612916F}" type="parTrans" cxnId="{F318437A-35CB-4139-B453-F26546DA27AC}">
      <dgm:prSet/>
      <dgm:spPr/>
      <dgm:t>
        <a:bodyPr/>
        <a:lstStyle/>
        <a:p>
          <a:endParaRPr lang="fr-FR"/>
        </a:p>
      </dgm:t>
    </dgm:pt>
    <dgm:pt modelId="{3995C11C-B848-41DE-B0C7-2A6E5D182660}" type="sibTrans" cxnId="{F318437A-35CB-4139-B453-F26546DA27AC}">
      <dgm:prSet/>
      <dgm:spPr/>
      <dgm:t>
        <a:bodyPr/>
        <a:lstStyle/>
        <a:p>
          <a:endParaRPr lang="fr-FR"/>
        </a:p>
      </dgm:t>
    </dgm:pt>
    <dgm:pt modelId="{7B86FC91-C2C8-4974-9C8A-ABB2DCF7ACD8}">
      <dgm:prSet/>
      <dgm:spPr/>
      <dgm:t>
        <a:bodyPr/>
        <a:lstStyle/>
        <a:p>
          <a:pPr rtl="0"/>
          <a:r>
            <a:rPr lang="fr-FR" b="1" dirty="0"/>
            <a:t>Assistants nettoyage</a:t>
          </a:r>
        </a:p>
        <a:p>
          <a:pPr rtl="0"/>
          <a:r>
            <a:rPr lang="fr-FR" b="0" dirty="0"/>
            <a:t>Justin DARMIN</a:t>
          </a:r>
        </a:p>
        <a:p>
          <a:pPr rtl="0"/>
          <a:r>
            <a:rPr lang="fr-FR" b="0" dirty="0"/>
            <a:t>Audrey MARIN</a:t>
          </a:r>
        </a:p>
      </dgm:t>
    </dgm:pt>
    <dgm:pt modelId="{3A94286D-553F-4EDC-A5BD-12674B091C3E}" type="parTrans" cxnId="{582D6B57-8508-4C01-A10A-377E4F4B2F80}">
      <dgm:prSet/>
      <dgm:spPr/>
      <dgm:t>
        <a:bodyPr/>
        <a:lstStyle/>
        <a:p>
          <a:endParaRPr lang="fr-FR"/>
        </a:p>
      </dgm:t>
    </dgm:pt>
    <dgm:pt modelId="{9C547765-1AE5-467E-8001-127D6EF88BB9}" type="sibTrans" cxnId="{582D6B57-8508-4C01-A10A-377E4F4B2F80}">
      <dgm:prSet/>
      <dgm:spPr/>
      <dgm:t>
        <a:bodyPr/>
        <a:lstStyle/>
        <a:p>
          <a:endParaRPr lang="fr-FR"/>
        </a:p>
      </dgm:t>
    </dgm:pt>
    <dgm:pt modelId="{1AB7AB5B-7200-4374-960A-428991D49093}">
      <dgm:prSet custT="1"/>
      <dgm:spPr/>
      <dgm:t>
        <a:bodyPr/>
        <a:lstStyle/>
        <a:p>
          <a:pPr rtl="0"/>
          <a:r>
            <a:rPr lang="fr-FR" sz="800" b="1" dirty="0"/>
            <a:t>Chef d’équipe délégué à la formation</a:t>
          </a:r>
        </a:p>
        <a:p>
          <a:pPr rtl="0"/>
          <a:r>
            <a:rPr lang="fr-FR" sz="800" dirty="0"/>
            <a:t>Yasmina DE LARGERE</a:t>
          </a:r>
        </a:p>
      </dgm:t>
    </dgm:pt>
    <dgm:pt modelId="{031D6DE7-AC20-4117-BF5B-77B91B0B5593}" type="sibTrans" cxnId="{EBF3777E-66DF-4E9B-8AA9-63F9F0F8C250}">
      <dgm:prSet/>
      <dgm:spPr/>
      <dgm:t>
        <a:bodyPr/>
        <a:lstStyle/>
        <a:p>
          <a:endParaRPr lang="fr-FR"/>
        </a:p>
      </dgm:t>
    </dgm:pt>
    <dgm:pt modelId="{8A0669BB-0DDA-4539-9FBD-3C1112BB2B42}" type="parTrans" cxnId="{EBF3777E-66DF-4E9B-8AA9-63F9F0F8C250}">
      <dgm:prSet/>
      <dgm:spPr/>
      <dgm:t>
        <a:bodyPr/>
        <a:lstStyle/>
        <a:p>
          <a:endParaRPr lang="fr-FR" sz="2800"/>
        </a:p>
      </dgm:t>
    </dgm:pt>
    <dgm:pt modelId="{2B3C0B1A-2DED-40EB-808B-7AF87B065AB9}">
      <dgm:prSet custT="1"/>
      <dgm:spPr/>
      <dgm:t>
        <a:bodyPr/>
        <a:lstStyle/>
        <a:p>
          <a:r>
            <a:rPr lang="fr-FR" sz="800" b="1" dirty="0"/>
            <a:t>Contremaitre</a:t>
          </a:r>
        </a:p>
        <a:p>
          <a:r>
            <a:rPr lang="fr-FR" sz="800" dirty="0"/>
            <a:t>Claude ZALIO</a:t>
          </a:r>
        </a:p>
      </dgm:t>
    </dgm:pt>
    <dgm:pt modelId="{035A2E03-B59F-46D9-9BCF-44AECA25A944}" type="parTrans" cxnId="{7E7FB3BB-4438-435F-A705-9F5688FABDF9}">
      <dgm:prSet/>
      <dgm:spPr/>
      <dgm:t>
        <a:bodyPr/>
        <a:lstStyle/>
        <a:p>
          <a:endParaRPr lang="fr-FR"/>
        </a:p>
      </dgm:t>
    </dgm:pt>
    <dgm:pt modelId="{A0FC18AC-8A5F-4125-A1C5-6142DB5A8318}" type="sibTrans" cxnId="{7E7FB3BB-4438-435F-A705-9F5688FABDF9}">
      <dgm:prSet/>
      <dgm:spPr/>
      <dgm:t>
        <a:bodyPr/>
        <a:lstStyle/>
        <a:p>
          <a:endParaRPr lang="fr-FR"/>
        </a:p>
      </dgm:t>
    </dgm:pt>
    <dgm:pt modelId="{9046143B-677A-45F8-BFF1-26CEBD6B0270}">
      <dgm:prSet custT="1"/>
      <dgm:spPr/>
      <dgm:t>
        <a:bodyPr/>
        <a:lstStyle/>
        <a:p>
          <a:r>
            <a:rPr lang="fr-FR" sz="800" b="1" dirty="0"/>
            <a:t>Assistant de production</a:t>
          </a:r>
        </a:p>
        <a:p>
          <a:r>
            <a:rPr lang="fr-FR" sz="800" dirty="0"/>
            <a:t>Benjamin BERGERON</a:t>
          </a:r>
        </a:p>
      </dgm:t>
    </dgm:pt>
    <dgm:pt modelId="{3F06BA14-4276-47C5-810E-E71A40911AFE}" type="parTrans" cxnId="{7E836649-53F7-4C6C-9CF8-CD9658322F03}">
      <dgm:prSet/>
      <dgm:spPr/>
      <dgm:t>
        <a:bodyPr/>
        <a:lstStyle/>
        <a:p>
          <a:endParaRPr lang="fr-FR"/>
        </a:p>
      </dgm:t>
    </dgm:pt>
    <dgm:pt modelId="{E5CF239C-BCEC-44B0-86CC-958248ACD462}" type="sibTrans" cxnId="{7E836649-53F7-4C6C-9CF8-CD9658322F03}">
      <dgm:prSet/>
      <dgm:spPr/>
      <dgm:t>
        <a:bodyPr/>
        <a:lstStyle/>
        <a:p>
          <a:endParaRPr lang="fr-FR"/>
        </a:p>
      </dgm:t>
    </dgm:pt>
    <dgm:pt modelId="{E588B3C7-FCEC-45FF-9506-19DF19A22BF2}">
      <dgm:prSet custT="1"/>
      <dgm:spPr/>
      <dgm:t>
        <a:bodyPr/>
        <a:lstStyle/>
        <a:p>
          <a:pPr rtl="0"/>
          <a:r>
            <a:rPr lang="fr-FR" sz="800" dirty="0"/>
            <a:t>Receveurs</a:t>
          </a:r>
        </a:p>
        <a:p>
          <a:pPr rtl="0"/>
          <a:r>
            <a:rPr lang="fr-FR" sz="800" dirty="0"/>
            <a:t>Conducteurs</a:t>
          </a:r>
        </a:p>
        <a:p>
          <a:pPr rtl="0"/>
          <a:r>
            <a:rPr lang="fr-FR" sz="800" dirty="0"/>
            <a:t>Régleurs</a:t>
          </a:r>
        </a:p>
      </dgm:t>
    </dgm:pt>
    <dgm:pt modelId="{C505C2B3-BA6F-4C42-BD74-05E5623C0383}" type="sibTrans" cxnId="{D0600A51-AE6C-478B-A513-4E77AECB350A}">
      <dgm:prSet/>
      <dgm:spPr/>
      <dgm:t>
        <a:bodyPr/>
        <a:lstStyle/>
        <a:p>
          <a:endParaRPr lang="fr-FR"/>
        </a:p>
      </dgm:t>
    </dgm:pt>
    <dgm:pt modelId="{F815B0A2-2F84-41DE-B091-F57A6C5D7142}" type="parTrans" cxnId="{D0600A51-AE6C-478B-A513-4E77AECB350A}">
      <dgm:prSet/>
      <dgm:spPr/>
      <dgm:t>
        <a:bodyPr/>
        <a:lstStyle/>
        <a:p>
          <a:endParaRPr lang="fr-FR" sz="2800"/>
        </a:p>
      </dgm:t>
    </dgm:pt>
    <dgm:pt modelId="{0E86519B-666F-4BD5-93D6-7AE4B4A0255F}" type="pres">
      <dgm:prSet presAssocID="{44F25AC3-3C94-4312-ADC4-7041BD5966B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8F1C806-ECD6-47BB-BF51-BA628630AE6E}" type="pres">
      <dgm:prSet presAssocID="{111F40F6-960F-4EE6-88ED-873AA89AEE2C}" presName="hierRoot1" presStyleCnt="0">
        <dgm:presLayoutVars>
          <dgm:hierBranch val="init"/>
        </dgm:presLayoutVars>
      </dgm:prSet>
      <dgm:spPr/>
    </dgm:pt>
    <dgm:pt modelId="{039E438F-6FC6-4C8A-82D0-679307BC80B1}" type="pres">
      <dgm:prSet presAssocID="{111F40F6-960F-4EE6-88ED-873AA89AEE2C}" presName="rootComposite1" presStyleCnt="0"/>
      <dgm:spPr/>
    </dgm:pt>
    <dgm:pt modelId="{7C413DA9-CA06-4CC7-92D9-8C90E5825643}" type="pres">
      <dgm:prSet presAssocID="{111F40F6-960F-4EE6-88ED-873AA89AEE2C}" presName="rootText1" presStyleLbl="node0" presStyleIdx="0" presStyleCnt="1" custScaleX="225342" custScaleY="156993" custLinFactNeighborX="1173" custLinFactNeighborY="-68833">
        <dgm:presLayoutVars>
          <dgm:chPref val="3"/>
        </dgm:presLayoutVars>
      </dgm:prSet>
      <dgm:spPr/>
    </dgm:pt>
    <dgm:pt modelId="{CDF3822C-FF37-4AA3-B9D7-2F697063F1DA}" type="pres">
      <dgm:prSet presAssocID="{111F40F6-960F-4EE6-88ED-873AA89AEE2C}" presName="rootConnector1" presStyleLbl="node1" presStyleIdx="0" presStyleCnt="0"/>
      <dgm:spPr/>
    </dgm:pt>
    <dgm:pt modelId="{85373D69-46BC-4590-981D-71E7030BC589}" type="pres">
      <dgm:prSet presAssocID="{111F40F6-960F-4EE6-88ED-873AA89AEE2C}" presName="hierChild2" presStyleCnt="0"/>
      <dgm:spPr/>
    </dgm:pt>
    <dgm:pt modelId="{38B650B3-8ED7-4EDC-A230-C8CC02B7B4A3}" type="pres">
      <dgm:prSet presAssocID="{E5602E12-93E9-4725-87A7-0A8E3A090E35}" presName="Name37" presStyleLbl="parChTrans1D2" presStyleIdx="0" presStyleCnt="7"/>
      <dgm:spPr/>
    </dgm:pt>
    <dgm:pt modelId="{871B25F4-1B48-4310-B237-B0B508F99034}" type="pres">
      <dgm:prSet presAssocID="{BD538776-9CF0-46D5-81A1-90620C26267C}" presName="hierRoot2" presStyleCnt="0">
        <dgm:presLayoutVars>
          <dgm:hierBranch val="init"/>
        </dgm:presLayoutVars>
      </dgm:prSet>
      <dgm:spPr/>
    </dgm:pt>
    <dgm:pt modelId="{37331CB6-BA71-48D1-9DF5-02DAB58B5099}" type="pres">
      <dgm:prSet presAssocID="{BD538776-9CF0-46D5-81A1-90620C26267C}" presName="rootComposite" presStyleCnt="0"/>
      <dgm:spPr/>
    </dgm:pt>
    <dgm:pt modelId="{2B52DFB0-BB2D-48AC-9733-CF83D257A2C9}" type="pres">
      <dgm:prSet presAssocID="{BD538776-9CF0-46D5-81A1-90620C26267C}" presName="rootText" presStyleLbl="node2" presStyleIdx="0" presStyleCnt="7" custScaleX="109748" custScaleY="174946">
        <dgm:presLayoutVars>
          <dgm:chPref val="3"/>
        </dgm:presLayoutVars>
      </dgm:prSet>
      <dgm:spPr/>
    </dgm:pt>
    <dgm:pt modelId="{E37A41AA-F5E6-42E9-955F-2E8DFBD65EF5}" type="pres">
      <dgm:prSet presAssocID="{BD538776-9CF0-46D5-81A1-90620C26267C}" presName="rootConnector" presStyleLbl="node2" presStyleIdx="0" presStyleCnt="7"/>
      <dgm:spPr/>
    </dgm:pt>
    <dgm:pt modelId="{B1C3158E-89FF-49FF-BBC2-56AEF31BBA50}" type="pres">
      <dgm:prSet presAssocID="{BD538776-9CF0-46D5-81A1-90620C26267C}" presName="hierChild4" presStyleCnt="0"/>
      <dgm:spPr/>
    </dgm:pt>
    <dgm:pt modelId="{EB88783C-CBFF-4FF0-8896-36402657D6D2}" type="pres">
      <dgm:prSet presAssocID="{3F06BA14-4276-47C5-810E-E71A40911AFE}" presName="Name37" presStyleLbl="parChTrans1D3" presStyleIdx="0" presStyleCnt="19"/>
      <dgm:spPr/>
    </dgm:pt>
    <dgm:pt modelId="{39853D16-461B-4F9D-926C-41EBF8BCD7F5}" type="pres">
      <dgm:prSet presAssocID="{9046143B-677A-45F8-BFF1-26CEBD6B0270}" presName="hierRoot2" presStyleCnt="0">
        <dgm:presLayoutVars>
          <dgm:hierBranch val="init"/>
        </dgm:presLayoutVars>
      </dgm:prSet>
      <dgm:spPr/>
    </dgm:pt>
    <dgm:pt modelId="{0522428B-FB62-442B-836C-7367E9E31D1D}" type="pres">
      <dgm:prSet presAssocID="{9046143B-677A-45F8-BFF1-26CEBD6B0270}" presName="rootComposite" presStyleCnt="0"/>
      <dgm:spPr/>
    </dgm:pt>
    <dgm:pt modelId="{2FBCE669-846E-4931-A1CF-ABDDC71DAF89}" type="pres">
      <dgm:prSet presAssocID="{9046143B-677A-45F8-BFF1-26CEBD6B0270}" presName="rootText" presStyleLbl="node3" presStyleIdx="0" presStyleCnt="19">
        <dgm:presLayoutVars>
          <dgm:chPref val="3"/>
        </dgm:presLayoutVars>
      </dgm:prSet>
      <dgm:spPr/>
    </dgm:pt>
    <dgm:pt modelId="{DC997881-7CAF-4223-9AFC-EED17C554E8B}" type="pres">
      <dgm:prSet presAssocID="{9046143B-677A-45F8-BFF1-26CEBD6B0270}" presName="rootConnector" presStyleLbl="node3" presStyleIdx="0" presStyleCnt="19"/>
      <dgm:spPr/>
    </dgm:pt>
    <dgm:pt modelId="{548CAF86-2466-4068-9109-83A084139005}" type="pres">
      <dgm:prSet presAssocID="{9046143B-677A-45F8-BFF1-26CEBD6B0270}" presName="hierChild4" presStyleCnt="0"/>
      <dgm:spPr/>
    </dgm:pt>
    <dgm:pt modelId="{6EA8C019-2D46-47FB-B08D-32EE5EF0D923}" type="pres">
      <dgm:prSet presAssocID="{9046143B-677A-45F8-BFF1-26CEBD6B0270}" presName="hierChild5" presStyleCnt="0"/>
      <dgm:spPr/>
    </dgm:pt>
    <dgm:pt modelId="{65B9AF61-34C5-4ECA-90B5-77DD0D84ED9A}" type="pres">
      <dgm:prSet presAssocID="{235CE734-5BDA-4B57-A322-AF419B12AABE}" presName="Name37" presStyleLbl="parChTrans1D3" presStyleIdx="1" presStyleCnt="19"/>
      <dgm:spPr/>
    </dgm:pt>
    <dgm:pt modelId="{E9904809-7D4A-485E-9D9B-2AFE3DF36E38}" type="pres">
      <dgm:prSet presAssocID="{3F85205E-6FBB-4E39-AA60-C5623890D86B}" presName="hierRoot2" presStyleCnt="0">
        <dgm:presLayoutVars>
          <dgm:hierBranch val="init"/>
        </dgm:presLayoutVars>
      </dgm:prSet>
      <dgm:spPr/>
    </dgm:pt>
    <dgm:pt modelId="{FC23442B-B5B4-4EB6-A0A7-9660847C9EFE}" type="pres">
      <dgm:prSet presAssocID="{3F85205E-6FBB-4E39-AA60-C5623890D86B}" presName="rootComposite" presStyleCnt="0"/>
      <dgm:spPr/>
    </dgm:pt>
    <dgm:pt modelId="{F63A6C23-F063-496F-9CE5-3556F9AED246}" type="pres">
      <dgm:prSet presAssocID="{3F85205E-6FBB-4E39-AA60-C5623890D86B}" presName="rootText" presStyleLbl="node3" presStyleIdx="1" presStyleCnt="19" custScaleY="181960">
        <dgm:presLayoutVars>
          <dgm:chPref val="3"/>
        </dgm:presLayoutVars>
      </dgm:prSet>
      <dgm:spPr/>
    </dgm:pt>
    <dgm:pt modelId="{FEB20766-4A76-4450-995E-A67F771F696A}" type="pres">
      <dgm:prSet presAssocID="{3F85205E-6FBB-4E39-AA60-C5623890D86B}" presName="rootConnector" presStyleLbl="node3" presStyleIdx="1" presStyleCnt="19"/>
      <dgm:spPr/>
    </dgm:pt>
    <dgm:pt modelId="{90B59E95-E14C-4EAE-9089-35D4621A25BB}" type="pres">
      <dgm:prSet presAssocID="{3F85205E-6FBB-4E39-AA60-C5623890D86B}" presName="hierChild4" presStyleCnt="0"/>
      <dgm:spPr/>
    </dgm:pt>
    <dgm:pt modelId="{A2FFC8D7-5DF0-4EA6-8B4E-A081C5BEBC51}" type="pres">
      <dgm:prSet presAssocID="{3F85205E-6FBB-4E39-AA60-C5623890D86B}" presName="hierChild5" presStyleCnt="0"/>
      <dgm:spPr/>
    </dgm:pt>
    <dgm:pt modelId="{9397094E-3B63-40A0-91A4-07D7778CD5DC}" type="pres">
      <dgm:prSet presAssocID="{53B3DF09-AD61-426E-9870-7B8004609EE4}" presName="Name37" presStyleLbl="parChTrans1D3" presStyleIdx="2" presStyleCnt="19"/>
      <dgm:spPr/>
    </dgm:pt>
    <dgm:pt modelId="{856D9ED3-9E9C-4FF2-91B1-29542F1C6E8C}" type="pres">
      <dgm:prSet presAssocID="{FB3E3E71-F2A0-42B1-97C8-029147713597}" presName="hierRoot2" presStyleCnt="0">
        <dgm:presLayoutVars>
          <dgm:hierBranch val="init"/>
        </dgm:presLayoutVars>
      </dgm:prSet>
      <dgm:spPr/>
    </dgm:pt>
    <dgm:pt modelId="{4C81F610-026A-49A3-B9F5-079A29C7DAC1}" type="pres">
      <dgm:prSet presAssocID="{FB3E3E71-F2A0-42B1-97C8-029147713597}" presName="rootComposite" presStyleCnt="0"/>
      <dgm:spPr/>
    </dgm:pt>
    <dgm:pt modelId="{EFC1214F-0849-4E58-98A8-4E93980F758F}" type="pres">
      <dgm:prSet presAssocID="{FB3E3E71-F2A0-42B1-97C8-029147713597}" presName="rootText" presStyleLbl="node3" presStyleIdx="2" presStyleCnt="19" custScaleY="197262">
        <dgm:presLayoutVars>
          <dgm:chPref val="3"/>
        </dgm:presLayoutVars>
      </dgm:prSet>
      <dgm:spPr/>
    </dgm:pt>
    <dgm:pt modelId="{C033E640-3054-4832-AAB1-C78F27A77344}" type="pres">
      <dgm:prSet presAssocID="{FB3E3E71-F2A0-42B1-97C8-029147713597}" presName="rootConnector" presStyleLbl="node3" presStyleIdx="2" presStyleCnt="19"/>
      <dgm:spPr/>
    </dgm:pt>
    <dgm:pt modelId="{F7823EFC-19B8-43AC-BFAC-656C29F4B07D}" type="pres">
      <dgm:prSet presAssocID="{FB3E3E71-F2A0-42B1-97C8-029147713597}" presName="hierChild4" presStyleCnt="0"/>
      <dgm:spPr/>
    </dgm:pt>
    <dgm:pt modelId="{C60CDE1B-CA07-41AD-BB98-F96C4FCB9CF2}" type="pres">
      <dgm:prSet presAssocID="{FB3E3E71-F2A0-42B1-97C8-029147713597}" presName="hierChild5" presStyleCnt="0"/>
      <dgm:spPr/>
    </dgm:pt>
    <dgm:pt modelId="{69C58509-1557-49F3-88D6-85687750074E}" type="pres">
      <dgm:prSet presAssocID="{781E9C8F-4B75-4EC0-BBEC-FC26B3A01C09}" presName="Name37" presStyleLbl="parChTrans1D3" presStyleIdx="3" presStyleCnt="19"/>
      <dgm:spPr/>
    </dgm:pt>
    <dgm:pt modelId="{9E1B7A6A-DC9A-4345-8C88-49124A6FAD69}" type="pres">
      <dgm:prSet presAssocID="{18A00DA3-1594-4CB3-8B9C-6014CDAE119C}" presName="hierRoot2" presStyleCnt="0">
        <dgm:presLayoutVars>
          <dgm:hierBranch val="init"/>
        </dgm:presLayoutVars>
      </dgm:prSet>
      <dgm:spPr/>
    </dgm:pt>
    <dgm:pt modelId="{4107D1B0-EA56-4AF5-A2FC-B3DB7879E78D}" type="pres">
      <dgm:prSet presAssocID="{18A00DA3-1594-4CB3-8B9C-6014CDAE119C}" presName="rootComposite" presStyleCnt="0"/>
      <dgm:spPr/>
    </dgm:pt>
    <dgm:pt modelId="{96A62957-6581-45FD-ADF7-60D8C0D56079}" type="pres">
      <dgm:prSet presAssocID="{18A00DA3-1594-4CB3-8B9C-6014CDAE119C}" presName="rootText" presStyleLbl="node3" presStyleIdx="3" presStyleCnt="19">
        <dgm:presLayoutVars>
          <dgm:chPref val="3"/>
        </dgm:presLayoutVars>
      </dgm:prSet>
      <dgm:spPr/>
    </dgm:pt>
    <dgm:pt modelId="{B20B0588-139F-49D8-B510-C1CECA1CD014}" type="pres">
      <dgm:prSet presAssocID="{18A00DA3-1594-4CB3-8B9C-6014CDAE119C}" presName="rootConnector" presStyleLbl="node3" presStyleIdx="3" presStyleCnt="19"/>
      <dgm:spPr/>
    </dgm:pt>
    <dgm:pt modelId="{409E43A1-97F4-44B7-8825-0B6E83291934}" type="pres">
      <dgm:prSet presAssocID="{18A00DA3-1594-4CB3-8B9C-6014CDAE119C}" presName="hierChild4" presStyleCnt="0"/>
      <dgm:spPr/>
    </dgm:pt>
    <dgm:pt modelId="{E26D5470-B473-4869-86EF-DB5D12A7B7BD}" type="pres">
      <dgm:prSet presAssocID="{18A00DA3-1594-4CB3-8B9C-6014CDAE119C}" presName="hierChild5" presStyleCnt="0"/>
      <dgm:spPr/>
    </dgm:pt>
    <dgm:pt modelId="{D1AE9045-07CF-4F14-AFFA-F9D47D148887}" type="pres">
      <dgm:prSet presAssocID="{BD538776-9CF0-46D5-81A1-90620C26267C}" presName="hierChild5" presStyleCnt="0"/>
      <dgm:spPr/>
    </dgm:pt>
    <dgm:pt modelId="{ADD70B72-6C9A-4D81-90AA-388757285C9C}" type="pres">
      <dgm:prSet presAssocID="{D73569B9-FE9E-4A29-B93E-225021610B58}" presName="Name37" presStyleLbl="parChTrans1D2" presStyleIdx="1" presStyleCnt="7"/>
      <dgm:spPr/>
    </dgm:pt>
    <dgm:pt modelId="{66A61606-8B3B-4898-8C5F-89E1455F84BC}" type="pres">
      <dgm:prSet presAssocID="{B9F2C8C4-1DBF-4C0C-9841-EE58CC36876E}" presName="hierRoot2" presStyleCnt="0">
        <dgm:presLayoutVars>
          <dgm:hierBranch val="init"/>
        </dgm:presLayoutVars>
      </dgm:prSet>
      <dgm:spPr/>
    </dgm:pt>
    <dgm:pt modelId="{5234B319-7F99-42CE-B743-8BCD629DE23F}" type="pres">
      <dgm:prSet presAssocID="{B9F2C8C4-1DBF-4C0C-9841-EE58CC36876E}" presName="rootComposite" presStyleCnt="0"/>
      <dgm:spPr/>
    </dgm:pt>
    <dgm:pt modelId="{560EF6F7-D3E3-41C1-8CF1-D5313E4E5C75}" type="pres">
      <dgm:prSet presAssocID="{B9F2C8C4-1DBF-4C0C-9841-EE58CC36876E}" presName="rootText" presStyleLbl="node2" presStyleIdx="1" presStyleCnt="7" custScaleX="106981" custScaleY="174946">
        <dgm:presLayoutVars>
          <dgm:chPref val="3"/>
        </dgm:presLayoutVars>
      </dgm:prSet>
      <dgm:spPr/>
    </dgm:pt>
    <dgm:pt modelId="{FCD31DA1-8037-4F6C-B3C3-E6BCD58B1C3B}" type="pres">
      <dgm:prSet presAssocID="{B9F2C8C4-1DBF-4C0C-9841-EE58CC36876E}" presName="rootConnector" presStyleLbl="node2" presStyleIdx="1" presStyleCnt="7"/>
      <dgm:spPr/>
    </dgm:pt>
    <dgm:pt modelId="{DB357AB0-4D75-4C89-883C-035AD5D23A4E}" type="pres">
      <dgm:prSet presAssocID="{B9F2C8C4-1DBF-4C0C-9841-EE58CC36876E}" presName="hierChild4" presStyleCnt="0"/>
      <dgm:spPr/>
    </dgm:pt>
    <dgm:pt modelId="{09E88E5F-AA5D-4FCB-9D20-52B22709E0E6}" type="pres">
      <dgm:prSet presAssocID="{699A53E5-D860-4756-846A-487F4FC454D4}" presName="Name37" presStyleLbl="parChTrans1D3" presStyleIdx="4" presStyleCnt="19"/>
      <dgm:spPr/>
    </dgm:pt>
    <dgm:pt modelId="{7F7BF79A-E51F-4A62-8E40-F54C1868A05E}" type="pres">
      <dgm:prSet presAssocID="{F6BA7478-FFB8-4AAC-890A-0693B35ACD14}" presName="hierRoot2" presStyleCnt="0">
        <dgm:presLayoutVars>
          <dgm:hierBranch val="init"/>
        </dgm:presLayoutVars>
      </dgm:prSet>
      <dgm:spPr/>
    </dgm:pt>
    <dgm:pt modelId="{386C0094-77F7-4CCE-866F-C1B1C196DA22}" type="pres">
      <dgm:prSet presAssocID="{F6BA7478-FFB8-4AAC-890A-0693B35ACD14}" presName="rootComposite" presStyleCnt="0"/>
      <dgm:spPr/>
    </dgm:pt>
    <dgm:pt modelId="{542687AF-D6C6-41EA-A644-89D2C2D8A51D}" type="pres">
      <dgm:prSet presAssocID="{F6BA7478-FFB8-4AAC-890A-0693B35ACD14}" presName="rootText" presStyleLbl="node3" presStyleIdx="4" presStyleCnt="19" custScaleY="174076">
        <dgm:presLayoutVars>
          <dgm:chPref val="3"/>
        </dgm:presLayoutVars>
      </dgm:prSet>
      <dgm:spPr/>
    </dgm:pt>
    <dgm:pt modelId="{55CD9B9D-2397-4023-9111-C5959504EE47}" type="pres">
      <dgm:prSet presAssocID="{F6BA7478-FFB8-4AAC-890A-0693B35ACD14}" presName="rootConnector" presStyleLbl="node3" presStyleIdx="4" presStyleCnt="19"/>
      <dgm:spPr/>
    </dgm:pt>
    <dgm:pt modelId="{2AC2115F-EB4B-4EE1-AC01-C66D017E4CF6}" type="pres">
      <dgm:prSet presAssocID="{F6BA7478-FFB8-4AAC-890A-0693B35ACD14}" presName="hierChild4" presStyleCnt="0"/>
      <dgm:spPr/>
    </dgm:pt>
    <dgm:pt modelId="{6E4D200B-03C1-4E55-AE96-17D0460DCF1B}" type="pres">
      <dgm:prSet presAssocID="{F6BA7478-FFB8-4AAC-890A-0693B35ACD14}" presName="hierChild5" presStyleCnt="0"/>
      <dgm:spPr/>
    </dgm:pt>
    <dgm:pt modelId="{16FDE21B-998E-40E2-81AB-37C3C08D6A43}" type="pres">
      <dgm:prSet presAssocID="{13689A4F-5829-4D02-92BE-7FD8A473DFBA}" presName="Name37" presStyleLbl="parChTrans1D3" presStyleIdx="5" presStyleCnt="19"/>
      <dgm:spPr/>
    </dgm:pt>
    <dgm:pt modelId="{F5FB507D-DB17-41B5-99EF-B60F97AE4DE4}" type="pres">
      <dgm:prSet presAssocID="{00C2AB70-6E78-41C6-AA59-F5906E22FC93}" presName="hierRoot2" presStyleCnt="0">
        <dgm:presLayoutVars>
          <dgm:hierBranch val="init"/>
        </dgm:presLayoutVars>
      </dgm:prSet>
      <dgm:spPr/>
    </dgm:pt>
    <dgm:pt modelId="{55C78E21-6500-4DE4-B61B-61594A250AFC}" type="pres">
      <dgm:prSet presAssocID="{00C2AB70-6E78-41C6-AA59-F5906E22FC93}" presName="rootComposite" presStyleCnt="0"/>
      <dgm:spPr/>
    </dgm:pt>
    <dgm:pt modelId="{C9ED0309-F993-4F26-B38A-06BE6ADA35C5}" type="pres">
      <dgm:prSet presAssocID="{00C2AB70-6E78-41C6-AA59-F5906E22FC93}" presName="rootText" presStyleLbl="node3" presStyleIdx="5" presStyleCnt="19" custScaleY="115649">
        <dgm:presLayoutVars>
          <dgm:chPref val="3"/>
        </dgm:presLayoutVars>
      </dgm:prSet>
      <dgm:spPr/>
    </dgm:pt>
    <dgm:pt modelId="{E75BA1F6-53A7-4726-B464-CA1EF6689106}" type="pres">
      <dgm:prSet presAssocID="{00C2AB70-6E78-41C6-AA59-F5906E22FC93}" presName="rootConnector" presStyleLbl="node3" presStyleIdx="5" presStyleCnt="19"/>
      <dgm:spPr/>
    </dgm:pt>
    <dgm:pt modelId="{A3BEA4A2-1BFD-41DB-BBCB-8C361D62053B}" type="pres">
      <dgm:prSet presAssocID="{00C2AB70-6E78-41C6-AA59-F5906E22FC93}" presName="hierChild4" presStyleCnt="0"/>
      <dgm:spPr/>
    </dgm:pt>
    <dgm:pt modelId="{E9A1B532-2EBE-4877-BBD7-F003EA979CC9}" type="pres">
      <dgm:prSet presAssocID="{00C2AB70-6E78-41C6-AA59-F5906E22FC93}" presName="hierChild5" presStyleCnt="0"/>
      <dgm:spPr/>
    </dgm:pt>
    <dgm:pt modelId="{D75DEB6F-AFB1-43D5-BD24-FB1C8288F613}" type="pres">
      <dgm:prSet presAssocID="{8A5A9B7E-8B1D-484A-9DC4-1244F7267E70}" presName="Name37" presStyleLbl="parChTrans1D3" presStyleIdx="6" presStyleCnt="19"/>
      <dgm:spPr/>
    </dgm:pt>
    <dgm:pt modelId="{F5D18D5C-F6F9-47E4-82ED-F2B98ECBDEAE}" type="pres">
      <dgm:prSet presAssocID="{96197FB1-39BF-4529-A972-1E216C00FEA4}" presName="hierRoot2" presStyleCnt="0">
        <dgm:presLayoutVars>
          <dgm:hierBranch val="init"/>
        </dgm:presLayoutVars>
      </dgm:prSet>
      <dgm:spPr/>
    </dgm:pt>
    <dgm:pt modelId="{5A241C63-2DFC-4E8F-B8A8-2FAF74252C4C}" type="pres">
      <dgm:prSet presAssocID="{96197FB1-39BF-4529-A972-1E216C00FEA4}" presName="rootComposite" presStyleCnt="0"/>
      <dgm:spPr/>
    </dgm:pt>
    <dgm:pt modelId="{A89089AE-9D07-492E-B7A5-6794313F3C4B}" type="pres">
      <dgm:prSet presAssocID="{96197FB1-39BF-4529-A972-1E216C00FEA4}" presName="rootText" presStyleLbl="node3" presStyleIdx="6" presStyleCnt="19" custScaleY="186199">
        <dgm:presLayoutVars>
          <dgm:chPref val="3"/>
        </dgm:presLayoutVars>
      </dgm:prSet>
      <dgm:spPr/>
    </dgm:pt>
    <dgm:pt modelId="{135366A1-66CC-4B2A-9967-393A2BEC4180}" type="pres">
      <dgm:prSet presAssocID="{96197FB1-39BF-4529-A972-1E216C00FEA4}" presName="rootConnector" presStyleLbl="node3" presStyleIdx="6" presStyleCnt="19"/>
      <dgm:spPr/>
    </dgm:pt>
    <dgm:pt modelId="{00923457-9AAF-4A64-AD5A-273C19ACF6B5}" type="pres">
      <dgm:prSet presAssocID="{96197FB1-39BF-4529-A972-1E216C00FEA4}" presName="hierChild4" presStyleCnt="0"/>
      <dgm:spPr/>
    </dgm:pt>
    <dgm:pt modelId="{3833F24F-C080-4DF5-BEE8-678CD7E25666}" type="pres">
      <dgm:prSet presAssocID="{96197FB1-39BF-4529-A972-1E216C00FEA4}" presName="hierChild5" presStyleCnt="0"/>
      <dgm:spPr/>
    </dgm:pt>
    <dgm:pt modelId="{672DBB59-F607-4DB7-9554-43EB4C5EFB2B}" type="pres">
      <dgm:prSet presAssocID="{F815B0A2-2F84-41DE-B091-F57A6C5D7142}" presName="Name37" presStyleLbl="parChTrans1D3" presStyleIdx="7" presStyleCnt="19"/>
      <dgm:spPr/>
    </dgm:pt>
    <dgm:pt modelId="{445D596D-7460-4290-8414-64FF15A4FAE5}" type="pres">
      <dgm:prSet presAssocID="{E588B3C7-FCEC-45FF-9506-19DF19A22BF2}" presName="hierRoot2" presStyleCnt="0">
        <dgm:presLayoutVars>
          <dgm:hierBranch val="init"/>
        </dgm:presLayoutVars>
      </dgm:prSet>
      <dgm:spPr/>
    </dgm:pt>
    <dgm:pt modelId="{CC5BD81C-F5DC-466C-A08A-6A4C9990FBA3}" type="pres">
      <dgm:prSet presAssocID="{E588B3C7-FCEC-45FF-9506-19DF19A22BF2}" presName="rootComposite" presStyleCnt="0"/>
      <dgm:spPr/>
    </dgm:pt>
    <dgm:pt modelId="{9568CEEC-DC4B-4146-8E95-1A735AA2F4A5}" type="pres">
      <dgm:prSet presAssocID="{E588B3C7-FCEC-45FF-9506-19DF19A22BF2}" presName="rootText" presStyleLbl="node3" presStyleIdx="7" presStyleCnt="19" custLinFactNeighborX="1014">
        <dgm:presLayoutVars>
          <dgm:chPref val="3"/>
        </dgm:presLayoutVars>
      </dgm:prSet>
      <dgm:spPr/>
    </dgm:pt>
    <dgm:pt modelId="{358D78EA-1491-4B82-BEAD-B8A30F144575}" type="pres">
      <dgm:prSet presAssocID="{E588B3C7-FCEC-45FF-9506-19DF19A22BF2}" presName="rootConnector" presStyleLbl="node3" presStyleIdx="7" presStyleCnt="19"/>
      <dgm:spPr/>
    </dgm:pt>
    <dgm:pt modelId="{AFE62437-4D25-4372-BA5C-157C0686379E}" type="pres">
      <dgm:prSet presAssocID="{E588B3C7-FCEC-45FF-9506-19DF19A22BF2}" presName="hierChild4" presStyleCnt="0"/>
      <dgm:spPr/>
    </dgm:pt>
    <dgm:pt modelId="{25ACA84C-1586-4D4E-AE73-373619B48650}" type="pres">
      <dgm:prSet presAssocID="{E588B3C7-FCEC-45FF-9506-19DF19A22BF2}" presName="hierChild5" presStyleCnt="0"/>
      <dgm:spPr/>
    </dgm:pt>
    <dgm:pt modelId="{175B8DF2-CD9A-4DAC-A9A7-2041934CE4B6}" type="pres">
      <dgm:prSet presAssocID="{B9F2C8C4-1DBF-4C0C-9841-EE58CC36876E}" presName="hierChild5" presStyleCnt="0"/>
      <dgm:spPr/>
    </dgm:pt>
    <dgm:pt modelId="{C68C5E02-BAF4-4500-8C73-33C3D228B0EC}" type="pres">
      <dgm:prSet presAssocID="{145130A0-639B-40B6-883F-D2F15472631C}" presName="Name37" presStyleLbl="parChTrans1D2" presStyleIdx="2" presStyleCnt="7"/>
      <dgm:spPr/>
    </dgm:pt>
    <dgm:pt modelId="{94F88321-8BC7-41DD-A4E2-80685DCA7258}" type="pres">
      <dgm:prSet presAssocID="{C2D0EBBE-8B29-464E-B148-FE8FBD974232}" presName="hierRoot2" presStyleCnt="0">
        <dgm:presLayoutVars>
          <dgm:hierBranch val="init"/>
        </dgm:presLayoutVars>
      </dgm:prSet>
      <dgm:spPr/>
    </dgm:pt>
    <dgm:pt modelId="{7805DC27-6A54-483F-9A60-14FCEA5414B1}" type="pres">
      <dgm:prSet presAssocID="{C2D0EBBE-8B29-464E-B148-FE8FBD974232}" presName="rootComposite" presStyleCnt="0"/>
      <dgm:spPr/>
    </dgm:pt>
    <dgm:pt modelId="{1CF707DF-D549-4AEB-BFF1-625C23B13AC0}" type="pres">
      <dgm:prSet presAssocID="{C2D0EBBE-8B29-464E-B148-FE8FBD974232}" presName="rootText" presStyleLbl="node2" presStyleIdx="2" presStyleCnt="7" custScaleY="175041">
        <dgm:presLayoutVars>
          <dgm:chPref val="3"/>
        </dgm:presLayoutVars>
      </dgm:prSet>
      <dgm:spPr/>
    </dgm:pt>
    <dgm:pt modelId="{00C1CE45-9F33-4918-B38D-846E6BA2A8F5}" type="pres">
      <dgm:prSet presAssocID="{C2D0EBBE-8B29-464E-B148-FE8FBD974232}" presName="rootConnector" presStyleLbl="node2" presStyleIdx="2" presStyleCnt="7"/>
      <dgm:spPr/>
    </dgm:pt>
    <dgm:pt modelId="{1DFBD198-8F51-40A9-BAAC-A78EDEE95A42}" type="pres">
      <dgm:prSet presAssocID="{C2D0EBBE-8B29-464E-B148-FE8FBD974232}" presName="hierChild4" presStyleCnt="0"/>
      <dgm:spPr/>
    </dgm:pt>
    <dgm:pt modelId="{C0E15524-7452-4AD4-A280-FA7E79C94D85}" type="pres">
      <dgm:prSet presAssocID="{AB4278E3-39CD-4BAE-BA7F-6A24098F2F67}" presName="Name37" presStyleLbl="parChTrans1D3" presStyleIdx="8" presStyleCnt="19"/>
      <dgm:spPr/>
    </dgm:pt>
    <dgm:pt modelId="{098F9539-85C7-42C8-A115-AE04C8B51946}" type="pres">
      <dgm:prSet presAssocID="{EB779BA9-7B80-4C0A-91F2-F4D413BEA1D2}" presName="hierRoot2" presStyleCnt="0">
        <dgm:presLayoutVars>
          <dgm:hierBranch val="init"/>
        </dgm:presLayoutVars>
      </dgm:prSet>
      <dgm:spPr/>
    </dgm:pt>
    <dgm:pt modelId="{3CCE6133-FA69-4FA6-AE34-71D9F61E4E3B}" type="pres">
      <dgm:prSet presAssocID="{EB779BA9-7B80-4C0A-91F2-F4D413BEA1D2}" presName="rootComposite" presStyleCnt="0"/>
      <dgm:spPr/>
    </dgm:pt>
    <dgm:pt modelId="{10101BC0-2A74-4BD8-A174-C3E0226207CA}" type="pres">
      <dgm:prSet presAssocID="{EB779BA9-7B80-4C0A-91F2-F4D413BEA1D2}" presName="rootText" presStyleLbl="node3" presStyleIdx="8" presStyleCnt="19" custScaleY="173515">
        <dgm:presLayoutVars>
          <dgm:chPref val="3"/>
        </dgm:presLayoutVars>
      </dgm:prSet>
      <dgm:spPr/>
    </dgm:pt>
    <dgm:pt modelId="{8CAC416D-C285-4A3E-B340-3B6BC789163C}" type="pres">
      <dgm:prSet presAssocID="{EB779BA9-7B80-4C0A-91F2-F4D413BEA1D2}" presName="rootConnector" presStyleLbl="node3" presStyleIdx="8" presStyleCnt="19"/>
      <dgm:spPr/>
    </dgm:pt>
    <dgm:pt modelId="{C98022B1-4BC5-4C2C-A10A-D9423B84A55C}" type="pres">
      <dgm:prSet presAssocID="{EB779BA9-7B80-4C0A-91F2-F4D413BEA1D2}" presName="hierChild4" presStyleCnt="0"/>
      <dgm:spPr/>
    </dgm:pt>
    <dgm:pt modelId="{260DD3CC-9AB1-4C1D-BB8B-2ED0A5F01556}" type="pres">
      <dgm:prSet presAssocID="{EB779BA9-7B80-4C0A-91F2-F4D413BEA1D2}" presName="hierChild5" presStyleCnt="0"/>
      <dgm:spPr/>
    </dgm:pt>
    <dgm:pt modelId="{23853B7A-ABE0-4FD6-AEF3-2AC5973E3DF7}" type="pres">
      <dgm:prSet presAssocID="{8A0669BB-0DDA-4539-9FBD-3C1112BB2B42}" presName="Name37" presStyleLbl="parChTrans1D3" presStyleIdx="9" presStyleCnt="19"/>
      <dgm:spPr/>
    </dgm:pt>
    <dgm:pt modelId="{AE497AB1-6429-4782-AEAE-582D73D44597}" type="pres">
      <dgm:prSet presAssocID="{1AB7AB5B-7200-4374-960A-428991D49093}" presName="hierRoot2" presStyleCnt="0">
        <dgm:presLayoutVars>
          <dgm:hierBranch val="init"/>
        </dgm:presLayoutVars>
      </dgm:prSet>
      <dgm:spPr/>
    </dgm:pt>
    <dgm:pt modelId="{47C9894B-EB53-4F29-80E2-C2D06AF49A7E}" type="pres">
      <dgm:prSet presAssocID="{1AB7AB5B-7200-4374-960A-428991D49093}" presName="rootComposite" presStyleCnt="0"/>
      <dgm:spPr/>
    </dgm:pt>
    <dgm:pt modelId="{5F70E9BF-35A6-43BD-A4F2-16645784828B}" type="pres">
      <dgm:prSet presAssocID="{1AB7AB5B-7200-4374-960A-428991D49093}" presName="rootText" presStyleLbl="node3" presStyleIdx="9" presStyleCnt="19" custScaleY="144212">
        <dgm:presLayoutVars>
          <dgm:chPref val="3"/>
        </dgm:presLayoutVars>
      </dgm:prSet>
      <dgm:spPr/>
    </dgm:pt>
    <dgm:pt modelId="{5F5E324A-988C-4C83-92DC-602EDA61FCD7}" type="pres">
      <dgm:prSet presAssocID="{1AB7AB5B-7200-4374-960A-428991D49093}" presName="rootConnector" presStyleLbl="node3" presStyleIdx="9" presStyleCnt="19"/>
      <dgm:spPr/>
    </dgm:pt>
    <dgm:pt modelId="{998531D0-A5F2-4B49-8C37-12B650DD8F92}" type="pres">
      <dgm:prSet presAssocID="{1AB7AB5B-7200-4374-960A-428991D49093}" presName="hierChild4" presStyleCnt="0"/>
      <dgm:spPr/>
    </dgm:pt>
    <dgm:pt modelId="{6F78D729-1889-447F-9E37-688BCE541C2E}" type="pres">
      <dgm:prSet presAssocID="{1AB7AB5B-7200-4374-960A-428991D49093}" presName="hierChild5" presStyleCnt="0"/>
      <dgm:spPr/>
    </dgm:pt>
    <dgm:pt modelId="{63F065B1-8266-414E-A9E6-D20BBD4A285D}" type="pres">
      <dgm:prSet presAssocID="{6B3ED4B7-C88A-4555-8FA1-7D7CA2BE14B8}" presName="Name37" presStyleLbl="parChTrans1D3" presStyleIdx="10" presStyleCnt="19"/>
      <dgm:spPr/>
    </dgm:pt>
    <dgm:pt modelId="{A96A10C4-7AED-48DD-B08C-AE1A8A261624}" type="pres">
      <dgm:prSet presAssocID="{022764FF-C2F6-4EC3-B287-8A1739DF6986}" presName="hierRoot2" presStyleCnt="0">
        <dgm:presLayoutVars>
          <dgm:hierBranch val="init"/>
        </dgm:presLayoutVars>
      </dgm:prSet>
      <dgm:spPr/>
    </dgm:pt>
    <dgm:pt modelId="{9E18DA2C-B56E-4A67-B24A-F883E2C6F3DF}" type="pres">
      <dgm:prSet presAssocID="{022764FF-C2F6-4EC3-B287-8A1739DF6986}" presName="rootComposite" presStyleCnt="0"/>
      <dgm:spPr/>
    </dgm:pt>
    <dgm:pt modelId="{74B072C5-B695-49B9-B33E-06826BE94EC6}" type="pres">
      <dgm:prSet presAssocID="{022764FF-C2F6-4EC3-B287-8A1739DF6986}" presName="rootText" presStyleLbl="node3" presStyleIdx="10" presStyleCnt="19" custScaleY="137473">
        <dgm:presLayoutVars>
          <dgm:chPref val="3"/>
        </dgm:presLayoutVars>
      </dgm:prSet>
      <dgm:spPr/>
    </dgm:pt>
    <dgm:pt modelId="{19FED68B-1D67-472E-B95C-C5F6DDDEA3EB}" type="pres">
      <dgm:prSet presAssocID="{022764FF-C2F6-4EC3-B287-8A1739DF6986}" presName="rootConnector" presStyleLbl="node3" presStyleIdx="10" presStyleCnt="19"/>
      <dgm:spPr/>
    </dgm:pt>
    <dgm:pt modelId="{ED647CB0-6521-49EB-9A11-449A17BE71B4}" type="pres">
      <dgm:prSet presAssocID="{022764FF-C2F6-4EC3-B287-8A1739DF6986}" presName="hierChild4" presStyleCnt="0"/>
      <dgm:spPr/>
    </dgm:pt>
    <dgm:pt modelId="{B4315F35-AED2-4916-8B98-A676361735AB}" type="pres">
      <dgm:prSet presAssocID="{022764FF-C2F6-4EC3-B287-8A1739DF6986}" presName="hierChild5" presStyleCnt="0"/>
      <dgm:spPr/>
    </dgm:pt>
    <dgm:pt modelId="{20D927D2-9981-44B0-B46E-407FD0D6F80E}" type="pres">
      <dgm:prSet presAssocID="{68060887-6A10-478B-A35D-A36C6204BF8B}" presName="Name37" presStyleLbl="parChTrans1D3" presStyleIdx="11" presStyleCnt="19"/>
      <dgm:spPr/>
    </dgm:pt>
    <dgm:pt modelId="{C6A33FE7-3819-4951-B4E4-FE5EA2530E35}" type="pres">
      <dgm:prSet presAssocID="{760F4E88-B2D5-4B4D-8EFE-2D380CB71F58}" presName="hierRoot2" presStyleCnt="0">
        <dgm:presLayoutVars>
          <dgm:hierBranch val="init"/>
        </dgm:presLayoutVars>
      </dgm:prSet>
      <dgm:spPr/>
    </dgm:pt>
    <dgm:pt modelId="{0F84335B-B1AF-476F-99F8-514A5346EB2D}" type="pres">
      <dgm:prSet presAssocID="{760F4E88-B2D5-4B4D-8EFE-2D380CB71F58}" presName="rootComposite" presStyleCnt="0"/>
      <dgm:spPr/>
    </dgm:pt>
    <dgm:pt modelId="{6615BA73-D3C4-42F4-BB3C-A3CE2C76F6ED}" type="pres">
      <dgm:prSet presAssocID="{760F4E88-B2D5-4B4D-8EFE-2D380CB71F58}" presName="rootText" presStyleLbl="node3" presStyleIdx="11" presStyleCnt="19">
        <dgm:presLayoutVars>
          <dgm:chPref val="3"/>
        </dgm:presLayoutVars>
      </dgm:prSet>
      <dgm:spPr/>
    </dgm:pt>
    <dgm:pt modelId="{2B89069F-1A20-48B9-B637-D2E94EA177E3}" type="pres">
      <dgm:prSet presAssocID="{760F4E88-B2D5-4B4D-8EFE-2D380CB71F58}" presName="rootConnector" presStyleLbl="node3" presStyleIdx="11" presStyleCnt="19"/>
      <dgm:spPr/>
    </dgm:pt>
    <dgm:pt modelId="{B8C3E0D6-4DB0-447C-9F03-F6A13F6D68FD}" type="pres">
      <dgm:prSet presAssocID="{760F4E88-B2D5-4B4D-8EFE-2D380CB71F58}" presName="hierChild4" presStyleCnt="0"/>
      <dgm:spPr/>
    </dgm:pt>
    <dgm:pt modelId="{9CFD8A26-6275-4E8A-AB34-4C86220FF35D}" type="pres">
      <dgm:prSet presAssocID="{760F4E88-B2D5-4B4D-8EFE-2D380CB71F58}" presName="hierChild5" presStyleCnt="0"/>
      <dgm:spPr/>
    </dgm:pt>
    <dgm:pt modelId="{6E7013D1-463E-4AB0-94CE-A9C76C27D3B1}" type="pres">
      <dgm:prSet presAssocID="{C2D0EBBE-8B29-464E-B148-FE8FBD974232}" presName="hierChild5" presStyleCnt="0"/>
      <dgm:spPr/>
    </dgm:pt>
    <dgm:pt modelId="{814D46CF-A3F1-4A00-8443-C5E7716207BC}" type="pres">
      <dgm:prSet presAssocID="{3EDBCB47-7169-458C-9D2C-CCBAA326DA3C}" presName="Name37" presStyleLbl="parChTrans1D2" presStyleIdx="3" presStyleCnt="7"/>
      <dgm:spPr/>
    </dgm:pt>
    <dgm:pt modelId="{2A4ED76D-2860-42AB-A1C9-71C5D62C426C}" type="pres">
      <dgm:prSet presAssocID="{21FA67C0-9D3F-4D96-B806-46DDFDA03CA3}" presName="hierRoot2" presStyleCnt="0">
        <dgm:presLayoutVars>
          <dgm:hierBranch val="init"/>
        </dgm:presLayoutVars>
      </dgm:prSet>
      <dgm:spPr/>
    </dgm:pt>
    <dgm:pt modelId="{F8154EC6-23B6-47B5-A90B-FD15F738314E}" type="pres">
      <dgm:prSet presAssocID="{21FA67C0-9D3F-4D96-B806-46DDFDA03CA3}" presName="rootComposite" presStyleCnt="0"/>
      <dgm:spPr/>
    </dgm:pt>
    <dgm:pt modelId="{A533B2E3-71CF-4EAA-8647-13AEED3EA458}" type="pres">
      <dgm:prSet presAssocID="{21FA67C0-9D3F-4D96-B806-46DDFDA03CA3}" presName="rootText" presStyleLbl="node2" presStyleIdx="3" presStyleCnt="7" custScaleX="101266" custScaleY="166143">
        <dgm:presLayoutVars>
          <dgm:chPref val="3"/>
        </dgm:presLayoutVars>
      </dgm:prSet>
      <dgm:spPr/>
    </dgm:pt>
    <dgm:pt modelId="{728C4B8C-9593-4FFA-8EA2-C9197063C50F}" type="pres">
      <dgm:prSet presAssocID="{21FA67C0-9D3F-4D96-B806-46DDFDA03CA3}" presName="rootConnector" presStyleLbl="node2" presStyleIdx="3" presStyleCnt="7"/>
      <dgm:spPr/>
    </dgm:pt>
    <dgm:pt modelId="{A1C7F84C-61D4-43EA-AFF4-CC27557952B0}" type="pres">
      <dgm:prSet presAssocID="{21FA67C0-9D3F-4D96-B806-46DDFDA03CA3}" presName="hierChild4" presStyleCnt="0"/>
      <dgm:spPr/>
    </dgm:pt>
    <dgm:pt modelId="{EC00AE96-6591-434C-B7F7-177B622A6927}" type="pres">
      <dgm:prSet presAssocID="{035A2E03-B59F-46D9-9BCF-44AECA25A944}" presName="Name37" presStyleLbl="parChTrans1D3" presStyleIdx="12" presStyleCnt="19"/>
      <dgm:spPr/>
    </dgm:pt>
    <dgm:pt modelId="{F5BBECFE-B203-454C-B260-9816269AB4FF}" type="pres">
      <dgm:prSet presAssocID="{2B3C0B1A-2DED-40EB-808B-7AF87B065AB9}" presName="hierRoot2" presStyleCnt="0">
        <dgm:presLayoutVars>
          <dgm:hierBranch val="init"/>
        </dgm:presLayoutVars>
      </dgm:prSet>
      <dgm:spPr/>
    </dgm:pt>
    <dgm:pt modelId="{82B34E26-5A0B-46AE-80D2-002CBA7DF233}" type="pres">
      <dgm:prSet presAssocID="{2B3C0B1A-2DED-40EB-808B-7AF87B065AB9}" presName="rootComposite" presStyleCnt="0"/>
      <dgm:spPr/>
    </dgm:pt>
    <dgm:pt modelId="{694F9D73-BA11-47CE-AE01-F31181BD27E0}" type="pres">
      <dgm:prSet presAssocID="{2B3C0B1A-2DED-40EB-808B-7AF87B065AB9}" presName="rootText" presStyleLbl="node3" presStyleIdx="12" presStyleCnt="19">
        <dgm:presLayoutVars>
          <dgm:chPref val="3"/>
        </dgm:presLayoutVars>
      </dgm:prSet>
      <dgm:spPr/>
    </dgm:pt>
    <dgm:pt modelId="{478F79F5-88AD-4224-931F-406B3433CB70}" type="pres">
      <dgm:prSet presAssocID="{2B3C0B1A-2DED-40EB-808B-7AF87B065AB9}" presName="rootConnector" presStyleLbl="node3" presStyleIdx="12" presStyleCnt="19"/>
      <dgm:spPr/>
    </dgm:pt>
    <dgm:pt modelId="{FA630CF3-DE53-4EC5-86D6-73E3A96FA355}" type="pres">
      <dgm:prSet presAssocID="{2B3C0B1A-2DED-40EB-808B-7AF87B065AB9}" presName="hierChild4" presStyleCnt="0"/>
      <dgm:spPr/>
    </dgm:pt>
    <dgm:pt modelId="{2066CBC2-DE1E-4194-BE60-C262C1474BA3}" type="pres">
      <dgm:prSet presAssocID="{2B3C0B1A-2DED-40EB-808B-7AF87B065AB9}" presName="hierChild5" presStyleCnt="0"/>
      <dgm:spPr/>
    </dgm:pt>
    <dgm:pt modelId="{ACCECB4C-A196-452E-AE06-A7DFD4815F1F}" type="pres">
      <dgm:prSet presAssocID="{98D511F1-3452-4DA4-B571-6BCF19E4C655}" presName="Name37" presStyleLbl="parChTrans1D3" presStyleIdx="13" presStyleCnt="19"/>
      <dgm:spPr/>
    </dgm:pt>
    <dgm:pt modelId="{B97EEB3F-0A2A-4ACE-9B7C-75E882A76916}" type="pres">
      <dgm:prSet presAssocID="{11DCEAFD-1CB3-4C6E-9BB0-DA09EE88A362}" presName="hierRoot2" presStyleCnt="0">
        <dgm:presLayoutVars>
          <dgm:hierBranch val="init"/>
        </dgm:presLayoutVars>
      </dgm:prSet>
      <dgm:spPr/>
    </dgm:pt>
    <dgm:pt modelId="{77771A46-9263-49D5-8281-C2ADE45C6D15}" type="pres">
      <dgm:prSet presAssocID="{11DCEAFD-1CB3-4C6E-9BB0-DA09EE88A362}" presName="rootComposite" presStyleCnt="0"/>
      <dgm:spPr/>
    </dgm:pt>
    <dgm:pt modelId="{D50D6EA3-6A5C-4228-BFE6-EE1560BFE309}" type="pres">
      <dgm:prSet presAssocID="{11DCEAFD-1CB3-4C6E-9BB0-DA09EE88A362}" presName="rootText" presStyleLbl="node3" presStyleIdx="13" presStyleCnt="19" custScaleY="171731">
        <dgm:presLayoutVars>
          <dgm:chPref val="3"/>
        </dgm:presLayoutVars>
      </dgm:prSet>
      <dgm:spPr/>
    </dgm:pt>
    <dgm:pt modelId="{9C4B4464-8D57-400F-B6B2-2D1A3043B7A9}" type="pres">
      <dgm:prSet presAssocID="{11DCEAFD-1CB3-4C6E-9BB0-DA09EE88A362}" presName="rootConnector" presStyleLbl="node3" presStyleIdx="13" presStyleCnt="19"/>
      <dgm:spPr/>
    </dgm:pt>
    <dgm:pt modelId="{72ADB396-663E-424C-884D-F3FFE3B5A72B}" type="pres">
      <dgm:prSet presAssocID="{11DCEAFD-1CB3-4C6E-9BB0-DA09EE88A362}" presName="hierChild4" presStyleCnt="0"/>
      <dgm:spPr/>
    </dgm:pt>
    <dgm:pt modelId="{99BEDC6D-A76D-4C70-B84A-776B79C98351}" type="pres">
      <dgm:prSet presAssocID="{11DCEAFD-1CB3-4C6E-9BB0-DA09EE88A362}" presName="hierChild5" presStyleCnt="0"/>
      <dgm:spPr/>
    </dgm:pt>
    <dgm:pt modelId="{605CB21E-685F-4B08-8717-F8B9AB81DAF4}" type="pres">
      <dgm:prSet presAssocID="{A8A730AF-A8F3-4F45-83B7-5285A2FF9F03}" presName="Name37" presStyleLbl="parChTrans1D3" presStyleIdx="14" presStyleCnt="19"/>
      <dgm:spPr/>
    </dgm:pt>
    <dgm:pt modelId="{5C441F43-B998-4262-9DB7-A78CD63BB021}" type="pres">
      <dgm:prSet presAssocID="{5D75AF60-A7AA-4189-A305-BEC70197FA17}" presName="hierRoot2" presStyleCnt="0">
        <dgm:presLayoutVars>
          <dgm:hierBranch val="init"/>
        </dgm:presLayoutVars>
      </dgm:prSet>
      <dgm:spPr/>
    </dgm:pt>
    <dgm:pt modelId="{BE4ACC17-7F6F-4D54-8EE3-7B271C12F956}" type="pres">
      <dgm:prSet presAssocID="{5D75AF60-A7AA-4189-A305-BEC70197FA17}" presName="rootComposite" presStyleCnt="0"/>
      <dgm:spPr/>
    </dgm:pt>
    <dgm:pt modelId="{D773B46E-090D-4EBE-B5DE-B38555C171FB}" type="pres">
      <dgm:prSet presAssocID="{5D75AF60-A7AA-4189-A305-BEC70197FA17}" presName="rootText" presStyleLbl="node3" presStyleIdx="14" presStyleCnt="19" custScaleY="183661">
        <dgm:presLayoutVars>
          <dgm:chPref val="3"/>
        </dgm:presLayoutVars>
      </dgm:prSet>
      <dgm:spPr/>
    </dgm:pt>
    <dgm:pt modelId="{234AA66A-91E7-430B-9377-F42EC273BF72}" type="pres">
      <dgm:prSet presAssocID="{5D75AF60-A7AA-4189-A305-BEC70197FA17}" presName="rootConnector" presStyleLbl="node3" presStyleIdx="14" presStyleCnt="19"/>
      <dgm:spPr/>
    </dgm:pt>
    <dgm:pt modelId="{BDBA9B11-9AED-47DA-A5F7-7D33034519B4}" type="pres">
      <dgm:prSet presAssocID="{5D75AF60-A7AA-4189-A305-BEC70197FA17}" presName="hierChild4" presStyleCnt="0"/>
      <dgm:spPr/>
    </dgm:pt>
    <dgm:pt modelId="{D304A2A6-2546-4DC3-B72C-F2254F8444DE}" type="pres">
      <dgm:prSet presAssocID="{5D75AF60-A7AA-4189-A305-BEC70197FA17}" presName="hierChild5" presStyleCnt="0"/>
      <dgm:spPr/>
    </dgm:pt>
    <dgm:pt modelId="{899B3A4F-E286-40A1-8C2E-7E4CB66E82E9}" type="pres">
      <dgm:prSet presAssocID="{434BD78A-73DF-4F5F-96B1-7BF4D5719C95}" presName="Name37" presStyleLbl="parChTrans1D3" presStyleIdx="15" presStyleCnt="19"/>
      <dgm:spPr/>
    </dgm:pt>
    <dgm:pt modelId="{E519B01A-DAEE-463B-911F-061EDFA901A3}" type="pres">
      <dgm:prSet presAssocID="{D6DEE55B-7BB6-47DD-8387-D7A261B0CEDA}" presName="hierRoot2" presStyleCnt="0">
        <dgm:presLayoutVars>
          <dgm:hierBranch val="init"/>
        </dgm:presLayoutVars>
      </dgm:prSet>
      <dgm:spPr/>
    </dgm:pt>
    <dgm:pt modelId="{0888B169-E70B-4A64-9040-821AEB9B1C17}" type="pres">
      <dgm:prSet presAssocID="{D6DEE55B-7BB6-47DD-8387-D7A261B0CEDA}" presName="rootComposite" presStyleCnt="0"/>
      <dgm:spPr/>
    </dgm:pt>
    <dgm:pt modelId="{8501EB6B-9D48-497C-9AE1-8792DD9F2FD6}" type="pres">
      <dgm:prSet presAssocID="{D6DEE55B-7BB6-47DD-8387-D7A261B0CEDA}" presName="rootText" presStyleLbl="node3" presStyleIdx="15" presStyleCnt="19">
        <dgm:presLayoutVars>
          <dgm:chPref val="3"/>
        </dgm:presLayoutVars>
      </dgm:prSet>
      <dgm:spPr/>
    </dgm:pt>
    <dgm:pt modelId="{12735B6E-9CFA-4624-9A31-BDE7BBF304A6}" type="pres">
      <dgm:prSet presAssocID="{D6DEE55B-7BB6-47DD-8387-D7A261B0CEDA}" presName="rootConnector" presStyleLbl="node3" presStyleIdx="15" presStyleCnt="19"/>
      <dgm:spPr/>
    </dgm:pt>
    <dgm:pt modelId="{FCBC23C3-23E7-4A27-B877-EF3E9D4CFF57}" type="pres">
      <dgm:prSet presAssocID="{D6DEE55B-7BB6-47DD-8387-D7A261B0CEDA}" presName="hierChild4" presStyleCnt="0"/>
      <dgm:spPr/>
    </dgm:pt>
    <dgm:pt modelId="{D9092C49-5BF5-4516-A3A0-8A0C011B09B1}" type="pres">
      <dgm:prSet presAssocID="{D6DEE55B-7BB6-47DD-8387-D7A261B0CEDA}" presName="hierChild5" presStyleCnt="0"/>
      <dgm:spPr/>
    </dgm:pt>
    <dgm:pt modelId="{1F0FB2A2-07A0-4972-B1C3-57E8D4590775}" type="pres">
      <dgm:prSet presAssocID="{21FA67C0-9D3F-4D96-B806-46DDFDA03CA3}" presName="hierChild5" presStyleCnt="0"/>
      <dgm:spPr/>
    </dgm:pt>
    <dgm:pt modelId="{5F2BF472-985C-4E89-A0A5-BAE73673C4F8}" type="pres">
      <dgm:prSet presAssocID="{1F7ABE21-1D0D-43F2-B745-478B4B18A068}" presName="Name37" presStyleLbl="parChTrans1D2" presStyleIdx="4" presStyleCnt="7"/>
      <dgm:spPr/>
    </dgm:pt>
    <dgm:pt modelId="{7B8084DF-4279-4E74-828D-55E739142DC9}" type="pres">
      <dgm:prSet presAssocID="{09E301A9-036D-4478-A540-8051A4B4188E}" presName="hierRoot2" presStyleCnt="0">
        <dgm:presLayoutVars>
          <dgm:hierBranch val="init"/>
        </dgm:presLayoutVars>
      </dgm:prSet>
      <dgm:spPr/>
    </dgm:pt>
    <dgm:pt modelId="{FDEAFEF5-F9B7-467A-B332-BD79AF907E9D}" type="pres">
      <dgm:prSet presAssocID="{09E301A9-036D-4478-A540-8051A4B4188E}" presName="rootComposite" presStyleCnt="0"/>
      <dgm:spPr/>
    </dgm:pt>
    <dgm:pt modelId="{E7DEAC3F-C125-42B1-B11A-F072552D0B15}" type="pres">
      <dgm:prSet presAssocID="{09E301A9-036D-4478-A540-8051A4B4188E}" presName="rootText" presStyleLbl="node2" presStyleIdx="4" presStyleCnt="7" custScaleY="168495">
        <dgm:presLayoutVars>
          <dgm:chPref val="3"/>
        </dgm:presLayoutVars>
      </dgm:prSet>
      <dgm:spPr/>
    </dgm:pt>
    <dgm:pt modelId="{D90A2428-055D-4D6E-8AC5-F20CD0B13C04}" type="pres">
      <dgm:prSet presAssocID="{09E301A9-036D-4478-A540-8051A4B4188E}" presName="rootConnector" presStyleLbl="node2" presStyleIdx="4" presStyleCnt="7"/>
      <dgm:spPr/>
    </dgm:pt>
    <dgm:pt modelId="{DE9F3E5E-9134-4C2F-8940-7507AE7EF500}" type="pres">
      <dgm:prSet presAssocID="{09E301A9-036D-4478-A540-8051A4B4188E}" presName="hierChild4" presStyleCnt="0"/>
      <dgm:spPr/>
    </dgm:pt>
    <dgm:pt modelId="{2AD47B8F-15B6-498D-BDA7-76B96F75E61A}" type="pres">
      <dgm:prSet presAssocID="{09E301A9-036D-4478-A540-8051A4B4188E}" presName="hierChild5" presStyleCnt="0"/>
      <dgm:spPr/>
    </dgm:pt>
    <dgm:pt modelId="{C89DBF27-E74B-40F2-B024-56CC97D0028B}" type="pres">
      <dgm:prSet presAssocID="{F4F4945E-CE5F-4457-A604-AE19EE63F908}" presName="Name37" presStyleLbl="parChTrans1D2" presStyleIdx="5" presStyleCnt="7"/>
      <dgm:spPr/>
    </dgm:pt>
    <dgm:pt modelId="{BBBC4317-BD61-4AEE-9E88-511EA85255EF}" type="pres">
      <dgm:prSet presAssocID="{9A14948E-51AA-423C-BBA2-345F663E3ECA}" presName="hierRoot2" presStyleCnt="0">
        <dgm:presLayoutVars>
          <dgm:hierBranch val="init"/>
        </dgm:presLayoutVars>
      </dgm:prSet>
      <dgm:spPr/>
    </dgm:pt>
    <dgm:pt modelId="{CD856FFD-BD4F-41BC-9990-7E19111D99BF}" type="pres">
      <dgm:prSet presAssocID="{9A14948E-51AA-423C-BBA2-345F663E3ECA}" presName="rootComposite" presStyleCnt="0"/>
      <dgm:spPr/>
    </dgm:pt>
    <dgm:pt modelId="{49357D4F-4597-4C57-BA8D-C1CEB021C56E}" type="pres">
      <dgm:prSet presAssocID="{9A14948E-51AA-423C-BBA2-345F663E3ECA}" presName="rootText" presStyleLbl="node2" presStyleIdx="5" presStyleCnt="7" custScaleY="170847" custLinFactNeighborX="-2234" custLinFactNeighborY="-1176">
        <dgm:presLayoutVars>
          <dgm:chPref val="3"/>
        </dgm:presLayoutVars>
      </dgm:prSet>
      <dgm:spPr/>
    </dgm:pt>
    <dgm:pt modelId="{DB5A4A38-0D5A-4EE4-9E99-4D63190A63B6}" type="pres">
      <dgm:prSet presAssocID="{9A14948E-51AA-423C-BBA2-345F663E3ECA}" presName="rootConnector" presStyleLbl="node2" presStyleIdx="5" presStyleCnt="7"/>
      <dgm:spPr/>
    </dgm:pt>
    <dgm:pt modelId="{D91AFEC2-FDF1-406E-A233-D8F51351F3EF}" type="pres">
      <dgm:prSet presAssocID="{9A14948E-51AA-423C-BBA2-345F663E3ECA}" presName="hierChild4" presStyleCnt="0"/>
      <dgm:spPr/>
    </dgm:pt>
    <dgm:pt modelId="{F4E0C809-1D0C-47AC-8E70-97D6994E5566}" type="pres">
      <dgm:prSet presAssocID="{9A14948E-51AA-423C-BBA2-345F663E3ECA}" presName="hierChild5" presStyleCnt="0"/>
      <dgm:spPr/>
    </dgm:pt>
    <dgm:pt modelId="{A42AAA3C-99CF-4D36-903A-6762FCC970F9}" type="pres">
      <dgm:prSet presAssocID="{74C0B163-3EEC-48B3-AF28-568DB690B192}" presName="Name37" presStyleLbl="parChTrans1D2" presStyleIdx="6" presStyleCnt="7"/>
      <dgm:spPr/>
    </dgm:pt>
    <dgm:pt modelId="{134FDF50-C927-4162-A56D-D8380895E37E}" type="pres">
      <dgm:prSet presAssocID="{6C3C2C93-6D8A-42F9-8D02-8324CF9D05BE}" presName="hierRoot2" presStyleCnt="0">
        <dgm:presLayoutVars>
          <dgm:hierBranch val="init"/>
        </dgm:presLayoutVars>
      </dgm:prSet>
      <dgm:spPr/>
    </dgm:pt>
    <dgm:pt modelId="{ED8BE3D9-D5F3-4159-98A0-1B36B6880809}" type="pres">
      <dgm:prSet presAssocID="{6C3C2C93-6D8A-42F9-8D02-8324CF9D05BE}" presName="rootComposite" presStyleCnt="0"/>
      <dgm:spPr/>
    </dgm:pt>
    <dgm:pt modelId="{BF37F945-F775-419F-AC62-4293D1BA8F08}" type="pres">
      <dgm:prSet presAssocID="{6C3C2C93-6D8A-42F9-8D02-8324CF9D05BE}" presName="rootText" presStyleLbl="node2" presStyleIdx="6" presStyleCnt="7" custScaleY="174946">
        <dgm:presLayoutVars>
          <dgm:chPref val="3"/>
        </dgm:presLayoutVars>
      </dgm:prSet>
      <dgm:spPr/>
    </dgm:pt>
    <dgm:pt modelId="{DDEBA87F-180B-41B4-B3E7-A1A3FA7CD044}" type="pres">
      <dgm:prSet presAssocID="{6C3C2C93-6D8A-42F9-8D02-8324CF9D05BE}" presName="rootConnector" presStyleLbl="node2" presStyleIdx="6" presStyleCnt="7"/>
      <dgm:spPr/>
    </dgm:pt>
    <dgm:pt modelId="{1F7EFFAD-6F0E-4618-B7A3-E48EE9F103F7}" type="pres">
      <dgm:prSet presAssocID="{6C3C2C93-6D8A-42F9-8D02-8324CF9D05BE}" presName="hierChild4" presStyleCnt="0"/>
      <dgm:spPr/>
    </dgm:pt>
    <dgm:pt modelId="{E624FE16-5DD6-4909-BDD2-412D92964694}" type="pres">
      <dgm:prSet presAssocID="{706CFFFD-9924-4D7E-86F8-170ACB183238}" presName="Name37" presStyleLbl="parChTrans1D3" presStyleIdx="16" presStyleCnt="19"/>
      <dgm:spPr/>
    </dgm:pt>
    <dgm:pt modelId="{BBA7FF21-F0CC-4EFF-8755-1DB06332405B}" type="pres">
      <dgm:prSet presAssocID="{DBDE346D-AE1D-4019-8B61-A90561A4BDF9}" presName="hierRoot2" presStyleCnt="0">
        <dgm:presLayoutVars>
          <dgm:hierBranch val="init"/>
        </dgm:presLayoutVars>
      </dgm:prSet>
      <dgm:spPr/>
    </dgm:pt>
    <dgm:pt modelId="{29F62F24-9FC4-4591-BDD9-39F362809038}" type="pres">
      <dgm:prSet presAssocID="{DBDE346D-AE1D-4019-8B61-A90561A4BDF9}" presName="rootComposite" presStyleCnt="0"/>
      <dgm:spPr/>
    </dgm:pt>
    <dgm:pt modelId="{EE84F228-CC79-4740-A1C6-F7FD95525431}" type="pres">
      <dgm:prSet presAssocID="{DBDE346D-AE1D-4019-8B61-A90561A4BDF9}" presName="rootText" presStyleLbl="node3" presStyleIdx="16" presStyleCnt="19" custScaleY="121446">
        <dgm:presLayoutVars>
          <dgm:chPref val="3"/>
        </dgm:presLayoutVars>
      </dgm:prSet>
      <dgm:spPr/>
    </dgm:pt>
    <dgm:pt modelId="{AD8094EC-C60C-4B3B-A37D-0C87393ACF47}" type="pres">
      <dgm:prSet presAssocID="{DBDE346D-AE1D-4019-8B61-A90561A4BDF9}" presName="rootConnector" presStyleLbl="node3" presStyleIdx="16" presStyleCnt="19"/>
      <dgm:spPr/>
    </dgm:pt>
    <dgm:pt modelId="{DE7352CC-8549-483B-B4B8-5D0F8BDF0EB9}" type="pres">
      <dgm:prSet presAssocID="{DBDE346D-AE1D-4019-8B61-A90561A4BDF9}" presName="hierChild4" presStyleCnt="0"/>
      <dgm:spPr/>
    </dgm:pt>
    <dgm:pt modelId="{197A5F0C-BA8D-42DA-A8AE-547F881A31E4}" type="pres">
      <dgm:prSet presAssocID="{DBDE346D-AE1D-4019-8B61-A90561A4BDF9}" presName="hierChild5" presStyleCnt="0"/>
      <dgm:spPr/>
    </dgm:pt>
    <dgm:pt modelId="{CD993785-076F-4DA5-8891-A4179348A1EE}" type="pres">
      <dgm:prSet presAssocID="{AF79E447-8D8E-44C1-9341-6C240612916F}" presName="Name37" presStyleLbl="parChTrans1D3" presStyleIdx="17" presStyleCnt="19"/>
      <dgm:spPr/>
    </dgm:pt>
    <dgm:pt modelId="{6688D53B-A5CA-4BC4-B7C0-7ADB37FCC1C3}" type="pres">
      <dgm:prSet presAssocID="{1D1B3306-AEDF-4F90-93E2-156125A83482}" presName="hierRoot2" presStyleCnt="0">
        <dgm:presLayoutVars>
          <dgm:hierBranch val="init"/>
        </dgm:presLayoutVars>
      </dgm:prSet>
      <dgm:spPr/>
    </dgm:pt>
    <dgm:pt modelId="{00BD24FA-5DDB-488D-B611-2DEB3984942B}" type="pres">
      <dgm:prSet presAssocID="{1D1B3306-AEDF-4F90-93E2-156125A83482}" presName="rootComposite" presStyleCnt="0"/>
      <dgm:spPr/>
    </dgm:pt>
    <dgm:pt modelId="{F75D5787-F602-4287-BA56-2117988A7520}" type="pres">
      <dgm:prSet presAssocID="{1D1B3306-AEDF-4F90-93E2-156125A83482}" presName="rootText" presStyleLbl="node3" presStyleIdx="17" presStyleCnt="19">
        <dgm:presLayoutVars>
          <dgm:chPref val="3"/>
        </dgm:presLayoutVars>
      </dgm:prSet>
      <dgm:spPr/>
    </dgm:pt>
    <dgm:pt modelId="{327068AB-B2F8-4C47-84E8-D34AB5DC76CA}" type="pres">
      <dgm:prSet presAssocID="{1D1B3306-AEDF-4F90-93E2-156125A83482}" presName="rootConnector" presStyleLbl="node3" presStyleIdx="17" presStyleCnt="19"/>
      <dgm:spPr/>
    </dgm:pt>
    <dgm:pt modelId="{4942591D-66AF-4787-A9EB-CD2EE4CCF197}" type="pres">
      <dgm:prSet presAssocID="{1D1B3306-AEDF-4F90-93E2-156125A83482}" presName="hierChild4" presStyleCnt="0"/>
      <dgm:spPr/>
    </dgm:pt>
    <dgm:pt modelId="{BB608AD7-8BE3-423F-AF9E-C343803C1F42}" type="pres">
      <dgm:prSet presAssocID="{1D1B3306-AEDF-4F90-93E2-156125A83482}" presName="hierChild5" presStyleCnt="0"/>
      <dgm:spPr/>
    </dgm:pt>
    <dgm:pt modelId="{0145AEC6-2335-4DC3-98E3-502046A9A851}" type="pres">
      <dgm:prSet presAssocID="{3A94286D-553F-4EDC-A5BD-12674B091C3E}" presName="Name37" presStyleLbl="parChTrans1D3" presStyleIdx="18" presStyleCnt="19"/>
      <dgm:spPr/>
    </dgm:pt>
    <dgm:pt modelId="{79DDAB80-6D4E-4EED-A17A-DF197436C77C}" type="pres">
      <dgm:prSet presAssocID="{7B86FC91-C2C8-4974-9C8A-ABB2DCF7ACD8}" presName="hierRoot2" presStyleCnt="0">
        <dgm:presLayoutVars>
          <dgm:hierBranch val="init"/>
        </dgm:presLayoutVars>
      </dgm:prSet>
      <dgm:spPr/>
    </dgm:pt>
    <dgm:pt modelId="{54524132-94F4-466B-95DA-34967965DD5D}" type="pres">
      <dgm:prSet presAssocID="{7B86FC91-C2C8-4974-9C8A-ABB2DCF7ACD8}" presName="rootComposite" presStyleCnt="0"/>
      <dgm:spPr/>
    </dgm:pt>
    <dgm:pt modelId="{22FF7E12-397D-483A-B5A9-FFBE4A5EF60D}" type="pres">
      <dgm:prSet presAssocID="{7B86FC91-C2C8-4974-9C8A-ABB2DCF7ACD8}" presName="rootText" presStyleLbl="node3" presStyleIdx="18" presStyleCnt="19">
        <dgm:presLayoutVars>
          <dgm:chPref val="3"/>
        </dgm:presLayoutVars>
      </dgm:prSet>
      <dgm:spPr/>
    </dgm:pt>
    <dgm:pt modelId="{95E4876E-A563-43FE-AE91-C0FFB4C041CC}" type="pres">
      <dgm:prSet presAssocID="{7B86FC91-C2C8-4974-9C8A-ABB2DCF7ACD8}" presName="rootConnector" presStyleLbl="node3" presStyleIdx="18" presStyleCnt="19"/>
      <dgm:spPr/>
    </dgm:pt>
    <dgm:pt modelId="{6640DB13-4780-4EEC-8535-397E3AAAD896}" type="pres">
      <dgm:prSet presAssocID="{7B86FC91-C2C8-4974-9C8A-ABB2DCF7ACD8}" presName="hierChild4" presStyleCnt="0"/>
      <dgm:spPr/>
    </dgm:pt>
    <dgm:pt modelId="{BEADA5DB-02E9-46E4-93FC-4235DD3DF71E}" type="pres">
      <dgm:prSet presAssocID="{7B86FC91-C2C8-4974-9C8A-ABB2DCF7ACD8}" presName="hierChild5" presStyleCnt="0"/>
      <dgm:spPr/>
    </dgm:pt>
    <dgm:pt modelId="{7D71F4C1-69F9-4AF0-80C2-E68B4BE67E9A}" type="pres">
      <dgm:prSet presAssocID="{6C3C2C93-6D8A-42F9-8D02-8324CF9D05BE}" presName="hierChild5" presStyleCnt="0"/>
      <dgm:spPr/>
    </dgm:pt>
    <dgm:pt modelId="{C1348267-024F-4A43-B086-BFE8ADEC270C}" type="pres">
      <dgm:prSet presAssocID="{111F40F6-960F-4EE6-88ED-873AA89AEE2C}" presName="hierChild3" presStyleCnt="0"/>
      <dgm:spPr/>
    </dgm:pt>
  </dgm:ptLst>
  <dgm:cxnLst>
    <dgm:cxn modelId="{9F6E4203-CB39-4130-9688-D86CDE9CEA91}" type="presOf" srcId="{E588B3C7-FCEC-45FF-9506-19DF19A22BF2}" destId="{358D78EA-1491-4B82-BEAD-B8A30F144575}" srcOrd="1" destOrd="0" presId="urn:microsoft.com/office/officeart/2005/8/layout/orgChart1"/>
    <dgm:cxn modelId="{1BE1A304-BCA8-4005-8938-A543D4EDD7D4}" type="presOf" srcId="{9A14948E-51AA-423C-BBA2-345F663E3ECA}" destId="{49357D4F-4597-4C57-BA8D-C1CEB021C56E}" srcOrd="0" destOrd="0" presId="urn:microsoft.com/office/officeart/2005/8/layout/orgChart1"/>
    <dgm:cxn modelId="{56F6ED0A-8943-435A-B72A-34283EFC3877}" type="presOf" srcId="{EB779BA9-7B80-4C0A-91F2-F4D413BEA1D2}" destId="{8CAC416D-C285-4A3E-B340-3B6BC789163C}" srcOrd="1" destOrd="0" presId="urn:microsoft.com/office/officeart/2005/8/layout/orgChart1"/>
    <dgm:cxn modelId="{C1BBF40B-FC8F-4D3A-98FE-9154A541D63D}" type="presOf" srcId="{6B3ED4B7-C88A-4555-8FA1-7D7CA2BE14B8}" destId="{63F065B1-8266-414E-A9E6-D20BBD4A285D}" srcOrd="0" destOrd="0" presId="urn:microsoft.com/office/officeart/2005/8/layout/orgChart1"/>
    <dgm:cxn modelId="{A2ABA60F-CF5F-4DAB-AF5C-04CF3C8FB4C1}" type="presOf" srcId="{706CFFFD-9924-4D7E-86F8-170ACB183238}" destId="{E624FE16-5DD6-4909-BDD2-412D92964694}" srcOrd="0" destOrd="0" presId="urn:microsoft.com/office/officeart/2005/8/layout/orgChart1"/>
    <dgm:cxn modelId="{1023E916-1248-411B-B4F9-BBCAFCA38A4E}" type="presOf" srcId="{111F40F6-960F-4EE6-88ED-873AA89AEE2C}" destId="{7C413DA9-CA06-4CC7-92D9-8C90E5825643}" srcOrd="0" destOrd="0" presId="urn:microsoft.com/office/officeart/2005/8/layout/orgChart1"/>
    <dgm:cxn modelId="{C76FDD18-55B1-4D97-BD86-1DC7D08F5AEA}" srcId="{21FA67C0-9D3F-4D96-B806-46DDFDA03CA3}" destId="{D6DEE55B-7BB6-47DD-8387-D7A261B0CEDA}" srcOrd="3" destOrd="0" parTransId="{434BD78A-73DF-4F5F-96B1-7BF4D5719C95}" sibTransId="{BC33AA94-6655-439E-950D-835EF76DEF16}"/>
    <dgm:cxn modelId="{0B4E351A-9198-42DC-803B-8512DC693A1D}" type="presOf" srcId="{781E9C8F-4B75-4EC0-BBEC-FC26B3A01C09}" destId="{69C58509-1557-49F3-88D6-85687750074E}" srcOrd="0" destOrd="0" presId="urn:microsoft.com/office/officeart/2005/8/layout/orgChart1"/>
    <dgm:cxn modelId="{2044C91D-437B-4E39-AE4E-60E217F9A69F}" srcId="{21FA67C0-9D3F-4D96-B806-46DDFDA03CA3}" destId="{11DCEAFD-1CB3-4C6E-9BB0-DA09EE88A362}" srcOrd="1" destOrd="0" parTransId="{98D511F1-3452-4DA4-B571-6BCF19E4C655}" sibTransId="{0FEE79C1-77F3-4273-A435-EB9978E5BCE0}"/>
    <dgm:cxn modelId="{EF124320-0059-441E-804A-369DFDE76A01}" srcId="{6C3C2C93-6D8A-42F9-8D02-8324CF9D05BE}" destId="{DBDE346D-AE1D-4019-8B61-A90561A4BDF9}" srcOrd="0" destOrd="0" parTransId="{706CFFFD-9924-4D7E-86F8-170ACB183238}" sibTransId="{4FF36ED3-589E-4D06-9F9D-FDA7BE077BBA}"/>
    <dgm:cxn modelId="{9808BE23-A4F0-4BC3-BFF9-F82A8AA66044}" type="presOf" srcId="{7B86FC91-C2C8-4974-9C8A-ABB2DCF7ACD8}" destId="{95E4876E-A563-43FE-AE91-C0FFB4C041CC}" srcOrd="1" destOrd="0" presId="urn:microsoft.com/office/officeart/2005/8/layout/orgChart1"/>
    <dgm:cxn modelId="{6A5CEE26-B388-491A-8465-844FB862FCBC}" type="presOf" srcId="{7B86FC91-C2C8-4974-9C8A-ABB2DCF7ACD8}" destId="{22FF7E12-397D-483A-B5A9-FFBE4A5EF60D}" srcOrd="0" destOrd="0" presId="urn:microsoft.com/office/officeart/2005/8/layout/orgChart1"/>
    <dgm:cxn modelId="{57B3372B-D422-4A5B-995A-11704E869A73}" type="presOf" srcId="{74C0B163-3EEC-48B3-AF28-568DB690B192}" destId="{A42AAA3C-99CF-4D36-903A-6762FCC970F9}" srcOrd="0" destOrd="0" presId="urn:microsoft.com/office/officeart/2005/8/layout/orgChart1"/>
    <dgm:cxn modelId="{436EF62B-85CE-4665-B46A-B28CE8B0B2DE}" type="presOf" srcId="{022764FF-C2F6-4EC3-B287-8A1739DF6986}" destId="{74B072C5-B695-49B9-B33E-06826BE94EC6}" srcOrd="0" destOrd="0" presId="urn:microsoft.com/office/officeart/2005/8/layout/orgChart1"/>
    <dgm:cxn modelId="{B233FD2B-C160-4E8D-88FB-553D8E063200}" srcId="{111F40F6-960F-4EE6-88ED-873AA89AEE2C}" destId="{6C3C2C93-6D8A-42F9-8D02-8324CF9D05BE}" srcOrd="6" destOrd="0" parTransId="{74C0B163-3EEC-48B3-AF28-568DB690B192}" sibTransId="{3647A546-1809-4A8A-A3B7-6EEEAD8961D2}"/>
    <dgm:cxn modelId="{54D79F2C-C793-4AEA-A12D-FB5290539E8B}" type="presOf" srcId="{5D75AF60-A7AA-4189-A305-BEC70197FA17}" destId="{D773B46E-090D-4EBE-B5DE-B38555C171FB}" srcOrd="0" destOrd="0" presId="urn:microsoft.com/office/officeart/2005/8/layout/orgChart1"/>
    <dgm:cxn modelId="{6528172D-D0D0-48A3-A276-8DDBF82605DA}" srcId="{BD538776-9CF0-46D5-81A1-90620C26267C}" destId="{18A00DA3-1594-4CB3-8B9C-6014CDAE119C}" srcOrd="3" destOrd="0" parTransId="{781E9C8F-4B75-4EC0-BBEC-FC26B3A01C09}" sibTransId="{6DD342CE-B06A-402A-A91F-A26CE916B7F5}"/>
    <dgm:cxn modelId="{826CD130-528D-4E92-929E-AC5F131B4102}" type="presOf" srcId="{FB3E3E71-F2A0-42B1-97C8-029147713597}" destId="{EFC1214F-0849-4E58-98A8-4E93980F758F}" srcOrd="0" destOrd="0" presId="urn:microsoft.com/office/officeart/2005/8/layout/orgChart1"/>
    <dgm:cxn modelId="{B556BC34-79E6-4247-B8AB-254E0A359484}" type="presOf" srcId="{B9F2C8C4-1DBF-4C0C-9841-EE58CC36876E}" destId="{FCD31DA1-8037-4F6C-B3C3-E6BCD58B1C3B}" srcOrd="1" destOrd="0" presId="urn:microsoft.com/office/officeart/2005/8/layout/orgChart1"/>
    <dgm:cxn modelId="{0B3F7837-01CA-4FAA-8810-CFB85A32AF63}" type="presOf" srcId="{DBDE346D-AE1D-4019-8B61-A90561A4BDF9}" destId="{AD8094EC-C60C-4B3B-A37D-0C87393ACF47}" srcOrd="1" destOrd="0" presId="urn:microsoft.com/office/officeart/2005/8/layout/orgChart1"/>
    <dgm:cxn modelId="{C739BE37-B829-4524-BE6E-6F143D638A24}" type="presOf" srcId="{FB3E3E71-F2A0-42B1-97C8-029147713597}" destId="{C033E640-3054-4832-AAB1-C78F27A77344}" srcOrd="1" destOrd="0" presId="urn:microsoft.com/office/officeart/2005/8/layout/orgChart1"/>
    <dgm:cxn modelId="{49BA8738-D226-46FE-91B9-E67AEC3BB548}" type="presOf" srcId="{760F4E88-B2D5-4B4D-8EFE-2D380CB71F58}" destId="{2B89069F-1A20-48B9-B637-D2E94EA177E3}" srcOrd="1" destOrd="0" presId="urn:microsoft.com/office/officeart/2005/8/layout/orgChart1"/>
    <dgm:cxn modelId="{F5582E39-3146-4C61-A61A-C18F68CE0627}" srcId="{111F40F6-960F-4EE6-88ED-873AA89AEE2C}" destId="{BD538776-9CF0-46D5-81A1-90620C26267C}" srcOrd="0" destOrd="0" parTransId="{E5602E12-93E9-4725-87A7-0A8E3A090E35}" sibTransId="{F50184EA-3703-4BA9-AC4D-C04DF16CE988}"/>
    <dgm:cxn modelId="{F237EB39-22A5-4B17-BBC9-F39C158367C2}" srcId="{111F40F6-960F-4EE6-88ED-873AA89AEE2C}" destId="{21FA67C0-9D3F-4D96-B806-46DDFDA03CA3}" srcOrd="3" destOrd="0" parTransId="{3EDBCB47-7169-458C-9D2C-CCBAA326DA3C}" sibTransId="{E319E4C6-CA53-4D99-B306-79B6B55C5BBA}"/>
    <dgm:cxn modelId="{1843EE39-06B4-46E5-85A1-4BC2E27F1EB2}" type="presOf" srcId="{3F85205E-6FBB-4E39-AA60-C5623890D86B}" destId="{FEB20766-4A76-4450-995E-A67F771F696A}" srcOrd="1" destOrd="0" presId="urn:microsoft.com/office/officeart/2005/8/layout/orgChart1"/>
    <dgm:cxn modelId="{D730303C-AE46-44D4-A521-B8C088CCB97F}" type="presOf" srcId="{022764FF-C2F6-4EC3-B287-8A1739DF6986}" destId="{19FED68B-1D67-472E-B95C-C5F6DDDEA3EB}" srcOrd="1" destOrd="0" presId="urn:microsoft.com/office/officeart/2005/8/layout/orgChart1"/>
    <dgm:cxn modelId="{34797B3C-451D-40AB-9959-0015D340A6C0}" type="presOf" srcId="{96197FB1-39BF-4529-A972-1E216C00FEA4}" destId="{135366A1-66CC-4B2A-9967-393A2BEC4180}" srcOrd="1" destOrd="0" presId="urn:microsoft.com/office/officeart/2005/8/layout/orgChart1"/>
    <dgm:cxn modelId="{C10CAD3C-01BB-4DA4-8D0E-E9D024AAB980}" srcId="{B9F2C8C4-1DBF-4C0C-9841-EE58CC36876E}" destId="{F6BA7478-FFB8-4AAC-890A-0693B35ACD14}" srcOrd="0" destOrd="0" parTransId="{699A53E5-D860-4756-846A-487F4FC454D4}" sibTransId="{EB13BC3B-281B-408C-8C84-D1EBECE95607}"/>
    <dgm:cxn modelId="{1B251A3E-4242-4368-B91F-9FB6C3376614}" type="presOf" srcId="{68060887-6A10-478B-A35D-A36C6204BF8B}" destId="{20D927D2-9981-44B0-B46E-407FD0D6F80E}" srcOrd="0" destOrd="0" presId="urn:microsoft.com/office/officeart/2005/8/layout/orgChart1"/>
    <dgm:cxn modelId="{A4B3CC5C-5ABE-41F1-B888-59BCAE8D4C12}" srcId="{C2D0EBBE-8B29-464E-B148-FE8FBD974232}" destId="{022764FF-C2F6-4EC3-B287-8A1739DF6986}" srcOrd="2" destOrd="0" parTransId="{6B3ED4B7-C88A-4555-8FA1-7D7CA2BE14B8}" sibTransId="{B328A0F4-948F-4987-9C2C-61D8514C749D}"/>
    <dgm:cxn modelId="{FD72DD65-1297-4FBF-B9BD-A22709F071A1}" type="presOf" srcId="{9046143B-677A-45F8-BFF1-26CEBD6B0270}" destId="{2FBCE669-846E-4931-A1CF-ABDDC71DAF89}" srcOrd="0" destOrd="0" presId="urn:microsoft.com/office/officeart/2005/8/layout/orgChart1"/>
    <dgm:cxn modelId="{1A98E165-1B8D-453D-9E81-70C9F9D2EE09}" type="presOf" srcId="{3A94286D-553F-4EDC-A5BD-12674B091C3E}" destId="{0145AEC6-2335-4DC3-98E3-502046A9A851}" srcOrd="0" destOrd="0" presId="urn:microsoft.com/office/officeart/2005/8/layout/orgChart1"/>
    <dgm:cxn modelId="{E1446166-39EF-4315-BC39-478788410E0E}" type="presOf" srcId="{00C2AB70-6E78-41C6-AA59-F5906E22FC93}" destId="{C9ED0309-F993-4F26-B38A-06BE6ADA35C5}" srcOrd="0" destOrd="0" presId="urn:microsoft.com/office/officeart/2005/8/layout/orgChart1"/>
    <dgm:cxn modelId="{F898A146-E644-49DE-A2D7-D0AE43075654}" type="presOf" srcId="{18A00DA3-1594-4CB3-8B9C-6014CDAE119C}" destId="{96A62957-6581-45FD-ADF7-60D8C0D56079}" srcOrd="0" destOrd="0" presId="urn:microsoft.com/office/officeart/2005/8/layout/orgChart1"/>
    <dgm:cxn modelId="{2FE1AC46-055B-4309-A284-81A43938BCA3}" type="presOf" srcId="{E588B3C7-FCEC-45FF-9506-19DF19A22BF2}" destId="{9568CEEC-DC4B-4146-8E95-1A735AA2F4A5}" srcOrd="0" destOrd="0" presId="urn:microsoft.com/office/officeart/2005/8/layout/orgChart1"/>
    <dgm:cxn modelId="{2A81BC47-5424-4995-9E34-F8839815612A}" type="presOf" srcId="{00C2AB70-6E78-41C6-AA59-F5906E22FC93}" destId="{E75BA1F6-53A7-4726-B464-CA1EF6689106}" srcOrd="1" destOrd="0" presId="urn:microsoft.com/office/officeart/2005/8/layout/orgChart1"/>
    <dgm:cxn modelId="{246D3748-090F-4589-8E41-AD8B1E936F71}" type="presOf" srcId="{1AB7AB5B-7200-4374-960A-428991D49093}" destId="{5F70E9BF-35A6-43BD-A4F2-16645784828B}" srcOrd="0" destOrd="0" presId="urn:microsoft.com/office/officeart/2005/8/layout/orgChart1"/>
    <dgm:cxn modelId="{7E836649-53F7-4C6C-9CF8-CD9658322F03}" srcId="{BD538776-9CF0-46D5-81A1-90620C26267C}" destId="{9046143B-677A-45F8-BFF1-26CEBD6B0270}" srcOrd="0" destOrd="0" parTransId="{3F06BA14-4276-47C5-810E-E71A40911AFE}" sibTransId="{E5CF239C-BCEC-44B0-86CC-958248ACD462}"/>
    <dgm:cxn modelId="{81C46A69-7304-48D2-996E-A9A11A2AAFA1}" type="presOf" srcId="{2B3C0B1A-2DED-40EB-808B-7AF87B065AB9}" destId="{478F79F5-88AD-4224-931F-406B3433CB70}" srcOrd="1" destOrd="0" presId="urn:microsoft.com/office/officeart/2005/8/layout/orgChart1"/>
    <dgm:cxn modelId="{F3353D4A-0EF5-4390-8AD8-A5A6C4010EAB}" srcId="{21FA67C0-9D3F-4D96-B806-46DDFDA03CA3}" destId="{5D75AF60-A7AA-4189-A305-BEC70197FA17}" srcOrd="2" destOrd="0" parTransId="{A8A730AF-A8F3-4F45-83B7-5285A2FF9F03}" sibTransId="{F2824836-E979-4D29-AEBE-52EFD67BF7A4}"/>
    <dgm:cxn modelId="{6A37424C-8A89-4BEE-8E33-35FD3B1BE27A}" type="presOf" srcId="{21FA67C0-9D3F-4D96-B806-46DDFDA03CA3}" destId="{728C4B8C-9593-4FFA-8EA2-C9197063C50F}" srcOrd="1" destOrd="0" presId="urn:microsoft.com/office/officeart/2005/8/layout/orgChart1"/>
    <dgm:cxn modelId="{629CC84C-CEC5-4BCA-9C5B-79E08A35573F}" type="presOf" srcId="{760F4E88-B2D5-4B4D-8EFE-2D380CB71F58}" destId="{6615BA73-D3C4-42F4-BB3C-A3CE2C76F6ED}" srcOrd="0" destOrd="0" presId="urn:microsoft.com/office/officeart/2005/8/layout/orgChart1"/>
    <dgm:cxn modelId="{3796EB4E-908A-42C3-BFB7-61DF5A55AFB5}" type="presOf" srcId="{B9F2C8C4-1DBF-4C0C-9841-EE58CC36876E}" destId="{560EF6F7-D3E3-41C1-8CF1-D5313E4E5C75}" srcOrd="0" destOrd="0" presId="urn:microsoft.com/office/officeart/2005/8/layout/orgChart1"/>
    <dgm:cxn modelId="{53205D6F-B3AD-4BD9-A795-3229B268E010}" srcId="{BD538776-9CF0-46D5-81A1-90620C26267C}" destId="{3F85205E-6FBB-4E39-AA60-C5623890D86B}" srcOrd="1" destOrd="0" parTransId="{235CE734-5BDA-4B57-A322-AF419B12AABE}" sibTransId="{A320F0C8-8FF9-436A-80D1-4B0CC4D75C60}"/>
    <dgm:cxn modelId="{D0600A51-AE6C-478B-A513-4E77AECB350A}" srcId="{B9F2C8C4-1DBF-4C0C-9841-EE58CC36876E}" destId="{E588B3C7-FCEC-45FF-9506-19DF19A22BF2}" srcOrd="3" destOrd="0" parTransId="{F815B0A2-2F84-41DE-B091-F57A6C5D7142}" sibTransId="{C505C2B3-BA6F-4C42-BD74-05E5623C0383}"/>
    <dgm:cxn modelId="{40312551-039A-4948-8603-6F12926354BB}" srcId="{C2D0EBBE-8B29-464E-B148-FE8FBD974232}" destId="{EB779BA9-7B80-4C0A-91F2-F4D413BEA1D2}" srcOrd="0" destOrd="0" parTransId="{AB4278E3-39CD-4BAE-BA7F-6A24098F2F67}" sibTransId="{119D05C8-9CB8-4A85-A147-E43E9958ECF9}"/>
    <dgm:cxn modelId="{FCFD8951-4BBA-4431-A770-671CA622F93C}" type="presOf" srcId="{A8A730AF-A8F3-4F45-83B7-5285A2FF9F03}" destId="{605CB21E-685F-4B08-8717-F8B9AB81DAF4}" srcOrd="0" destOrd="0" presId="urn:microsoft.com/office/officeart/2005/8/layout/orgChart1"/>
    <dgm:cxn modelId="{560DBE52-784D-4937-BB53-CC589C3A6909}" type="presOf" srcId="{BD538776-9CF0-46D5-81A1-90620C26267C}" destId="{2B52DFB0-BB2D-48AC-9733-CF83D257A2C9}" srcOrd="0" destOrd="0" presId="urn:microsoft.com/office/officeart/2005/8/layout/orgChart1"/>
    <dgm:cxn modelId="{7EC89073-109F-43D6-8016-B952667340F1}" type="presOf" srcId="{434BD78A-73DF-4F5F-96B1-7BF4D5719C95}" destId="{899B3A4F-E286-40A1-8C2E-7E4CB66E82E9}" srcOrd="0" destOrd="0" presId="urn:microsoft.com/office/officeart/2005/8/layout/orgChart1"/>
    <dgm:cxn modelId="{9D666A75-A06A-4AD1-B83F-6A2E9AB08640}" srcId="{111F40F6-960F-4EE6-88ED-873AA89AEE2C}" destId="{B9F2C8C4-1DBF-4C0C-9841-EE58CC36876E}" srcOrd="1" destOrd="0" parTransId="{D73569B9-FE9E-4A29-B93E-225021610B58}" sibTransId="{18B503C5-E0C5-4E0F-BDCC-5BE38E82F23F}"/>
    <dgm:cxn modelId="{582D6B57-8508-4C01-A10A-377E4F4B2F80}" srcId="{6C3C2C93-6D8A-42F9-8D02-8324CF9D05BE}" destId="{7B86FC91-C2C8-4974-9C8A-ABB2DCF7ACD8}" srcOrd="2" destOrd="0" parTransId="{3A94286D-553F-4EDC-A5BD-12674B091C3E}" sibTransId="{9C547765-1AE5-467E-8001-127D6EF88BB9}"/>
    <dgm:cxn modelId="{39B6EA78-9374-4A8E-9CC1-65EC120C4626}" type="presOf" srcId="{11DCEAFD-1CB3-4C6E-9BB0-DA09EE88A362}" destId="{9C4B4464-8D57-400F-B6B2-2D1A3043B7A9}" srcOrd="1" destOrd="0" presId="urn:microsoft.com/office/officeart/2005/8/layout/orgChart1"/>
    <dgm:cxn modelId="{F318437A-35CB-4139-B453-F26546DA27AC}" srcId="{6C3C2C93-6D8A-42F9-8D02-8324CF9D05BE}" destId="{1D1B3306-AEDF-4F90-93E2-156125A83482}" srcOrd="1" destOrd="0" parTransId="{AF79E447-8D8E-44C1-9341-6C240612916F}" sibTransId="{3995C11C-B848-41DE-B0C7-2A6E5D182660}"/>
    <dgm:cxn modelId="{80F5727A-2B7C-498A-8154-A6559F4B15F5}" type="presOf" srcId="{EB779BA9-7B80-4C0A-91F2-F4D413BEA1D2}" destId="{10101BC0-2A74-4BD8-A174-C3E0226207CA}" srcOrd="0" destOrd="0" presId="urn:microsoft.com/office/officeart/2005/8/layout/orgChart1"/>
    <dgm:cxn modelId="{0ACD7F7D-8A82-49B1-998F-D4AD49F4A7CF}" srcId="{111F40F6-960F-4EE6-88ED-873AA89AEE2C}" destId="{09E301A9-036D-4478-A540-8051A4B4188E}" srcOrd="4" destOrd="0" parTransId="{1F7ABE21-1D0D-43F2-B745-478B4B18A068}" sibTransId="{3DD41886-39CA-41BC-81AD-1D94B7DFC960}"/>
    <dgm:cxn modelId="{EBF3777E-66DF-4E9B-8AA9-63F9F0F8C250}" srcId="{C2D0EBBE-8B29-464E-B148-FE8FBD974232}" destId="{1AB7AB5B-7200-4374-960A-428991D49093}" srcOrd="1" destOrd="0" parTransId="{8A0669BB-0DDA-4539-9FBD-3C1112BB2B42}" sibTransId="{031D6DE7-AC20-4117-BF5B-77B91B0B5593}"/>
    <dgm:cxn modelId="{08CFF67F-ED2E-4AC0-8FF2-570FE39CCFE2}" type="presOf" srcId="{09E301A9-036D-4478-A540-8051A4B4188E}" destId="{E7DEAC3F-C125-42B1-B11A-F072552D0B15}" srcOrd="0" destOrd="0" presId="urn:microsoft.com/office/officeart/2005/8/layout/orgChart1"/>
    <dgm:cxn modelId="{CD2E9E81-66DE-45B0-8DE0-D9031CA3965F}" srcId="{BD538776-9CF0-46D5-81A1-90620C26267C}" destId="{FB3E3E71-F2A0-42B1-97C8-029147713597}" srcOrd="2" destOrd="0" parTransId="{53B3DF09-AD61-426E-9870-7B8004609EE4}" sibTransId="{358B9A40-F872-4A96-9AA6-63259743C2EC}"/>
    <dgm:cxn modelId="{D7853482-8DCB-4623-B047-4C0C0690AFCD}" type="presOf" srcId="{44F25AC3-3C94-4312-ADC4-7041BD5966B8}" destId="{0E86519B-666F-4BD5-93D6-7AE4B4A0255F}" srcOrd="0" destOrd="0" presId="urn:microsoft.com/office/officeart/2005/8/layout/orgChart1"/>
    <dgm:cxn modelId="{96448582-901C-4A96-90B4-62E2E2A0C099}" type="presOf" srcId="{AB4278E3-39CD-4BAE-BA7F-6A24098F2F67}" destId="{C0E15524-7452-4AD4-A280-FA7E79C94D85}" srcOrd="0" destOrd="0" presId="urn:microsoft.com/office/officeart/2005/8/layout/orgChart1"/>
    <dgm:cxn modelId="{383E8A8A-8189-4425-B38A-BD5081A0EBDE}" type="presOf" srcId="{AF79E447-8D8E-44C1-9341-6C240612916F}" destId="{CD993785-076F-4DA5-8891-A4179348A1EE}" srcOrd="0" destOrd="0" presId="urn:microsoft.com/office/officeart/2005/8/layout/orgChart1"/>
    <dgm:cxn modelId="{E24F4A8B-3483-4CE6-8CF0-B0683A233A96}" srcId="{44F25AC3-3C94-4312-ADC4-7041BD5966B8}" destId="{111F40F6-960F-4EE6-88ED-873AA89AEE2C}" srcOrd="0" destOrd="0" parTransId="{71AA6904-610B-4CEE-BE8C-3C0FC2573974}" sibTransId="{E448EE33-19CB-4DCC-9D8E-8890D76CA754}"/>
    <dgm:cxn modelId="{8FE98693-541D-4775-A56A-E90F8C5C217E}" type="presOf" srcId="{8A5A9B7E-8B1D-484A-9DC4-1244F7267E70}" destId="{D75DEB6F-AFB1-43D5-BD24-FB1C8288F613}" srcOrd="0" destOrd="0" presId="urn:microsoft.com/office/officeart/2005/8/layout/orgChart1"/>
    <dgm:cxn modelId="{64116397-23DF-4D41-9CF2-C433814D1474}" type="presOf" srcId="{D6DEE55B-7BB6-47DD-8387-D7A261B0CEDA}" destId="{8501EB6B-9D48-497C-9AE1-8792DD9F2FD6}" srcOrd="0" destOrd="0" presId="urn:microsoft.com/office/officeart/2005/8/layout/orgChart1"/>
    <dgm:cxn modelId="{2F6DD59A-2FA2-4FF1-975D-236FFCF4D931}" type="presOf" srcId="{111F40F6-960F-4EE6-88ED-873AA89AEE2C}" destId="{CDF3822C-FF37-4AA3-B9D7-2F697063F1DA}" srcOrd="1" destOrd="0" presId="urn:microsoft.com/office/officeart/2005/8/layout/orgChart1"/>
    <dgm:cxn modelId="{AB4B66A0-11DA-4600-AC16-B0AEE1CBDDDC}" type="presOf" srcId="{F6BA7478-FFB8-4AAC-890A-0693B35ACD14}" destId="{542687AF-D6C6-41EA-A644-89D2C2D8A51D}" srcOrd="0" destOrd="0" presId="urn:microsoft.com/office/officeart/2005/8/layout/orgChart1"/>
    <dgm:cxn modelId="{0F26EFA0-FB4F-4DEB-8EE7-B36638B94D24}" type="presOf" srcId="{F4F4945E-CE5F-4457-A604-AE19EE63F908}" destId="{C89DBF27-E74B-40F2-B024-56CC97D0028B}" srcOrd="0" destOrd="0" presId="urn:microsoft.com/office/officeart/2005/8/layout/orgChart1"/>
    <dgm:cxn modelId="{07A3B1A5-83F8-4BB2-9C7C-9043E302C433}" type="presOf" srcId="{F815B0A2-2F84-41DE-B091-F57A6C5D7142}" destId="{672DBB59-F607-4DB7-9554-43EB4C5EFB2B}" srcOrd="0" destOrd="0" presId="urn:microsoft.com/office/officeart/2005/8/layout/orgChart1"/>
    <dgm:cxn modelId="{CDC26CAD-9C11-4B54-B110-E3EC06574454}" type="presOf" srcId="{035A2E03-B59F-46D9-9BCF-44AECA25A944}" destId="{EC00AE96-6591-434C-B7F7-177B622A6927}" srcOrd="0" destOrd="0" presId="urn:microsoft.com/office/officeart/2005/8/layout/orgChart1"/>
    <dgm:cxn modelId="{F03F86AD-3B13-4465-A15D-3E8D32261028}" type="presOf" srcId="{6C3C2C93-6D8A-42F9-8D02-8324CF9D05BE}" destId="{BF37F945-F775-419F-AC62-4293D1BA8F08}" srcOrd="0" destOrd="0" presId="urn:microsoft.com/office/officeart/2005/8/layout/orgChart1"/>
    <dgm:cxn modelId="{DE3916AE-1E88-4793-8BCB-B3307B8DEB6D}" type="presOf" srcId="{13689A4F-5829-4D02-92BE-7FD8A473DFBA}" destId="{16FDE21B-998E-40E2-81AB-37C3C08D6A43}" srcOrd="0" destOrd="0" presId="urn:microsoft.com/office/officeart/2005/8/layout/orgChart1"/>
    <dgm:cxn modelId="{865B24B0-0F93-44EF-9B3C-610DC1F8C7E1}" type="presOf" srcId="{C2D0EBBE-8B29-464E-B148-FE8FBD974232}" destId="{00C1CE45-9F33-4918-B38D-846E6BA2A8F5}" srcOrd="1" destOrd="0" presId="urn:microsoft.com/office/officeart/2005/8/layout/orgChart1"/>
    <dgm:cxn modelId="{81A7AEB0-3ABC-42D0-86C3-80ABC10F6F8C}" srcId="{C2D0EBBE-8B29-464E-B148-FE8FBD974232}" destId="{760F4E88-B2D5-4B4D-8EFE-2D380CB71F58}" srcOrd="3" destOrd="0" parTransId="{68060887-6A10-478B-A35D-A36C6204BF8B}" sibTransId="{B0F53372-8E10-4BCE-AFF2-3F619A4078DD}"/>
    <dgm:cxn modelId="{647DCAB2-5ED4-4CB3-B7AE-702BB18AE1AD}" type="presOf" srcId="{C2D0EBBE-8B29-464E-B148-FE8FBD974232}" destId="{1CF707DF-D549-4AEB-BFF1-625C23B13AC0}" srcOrd="0" destOrd="0" presId="urn:microsoft.com/office/officeart/2005/8/layout/orgChart1"/>
    <dgm:cxn modelId="{2459B0B7-A8C6-4E12-8DEB-C1531E220ABA}" type="presOf" srcId="{1F7ABE21-1D0D-43F2-B745-478B4B18A068}" destId="{5F2BF472-985C-4E89-A0A5-BAE73673C4F8}" srcOrd="0" destOrd="0" presId="urn:microsoft.com/office/officeart/2005/8/layout/orgChart1"/>
    <dgm:cxn modelId="{ED8D4DBA-FFA2-402D-984B-AE742452267C}" type="presOf" srcId="{699A53E5-D860-4756-846A-487F4FC454D4}" destId="{09E88E5F-AA5D-4FCB-9D20-52B22709E0E6}" srcOrd="0" destOrd="0" presId="urn:microsoft.com/office/officeart/2005/8/layout/orgChart1"/>
    <dgm:cxn modelId="{09844FBA-39C4-4F69-B433-000FD517114C}" type="presOf" srcId="{09E301A9-036D-4478-A540-8051A4B4188E}" destId="{D90A2428-055D-4D6E-8AC5-F20CD0B13C04}" srcOrd="1" destOrd="0" presId="urn:microsoft.com/office/officeart/2005/8/layout/orgChart1"/>
    <dgm:cxn modelId="{7E7FB3BB-4438-435F-A705-9F5688FABDF9}" srcId="{21FA67C0-9D3F-4D96-B806-46DDFDA03CA3}" destId="{2B3C0B1A-2DED-40EB-808B-7AF87B065AB9}" srcOrd="0" destOrd="0" parTransId="{035A2E03-B59F-46D9-9BCF-44AECA25A944}" sibTransId="{A0FC18AC-8A5F-4125-A1C5-6142DB5A8318}"/>
    <dgm:cxn modelId="{EEC0E6BC-F962-4A57-A912-26A4BBA29277}" type="presOf" srcId="{21FA67C0-9D3F-4D96-B806-46DDFDA03CA3}" destId="{A533B2E3-71CF-4EAA-8647-13AEED3EA458}" srcOrd="0" destOrd="0" presId="urn:microsoft.com/office/officeart/2005/8/layout/orgChart1"/>
    <dgm:cxn modelId="{5B8B96BE-6AEE-4184-A3B3-8D49D130BC54}" srcId="{B9F2C8C4-1DBF-4C0C-9841-EE58CC36876E}" destId="{00C2AB70-6E78-41C6-AA59-F5906E22FC93}" srcOrd="1" destOrd="0" parTransId="{13689A4F-5829-4D02-92BE-7FD8A473DFBA}" sibTransId="{7B14B615-2356-410E-8A87-8F15915BE809}"/>
    <dgm:cxn modelId="{B85502BF-2123-4451-8469-6455D4ED5A99}" type="presOf" srcId="{1AB7AB5B-7200-4374-960A-428991D49093}" destId="{5F5E324A-988C-4C83-92DC-602EDA61FCD7}" srcOrd="1" destOrd="0" presId="urn:microsoft.com/office/officeart/2005/8/layout/orgChart1"/>
    <dgm:cxn modelId="{FDE230C1-CD32-4C83-85DF-727414071018}" type="presOf" srcId="{98D511F1-3452-4DA4-B571-6BCF19E4C655}" destId="{ACCECB4C-A196-452E-AE06-A7DFD4815F1F}" srcOrd="0" destOrd="0" presId="urn:microsoft.com/office/officeart/2005/8/layout/orgChart1"/>
    <dgm:cxn modelId="{34134DC1-48A0-4885-BADE-1D04F0FA38CA}" type="presOf" srcId="{F6BA7478-FFB8-4AAC-890A-0693B35ACD14}" destId="{55CD9B9D-2397-4023-9111-C5959504EE47}" srcOrd="1" destOrd="0" presId="urn:microsoft.com/office/officeart/2005/8/layout/orgChart1"/>
    <dgm:cxn modelId="{E66D1CCC-4BFC-43BD-B5F6-C130DE42D55D}" type="presOf" srcId="{18A00DA3-1594-4CB3-8B9C-6014CDAE119C}" destId="{B20B0588-139F-49D8-B510-C1CECA1CD014}" srcOrd="1" destOrd="0" presId="urn:microsoft.com/office/officeart/2005/8/layout/orgChart1"/>
    <dgm:cxn modelId="{8DC017D2-A351-43DF-8C84-83C8B1A8416C}" srcId="{111F40F6-960F-4EE6-88ED-873AA89AEE2C}" destId="{9A14948E-51AA-423C-BBA2-345F663E3ECA}" srcOrd="5" destOrd="0" parTransId="{F4F4945E-CE5F-4457-A604-AE19EE63F908}" sibTransId="{CD1AB972-45E2-4EDB-8B52-C0DBE5F7EB03}"/>
    <dgm:cxn modelId="{54485DD4-F17C-41B5-A15A-0EDD9BE4378A}" type="presOf" srcId="{235CE734-5BDA-4B57-A322-AF419B12AABE}" destId="{65B9AF61-34C5-4ECA-90B5-77DD0D84ED9A}" srcOrd="0" destOrd="0" presId="urn:microsoft.com/office/officeart/2005/8/layout/orgChart1"/>
    <dgm:cxn modelId="{F70A68D5-F13D-4344-BC26-9EAE36F85EE8}" type="presOf" srcId="{11DCEAFD-1CB3-4C6E-9BB0-DA09EE88A362}" destId="{D50D6EA3-6A5C-4228-BFE6-EE1560BFE309}" srcOrd="0" destOrd="0" presId="urn:microsoft.com/office/officeart/2005/8/layout/orgChart1"/>
    <dgm:cxn modelId="{52DF9BD6-43BC-4369-B4B6-6244804D4B61}" type="presOf" srcId="{BD538776-9CF0-46D5-81A1-90620C26267C}" destId="{E37A41AA-F5E6-42E9-955F-2E8DFBD65EF5}" srcOrd="1" destOrd="0" presId="urn:microsoft.com/office/officeart/2005/8/layout/orgChart1"/>
    <dgm:cxn modelId="{BCBF41D7-6CA1-4C01-8845-4A6E5A8D8C25}" type="presOf" srcId="{8A0669BB-0DDA-4539-9FBD-3C1112BB2B42}" destId="{23853B7A-ABE0-4FD6-AEF3-2AC5973E3DF7}" srcOrd="0" destOrd="0" presId="urn:microsoft.com/office/officeart/2005/8/layout/orgChart1"/>
    <dgm:cxn modelId="{0B4BE3D9-99FB-4B6C-9FE0-7E55A9D1339B}" type="presOf" srcId="{3EDBCB47-7169-458C-9D2C-CCBAA326DA3C}" destId="{814D46CF-A3F1-4A00-8443-C5E7716207BC}" srcOrd="0" destOrd="0" presId="urn:microsoft.com/office/officeart/2005/8/layout/orgChart1"/>
    <dgm:cxn modelId="{A6D579DC-6731-4162-ADB2-DC4935EBB9AC}" type="presOf" srcId="{53B3DF09-AD61-426E-9870-7B8004609EE4}" destId="{9397094E-3B63-40A0-91A4-07D7778CD5DC}" srcOrd="0" destOrd="0" presId="urn:microsoft.com/office/officeart/2005/8/layout/orgChart1"/>
    <dgm:cxn modelId="{D6E706DD-6C96-47BA-BA22-59E239ACCFA6}" type="presOf" srcId="{D6DEE55B-7BB6-47DD-8387-D7A261B0CEDA}" destId="{12735B6E-9CFA-4624-9A31-BDE7BBF304A6}" srcOrd="1" destOrd="0" presId="urn:microsoft.com/office/officeart/2005/8/layout/orgChart1"/>
    <dgm:cxn modelId="{53BF12DE-88AB-41CE-A4E5-457492C7A619}" type="presOf" srcId="{5D75AF60-A7AA-4189-A305-BEC70197FA17}" destId="{234AA66A-91E7-430B-9377-F42EC273BF72}" srcOrd="1" destOrd="0" presId="urn:microsoft.com/office/officeart/2005/8/layout/orgChart1"/>
    <dgm:cxn modelId="{E83927DE-4E64-4789-A278-95F9B58C378B}" type="presOf" srcId="{DBDE346D-AE1D-4019-8B61-A90561A4BDF9}" destId="{EE84F228-CC79-4740-A1C6-F7FD95525431}" srcOrd="0" destOrd="0" presId="urn:microsoft.com/office/officeart/2005/8/layout/orgChart1"/>
    <dgm:cxn modelId="{EC70EADE-DA21-4390-AFBF-CAAD6391B854}" srcId="{B9F2C8C4-1DBF-4C0C-9841-EE58CC36876E}" destId="{96197FB1-39BF-4529-A972-1E216C00FEA4}" srcOrd="2" destOrd="0" parTransId="{8A5A9B7E-8B1D-484A-9DC4-1244F7267E70}" sibTransId="{E2E6CB7E-44AC-4342-A1C2-7CC0B64A5CD3}"/>
    <dgm:cxn modelId="{BE88B6E1-C9E5-4692-8147-A1D7A50493B3}" type="presOf" srcId="{E5602E12-93E9-4725-87A7-0A8E3A090E35}" destId="{38B650B3-8ED7-4EDC-A230-C8CC02B7B4A3}" srcOrd="0" destOrd="0" presId="urn:microsoft.com/office/officeart/2005/8/layout/orgChart1"/>
    <dgm:cxn modelId="{361180E3-0EB6-4849-8189-B5AC1FE436FF}" type="presOf" srcId="{6C3C2C93-6D8A-42F9-8D02-8324CF9D05BE}" destId="{DDEBA87F-180B-41B4-B3E7-A1A3FA7CD044}" srcOrd="1" destOrd="0" presId="urn:microsoft.com/office/officeart/2005/8/layout/orgChart1"/>
    <dgm:cxn modelId="{7D05A4E6-CB9B-478E-8F6B-4A0213831364}" type="presOf" srcId="{1D1B3306-AEDF-4F90-93E2-156125A83482}" destId="{327068AB-B2F8-4C47-84E8-D34AB5DC76CA}" srcOrd="1" destOrd="0" presId="urn:microsoft.com/office/officeart/2005/8/layout/orgChart1"/>
    <dgm:cxn modelId="{1B71E8E9-2010-4003-BDA2-A32840888113}" type="presOf" srcId="{96197FB1-39BF-4529-A972-1E216C00FEA4}" destId="{A89089AE-9D07-492E-B7A5-6794313F3C4B}" srcOrd="0" destOrd="0" presId="urn:microsoft.com/office/officeart/2005/8/layout/orgChart1"/>
    <dgm:cxn modelId="{2E3E14EA-FAB8-4238-8760-CC97A6836951}" type="presOf" srcId="{1D1B3306-AEDF-4F90-93E2-156125A83482}" destId="{F75D5787-F602-4287-BA56-2117988A7520}" srcOrd="0" destOrd="0" presId="urn:microsoft.com/office/officeart/2005/8/layout/orgChart1"/>
    <dgm:cxn modelId="{E0F54BEC-8A26-4D60-BF8B-1B230EE724D2}" type="presOf" srcId="{9A14948E-51AA-423C-BBA2-345F663E3ECA}" destId="{DB5A4A38-0D5A-4EE4-9E99-4D63190A63B6}" srcOrd="1" destOrd="0" presId="urn:microsoft.com/office/officeart/2005/8/layout/orgChart1"/>
    <dgm:cxn modelId="{60AD9EEC-7704-44E6-860F-4191DC2D62C0}" type="presOf" srcId="{9046143B-677A-45F8-BFF1-26CEBD6B0270}" destId="{DC997881-7CAF-4223-9AFC-EED17C554E8B}" srcOrd="1" destOrd="0" presId="urn:microsoft.com/office/officeart/2005/8/layout/orgChart1"/>
    <dgm:cxn modelId="{1B78C9F1-E865-408F-81FE-E6A1B63643F5}" srcId="{111F40F6-960F-4EE6-88ED-873AA89AEE2C}" destId="{C2D0EBBE-8B29-464E-B148-FE8FBD974232}" srcOrd="2" destOrd="0" parTransId="{145130A0-639B-40B6-883F-D2F15472631C}" sibTransId="{26BBF81F-2323-4598-BB21-7DF298FD1894}"/>
    <dgm:cxn modelId="{A1577EF3-8345-4692-8CA7-2B4260587FB0}" type="presOf" srcId="{D73569B9-FE9E-4A29-B93E-225021610B58}" destId="{ADD70B72-6C9A-4D81-90AA-388757285C9C}" srcOrd="0" destOrd="0" presId="urn:microsoft.com/office/officeart/2005/8/layout/orgChart1"/>
    <dgm:cxn modelId="{3ADF57F5-4628-4F5A-B4A1-E97A7EEA8981}" type="presOf" srcId="{3F06BA14-4276-47C5-810E-E71A40911AFE}" destId="{EB88783C-CBFF-4FF0-8896-36402657D6D2}" srcOrd="0" destOrd="0" presId="urn:microsoft.com/office/officeart/2005/8/layout/orgChart1"/>
    <dgm:cxn modelId="{08C6CCF6-2831-4B57-AC14-58E6B9F4968B}" type="presOf" srcId="{2B3C0B1A-2DED-40EB-808B-7AF87B065AB9}" destId="{694F9D73-BA11-47CE-AE01-F31181BD27E0}" srcOrd="0" destOrd="0" presId="urn:microsoft.com/office/officeart/2005/8/layout/orgChart1"/>
    <dgm:cxn modelId="{0E273FFD-E6C5-4AFE-B312-A5C252579777}" type="presOf" srcId="{3F85205E-6FBB-4E39-AA60-C5623890D86B}" destId="{F63A6C23-F063-496F-9CE5-3556F9AED246}" srcOrd="0" destOrd="0" presId="urn:microsoft.com/office/officeart/2005/8/layout/orgChart1"/>
    <dgm:cxn modelId="{E1449BFE-F2C8-4ED0-91EA-C3B32AF3DFD2}" type="presOf" srcId="{145130A0-639B-40B6-883F-D2F15472631C}" destId="{C68C5E02-BAF4-4500-8C73-33C3D228B0EC}" srcOrd="0" destOrd="0" presId="urn:microsoft.com/office/officeart/2005/8/layout/orgChart1"/>
    <dgm:cxn modelId="{54C10CDF-DB42-4126-9EE6-44C82F9566FA}" type="presParOf" srcId="{0E86519B-666F-4BD5-93D6-7AE4B4A0255F}" destId="{48F1C806-ECD6-47BB-BF51-BA628630AE6E}" srcOrd="0" destOrd="0" presId="urn:microsoft.com/office/officeart/2005/8/layout/orgChart1"/>
    <dgm:cxn modelId="{2CFF5FAF-9ADE-4AD8-816C-686AF3C6A65A}" type="presParOf" srcId="{48F1C806-ECD6-47BB-BF51-BA628630AE6E}" destId="{039E438F-6FC6-4C8A-82D0-679307BC80B1}" srcOrd="0" destOrd="0" presId="urn:microsoft.com/office/officeart/2005/8/layout/orgChart1"/>
    <dgm:cxn modelId="{F0624520-79A6-4475-A727-145697001DBF}" type="presParOf" srcId="{039E438F-6FC6-4C8A-82D0-679307BC80B1}" destId="{7C413DA9-CA06-4CC7-92D9-8C90E5825643}" srcOrd="0" destOrd="0" presId="urn:microsoft.com/office/officeart/2005/8/layout/orgChart1"/>
    <dgm:cxn modelId="{3171446E-24E1-4665-93C5-8A1C4581867A}" type="presParOf" srcId="{039E438F-6FC6-4C8A-82D0-679307BC80B1}" destId="{CDF3822C-FF37-4AA3-B9D7-2F697063F1DA}" srcOrd="1" destOrd="0" presId="urn:microsoft.com/office/officeart/2005/8/layout/orgChart1"/>
    <dgm:cxn modelId="{3CE4114F-A971-43A6-9B89-AD216D789F22}" type="presParOf" srcId="{48F1C806-ECD6-47BB-BF51-BA628630AE6E}" destId="{85373D69-46BC-4590-981D-71E7030BC589}" srcOrd="1" destOrd="0" presId="urn:microsoft.com/office/officeart/2005/8/layout/orgChart1"/>
    <dgm:cxn modelId="{72563225-0C01-40AA-A25F-7351D1034F00}" type="presParOf" srcId="{85373D69-46BC-4590-981D-71E7030BC589}" destId="{38B650B3-8ED7-4EDC-A230-C8CC02B7B4A3}" srcOrd="0" destOrd="0" presId="urn:microsoft.com/office/officeart/2005/8/layout/orgChart1"/>
    <dgm:cxn modelId="{28846FDE-1F4D-4BB9-9E91-62D4C931FBE4}" type="presParOf" srcId="{85373D69-46BC-4590-981D-71E7030BC589}" destId="{871B25F4-1B48-4310-B237-B0B508F99034}" srcOrd="1" destOrd="0" presId="urn:microsoft.com/office/officeart/2005/8/layout/orgChart1"/>
    <dgm:cxn modelId="{8E01373B-5070-466C-9DEB-B054FF1E8039}" type="presParOf" srcId="{871B25F4-1B48-4310-B237-B0B508F99034}" destId="{37331CB6-BA71-48D1-9DF5-02DAB58B5099}" srcOrd="0" destOrd="0" presId="urn:microsoft.com/office/officeart/2005/8/layout/orgChart1"/>
    <dgm:cxn modelId="{004EC34E-93FB-4650-80E2-15FE392D5E6B}" type="presParOf" srcId="{37331CB6-BA71-48D1-9DF5-02DAB58B5099}" destId="{2B52DFB0-BB2D-48AC-9733-CF83D257A2C9}" srcOrd="0" destOrd="0" presId="urn:microsoft.com/office/officeart/2005/8/layout/orgChart1"/>
    <dgm:cxn modelId="{A3F6313C-6003-4424-96BE-E5C84C79DE8E}" type="presParOf" srcId="{37331CB6-BA71-48D1-9DF5-02DAB58B5099}" destId="{E37A41AA-F5E6-42E9-955F-2E8DFBD65EF5}" srcOrd="1" destOrd="0" presId="urn:microsoft.com/office/officeart/2005/8/layout/orgChart1"/>
    <dgm:cxn modelId="{C3898346-C34C-4BD2-9010-5E6FF9D836B4}" type="presParOf" srcId="{871B25F4-1B48-4310-B237-B0B508F99034}" destId="{B1C3158E-89FF-49FF-BBC2-56AEF31BBA50}" srcOrd="1" destOrd="0" presId="urn:microsoft.com/office/officeart/2005/8/layout/orgChart1"/>
    <dgm:cxn modelId="{007DBA45-07F6-440B-876F-890483591C02}" type="presParOf" srcId="{B1C3158E-89FF-49FF-BBC2-56AEF31BBA50}" destId="{EB88783C-CBFF-4FF0-8896-36402657D6D2}" srcOrd="0" destOrd="0" presId="urn:microsoft.com/office/officeart/2005/8/layout/orgChart1"/>
    <dgm:cxn modelId="{B418DF69-6F2E-4CD4-AB63-E816F9F78E57}" type="presParOf" srcId="{B1C3158E-89FF-49FF-BBC2-56AEF31BBA50}" destId="{39853D16-461B-4F9D-926C-41EBF8BCD7F5}" srcOrd="1" destOrd="0" presId="urn:microsoft.com/office/officeart/2005/8/layout/orgChart1"/>
    <dgm:cxn modelId="{68B579F5-0138-4AC3-A7C2-6E23B0821153}" type="presParOf" srcId="{39853D16-461B-4F9D-926C-41EBF8BCD7F5}" destId="{0522428B-FB62-442B-836C-7367E9E31D1D}" srcOrd="0" destOrd="0" presId="urn:microsoft.com/office/officeart/2005/8/layout/orgChart1"/>
    <dgm:cxn modelId="{F41F9D01-8E23-49FD-AC59-632A14E666A7}" type="presParOf" srcId="{0522428B-FB62-442B-836C-7367E9E31D1D}" destId="{2FBCE669-846E-4931-A1CF-ABDDC71DAF89}" srcOrd="0" destOrd="0" presId="urn:microsoft.com/office/officeart/2005/8/layout/orgChart1"/>
    <dgm:cxn modelId="{DB8303B1-2B24-4F2C-95DE-ECD172FCBCE5}" type="presParOf" srcId="{0522428B-FB62-442B-836C-7367E9E31D1D}" destId="{DC997881-7CAF-4223-9AFC-EED17C554E8B}" srcOrd="1" destOrd="0" presId="urn:microsoft.com/office/officeart/2005/8/layout/orgChart1"/>
    <dgm:cxn modelId="{979AC3A9-2C0A-4354-BB08-75A8309CB34A}" type="presParOf" srcId="{39853D16-461B-4F9D-926C-41EBF8BCD7F5}" destId="{548CAF86-2466-4068-9109-83A084139005}" srcOrd="1" destOrd="0" presId="urn:microsoft.com/office/officeart/2005/8/layout/orgChart1"/>
    <dgm:cxn modelId="{F461C413-28A4-4F5B-81E1-8627DE620C6A}" type="presParOf" srcId="{39853D16-461B-4F9D-926C-41EBF8BCD7F5}" destId="{6EA8C019-2D46-47FB-B08D-32EE5EF0D923}" srcOrd="2" destOrd="0" presId="urn:microsoft.com/office/officeart/2005/8/layout/orgChart1"/>
    <dgm:cxn modelId="{532502CC-75DE-4833-B359-79474BE5ED5E}" type="presParOf" srcId="{B1C3158E-89FF-49FF-BBC2-56AEF31BBA50}" destId="{65B9AF61-34C5-4ECA-90B5-77DD0D84ED9A}" srcOrd="2" destOrd="0" presId="urn:microsoft.com/office/officeart/2005/8/layout/orgChart1"/>
    <dgm:cxn modelId="{5CCB6A29-452D-445C-81B4-E1A7159F5A9E}" type="presParOf" srcId="{B1C3158E-89FF-49FF-BBC2-56AEF31BBA50}" destId="{E9904809-7D4A-485E-9D9B-2AFE3DF36E38}" srcOrd="3" destOrd="0" presId="urn:microsoft.com/office/officeart/2005/8/layout/orgChart1"/>
    <dgm:cxn modelId="{A7CFAE0E-086F-4F88-B0C3-E0811849D14C}" type="presParOf" srcId="{E9904809-7D4A-485E-9D9B-2AFE3DF36E38}" destId="{FC23442B-B5B4-4EB6-A0A7-9660847C9EFE}" srcOrd="0" destOrd="0" presId="urn:microsoft.com/office/officeart/2005/8/layout/orgChart1"/>
    <dgm:cxn modelId="{2C7D3665-5A5C-4974-A0E7-9410C0EC4271}" type="presParOf" srcId="{FC23442B-B5B4-4EB6-A0A7-9660847C9EFE}" destId="{F63A6C23-F063-496F-9CE5-3556F9AED246}" srcOrd="0" destOrd="0" presId="urn:microsoft.com/office/officeart/2005/8/layout/orgChart1"/>
    <dgm:cxn modelId="{92CFF6AC-9043-40C3-843F-5403FE2088C2}" type="presParOf" srcId="{FC23442B-B5B4-4EB6-A0A7-9660847C9EFE}" destId="{FEB20766-4A76-4450-995E-A67F771F696A}" srcOrd="1" destOrd="0" presId="urn:microsoft.com/office/officeart/2005/8/layout/orgChart1"/>
    <dgm:cxn modelId="{B4011441-A879-464E-9027-18C2133F340B}" type="presParOf" srcId="{E9904809-7D4A-485E-9D9B-2AFE3DF36E38}" destId="{90B59E95-E14C-4EAE-9089-35D4621A25BB}" srcOrd="1" destOrd="0" presId="urn:microsoft.com/office/officeart/2005/8/layout/orgChart1"/>
    <dgm:cxn modelId="{A8CD04F2-4FF3-4157-BE64-FAC167E8AED3}" type="presParOf" srcId="{E9904809-7D4A-485E-9D9B-2AFE3DF36E38}" destId="{A2FFC8D7-5DF0-4EA6-8B4E-A081C5BEBC51}" srcOrd="2" destOrd="0" presId="urn:microsoft.com/office/officeart/2005/8/layout/orgChart1"/>
    <dgm:cxn modelId="{8246900A-673D-4825-9B97-19C6C79107D4}" type="presParOf" srcId="{B1C3158E-89FF-49FF-BBC2-56AEF31BBA50}" destId="{9397094E-3B63-40A0-91A4-07D7778CD5DC}" srcOrd="4" destOrd="0" presId="urn:microsoft.com/office/officeart/2005/8/layout/orgChart1"/>
    <dgm:cxn modelId="{F7FF3E53-9804-4517-BA6D-15B6E369B4AB}" type="presParOf" srcId="{B1C3158E-89FF-49FF-BBC2-56AEF31BBA50}" destId="{856D9ED3-9E9C-4FF2-91B1-29542F1C6E8C}" srcOrd="5" destOrd="0" presId="urn:microsoft.com/office/officeart/2005/8/layout/orgChart1"/>
    <dgm:cxn modelId="{A149D6D9-AF53-4221-B0D2-123EC2254524}" type="presParOf" srcId="{856D9ED3-9E9C-4FF2-91B1-29542F1C6E8C}" destId="{4C81F610-026A-49A3-B9F5-079A29C7DAC1}" srcOrd="0" destOrd="0" presId="urn:microsoft.com/office/officeart/2005/8/layout/orgChart1"/>
    <dgm:cxn modelId="{C98CB5DE-99ED-4F3B-8A8F-525163712203}" type="presParOf" srcId="{4C81F610-026A-49A3-B9F5-079A29C7DAC1}" destId="{EFC1214F-0849-4E58-98A8-4E93980F758F}" srcOrd="0" destOrd="0" presId="urn:microsoft.com/office/officeart/2005/8/layout/orgChart1"/>
    <dgm:cxn modelId="{8DBD5FFB-0258-4261-B747-E70E58388365}" type="presParOf" srcId="{4C81F610-026A-49A3-B9F5-079A29C7DAC1}" destId="{C033E640-3054-4832-AAB1-C78F27A77344}" srcOrd="1" destOrd="0" presId="urn:microsoft.com/office/officeart/2005/8/layout/orgChart1"/>
    <dgm:cxn modelId="{1B9A2A8F-2CBA-4704-89C2-F0FBBF94FAC3}" type="presParOf" srcId="{856D9ED3-9E9C-4FF2-91B1-29542F1C6E8C}" destId="{F7823EFC-19B8-43AC-BFAC-656C29F4B07D}" srcOrd="1" destOrd="0" presId="urn:microsoft.com/office/officeart/2005/8/layout/orgChart1"/>
    <dgm:cxn modelId="{F6B2A46D-C4D4-43D6-B016-C34616161F7F}" type="presParOf" srcId="{856D9ED3-9E9C-4FF2-91B1-29542F1C6E8C}" destId="{C60CDE1B-CA07-41AD-BB98-F96C4FCB9CF2}" srcOrd="2" destOrd="0" presId="urn:microsoft.com/office/officeart/2005/8/layout/orgChart1"/>
    <dgm:cxn modelId="{0EC7D049-87DF-4A66-897E-D209F03A86A5}" type="presParOf" srcId="{B1C3158E-89FF-49FF-BBC2-56AEF31BBA50}" destId="{69C58509-1557-49F3-88D6-85687750074E}" srcOrd="6" destOrd="0" presId="urn:microsoft.com/office/officeart/2005/8/layout/orgChart1"/>
    <dgm:cxn modelId="{C95A1BF3-37DB-4F30-BD42-CC0D60082BC5}" type="presParOf" srcId="{B1C3158E-89FF-49FF-BBC2-56AEF31BBA50}" destId="{9E1B7A6A-DC9A-4345-8C88-49124A6FAD69}" srcOrd="7" destOrd="0" presId="urn:microsoft.com/office/officeart/2005/8/layout/orgChart1"/>
    <dgm:cxn modelId="{88A427F4-2275-4E9D-8337-72776234F347}" type="presParOf" srcId="{9E1B7A6A-DC9A-4345-8C88-49124A6FAD69}" destId="{4107D1B0-EA56-4AF5-A2FC-B3DB7879E78D}" srcOrd="0" destOrd="0" presId="urn:microsoft.com/office/officeart/2005/8/layout/orgChart1"/>
    <dgm:cxn modelId="{0687EAA4-08A5-42D3-A243-FAC99981EC65}" type="presParOf" srcId="{4107D1B0-EA56-4AF5-A2FC-B3DB7879E78D}" destId="{96A62957-6581-45FD-ADF7-60D8C0D56079}" srcOrd="0" destOrd="0" presId="urn:microsoft.com/office/officeart/2005/8/layout/orgChart1"/>
    <dgm:cxn modelId="{343D8694-22B6-4220-87DC-4EA5B2BB05E3}" type="presParOf" srcId="{4107D1B0-EA56-4AF5-A2FC-B3DB7879E78D}" destId="{B20B0588-139F-49D8-B510-C1CECA1CD014}" srcOrd="1" destOrd="0" presId="urn:microsoft.com/office/officeart/2005/8/layout/orgChart1"/>
    <dgm:cxn modelId="{364A78AD-5366-4D99-9F69-4944B633FD49}" type="presParOf" srcId="{9E1B7A6A-DC9A-4345-8C88-49124A6FAD69}" destId="{409E43A1-97F4-44B7-8825-0B6E83291934}" srcOrd="1" destOrd="0" presId="urn:microsoft.com/office/officeart/2005/8/layout/orgChart1"/>
    <dgm:cxn modelId="{8E1B149F-19FE-4B4C-B0B4-50E0B7E6377E}" type="presParOf" srcId="{9E1B7A6A-DC9A-4345-8C88-49124A6FAD69}" destId="{E26D5470-B473-4869-86EF-DB5D12A7B7BD}" srcOrd="2" destOrd="0" presId="urn:microsoft.com/office/officeart/2005/8/layout/orgChart1"/>
    <dgm:cxn modelId="{52193E30-4699-4D21-A067-ABDC314DAA91}" type="presParOf" srcId="{871B25F4-1B48-4310-B237-B0B508F99034}" destId="{D1AE9045-07CF-4F14-AFFA-F9D47D148887}" srcOrd="2" destOrd="0" presId="urn:microsoft.com/office/officeart/2005/8/layout/orgChart1"/>
    <dgm:cxn modelId="{A0ED3D44-F58F-4391-8331-90808CDCF83C}" type="presParOf" srcId="{85373D69-46BC-4590-981D-71E7030BC589}" destId="{ADD70B72-6C9A-4D81-90AA-388757285C9C}" srcOrd="2" destOrd="0" presId="urn:microsoft.com/office/officeart/2005/8/layout/orgChart1"/>
    <dgm:cxn modelId="{94F4399A-0524-4996-8CF6-E8B51C357CF2}" type="presParOf" srcId="{85373D69-46BC-4590-981D-71E7030BC589}" destId="{66A61606-8B3B-4898-8C5F-89E1455F84BC}" srcOrd="3" destOrd="0" presId="urn:microsoft.com/office/officeart/2005/8/layout/orgChart1"/>
    <dgm:cxn modelId="{455F896A-1646-4169-8839-D86704A97FC2}" type="presParOf" srcId="{66A61606-8B3B-4898-8C5F-89E1455F84BC}" destId="{5234B319-7F99-42CE-B743-8BCD629DE23F}" srcOrd="0" destOrd="0" presId="urn:microsoft.com/office/officeart/2005/8/layout/orgChart1"/>
    <dgm:cxn modelId="{948841B9-A437-4ECB-8BFD-313A9F17C63B}" type="presParOf" srcId="{5234B319-7F99-42CE-B743-8BCD629DE23F}" destId="{560EF6F7-D3E3-41C1-8CF1-D5313E4E5C75}" srcOrd="0" destOrd="0" presId="urn:microsoft.com/office/officeart/2005/8/layout/orgChart1"/>
    <dgm:cxn modelId="{9448CCFA-6DCA-412C-A5C4-3CF9DF7275D0}" type="presParOf" srcId="{5234B319-7F99-42CE-B743-8BCD629DE23F}" destId="{FCD31DA1-8037-4F6C-B3C3-E6BCD58B1C3B}" srcOrd="1" destOrd="0" presId="urn:microsoft.com/office/officeart/2005/8/layout/orgChart1"/>
    <dgm:cxn modelId="{0703663F-57CA-4481-96B2-5D44D4C8D979}" type="presParOf" srcId="{66A61606-8B3B-4898-8C5F-89E1455F84BC}" destId="{DB357AB0-4D75-4C89-883C-035AD5D23A4E}" srcOrd="1" destOrd="0" presId="urn:microsoft.com/office/officeart/2005/8/layout/orgChart1"/>
    <dgm:cxn modelId="{D20B20B2-B0CF-4531-A61E-28C09A5182FC}" type="presParOf" srcId="{DB357AB0-4D75-4C89-883C-035AD5D23A4E}" destId="{09E88E5F-AA5D-4FCB-9D20-52B22709E0E6}" srcOrd="0" destOrd="0" presId="urn:microsoft.com/office/officeart/2005/8/layout/orgChart1"/>
    <dgm:cxn modelId="{04150EAB-2825-477A-970F-06CA84791D43}" type="presParOf" srcId="{DB357AB0-4D75-4C89-883C-035AD5D23A4E}" destId="{7F7BF79A-E51F-4A62-8E40-F54C1868A05E}" srcOrd="1" destOrd="0" presId="urn:microsoft.com/office/officeart/2005/8/layout/orgChart1"/>
    <dgm:cxn modelId="{419026DC-1827-4DDA-86ED-C0BC0A458B4F}" type="presParOf" srcId="{7F7BF79A-E51F-4A62-8E40-F54C1868A05E}" destId="{386C0094-77F7-4CCE-866F-C1B1C196DA22}" srcOrd="0" destOrd="0" presId="urn:microsoft.com/office/officeart/2005/8/layout/orgChart1"/>
    <dgm:cxn modelId="{048A85E5-6883-4903-A2EC-CAEF709457D9}" type="presParOf" srcId="{386C0094-77F7-4CCE-866F-C1B1C196DA22}" destId="{542687AF-D6C6-41EA-A644-89D2C2D8A51D}" srcOrd="0" destOrd="0" presId="urn:microsoft.com/office/officeart/2005/8/layout/orgChart1"/>
    <dgm:cxn modelId="{1286DAF5-6D95-4808-A96B-F773EE3C9F9E}" type="presParOf" srcId="{386C0094-77F7-4CCE-866F-C1B1C196DA22}" destId="{55CD9B9D-2397-4023-9111-C5959504EE47}" srcOrd="1" destOrd="0" presId="urn:microsoft.com/office/officeart/2005/8/layout/orgChart1"/>
    <dgm:cxn modelId="{579A3591-8D3C-423A-BC7E-AE9BCDA6CBB8}" type="presParOf" srcId="{7F7BF79A-E51F-4A62-8E40-F54C1868A05E}" destId="{2AC2115F-EB4B-4EE1-AC01-C66D017E4CF6}" srcOrd="1" destOrd="0" presId="urn:microsoft.com/office/officeart/2005/8/layout/orgChart1"/>
    <dgm:cxn modelId="{CE819B06-047D-4B28-ACA5-D359C1052AC6}" type="presParOf" srcId="{7F7BF79A-E51F-4A62-8E40-F54C1868A05E}" destId="{6E4D200B-03C1-4E55-AE96-17D0460DCF1B}" srcOrd="2" destOrd="0" presId="urn:microsoft.com/office/officeart/2005/8/layout/orgChart1"/>
    <dgm:cxn modelId="{5AA8AFE7-2BE0-49A3-B2E4-0C72A4331E80}" type="presParOf" srcId="{DB357AB0-4D75-4C89-883C-035AD5D23A4E}" destId="{16FDE21B-998E-40E2-81AB-37C3C08D6A43}" srcOrd="2" destOrd="0" presId="urn:microsoft.com/office/officeart/2005/8/layout/orgChart1"/>
    <dgm:cxn modelId="{6B1AC548-74A9-4B9F-A891-A672507CE4D0}" type="presParOf" srcId="{DB357AB0-4D75-4C89-883C-035AD5D23A4E}" destId="{F5FB507D-DB17-41B5-99EF-B60F97AE4DE4}" srcOrd="3" destOrd="0" presId="urn:microsoft.com/office/officeart/2005/8/layout/orgChart1"/>
    <dgm:cxn modelId="{54F5CFED-756D-490F-BDEC-996A3BEAB749}" type="presParOf" srcId="{F5FB507D-DB17-41B5-99EF-B60F97AE4DE4}" destId="{55C78E21-6500-4DE4-B61B-61594A250AFC}" srcOrd="0" destOrd="0" presId="urn:microsoft.com/office/officeart/2005/8/layout/orgChart1"/>
    <dgm:cxn modelId="{6E5DE849-6D1E-4759-9275-B63716ABBF79}" type="presParOf" srcId="{55C78E21-6500-4DE4-B61B-61594A250AFC}" destId="{C9ED0309-F993-4F26-B38A-06BE6ADA35C5}" srcOrd="0" destOrd="0" presId="urn:microsoft.com/office/officeart/2005/8/layout/orgChart1"/>
    <dgm:cxn modelId="{8A9E61FE-4093-4034-90EC-582FB5FFDA42}" type="presParOf" srcId="{55C78E21-6500-4DE4-B61B-61594A250AFC}" destId="{E75BA1F6-53A7-4726-B464-CA1EF6689106}" srcOrd="1" destOrd="0" presId="urn:microsoft.com/office/officeart/2005/8/layout/orgChart1"/>
    <dgm:cxn modelId="{16831BDE-4220-4D92-A0F1-12191F78028A}" type="presParOf" srcId="{F5FB507D-DB17-41B5-99EF-B60F97AE4DE4}" destId="{A3BEA4A2-1BFD-41DB-BBCB-8C361D62053B}" srcOrd="1" destOrd="0" presId="urn:microsoft.com/office/officeart/2005/8/layout/orgChart1"/>
    <dgm:cxn modelId="{217C4590-02D2-4051-828C-79F62CD29536}" type="presParOf" srcId="{F5FB507D-DB17-41B5-99EF-B60F97AE4DE4}" destId="{E9A1B532-2EBE-4877-BBD7-F003EA979CC9}" srcOrd="2" destOrd="0" presId="urn:microsoft.com/office/officeart/2005/8/layout/orgChart1"/>
    <dgm:cxn modelId="{62E757EB-E696-4C52-812D-26A7B36AAD31}" type="presParOf" srcId="{DB357AB0-4D75-4C89-883C-035AD5D23A4E}" destId="{D75DEB6F-AFB1-43D5-BD24-FB1C8288F613}" srcOrd="4" destOrd="0" presId="urn:microsoft.com/office/officeart/2005/8/layout/orgChart1"/>
    <dgm:cxn modelId="{44418906-F12B-4151-A5A6-14311F8D0BEA}" type="presParOf" srcId="{DB357AB0-4D75-4C89-883C-035AD5D23A4E}" destId="{F5D18D5C-F6F9-47E4-82ED-F2B98ECBDEAE}" srcOrd="5" destOrd="0" presId="urn:microsoft.com/office/officeart/2005/8/layout/orgChart1"/>
    <dgm:cxn modelId="{514B185A-DA69-49B7-BE22-CDFC06657BFD}" type="presParOf" srcId="{F5D18D5C-F6F9-47E4-82ED-F2B98ECBDEAE}" destId="{5A241C63-2DFC-4E8F-B8A8-2FAF74252C4C}" srcOrd="0" destOrd="0" presId="urn:microsoft.com/office/officeart/2005/8/layout/orgChart1"/>
    <dgm:cxn modelId="{63C65DFC-606E-494B-817A-16528F3C259C}" type="presParOf" srcId="{5A241C63-2DFC-4E8F-B8A8-2FAF74252C4C}" destId="{A89089AE-9D07-492E-B7A5-6794313F3C4B}" srcOrd="0" destOrd="0" presId="urn:microsoft.com/office/officeart/2005/8/layout/orgChart1"/>
    <dgm:cxn modelId="{9BF883EA-2AEE-4351-9865-42B5AB932E23}" type="presParOf" srcId="{5A241C63-2DFC-4E8F-B8A8-2FAF74252C4C}" destId="{135366A1-66CC-4B2A-9967-393A2BEC4180}" srcOrd="1" destOrd="0" presId="urn:microsoft.com/office/officeart/2005/8/layout/orgChart1"/>
    <dgm:cxn modelId="{F0A45C3A-C1F0-4D81-82BF-6C5BFC9FB4EF}" type="presParOf" srcId="{F5D18D5C-F6F9-47E4-82ED-F2B98ECBDEAE}" destId="{00923457-9AAF-4A64-AD5A-273C19ACF6B5}" srcOrd="1" destOrd="0" presId="urn:microsoft.com/office/officeart/2005/8/layout/orgChart1"/>
    <dgm:cxn modelId="{58282C3C-6FC5-4D16-9267-CCCC267A29DB}" type="presParOf" srcId="{F5D18D5C-F6F9-47E4-82ED-F2B98ECBDEAE}" destId="{3833F24F-C080-4DF5-BEE8-678CD7E25666}" srcOrd="2" destOrd="0" presId="urn:microsoft.com/office/officeart/2005/8/layout/orgChart1"/>
    <dgm:cxn modelId="{52251D7F-825A-4261-ADCD-65F7DA88E957}" type="presParOf" srcId="{DB357AB0-4D75-4C89-883C-035AD5D23A4E}" destId="{672DBB59-F607-4DB7-9554-43EB4C5EFB2B}" srcOrd="6" destOrd="0" presId="urn:microsoft.com/office/officeart/2005/8/layout/orgChart1"/>
    <dgm:cxn modelId="{FF51544D-3476-4462-AC8D-4C1D724E28F0}" type="presParOf" srcId="{DB357AB0-4D75-4C89-883C-035AD5D23A4E}" destId="{445D596D-7460-4290-8414-64FF15A4FAE5}" srcOrd="7" destOrd="0" presId="urn:microsoft.com/office/officeart/2005/8/layout/orgChart1"/>
    <dgm:cxn modelId="{54510BB9-163C-4E0B-A813-F15F2D0F4243}" type="presParOf" srcId="{445D596D-7460-4290-8414-64FF15A4FAE5}" destId="{CC5BD81C-F5DC-466C-A08A-6A4C9990FBA3}" srcOrd="0" destOrd="0" presId="urn:microsoft.com/office/officeart/2005/8/layout/orgChart1"/>
    <dgm:cxn modelId="{CDE93036-C697-4BEC-8ED1-361D77B332ED}" type="presParOf" srcId="{CC5BD81C-F5DC-466C-A08A-6A4C9990FBA3}" destId="{9568CEEC-DC4B-4146-8E95-1A735AA2F4A5}" srcOrd="0" destOrd="0" presId="urn:microsoft.com/office/officeart/2005/8/layout/orgChart1"/>
    <dgm:cxn modelId="{7EA03402-C0BF-4FF7-85DD-A6F8E9B419DC}" type="presParOf" srcId="{CC5BD81C-F5DC-466C-A08A-6A4C9990FBA3}" destId="{358D78EA-1491-4B82-BEAD-B8A30F144575}" srcOrd="1" destOrd="0" presId="urn:microsoft.com/office/officeart/2005/8/layout/orgChart1"/>
    <dgm:cxn modelId="{0D43FD98-AA69-4343-B092-386426618672}" type="presParOf" srcId="{445D596D-7460-4290-8414-64FF15A4FAE5}" destId="{AFE62437-4D25-4372-BA5C-157C0686379E}" srcOrd="1" destOrd="0" presId="urn:microsoft.com/office/officeart/2005/8/layout/orgChart1"/>
    <dgm:cxn modelId="{3FAAE18A-9BD7-4710-8305-232FA84BB84D}" type="presParOf" srcId="{445D596D-7460-4290-8414-64FF15A4FAE5}" destId="{25ACA84C-1586-4D4E-AE73-373619B48650}" srcOrd="2" destOrd="0" presId="urn:microsoft.com/office/officeart/2005/8/layout/orgChart1"/>
    <dgm:cxn modelId="{35D8C353-A1FE-42AB-A835-36856FB58F88}" type="presParOf" srcId="{66A61606-8B3B-4898-8C5F-89E1455F84BC}" destId="{175B8DF2-CD9A-4DAC-A9A7-2041934CE4B6}" srcOrd="2" destOrd="0" presId="urn:microsoft.com/office/officeart/2005/8/layout/orgChart1"/>
    <dgm:cxn modelId="{F6A38D7D-B20E-454C-9281-C2D7263DFEEF}" type="presParOf" srcId="{85373D69-46BC-4590-981D-71E7030BC589}" destId="{C68C5E02-BAF4-4500-8C73-33C3D228B0EC}" srcOrd="4" destOrd="0" presId="urn:microsoft.com/office/officeart/2005/8/layout/orgChart1"/>
    <dgm:cxn modelId="{DBC3D1B2-A647-43D6-8384-26C32016E6C0}" type="presParOf" srcId="{85373D69-46BC-4590-981D-71E7030BC589}" destId="{94F88321-8BC7-41DD-A4E2-80685DCA7258}" srcOrd="5" destOrd="0" presId="urn:microsoft.com/office/officeart/2005/8/layout/orgChart1"/>
    <dgm:cxn modelId="{2E681A5A-5B2B-4B96-80C1-715D954D5F27}" type="presParOf" srcId="{94F88321-8BC7-41DD-A4E2-80685DCA7258}" destId="{7805DC27-6A54-483F-9A60-14FCEA5414B1}" srcOrd="0" destOrd="0" presId="urn:microsoft.com/office/officeart/2005/8/layout/orgChart1"/>
    <dgm:cxn modelId="{1DE0A7F2-50AB-4BBF-9306-94A2A4B2019F}" type="presParOf" srcId="{7805DC27-6A54-483F-9A60-14FCEA5414B1}" destId="{1CF707DF-D549-4AEB-BFF1-625C23B13AC0}" srcOrd="0" destOrd="0" presId="urn:microsoft.com/office/officeart/2005/8/layout/orgChart1"/>
    <dgm:cxn modelId="{7400BDBE-DFF5-4ABC-97A4-6A47FAB49809}" type="presParOf" srcId="{7805DC27-6A54-483F-9A60-14FCEA5414B1}" destId="{00C1CE45-9F33-4918-B38D-846E6BA2A8F5}" srcOrd="1" destOrd="0" presId="urn:microsoft.com/office/officeart/2005/8/layout/orgChart1"/>
    <dgm:cxn modelId="{1947FF2D-F2BA-46D6-8B01-26DE9C90C1E5}" type="presParOf" srcId="{94F88321-8BC7-41DD-A4E2-80685DCA7258}" destId="{1DFBD198-8F51-40A9-BAAC-A78EDEE95A42}" srcOrd="1" destOrd="0" presId="urn:microsoft.com/office/officeart/2005/8/layout/orgChart1"/>
    <dgm:cxn modelId="{10DB2074-17F7-4876-B677-D891D3CD067C}" type="presParOf" srcId="{1DFBD198-8F51-40A9-BAAC-A78EDEE95A42}" destId="{C0E15524-7452-4AD4-A280-FA7E79C94D85}" srcOrd="0" destOrd="0" presId="urn:microsoft.com/office/officeart/2005/8/layout/orgChart1"/>
    <dgm:cxn modelId="{099C10A6-5656-4585-8A5E-C81750E346D1}" type="presParOf" srcId="{1DFBD198-8F51-40A9-BAAC-A78EDEE95A42}" destId="{098F9539-85C7-42C8-A115-AE04C8B51946}" srcOrd="1" destOrd="0" presId="urn:microsoft.com/office/officeart/2005/8/layout/orgChart1"/>
    <dgm:cxn modelId="{FCF532A2-5339-40EE-9E1C-8D8183E94380}" type="presParOf" srcId="{098F9539-85C7-42C8-A115-AE04C8B51946}" destId="{3CCE6133-FA69-4FA6-AE34-71D9F61E4E3B}" srcOrd="0" destOrd="0" presId="urn:microsoft.com/office/officeart/2005/8/layout/orgChart1"/>
    <dgm:cxn modelId="{70C7EF9F-D572-4C34-ABDE-A23489B7AB52}" type="presParOf" srcId="{3CCE6133-FA69-4FA6-AE34-71D9F61E4E3B}" destId="{10101BC0-2A74-4BD8-A174-C3E0226207CA}" srcOrd="0" destOrd="0" presId="urn:microsoft.com/office/officeart/2005/8/layout/orgChart1"/>
    <dgm:cxn modelId="{3561120A-2125-454F-94DD-2E3331E625CA}" type="presParOf" srcId="{3CCE6133-FA69-4FA6-AE34-71D9F61E4E3B}" destId="{8CAC416D-C285-4A3E-B340-3B6BC789163C}" srcOrd="1" destOrd="0" presId="urn:microsoft.com/office/officeart/2005/8/layout/orgChart1"/>
    <dgm:cxn modelId="{7D3AE140-B4C9-4FAE-80E0-7FAE5129FE88}" type="presParOf" srcId="{098F9539-85C7-42C8-A115-AE04C8B51946}" destId="{C98022B1-4BC5-4C2C-A10A-D9423B84A55C}" srcOrd="1" destOrd="0" presId="urn:microsoft.com/office/officeart/2005/8/layout/orgChart1"/>
    <dgm:cxn modelId="{50DDF1DD-62F4-4ED5-B890-70EF2DB472C3}" type="presParOf" srcId="{098F9539-85C7-42C8-A115-AE04C8B51946}" destId="{260DD3CC-9AB1-4C1D-BB8B-2ED0A5F01556}" srcOrd="2" destOrd="0" presId="urn:microsoft.com/office/officeart/2005/8/layout/orgChart1"/>
    <dgm:cxn modelId="{A67C5DED-7C2E-4274-BA4D-DDF51B832081}" type="presParOf" srcId="{1DFBD198-8F51-40A9-BAAC-A78EDEE95A42}" destId="{23853B7A-ABE0-4FD6-AEF3-2AC5973E3DF7}" srcOrd="2" destOrd="0" presId="urn:microsoft.com/office/officeart/2005/8/layout/orgChart1"/>
    <dgm:cxn modelId="{5A5C9979-8ACE-453A-B5C1-AD05D0BAC2D7}" type="presParOf" srcId="{1DFBD198-8F51-40A9-BAAC-A78EDEE95A42}" destId="{AE497AB1-6429-4782-AEAE-582D73D44597}" srcOrd="3" destOrd="0" presId="urn:microsoft.com/office/officeart/2005/8/layout/orgChart1"/>
    <dgm:cxn modelId="{781DA559-6888-4A10-A825-17EDB49B68F0}" type="presParOf" srcId="{AE497AB1-6429-4782-AEAE-582D73D44597}" destId="{47C9894B-EB53-4F29-80E2-C2D06AF49A7E}" srcOrd="0" destOrd="0" presId="urn:microsoft.com/office/officeart/2005/8/layout/orgChart1"/>
    <dgm:cxn modelId="{BF53AA2D-4B5B-4C91-8B44-B0C53B0F4F70}" type="presParOf" srcId="{47C9894B-EB53-4F29-80E2-C2D06AF49A7E}" destId="{5F70E9BF-35A6-43BD-A4F2-16645784828B}" srcOrd="0" destOrd="0" presId="urn:microsoft.com/office/officeart/2005/8/layout/orgChart1"/>
    <dgm:cxn modelId="{5923F3FD-10EB-4000-9B7A-071979A904F4}" type="presParOf" srcId="{47C9894B-EB53-4F29-80E2-C2D06AF49A7E}" destId="{5F5E324A-988C-4C83-92DC-602EDA61FCD7}" srcOrd="1" destOrd="0" presId="urn:microsoft.com/office/officeart/2005/8/layout/orgChart1"/>
    <dgm:cxn modelId="{AFCEC022-11DD-4156-9BBB-808FC072BFD4}" type="presParOf" srcId="{AE497AB1-6429-4782-AEAE-582D73D44597}" destId="{998531D0-A5F2-4B49-8C37-12B650DD8F92}" srcOrd="1" destOrd="0" presId="urn:microsoft.com/office/officeart/2005/8/layout/orgChart1"/>
    <dgm:cxn modelId="{A9462172-3957-40DB-B970-0D6362BB3C9D}" type="presParOf" srcId="{AE497AB1-6429-4782-AEAE-582D73D44597}" destId="{6F78D729-1889-447F-9E37-688BCE541C2E}" srcOrd="2" destOrd="0" presId="urn:microsoft.com/office/officeart/2005/8/layout/orgChart1"/>
    <dgm:cxn modelId="{1A1B2F0A-A3AB-4319-8C07-9C154B2188A0}" type="presParOf" srcId="{1DFBD198-8F51-40A9-BAAC-A78EDEE95A42}" destId="{63F065B1-8266-414E-A9E6-D20BBD4A285D}" srcOrd="4" destOrd="0" presId="urn:microsoft.com/office/officeart/2005/8/layout/orgChart1"/>
    <dgm:cxn modelId="{FB08E459-F8F2-4DEB-9099-737A8895CF7E}" type="presParOf" srcId="{1DFBD198-8F51-40A9-BAAC-A78EDEE95A42}" destId="{A96A10C4-7AED-48DD-B08C-AE1A8A261624}" srcOrd="5" destOrd="0" presId="urn:microsoft.com/office/officeart/2005/8/layout/orgChart1"/>
    <dgm:cxn modelId="{51F03407-6F19-47BF-8944-42EF738FEA3F}" type="presParOf" srcId="{A96A10C4-7AED-48DD-B08C-AE1A8A261624}" destId="{9E18DA2C-B56E-4A67-B24A-F883E2C6F3DF}" srcOrd="0" destOrd="0" presId="urn:microsoft.com/office/officeart/2005/8/layout/orgChart1"/>
    <dgm:cxn modelId="{C4E02CF6-9B94-481B-99E5-9B9BEC5B02CD}" type="presParOf" srcId="{9E18DA2C-B56E-4A67-B24A-F883E2C6F3DF}" destId="{74B072C5-B695-49B9-B33E-06826BE94EC6}" srcOrd="0" destOrd="0" presId="urn:microsoft.com/office/officeart/2005/8/layout/orgChart1"/>
    <dgm:cxn modelId="{8A8F9E70-F2BC-42B9-817D-72EC58F8CC4D}" type="presParOf" srcId="{9E18DA2C-B56E-4A67-B24A-F883E2C6F3DF}" destId="{19FED68B-1D67-472E-B95C-C5F6DDDEA3EB}" srcOrd="1" destOrd="0" presId="urn:microsoft.com/office/officeart/2005/8/layout/orgChart1"/>
    <dgm:cxn modelId="{F91EA83D-7ACB-4010-AEFF-558D84845143}" type="presParOf" srcId="{A96A10C4-7AED-48DD-B08C-AE1A8A261624}" destId="{ED647CB0-6521-49EB-9A11-449A17BE71B4}" srcOrd="1" destOrd="0" presId="urn:microsoft.com/office/officeart/2005/8/layout/orgChart1"/>
    <dgm:cxn modelId="{8ED4A520-107D-40FE-ADDB-57B17927E5BB}" type="presParOf" srcId="{A96A10C4-7AED-48DD-B08C-AE1A8A261624}" destId="{B4315F35-AED2-4916-8B98-A676361735AB}" srcOrd="2" destOrd="0" presId="urn:microsoft.com/office/officeart/2005/8/layout/orgChart1"/>
    <dgm:cxn modelId="{E35FDA6B-DBEB-4878-AF07-B59AC0D82B6A}" type="presParOf" srcId="{1DFBD198-8F51-40A9-BAAC-A78EDEE95A42}" destId="{20D927D2-9981-44B0-B46E-407FD0D6F80E}" srcOrd="6" destOrd="0" presId="urn:microsoft.com/office/officeart/2005/8/layout/orgChart1"/>
    <dgm:cxn modelId="{A838DBB3-12F2-47C6-8873-339864027002}" type="presParOf" srcId="{1DFBD198-8F51-40A9-BAAC-A78EDEE95A42}" destId="{C6A33FE7-3819-4951-B4E4-FE5EA2530E35}" srcOrd="7" destOrd="0" presId="urn:microsoft.com/office/officeart/2005/8/layout/orgChart1"/>
    <dgm:cxn modelId="{A680726D-9BD9-4072-9228-1B2E0580D537}" type="presParOf" srcId="{C6A33FE7-3819-4951-B4E4-FE5EA2530E35}" destId="{0F84335B-B1AF-476F-99F8-514A5346EB2D}" srcOrd="0" destOrd="0" presId="urn:microsoft.com/office/officeart/2005/8/layout/orgChart1"/>
    <dgm:cxn modelId="{DE3939CF-209A-4290-81EC-4405F30BABFB}" type="presParOf" srcId="{0F84335B-B1AF-476F-99F8-514A5346EB2D}" destId="{6615BA73-D3C4-42F4-BB3C-A3CE2C76F6ED}" srcOrd="0" destOrd="0" presId="urn:microsoft.com/office/officeart/2005/8/layout/orgChart1"/>
    <dgm:cxn modelId="{7DF424F1-503A-46DD-9B81-9EA60A5F1B2E}" type="presParOf" srcId="{0F84335B-B1AF-476F-99F8-514A5346EB2D}" destId="{2B89069F-1A20-48B9-B637-D2E94EA177E3}" srcOrd="1" destOrd="0" presId="urn:microsoft.com/office/officeart/2005/8/layout/orgChart1"/>
    <dgm:cxn modelId="{A2B20174-7D8B-4844-8530-9AEA6DF7721D}" type="presParOf" srcId="{C6A33FE7-3819-4951-B4E4-FE5EA2530E35}" destId="{B8C3E0D6-4DB0-447C-9F03-F6A13F6D68FD}" srcOrd="1" destOrd="0" presId="urn:microsoft.com/office/officeart/2005/8/layout/orgChart1"/>
    <dgm:cxn modelId="{F0A1231A-D763-4687-A1BC-12FE320E9875}" type="presParOf" srcId="{C6A33FE7-3819-4951-B4E4-FE5EA2530E35}" destId="{9CFD8A26-6275-4E8A-AB34-4C86220FF35D}" srcOrd="2" destOrd="0" presId="urn:microsoft.com/office/officeart/2005/8/layout/orgChart1"/>
    <dgm:cxn modelId="{3AE7F031-1D5E-4CF0-AB32-639DE861D54A}" type="presParOf" srcId="{94F88321-8BC7-41DD-A4E2-80685DCA7258}" destId="{6E7013D1-463E-4AB0-94CE-A9C76C27D3B1}" srcOrd="2" destOrd="0" presId="urn:microsoft.com/office/officeart/2005/8/layout/orgChart1"/>
    <dgm:cxn modelId="{E95AE32B-AB1E-4C38-9011-B5D21439C20D}" type="presParOf" srcId="{85373D69-46BC-4590-981D-71E7030BC589}" destId="{814D46CF-A3F1-4A00-8443-C5E7716207BC}" srcOrd="6" destOrd="0" presId="urn:microsoft.com/office/officeart/2005/8/layout/orgChart1"/>
    <dgm:cxn modelId="{842E14F5-5B02-4E8E-9A76-3A4D877B229B}" type="presParOf" srcId="{85373D69-46BC-4590-981D-71E7030BC589}" destId="{2A4ED76D-2860-42AB-A1C9-71C5D62C426C}" srcOrd="7" destOrd="0" presId="urn:microsoft.com/office/officeart/2005/8/layout/orgChart1"/>
    <dgm:cxn modelId="{53DA0311-B6A2-49CD-944A-F890BDECE120}" type="presParOf" srcId="{2A4ED76D-2860-42AB-A1C9-71C5D62C426C}" destId="{F8154EC6-23B6-47B5-A90B-FD15F738314E}" srcOrd="0" destOrd="0" presId="urn:microsoft.com/office/officeart/2005/8/layout/orgChart1"/>
    <dgm:cxn modelId="{DCFD6A3E-E877-4319-B96A-8198ED2544F8}" type="presParOf" srcId="{F8154EC6-23B6-47B5-A90B-FD15F738314E}" destId="{A533B2E3-71CF-4EAA-8647-13AEED3EA458}" srcOrd="0" destOrd="0" presId="urn:microsoft.com/office/officeart/2005/8/layout/orgChart1"/>
    <dgm:cxn modelId="{34997C8E-6038-4DC5-B6AF-3320166BBC63}" type="presParOf" srcId="{F8154EC6-23B6-47B5-A90B-FD15F738314E}" destId="{728C4B8C-9593-4FFA-8EA2-C9197063C50F}" srcOrd="1" destOrd="0" presId="urn:microsoft.com/office/officeart/2005/8/layout/orgChart1"/>
    <dgm:cxn modelId="{E4671291-2BC3-4B0D-8CAD-D8AF6D83C8CD}" type="presParOf" srcId="{2A4ED76D-2860-42AB-A1C9-71C5D62C426C}" destId="{A1C7F84C-61D4-43EA-AFF4-CC27557952B0}" srcOrd="1" destOrd="0" presId="urn:microsoft.com/office/officeart/2005/8/layout/orgChart1"/>
    <dgm:cxn modelId="{6AF96280-156D-4576-8AE4-F33047CAC26D}" type="presParOf" srcId="{A1C7F84C-61D4-43EA-AFF4-CC27557952B0}" destId="{EC00AE96-6591-434C-B7F7-177B622A6927}" srcOrd="0" destOrd="0" presId="urn:microsoft.com/office/officeart/2005/8/layout/orgChart1"/>
    <dgm:cxn modelId="{D417A232-F918-417E-BBFB-84E2281B3D7C}" type="presParOf" srcId="{A1C7F84C-61D4-43EA-AFF4-CC27557952B0}" destId="{F5BBECFE-B203-454C-B260-9816269AB4FF}" srcOrd="1" destOrd="0" presId="urn:microsoft.com/office/officeart/2005/8/layout/orgChart1"/>
    <dgm:cxn modelId="{7D6FCB09-DA20-4154-A89A-522FAE07AC82}" type="presParOf" srcId="{F5BBECFE-B203-454C-B260-9816269AB4FF}" destId="{82B34E26-5A0B-46AE-80D2-002CBA7DF233}" srcOrd="0" destOrd="0" presId="urn:microsoft.com/office/officeart/2005/8/layout/orgChart1"/>
    <dgm:cxn modelId="{053F849E-1C97-4E8F-94EB-A5D51F0F63D4}" type="presParOf" srcId="{82B34E26-5A0B-46AE-80D2-002CBA7DF233}" destId="{694F9D73-BA11-47CE-AE01-F31181BD27E0}" srcOrd="0" destOrd="0" presId="urn:microsoft.com/office/officeart/2005/8/layout/orgChart1"/>
    <dgm:cxn modelId="{AB905342-F29B-40FB-8EBB-3BFAC0B70588}" type="presParOf" srcId="{82B34E26-5A0B-46AE-80D2-002CBA7DF233}" destId="{478F79F5-88AD-4224-931F-406B3433CB70}" srcOrd="1" destOrd="0" presId="urn:microsoft.com/office/officeart/2005/8/layout/orgChart1"/>
    <dgm:cxn modelId="{223FB9AB-0542-4BA9-956B-E2F4C3763C16}" type="presParOf" srcId="{F5BBECFE-B203-454C-B260-9816269AB4FF}" destId="{FA630CF3-DE53-4EC5-86D6-73E3A96FA355}" srcOrd="1" destOrd="0" presId="urn:microsoft.com/office/officeart/2005/8/layout/orgChart1"/>
    <dgm:cxn modelId="{BCA7CC46-F862-4A94-B075-7AE0C3562ACE}" type="presParOf" srcId="{F5BBECFE-B203-454C-B260-9816269AB4FF}" destId="{2066CBC2-DE1E-4194-BE60-C262C1474BA3}" srcOrd="2" destOrd="0" presId="urn:microsoft.com/office/officeart/2005/8/layout/orgChart1"/>
    <dgm:cxn modelId="{CBD8F213-B18F-44CE-B495-C056DE79D3E2}" type="presParOf" srcId="{A1C7F84C-61D4-43EA-AFF4-CC27557952B0}" destId="{ACCECB4C-A196-452E-AE06-A7DFD4815F1F}" srcOrd="2" destOrd="0" presId="urn:microsoft.com/office/officeart/2005/8/layout/orgChart1"/>
    <dgm:cxn modelId="{6DC45A56-1D05-4009-B887-781AD9FDED6E}" type="presParOf" srcId="{A1C7F84C-61D4-43EA-AFF4-CC27557952B0}" destId="{B97EEB3F-0A2A-4ACE-9B7C-75E882A76916}" srcOrd="3" destOrd="0" presId="urn:microsoft.com/office/officeart/2005/8/layout/orgChart1"/>
    <dgm:cxn modelId="{65922CE1-6F97-4EB8-B6F8-F6952C738A11}" type="presParOf" srcId="{B97EEB3F-0A2A-4ACE-9B7C-75E882A76916}" destId="{77771A46-9263-49D5-8281-C2ADE45C6D15}" srcOrd="0" destOrd="0" presId="urn:microsoft.com/office/officeart/2005/8/layout/orgChart1"/>
    <dgm:cxn modelId="{6821CD09-8075-441E-942B-06DD972FAFDC}" type="presParOf" srcId="{77771A46-9263-49D5-8281-C2ADE45C6D15}" destId="{D50D6EA3-6A5C-4228-BFE6-EE1560BFE309}" srcOrd="0" destOrd="0" presId="urn:microsoft.com/office/officeart/2005/8/layout/orgChart1"/>
    <dgm:cxn modelId="{1CC271F9-0C5D-4B71-837B-24C8D63D0C40}" type="presParOf" srcId="{77771A46-9263-49D5-8281-C2ADE45C6D15}" destId="{9C4B4464-8D57-400F-B6B2-2D1A3043B7A9}" srcOrd="1" destOrd="0" presId="urn:microsoft.com/office/officeart/2005/8/layout/orgChart1"/>
    <dgm:cxn modelId="{1507F526-42BD-434A-9D3E-1C4BCFCFFA77}" type="presParOf" srcId="{B97EEB3F-0A2A-4ACE-9B7C-75E882A76916}" destId="{72ADB396-663E-424C-884D-F3FFE3B5A72B}" srcOrd="1" destOrd="0" presId="urn:microsoft.com/office/officeart/2005/8/layout/orgChart1"/>
    <dgm:cxn modelId="{7B6A4D00-D046-4824-B409-F9606A85DEE5}" type="presParOf" srcId="{B97EEB3F-0A2A-4ACE-9B7C-75E882A76916}" destId="{99BEDC6D-A76D-4C70-B84A-776B79C98351}" srcOrd="2" destOrd="0" presId="urn:microsoft.com/office/officeart/2005/8/layout/orgChart1"/>
    <dgm:cxn modelId="{DB1E6173-5B83-42B9-A6B1-B14EF7FDB027}" type="presParOf" srcId="{A1C7F84C-61D4-43EA-AFF4-CC27557952B0}" destId="{605CB21E-685F-4B08-8717-F8B9AB81DAF4}" srcOrd="4" destOrd="0" presId="urn:microsoft.com/office/officeart/2005/8/layout/orgChart1"/>
    <dgm:cxn modelId="{358BD929-3105-4029-83A8-4EAA67882595}" type="presParOf" srcId="{A1C7F84C-61D4-43EA-AFF4-CC27557952B0}" destId="{5C441F43-B998-4262-9DB7-A78CD63BB021}" srcOrd="5" destOrd="0" presId="urn:microsoft.com/office/officeart/2005/8/layout/orgChart1"/>
    <dgm:cxn modelId="{33E11B23-E422-4395-97B4-3CBD31832EA1}" type="presParOf" srcId="{5C441F43-B998-4262-9DB7-A78CD63BB021}" destId="{BE4ACC17-7F6F-4D54-8EE3-7B271C12F956}" srcOrd="0" destOrd="0" presId="urn:microsoft.com/office/officeart/2005/8/layout/orgChart1"/>
    <dgm:cxn modelId="{57C7BC2D-B9FF-4A8F-8580-F8D072FADDC1}" type="presParOf" srcId="{BE4ACC17-7F6F-4D54-8EE3-7B271C12F956}" destId="{D773B46E-090D-4EBE-B5DE-B38555C171FB}" srcOrd="0" destOrd="0" presId="urn:microsoft.com/office/officeart/2005/8/layout/orgChart1"/>
    <dgm:cxn modelId="{8DDBB250-1776-4434-BC67-84EDADF3982D}" type="presParOf" srcId="{BE4ACC17-7F6F-4D54-8EE3-7B271C12F956}" destId="{234AA66A-91E7-430B-9377-F42EC273BF72}" srcOrd="1" destOrd="0" presId="urn:microsoft.com/office/officeart/2005/8/layout/orgChart1"/>
    <dgm:cxn modelId="{28297DCE-3832-45F0-9C71-E72CEE984254}" type="presParOf" srcId="{5C441F43-B998-4262-9DB7-A78CD63BB021}" destId="{BDBA9B11-9AED-47DA-A5F7-7D33034519B4}" srcOrd="1" destOrd="0" presId="urn:microsoft.com/office/officeart/2005/8/layout/orgChart1"/>
    <dgm:cxn modelId="{BBB83AB3-12E8-4891-82B0-0B84578E7CC4}" type="presParOf" srcId="{5C441F43-B998-4262-9DB7-A78CD63BB021}" destId="{D304A2A6-2546-4DC3-B72C-F2254F8444DE}" srcOrd="2" destOrd="0" presId="urn:microsoft.com/office/officeart/2005/8/layout/orgChart1"/>
    <dgm:cxn modelId="{2B2084BF-53A8-4A4F-87E0-5895BDEE8EA6}" type="presParOf" srcId="{A1C7F84C-61D4-43EA-AFF4-CC27557952B0}" destId="{899B3A4F-E286-40A1-8C2E-7E4CB66E82E9}" srcOrd="6" destOrd="0" presId="urn:microsoft.com/office/officeart/2005/8/layout/orgChart1"/>
    <dgm:cxn modelId="{2A728C64-CFA0-4DCA-A240-A9399D49362A}" type="presParOf" srcId="{A1C7F84C-61D4-43EA-AFF4-CC27557952B0}" destId="{E519B01A-DAEE-463B-911F-061EDFA901A3}" srcOrd="7" destOrd="0" presId="urn:microsoft.com/office/officeart/2005/8/layout/orgChart1"/>
    <dgm:cxn modelId="{5C39263C-A951-48CB-AE78-E4A589A27332}" type="presParOf" srcId="{E519B01A-DAEE-463B-911F-061EDFA901A3}" destId="{0888B169-E70B-4A64-9040-821AEB9B1C17}" srcOrd="0" destOrd="0" presId="urn:microsoft.com/office/officeart/2005/8/layout/orgChart1"/>
    <dgm:cxn modelId="{7F086203-A6BF-464A-8136-5AF9AC736489}" type="presParOf" srcId="{0888B169-E70B-4A64-9040-821AEB9B1C17}" destId="{8501EB6B-9D48-497C-9AE1-8792DD9F2FD6}" srcOrd="0" destOrd="0" presId="urn:microsoft.com/office/officeart/2005/8/layout/orgChart1"/>
    <dgm:cxn modelId="{E07B2524-FB7C-4027-9249-8576E19CB914}" type="presParOf" srcId="{0888B169-E70B-4A64-9040-821AEB9B1C17}" destId="{12735B6E-9CFA-4624-9A31-BDE7BBF304A6}" srcOrd="1" destOrd="0" presId="urn:microsoft.com/office/officeart/2005/8/layout/orgChart1"/>
    <dgm:cxn modelId="{4E84FCBC-5B54-4A0E-96B2-1DF2DB762FB7}" type="presParOf" srcId="{E519B01A-DAEE-463B-911F-061EDFA901A3}" destId="{FCBC23C3-23E7-4A27-B877-EF3E9D4CFF57}" srcOrd="1" destOrd="0" presId="urn:microsoft.com/office/officeart/2005/8/layout/orgChart1"/>
    <dgm:cxn modelId="{39A618DC-82BF-449C-9F6A-9E35646BCA07}" type="presParOf" srcId="{E519B01A-DAEE-463B-911F-061EDFA901A3}" destId="{D9092C49-5BF5-4516-A3A0-8A0C011B09B1}" srcOrd="2" destOrd="0" presId="urn:microsoft.com/office/officeart/2005/8/layout/orgChart1"/>
    <dgm:cxn modelId="{2A15DE87-CDE0-46FC-BDD5-860F9AA6C829}" type="presParOf" srcId="{2A4ED76D-2860-42AB-A1C9-71C5D62C426C}" destId="{1F0FB2A2-07A0-4972-B1C3-57E8D4590775}" srcOrd="2" destOrd="0" presId="urn:microsoft.com/office/officeart/2005/8/layout/orgChart1"/>
    <dgm:cxn modelId="{2043B2D8-5D9C-4BDE-A692-F902613F6939}" type="presParOf" srcId="{85373D69-46BC-4590-981D-71E7030BC589}" destId="{5F2BF472-985C-4E89-A0A5-BAE73673C4F8}" srcOrd="8" destOrd="0" presId="urn:microsoft.com/office/officeart/2005/8/layout/orgChart1"/>
    <dgm:cxn modelId="{1B156662-BDF2-4E82-8948-F68E731ED24A}" type="presParOf" srcId="{85373D69-46BC-4590-981D-71E7030BC589}" destId="{7B8084DF-4279-4E74-828D-55E739142DC9}" srcOrd="9" destOrd="0" presId="urn:microsoft.com/office/officeart/2005/8/layout/orgChart1"/>
    <dgm:cxn modelId="{35AFFEF4-3292-42FC-AA92-D568E50AF32B}" type="presParOf" srcId="{7B8084DF-4279-4E74-828D-55E739142DC9}" destId="{FDEAFEF5-F9B7-467A-B332-BD79AF907E9D}" srcOrd="0" destOrd="0" presId="urn:microsoft.com/office/officeart/2005/8/layout/orgChart1"/>
    <dgm:cxn modelId="{C85BDC1E-0C9C-472D-B429-10157EF6C169}" type="presParOf" srcId="{FDEAFEF5-F9B7-467A-B332-BD79AF907E9D}" destId="{E7DEAC3F-C125-42B1-B11A-F072552D0B15}" srcOrd="0" destOrd="0" presId="urn:microsoft.com/office/officeart/2005/8/layout/orgChart1"/>
    <dgm:cxn modelId="{D923B254-804A-4AB8-91D3-B9FD53E04FB0}" type="presParOf" srcId="{FDEAFEF5-F9B7-467A-B332-BD79AF907E9D}" destId="{D90A2428-055D-4D6E-8AC5-F20CD0B13C04}" srcOrd="1" destOrd="0" presId="urn:microsoft.com/office/officeart/2005/8/layout/orgChart1"/>
    <dgm:cxn modelId="{C59A4CC9-5791-4766-812E-4BEB81F5C3E5}" type="presParOf" srcId="{7B8084DF-4279-4E74-828D-55E739142DC9}" destId="{DE9F3E5E-9134-4C2F-8940-7507AE7EF500}" srcOrd="1" destOrd="0" presId="urn:microsoft.com/office/officeart/2005/8/layout/orgChart1"/>
    <dgm:cxn modelId="{AC7CBE2A-3142-4AB3-8D3B-09AA27DF4B98}" type="presParOf" srcId="{7B8084DF-4279-4E74-828D-55E739142DC9}" destId="{2AD47B8F-15B6-498D-BDA7-76B96F75E61A}" srcOrd="2" destOrd="0" presId="urn:microsoft.com/office/officeart/2005/8/layout/orgChart1"/>
    <dgm:cxn modelId="{06686CBC-F04D-49C6-AE69-E3862C2F2F62}" type="presParOf" srcId="{85373D69-46BC-4590-981D-71E7030BC589}" destId="{C89DBF27-E74B-40F2-B024-56CC97D0028B}" srcOrd="10" destOrd="0" presId="urn:microsoft.com/office/officeart/2005/8/layout/orgChart1"/>
    <dgm:cxn modelId="{8CDC69EF-776D-4D2A-A56C-89FEC236A205}" type="presParOf" srcId="{85373D69-46BC-4590-981D-71E7030BC589}" destId="{BBBC4317-BD61-4AEE-9E88-511EA85255EF}" srcOrd="11" destOrd="0" presId="urn:microsoft.com/office/officeart/2005/8/layout/orgChart1"/>
    <dgm:cxn modelId="{E7413BF1-B163-4BED-B199-B629EA168FC8}" type="presParOf" srcId="{BBBC4317-BD61-4AEE-9E88-511EA85255EF}" destId="{CD856FFD-BD4F-41BC-9990-7E19111D99BF}" srcOrd="0" destOrd="0" presId="urn:microsoft.com/office/officeart/2005/8/layout/orgChart1"/>
    <dgm:cxn modelId="{284B7217-0CE6-41E4-B227-9B444E99C65A}" type="presParOf" srcId="{CD856FFD-BD4F-41BC-9990-7E19111D99BF}" destId="{49357D4F-4597-4C57-BA8D-C1CEB021C56E}" srcOrd="0" destOrd="0" presId="urn:microsoft.com/office/officeart/2005/8/layout/orgChart1"/>
    <dgm:cxn modelId="{D968867E-F998-4904-B666-25133FEB3BC3}" type="presParOf" srcId="{CD856FFD-BD4F-41BC-9990-7E19111D99BF}" destId="{DB5A4A38-0D5A-4EE4-9E99-4D63190A63B6}" srcOrd="1" destOrd="0" presId="urn:microsoft.com/office/officeart/2005/8/layout/orgChart1"/>
    <dgm:cxn modelId="{2F38BEFE-D6F7-4BF2-A36A-869B3279BB24}" type="presParOf" srcId="{BBBC4317-BD61-4AEE-9E88-511EA85255EF}" destId="{D91AFEC2-FDF1-406E-A233-D8F51351F3EF}" srcOrd="1" destOrd="0" presId="urn:microsoft.com/office/officeart/2005/8/layout/orgChart1"/>
    <dgm:cxn modelId="{037178C5-FEB2-4204-8308-24FE91024070}" type="presParOf" srcId="{BBBC4317-BD61-4AEE-9E88-511EA85255EF}" destId="{F4E0C809-1D0C-47AC-8E70-97D6994E5566}" srcOrd="2" destOrd="0" presId="urn:microsoft.com/office/officeart/2005/8/layout/orgChart1"/>
    <dgm:cxn modelId="{19E5EC3D-C2A0-4AA6-A81B-04DB28648299}" type="presParOf" srcId="{85373D69-46BC-4590-981D-71E7030BC589}" destId="{A42AAA3C-99CF-4D36-903A-6762FCC970F9}" srcOrd="12" destOrd="0" presId="urn:microsoft.com/office/officeart/2005/8/layout/orgChart1"/>
    <dgm:cxn modelId="{44E3FD61-9A09-41AC-90DF-1B46CAFF1366}" type="presParOf" srcId="{85373D69-46BC-4590-981D-71E7030BC589}" destId="{134FDF50-C927-4162-A56D-D8380895E37E}" srcOrd="13" destOrd="0" presId="urn:microsoft.com/office/officeart/2005/8/layout/orgChart1"/>
    <dgm:cxn modelId="{69048456-6AA3-4791-B856-787D07FC5338}" type="presParOf" srcId="{134FDF50-C927-4162-A56D-D8380895E37E}" destId="{ED8BE3D9-D5F3-4159-98A0-1B36B6880809}" srcOrd="0" destOrd="0" presId="urn:microsoft.com/office/officeart/2005/8/layout/orgChart1"/>
    <dgm:cxn modelId="{370E8E46-FDE6-465E-9015-E1287B8C3DF3}" type="presParOf" srcId="{ED8BE3D9-D5F3-4159-98A0-1B36B6880809}" destId="{BF37F945-F775-419F-AC62-4293D1BA8F08}" srcOrd="0" destOrd="0" presId="urn:microsoft.com/office/officeart/2005/8/layout/orgChart1"/>
    <dgm:cxn modelId="{079A9000-D28F-43D3-B776-CE5CBB1B62D0}" type="presParOf" srcId="{ED8BE3D9-D5F3-4159-98A0-1B36B6880809}" destId="{DDEBA87F-180B-41B4-B3E7-A1A3FA7CD044}" srcOrd="1" destOrd="0" presId="urn:microsoft.com/office/officeart/2005/8/layout/orgChart1"/>
    <dgm:cxn modelId="{13EBF418-8D69-4C9B-8777-8B78640F21C1}" type="presParOf" srcId="{134FDF50-C927-4162-A56D-D8380895E37E}" destId="{1F7EFFAD-6F0E-4618-B7A3-E48EE9F103F7}" srcOrd="1" destOrd="0" presId="urn:microsoft.com/office/officeart/2005/8/layout/orgChart1"/>
    <dgm:cxn modelId="{64E7C7BC-9AC0-460A-BEB7-514B2AF016A0}" type="presParOf" srcId="{1F7EFFAD-6F0E-4618-B7A3-E48EE9F103F7}" destId="{E624FE16-5DD6-4909-BDD2-412D92964694}" srcOrd="0" destOrd="0" presId="urn:microsoft.com/office/officeart/2005/8/layout/orgChart1"/>
    <dgm:cxn modelId="{743F98A1-DCC7-477A-9E18-EB5F33C3CE36}" type="presParOf" srcId="{1F7EFFAD-6F0E-4618-B7A3-E48EE9F103F7}" destId="{BBA7FF21-F0CC-4EFF-8755-1DB06332405B}" srcOrd="1" destOrd="0" presId="urn:microsoft.com/office/officeart/2005/8/layout/orgChart1"/>
    <dgm:cxn modelId="{7210FC1A-17AE-46FE-B820-AD59AF72DAD8}" type="presParOf" srcId="{BBA7FF21-F0CC-4EFF-8755-1DB06332405B}" destId="{29F62F24-9FC4-4591-BDD9-39F362809038}" srcOrd="0" destOrd="0" presId="urn:microsoft.com/office/officeart/2005/8/layout/orgChart1"/>
    <dgm:cxn modelId="{1BA4BAE9-E278-4EBA-B580-E7AD687D0AF6}" type="presParOf" srcId="{29F62F24-9FC4-4591-BDD9-39F362809038}" destId="{EE84F228-CC79-4740-A1C6-F7FD95525431}" srcOrd="0" destOrd="0" presId="urn:microsoft.com/office/officeart/2005/8/layout/orgChart1"/>
    <dgm:cxn modelId="{7672A891-E85E-483B-82F8-0970C635F2A3}" type="presParOf" srcId="{29F62F24-9FC4-4591-BDD9-39F362809038}" destId="{AD8094EC-C60C-4B3B-A37D-0C87393ACF47}" srcOrd="1" destOrd="0" presId="urn:microsoft.com/office/officeart/2005/8/layout/orgChart1"/>
    <dgm:cxn modelId="{4E0784A2-6A5F-4B7F-BBE7-A35BAE6E1E2E}" type="presParOf" srcId="{BBA7FF21-F0CC-4EFF-8755-1DB06332405B}" destId="{DE7352CC-8549-483B-B4B8-5D0F8BDF0EB9}" srcOrd="1" destOrd="0" presId="urn:microsoft.com/office/officeart/2005/8/layout/orgChart1"/>
    <dgm:cxn modelId="{1CDA69FD-AB92-40EE-9022-DFE2B5F2F9D9}" type="presParOf" srcId="{BBA7FF21-F0CC-4EFF-8755-1DB06332405B}" destId="{197A5F0C-BA8D-42DA-A8AE-547F881A31E4}" srcOrd="2" destOrd="0" presId="urn:microsoft.com/office/officeart/2005/8/layout/orgChart1"/>
    <dgm:cxn modelId="{87244675-25E1-4C1C-8BEA-7AAC0F7D96D0}" type="presParOf" srcId="{1F7EFFAD-6F0E-4618-B7A3-E48EE9F103F7}" destId="{CD993785-076F-4DA5-8891-A4179348A1EE}" srcOrd="2" destOrd="0" presId="urn:microsoft.com/office/officeart/2005/8/layout/orgChart1"/>
    <dgm:cxn modelId="{252C30D4-F660-46D0-A226-9BBBFCDE1D5D}" type="presParOf" srcId="{1F7EFFAD-6F0E-4618-B7A3-E48EE9F103F7}" destId="{6688D53B-A5CA-4BC4-B7C0-7ADB37FCC1C3}" srcOrd="3" destOrd="0" presId="urn:microsoft.com/office/officeart/2005/8/layout/orgChart1"/>
    <dgm:cxn modelId="{DEE86512-A702-4459-9B7E-282CE20AE2AB}" type="presParOf" srcId="{6688D53B-A5CA-4BC4-B7C0-7ADB37FCC1C3}" destId="{00BD24FA-5DDB-488D-B611-2DEB3984942B}" srcOrd="0" destOrd="0" presId="urn:microsoft.com/office/officeart/2005/8/layout/orgChart1"/>
    <dgm:cxn modelId="{D16876A8-FF01-4043-8826-7E45B72377CD}" type="presParOf" srcId="{00BD24FA-5DDB-488D-B611-2DEB3984942B}" destId="{F75D5787-F602-4287-BA56-2117988A7520}" srcOrd="0" destOrd="0" presId="urn:microsoft.com/office/officeart/2005/8/layout/orgChart1"/>
    <dgm:cxn modelId="{DE068586-A3B3-48D8-9FA7-BEFC68D1E5B4}" type="presParOf" srcId="{00BD24FA-5DDB-488D-B611-2DEB3984942B}" destId="{327068AB-B2F8-4C47-84E8-D34AB5DC76CA}" srcOrd="1" destOrd="0" presId="urn:microsoft.com/office/officeart/2005/8/layout/orgChart1"/>
    <dgm:cxn modelId="{DD738545-30F4-4FE2-990C-973217FBDCE8}" type="presParOf" srcId="{6688D53B-A5CA-4BC4-B7C0-7ADB37FCC1C3}" destId="{4942591D-66AF-4787-A9EB-CD2EE4CCF197}" srcOrd="1" destOrd="0" presId="urn:microsoft.com/office/officeart/2005/8/layout/orgChart1"/>
    <dgm:cxn modelId="{FB3A747C-F597-43D0-83E0-BEC97540DC11}" type="presParOf" srcId="{6688D53B-A5CA-4BC4-B7C0-7ADB37FCC1C3}" destId="{BB608AD7-8BE3-423F-AF9E-C343803C1F42}" srcOrd="2" destOrd="0" presId="urn:microsoft.com/office/officeart/2005/8/layout/orgChart1"/>
    <dgm:cxn modelId="{ED211CB9-9E0C-434A-9D52-498BB374AEDE}" type="presParOf" srcId="{1F7EFFAD-6F0E-4618-B7A3-E48EE9F103F7}" destId="{0145AEC6-2335-4DC3-98E3-502046A9A851}" srcOrd="4" destOrd="0" presId="urn:microsoft.com/office/officeart/2005/8/layout/orgChart1"/>
    <dgm:cxn modelId="{21D9B337-838B-4660-B3D7-AC54B66C9FC3}" type="presParOf" srcId="{1F7EFFAD-6F0E-4618-B7A3-E48EE9F103F7}" destId="{79DDAB80-6D4E-4EED-A17A-DF197436C77C}" srcOrd="5" destOrd="0" presId="urn:microsoft.com/office/officeart/2005/8/layout/orgChart1"/>
    <dgm:cxn modelId="{66948093-B633-40A9-98CC-2CEE282387AC}" type="presParOf" srcId="{79DDAB80-6D4E-4EED-A17A-DF197436C77C}" destId="{54524132-94F4-466B-95DA-34967965DD5D}" srcOrd="0" destOrd="0" presId="urn:microsoft.com/office/officeart/2005/8/layout/orgChart1"/>
    <dgm:cxn modelId="{BEDC2D52-4C15-4059-BC68-FD2FDB4C738A}" type="presParOf" srcId="{54524132-94F4-466B-95DA-34967965DD5D}" destId="{22FF7E12-397D-483A-B5A9-FFBE4A5EF60D}" srcOrd="0" destOrd="0" presId="urn:microsoft.com/office/officeart/2005/8/layout/orgChart1"/>
    <dgm:cxn modelId="{EB32E450-BE3A-46CD-9EC9-288251A494C2}" type="presParOf" srcId="{54524132-94F4-466B-95DA-34967965DD5D}" destId="{95E4876E-A563-43FE-AE91-C0FFB4C041CC}" srcOrd="1" destOrd="0" presId="urn:microsoft.com/office/officeart/2005/8/layout/orgChart1"/>
    <dgm:cxn modelId="{67D8C7DD-5BDD-4DDE-B234-F2903D2ED35C}" type="presParOf" srcId="{79DDAB80-6D4E-4EED-A17A-DF197436C77C}" destId="{6640DB13-4780-4EEC-8535-397E3AAAD896}" srcOrd="1" destOrd="0" presId="urn:microsoft.com/office/officeart/2005/8/layout/orgChart1"/>
    <dgm:cxn modelId="{D8F31F93-4036-4113-8ED9-190DE415FA1E}" type="presParOf" srcId="{79DDAB80-6D4E-4EED-A17A-DF197436C77C}" destId="{BEADA5DB-02E9-46E4-93FC-4235DD3DF71E}" srcOrd="2" destOrd="0" presId="urn:microsoft.com/office/officeart/2005/8/layout/orgChart1"/>
    <dgm:cxn modelId="{3628881A-51F2-4154-8757-8957BBDF027A}" type="presParOf" srcId="{134FDF50-C927-4162-A56D-D8380895E37E}" destId="{7D71F4C1-69F9-4AF0-80C2-E68B4BE67E9A}" srcOrd="2" destOrd="0" presId="urn:microsoft.com/office/officeart/2005/8/layout/orgChart1"/>
    <dgm:cxn modelId="{A3891A2D-1C70-437C-881D-224C9D274520}" type="presParOf" srcId="{48F1C806-ECD6-47BB-BF51-BA628630AE6E}" destId="{C1348267-024F-4A43-B086-BFE8ADEC270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5F0C23D-3739-4068-AE9A-8E746C1101ED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BF61A0C-4F25-439F-9DBE-E53EE2D44EC7}">
      <dgm:prSet custT="1"/>
      <dgm:spPr/>
      <dgm:t>
        <a:bodyPr/>
        <a:lstStyle/>
        <a:p>
          <a:pPr rtl="0"/>
          <a:r>
            <a:rPr lang="fr-FR" sz="1100" b="1" dirty="0"/>
            <a:t>Directrice financière</a:t>
          </a:r>
        </a:p>
        <a:p>
          <a:pPr rtl="0"/>
          <a:r>
            <a:rPr lang="fr-FR" sz="1100" dirty="0"/>
            <a:t> Sylvie LAINE</a:t>
          </a:r>
        </a:p>
      </dgm:t>
    </dgm:pt>
    <dgm:pt modelId="{B1C677A2-336F-4167-B2A8-D26DDEF9B273}" type="parTrans" cxnId="{264A0023-8E7D-4561-9471-B668C07F45F7}">
      <dgm:prSet/>
      <dgm:spPr/>
      <dgm:t>
        <a:bodyPr/>
        <a:lstStyle/>
        <a:p>
          <a:endParaRPr lang="fr-FR"/>
        </a:p>
      </dgm:t>
    </dgm:pt>
    <dgm:pt modelId="{3B2D350D-D403-45BB-9747-54769099E537}" type="sibTrans" cxnId="{264A0023-8E7D-4561-9471-B668C07F45F7}">
      <dgm:prSet/>
      <dgm:spPr/>
      <dgm:t>
        <a:bodyPr/>
        <a:lstStyle/>
        <a:p>
          <a:endParaRPr lang="fr-FR"/>
        </a:p>
      </dgm:t>
    </dgm:pt>
    <dgm:pt modelId="{A34627CC-703A-4729-B014-BECB87DC95D4}">
      <dgm:prSet custT="1"/>
      <dgm:spPr/>
      <dgm:t>
        <a:bodyPr/>
        <a:lstStyle/>
        <a:p>
          <a:pPr rtl="0"/>
          <a:r>
            <a:rPr lang="fr-FR" sz="1100" b="1" dirty="0"/>
            <a:t>Adjointe directrice financière</a:t>
          </a:r>
        </a:p>
        <a:p>
          <a:pPr rtl="0"/>
          <a:r>
            <a:rPr lang="fr-FR" sz="1100" dirty="0"/>
            <a:t>Amir DIA</a:t>
          </a:r>
        </a:p>
      </dgm:t>
    </dgm:pt>
    <dgm:pt modelId="{00CF3765-08C7-4432-BA69-8C37B6827995}" type="parTrans" cxnId="{4E6E2FBE-E169-4E05-AC00-5C70E7C22D8C}">
      <dgm:prSet/>
      <dgm:spPr/>
      <dgm:t>
        <a:bodyPr/>
        <a:lstStyle/>
        <a:p>
          <a:endParaRPr lang="fr-FR"/>
        </a:p>
      </dgm:t>
    </dgm:pt>
    <dgm:pt modelId="{7B7DDA94-09B7-4780-92B9-E5B28A9C96CD}" type="sibTrans" cxnId="{4E6E2FBE-E169-4E05-AC00-5C70E7C22D8C}">
      <dgm:prSet/>
      <dgm:spPr/>
      <dgm:t>
        <a:bodyPr/>
        <a:lstStyle/>
        <a:p>
          <a:endParaRPr lang="fr-FR"/>
        </a:p>
      </dgm:t>
    </dgm:pt>
    <dgm:pt modelId="{A60C3B3D-3610-4A3A-94B7-33008450791D}">
      <dgm:prSet custT="1"/>
      <dgm:spPr/>
      <dgm:t>
        <a:bodyPr/>
        <a:lstStyle/>
        <a:p>
          <a:pPr rtl="0"/>
          <a:r>
            <a:rPr lang="fr-FR" sz="1100" b="1" dirty="0"/>
            <a:t>Comptables fournisseurs</a:t>
          </a:r>
        </a:p>
        <a:p>
          <a:pPr rtl="0"/>
          <a:r>
            <a:rPr lang="fr-FR" sz="1100" dirty="0"/>
            <a:t> Lucie PIERRET</a:t>
          </a:r>
        </a:p>
        <a:p>
          <a:pPr rtl="0"/>
          <a:r>
            <a:rPr lang="fr-FR" sz="1100" dirty="0"/>
            <a:t>Steve WU</a:t>
          </a:r>
        </a:p>
      </dgm:t>
    </dgm:pt>
    <dgm:pt modelId="{A0D97BF1-3A8F-4318-8600-BBFD03926E72}" type="parTrans" cxnId="{832FC621-300F-49F5-A30E-2BE2BACF6113}">
      <dgm:prSet/>
      <dgm:spPr/>
      <dgm:t>
        <a:bodyPr/>
        <a:lstStyle/>
        <a:p>
          <a:endParaRPr lang="fr-FR"/>
        </a:p>
      </dgm:t>
    </dgm:pt>
    <dgm:pt modelId="{B06944E3-542A-4EAC-9E03-0A48025A326B}" type="sibTrans" cxnId="{832FC621-300F-49F5-A30E-2BE2BACF6113}">
      <dgm:prSet/>
      <dgm:spPr/>
      <dgm:t>
        <a:bodyPr/>
        <a:lstStyle/>
        <a:p>
          <a:endParaRPr lang="fr-FR"/>
        </a:p>
      </dgm:t>
    </dgm:pt>
    <dgm:pt modelId="{6453CA76-8284-44BD-AD1D-89527137E068}">
      <dgm:prSet custT="1"/>
      <dgm:spPr/>
      <dgm:t>
        <a:bodyPr/>
        <a:lstStyle/>
        <a:p>
          <a:pPr rtl="0"/>
          <a:r>
            <a:rPr lang="fr-FR" sz="1100" b="1" dirty="0"/>
            <a:t>Comptables clients</a:t>
          </a:r>
        </a:p>
        <a:p>
          <a:pPr rtl="0"/>
          <a:r>
            <a:rPr lang="fr-FR" sz="1100" dirty="0"/>
            <a:t> Liam SOU</a:t>
          </a:r>
        </a:p>
      </dgm:t>
    </dgm:pt>
    <dgm:pt modelId="{E663D6A1-B39B-4376-8ECC-1B9D994BA50B}" type="parTrans" cxnId="{711FEB7A-C3F5-42B5-AEE7-ABCF49E04764}">
      <dgm:prSet/>
      <dgm:spPr/>
      <dgm:t>
        <a:bodyPr/>
        <a:lstStyle/>
        <a:p>
          <a:endParaRPr lang="fr-FR"/>
        </a:p>
      </dgm:t>
    </dgm:pt>
    <dgm:pt modelId="{D1D5514E-B105-4106-8EE1-60A48437743B}" type="sibTrans" cxnId="{711FEB7A-C3F5-42B5-AEE7-ABCF49E04764}">
      <dgm:prSet/>
      <dgm:spPr/>
      <dgm:t>
        <a:bodyPr/>
        <a:lstStyle/>
        <a:p>
          <a:endParaRPr lang="fr-FR"/>
        </a:p>
      </dgm:t>
    </dgm:pt>
    <dgm:pt modelId="{B6FC9546-8385-49D3-9C55-98D8D5D3D672}">
      <dgm:prSet custT="1"/>
      <dgm:spPr/>
      <dgm:t>
        <a:bodyPr/>
        <a:lstStyle/>
        <a:p>
          <a:pPr rtl="0"/>
          <a:r>
            <a:rPr lang="fr-FR" sz="1100" b="1" dirty="0"/>
            <a:t>Accueil / Secrétariat </a:t>
          </a:r>
        </a:p>
        <a:p>
          <a:pPr rtl="0"/>
          <a:r>
            <a:rPr lang="fr-FR" sz="1100" dirty="0"/>
            <a:t>Ali BADRO</a:t>
          </a:r>
        </a:p>
      </dgm:t>
    </dgm:pt>
    <dgm:pt modelId="{EAD5FB84-BE44-46FB-8BF6-8999304CCCE7}" type="parTrans" cxnId="{00E76AA0-2B05-4D65-80AA-BFE94DF98E3E}">
      <dgm:prSet/>
      <dgm:spPr/>
      <dgm:t>
        <a:bodyPr/>
        <a:lstStyle/>
        <a:p>
          <a:endParaRPr lang="fr-FR"/>
        </a:p>
      </dgm:t>
    </dgm:pt>
    <dgm:pt modelId="{30226E70-4B2E-4F9D-ACDF-F44E5ECB0E28}" type="sibTrans" cxnId="{00E76AA0-2B05-4D65-80AA-BFE94DF98E3E}">
      <dgm:prSet/>
      <dgm:spPr/>
      <dgm:t>
        <a:bodyPr/>
        <a:lstStyle/>
        <a:p>
          <a:endParaRPr lang="fr-FR"/>
        </a:p>
      </dgm:t>
    </dgm:pt>
    <dgm:pt modelId="{27BAA10B-C42C-4D48-9ADB-15C2DFF85BD2}" type="pres">
      <dgm:prSet presAssocID="{45F0C23D-3739-4068-AE9A-8E746C1101E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D08734F-DF27-4522-9F76-A4F6735288AF}" type="pres">
      <dgm:prSet presAssocID="{CBF61A0C-4F25-439F-9DBE-E53EE2D44EC7}" presName="hierRoot1" presStyleCnt="0">
        <dgm:presLayoutVars>
          <dgm:hierBranch val="init"/>
        </dgm:presLayoutVars>
      </dgm:prSet>
      <dgm:spPr/>
    </dgm:pt>
    <dgm:pt modelId="{95127D34-E968-4BAE-B75D-080ACEE610C8}" type="pres">
      <dgm:prSet presAssocID="{CBF61A0C-4F25-439F-9DBE-E53EE2D44EC7}" presName="rootComposite1" presStyleCnt="0"/>
      <dgm:spPr/>
    </dgm:pt>
    <dgm:pt modelId="{6BE5C737-E8DC-47D0-96F8-E68FFF33FB60}" type="pres">
      <dgm:prSet presAssocID="{CBF61A0C-4F25-439F-9DBE-E53EE2D44EC7}" presName="rootText1" presStyleLbl="node0" presStyleIdx="0" presStyleCnt="1">
        <dgm:presLayoutVars>
          <dgm:chPref val="3"/>
        </dgm:presLayoutVars>
      </dgm:prSet>
      <dgm:spPr/>
    </dgm:pt>
    <dgm:pt modelId="{53E106D0-7F73-4F36-B093-0BC99EC951FB}" type="pres">
      <dgm:prSet presAssocID="{CBF61A0C-4F25-439F-9DBE-E53EE2D44EC7}" presName="rootConnector1" presStyleLbl="node1" presStyleIdx="0" presStyleCnt="0"/>
      <dgm:spPr/>
    </dgm:pt>
    <dgm:pt modelId="{26B479D9-31E5-435B-90B0-33B232F165BC}" type="pres">
      <dgm:prSet presAssocID="{CBF61A0C-4F25-439F-9DBE-E53EE2D44EC7}" presName="hierChild2" presStyleCnt="0"/>
      <dgm:spPr/>
    </dgm:pt>
    <dgm:pt modelId="{77C9A21D-5CEC-48FA-8A5D-1552B9335AF1}" type="pres">
      <dgm:prSet presAssocID="{00CF3765-08C7-4432-BA69-8C37B6827995}" presName="Name37" presStyleLbl="parChTrans1D2" presStyleIdx="0" presStyleCnt="1"/>
      <dgm:spPr/>
    </dgm:pt>
    <dgm:pt modelId="{0C85051E-5991-4912-BEFA-1193F1551DEA}" type="pres">
      <dgm:prSet presAssocID="{A34627CC-703A-4729-B014-BECB87DC95D4}" presName="hierRoot2" presStyleCnt="0">
        <dgm:presLayoutVars>
          <dgm:hierBranch val="init"/>
        </dgm:presLayoutVars>
      </dgm:prSet>
      <dgm:spPr/>
    </dgm:pt>
    <dgm:pt modelId="{5EB371B1-FFE2-4446-BC9B-8C8B52A53A31}" type="pres">
      <dgm:prSet presAssocID="{A34627CC-703A-4729-B014-BECB87DC95D4}" presName="rootComposite" presStyleCnt="0"/>
      <dgm:spPr/>
    </dgm:pt>
    <dgm:pt modelId="{17ED2506-D615-450E-A787-ACCAB5B5D112}" type="pres">
      <dgm:prSet presAssocID="{A34627CC-703A-4729-B014-BECB87DC95D4}" presName="rootText" presStyleLbl="node2" presStyleIdx="0" presStyleCnt="1">
        <dgm:presLayoutVars>
          <dgm:chPref val="3"/>
        </dgm:presLayoutVars>
      </dgm:prSet>
      <dgm:spPr/>
    </dgm:pt>
    <dgm:pt modelId="{9470A580-2461-48BB-9577-DE8CCCF32D1A}" type="pres">
      <dgm:prSet presAssocID="{A34627CC-703A-4729-B014-BECB87DC95D4}" presName="rootConnector" presStyleLbl="node2" presStyleIdx="0" presStyleCnt="1"/>
      <dgm:spPr/>
    </dgm:pt>
    <dgm:pt modelId="{25211644-9336-4699-9AE7-93978D872EB6}" type="pres">
      <dgm:prSet presAssocID="{A34627CC-703A-4729-B014-BECB87DC95D4}" presName="hierChild4" presStyleCnt="0"/>
      <dgm:spPr/>
    </dgm:pt>
    <dgm:pt modelId="{755F5F52-A8A8-4ADB-AC21-CBD71B01A4F2}" type="pres">
      <dgm:prSet presAssocID="{A0D97BF1-3A8F-4318-8600-BBFD03926E72}" presName="Name37" presStyleLbl="parChTrans1D3" presStyleIdx="0" presStyleCnt="3"/>
      <dgm:spPr/>
    </dgm:pt>
    <dgm:pt modelId="{261F6054-D669-47C6-ADE8-1B942E8F6CEF}" type="pres">
      <dgm:prSet presAssocID="{A60C3B3D-3610-4A3A-94B7-33008450791D}" presName="hierRoot2" presStyleCnt="0">
        <dgm:presLayoutVars>
          <dgm:hierBranch val="init"/>
        </dgm:presLayoutVars>
      </dgm:prSet>
      <dgm:spPr/>
    </dgm:pt>
    <dgm:pt modelId="{0D06D505-500D-4FC6-9069-D5C31049CE3B}" type="pres">
      <dgm:prSet presAssocID="{A60C3B3D-3610-4A3A-94B7-33008450791D}" presName="rootComposite" presStyleCnt="0"/>
      <dgm:spPr/>
    </dgm:pt>
    <dgm:pt modelId="{4E4D0E95-ACFD-4C0A-B667-23ECE115EB0C}" type="pres">
      <dgm:prSet presAssocID="{A60C3B3D-3610-4A3A-94B7-33008450791D}" presName="rootText" presStyleLbl="node3" presStyleIdx="0" presStyleCnt="3">
        <dgm:presLayoutVars>
          <dgm:chPref val="3"/>
        </dgm:presLayoutVars>
      </dgm:prSet>
      <dgm:spPr/>
    </dgm:pt>
    <dgm:pt modelId="{BB3EA497-D143-4CBA-920E-0216B392E815}" type="pres">
      <dgm:prSet presAssocID="{A60C3B3D-3610-4A3A-94B7-33008450791D}" presName="rootConnector" presStyleLbl="node3" presStyleIdx="0" presStyleCnt="3"/>
      <dgm:spPr/>
    </dgm:pt>
    <dgm:pt modelId="{BA66F37F-503E-4063-AF6D-206A0B15ADD8}" type="pres">
      <dgm:prSet presAssocID="{A60C3B3D-3610-4A3A-94B7-33008450791D}" presName="hierChild4" presStyleCnt="0"/>
      <dgm:spPr/>
    </dgm:pt>
    <dgm:pt modelId="{90067182-A111-43DB-B7E5-28B76934517F}" type="pres">
      <dgm:prSet presAssocID="{A60C3B3D-3610-4A3A-94B7-33008450791D}" presName="hierChild5" presStyleCnt="0"/>
      <dgm:spPr/>
    </dgm:pt>
    <dgm:pt modelId="{92A84988-421D-4E2F-877D-666621D5CD09}" type="pres">
      <dgm:prSet presAssocID="{E663D6A1-B39B-4376-8ECC-1B9D994BA50B}" presName="Name37" presStyleLbl="parChTrans1D3" presStyleIdx="1" presStyleCnt="3"/>
      <dgm:spPr/>
    </dgm:pt>
    <dgm:pt modelId="{6AA4B11F-6902-40C8-B66D-2172611683BB}" type="pres">
      <dgm:prSet presAssocID="{6453CA76-8284-44BD-AD1D-89527137E068}" presName="hierRoot2" presStyleCnt="0">
        <dgm:presLayoutVars>
          <dgm:hierBranch val="init"/>
        </dgm:presLayoutVars>
      </dgm:prSet>
      <dgm:spPr/>
    </dgm:pt>
    <dgm:pt modelId="{4C61CEE9-49D4-45D5-9758-04F758F1F8D5}" type="pres">
      <dgm:prSet presAssocID="{6453CA76-8284-44BD-AD1D-89527137E068}" presName="rootComposite" presStyleCnt="0"/>
      <dgm:spPr/>
    </dgm:pt>
    <dgm:pt modelId="{04B0178A-145A-4262-B732-547732638763}" type="pres">
      <dgm:prSet presAssocID="{6453CA76-8284-44BD-AD1D-89527137E068}" presName="rootText" presStyleLbl="node3" presStyleIdx="1" presStyleCnt="3">
        <dgm:presLayoutVars>
          <dgm:chPref val="3"/>
        </dgm:presLayoutVars>
      </dgm:prSet>
      <dgm:spPr/>
    </dgm:pt>
    <dgm:pt modelId="{181BF4C8-D526-4F65-8DB8-117B44D0B274}" type="pres">
      <dgm:prSet presAssocID="{6453CA76-8284-44BD-AD1D-89527137E068}" presName="rootConnector" presStyleLbl="node3" presStyleIdx="1" presStyleCnt="3"/>
      <dgm:spPr/>
    </dgm:pt>
    <dgm:pt modelId="{227B1DD8-61C2-4C55-A51C-481913F63A06}" type="pres">
      <dgm:prSet presAssocID="{6453CA76-8284-44BD-AD1D-89527137E068}" presName="hierChild4" presStyleCnt="0"/>
      <dgm:spPr/>
    </dgm:pt>
    <dgm:pt modelId="{A5A817E2-DA7E-446D-AC44-1488C77098D8}" type="pres">
      <dgm:prSet presAssocID="{6453CA76-8284-44BD-AD1D-89527137E068}" presName="hierChild5" presStyleCnt="0"/>
      <dgm:spPr/>
    </dgm:pt>
    <dgm:pt modelId="{0898F736-C2BF-47B1-8F49-38F23FE7F430}" type="pres">
      <dgm:prSet presAssocID="{EAD5FB84-BE44-46FB-8BF6-8999304CCCE7}" presName="Name37" presStyleLbl="parChTrans1D3" presStyleIdx="2" presStyleCnt="3"/>
      <dgm:spPr/>
    </dgm:pt>
    <dgm:pt modelId="{251A77C9-5DF8-484C-9F54-5924CDD08A34}" type="pres">
      <dgm:prSet presAssocID="{B6FC9546-8385-49D3-9C55-98D8D5D3D672}" presName="hierRoot2" presStyleCnt="0">
        <dgm:presLayoutVars>
          <dgm:hierBranch val="init"/>
        </dgm:presLayoutVars>
      </dgm:prSet>
      <dgm:spPr/>
    </dgm:pt>
    <dgm:pt modelId="{306DCB72-BFC0-404F-9F23-D0E8BD31943F}" type="pres">
      <dgm:prSet presAssocID="{B6FC9546-8385-49D3-9C55-98D8D5D3D672}" presName="rootComposite" presStyleCnt="0"/>
      <dgm:spPr/>
    </dgm:pt>
    <dgm:pt modelId="{8A87D927-08E0-4D7B-AB7A-DC7C3095D197}" type="pres">
      <dgm:prSet presAssocID="{B6FC9546-8385-49D3-9C55-98D8D5D3D672}" presName="rootText" presStyleLbl="node3" presStyleIdx="2" presStyleCnt="3">
        <dgm:presLayoutVars>
          <dgm:chPref val="3"/>
        </dgm:presLayoutVars>
      </dgm:prSet>
      <dgm:spPr/>
    </dgm:pt>
    <dgm:pt modelId="{52B0E5A0-C0CB-4738-8DEA-F3AD7FE7515E}" type="pres">
      <dgm:prSet presAssocID="{B6FC9546-8385-49D3-9C55-98D8D5D3D672}" presName="rootConnector" presStyleLbl="node3" presStyleIdx="2" presStyleCnt="3"/>
      <dgm:spPr/>
    </dgm:pt>
    <dgm:pt modelId="{5A790205-47F4-468E-AFB0-B25A8B494B17}" type="pres">
      <dgm:prSet presAssocID="{B6FC9546-8385-49D3-9C55-98D8D5D3D672}" presName="hierChild4" presStyleCnt="0"/>
      <dgm:spPr/>
    </dgm:pt>
    <dgm:pt modelId="{DF14D74F-D459-48B5-84C5-FF17272F2651}" type="pres">
      <dgm:prSet presAssocID="{B6FC9546-8385-49D3-9C55-98D8D5D3D672}" presName="hierChild5" presStyleCnt="0"/>
      <dgm:spPr/>
    </dgm:pt>
    <dgm:pt modelId="{1321C518-6A5D-4165-B00A-C88C57CC33EB}" type="pres">
      <dgm:prSet presAssocID="{A34627CC-703A-4729-B014-BECB87DC95D4}" presName="hierChild5" presStyleCnt="0"/>
      <dgm:spPr/>
    </dgm:pt>
    <dgm:pt modelId="{4B02A732-1683-44FB-95F9-220B9B9EA1A2}" type="pres">
      <dgm:prSet presAssocID="{CBF61A0C-4F25-439F-9DBE-E53EE2D44EC7}" presName="hierChild3" presStyleCnt="0"/>
      <dgm:spPr/>
    </dgm:pt>
  </dgm:ptLst>
  <dgm:cxnLst>
    <dgm:cxn modelId="{832FC621-300F-49F5-A30E-2BE2BACF6113}" srcId="{A34627CC-703A-4729-B014-BECB87DC95D4}" destId="{A60C3B3D-3610-4A3A-94B7-33008450791D}" srcOrd="0" destOrd="0" parTransId="{A0D97BF1-3A8F-4318-8600-BBFD03926E72}" sibTransId="{B06944E3-542A-4EAC-9E03-0A48025A326B}"/>
    <dgm:cxn modelId="{264A0023-8E7D-4561-9471-B668C07F45F7}" srcId="{45F0C23D-3739-4068-AE9A-8E746C1101ED}" destId="{CBF61A0C-4F25-439F-9DBE-E53EE2D44EC7}" srcOrd="0" destOrd="0" parTransId="{B1C677A2-336F-4167-B2A8-D26DDEF9B273}" sibTransId="{3B2D350D-D403-45BB-9747-54769099E537}"/>
    <dgm:cxn modelId="{E24EEB30-C9CD-4BFF-86B2-D51B699843F9}" type="presOf" srcId="{A34627CC-703A-4729-B014-BECB87DC95D4}" destId="{9470A580-2461-48BB-9577-DE8CCCF32D1A}" srcOrd="1" destOrd="0" presId="urn:microsoft.com/office/officeart/2005/8/layout/orgChart1"/>
    <dgm:cxn modelId="{010D0737-F296-405F-882B-BB1FF8521EC6}" type="presOf" srcId="{A0D97BF1-3A8F-4318-8600-BBFD03926E72}" destId="{755F5F52-A8A8-4ADB-AC21-CBD71B01A4F2}" srcOrd="0" destOrd="0" presId="urn:microsoft.com/office/officeart/2005/8/layout/orgChart1"/>
    <dgm:cxn modelId="{AF337676-3F68-4556-B248-C0442501ADFA}" type="presOf" srcId="{6453CA76-8284-44BD-AD1D-89527137E068}" destId="{181BF4C8-D526-4F65-8DB8-117B44D0B274}" srcOrd="1" destOrd="0" presId="urn:microsoft.com/office/officeart/2005/8/layout/orgChart1"/>
    <dgm:cxn modelId="{DC67D457-1677-4C24-9140-A9F940859670}" type="presOf" srcId="{A60C3B3D-3610-4A3A-94B7-33008450791D}" destId="{BB3EA497-D143-4CBA-920E-0216B392E815}" srcOrd="1" destOrd="0" presId="urn:microsoft.com/office/officeart/2005/8/layout/orgChart1"/>
    <dgm:cxn modelId="{711FEB7A-C3F5-42B5-AEE7-ABCF49E04764}" srcId="{A34627CC-703A-4729-B014-BECB87DC95D4}" destId="{6453CA76-8284-44BD-AD1D-89527137E068}" srcOrd="1" destOrd="0" parTransId="{E663D6A1-B39B-4376-8ECC-1B9D994BA50B}" sibTransId="{D1D5514E-B105-4106-8EE1-60A48437743B}"/>
    <dgm:cxn modelId="{1F0F2190-C187-48A9-A81F-D5DEA3C76757}" type="presOf" srcId="{EAD5FB84-BE44-46FB-8BF6-8999304CCCE7}" destId="{0898F736-C2BF-47B1-8F49-38F23FE7F430}" srcOrd="0" destOrd="0" presId="urn:microsoft.com/office/officeart/2005/8/layout/orgChart1"/>
    <dgm:cxn modelId="{69739595-AF8B-4F5E-ACB3-04E76E454A9F}" type="presOf" srcId="{CBF61A0C-4F25-439F-9DBE-E53EE2D44EC7}" destId="{6BE5C737-E8DC-47D0-96F8-E68FFF33FB60}" srcOrd="0" destOrd="0" presId="urn:microsoft.com/office/officeart/2005/8/layout/orgChart1"/>
    <dgm:cxn modelId="{82F28099-D1A7-411B-B898-DCFE22AA2B17}" type="presOf" srcId="{B6FC9546-8385-49D3-9C55-98D8D5D3D672}" destId="{52B0E5A0-C0CB-4738-8DEA-F3AD7FE7515E}" srcOrd="1" destOrd="0" presId="urn:microsoft.com/office/officeart/2005/8/layout/orgChart1"/>
    <dgm:cxn modelId="{00E76AA0-2B05-4D65-80AA-BFE94DF98E3E}" srcId="{A34627CC-703A-4729-B014-BECB87DC95D4}" destId="{B6FC9546-8385-49D3-9C55-98D8D5D3D672}" srcOrd="2" destOrd="0" parTransId="{EAD5FB84-BE44-46FB-8BF6-8999304CCCE7}" sibTransId="{30226E70-4B2E-4F9D-ACDF-F44E5ECB0E28}"/>
    <dgm:cxn modelId="{C7454FA3-3A26-4E5D-8989-0FCDAC135EA1}" type="presOf" srcId="{B6FC9546-8385-49D3-9C55-98D8D5D3D672}" destId="{8A87D927-08E0-4D7B-AB7A-DC7C3095D197}" srcOrd="0" destOrd="0" presId="urn:microsoft.com/office/officeart/2005/8/layout/orgChart1"/>
    <dgm:cxn modelId="{4C99AFB7-4F94-4077-A83A-E3C4EEBD6094}" type="presOf" srcId="{6453CA76-8284-44BD-AD1D-89527137E068}" destId="{04B0178A-145A-4262-B732-547732638763}" srcOrd="0" destOrd="0" presId="urn:microsoft.com/office/officeart/2005/8/layout/orgChart1"/>
    <dgm:cxn modelId="{4E6E2FBE-E169-4E05-AC00-5C70E7C22D8C}" srcId="{CBF61A0C-4F25-439F-9DBE-E53EE2D44EC7}" destId="{A34627CC-703A-4729-B014-BECB87DC95D4}" srcOrd="0" destOrd="0" parTransId="{00CF3765-08C7-4432-BA69-8C37B6827995}" sibTransId="{7B7DDA94-09B7-4780-92B9-E5B28A9C96CD}"/>
    <dgm:cxn modelId="{5C114AC4-09DB-40D1-8825-4684720D3993}" type="presOf" srcId="{CBF61A0C-4F25-439F-9DBE-E53EE2D44EC7}" destId="{53E106D0-7F73-4F36-B093-0BC99EC951FB}" srcOrd="1" destOrd="0" presId="urn:microsoft.com/office/officeart/2005/8/layout/orgChart1"/>
    <dgm:cxn modelId="{EF81A4CD-88F3-4FAE-92F6-1493F150973B}" type="presOf" srcId="{00CF3765-08C7-4432-BA69-8C37B6827995}" destId="{77C9A21D-5CEC-48FA-8A5D-1552B9335AF1}" srcOrd="0" destOrd="0" presId="urn:microsoft.com/office/officeart/2005/8/layout/orgChart1"/>
    <dgm:cxn modelId="{641210D3-C691-466B-B63E-25D96B162779}" type="presOf" srcId="{A34627CC-703A-4729-B014-BECB87DC95D4}" destId="{17ED2506-D615-450E-A787-ACCAB5B5D112}" srcOrd="0" destOrd="0" presId="urn:microsoft.com/office/officeart/2005/8/layout/orgChart1"/>
    <dgm:cxn modelId="{99D259D8-377F-4973-9938-795CE762B17A}" type="presOf" srcId="{45F0C23D-3739-4068-AE9A-8E746C1101ED}" destId="{27BAA10B-C42C-4D48-9ADB-15C2DFF85BD2}" srcOrd="0" destOrd="0" presId="urn:microsoft.com/office/officeart/2005/8/layout/orgChart1"/>
    <dgm:cxn modelId="{A32E38F2-79C6-4FFA-AAF2-87CA6771F88A}" type="presOf" srcId="{A60C3B3D-3610-4A3A-94B7-33008450791D}" destId="{4E4D0E95-ACFD-4C0A-B667-23ECE115EB0C}" srcOrd="0" destOrd="0" presId="urn:microsoft.com/office/officeart/2005/8/layout/orgChart1"/>
    <dgm:cxn modelId="{B1BAA6F5-CE84-400C-A598-76187B4D43F3}" type="presOf" srcId="{E663D6A1-B39B-4376-8ECC-1B9D994BA50B}" destId="{92A84988-421D-4E2F-877D-666621D5CD09}" srcOrd="0" destOrd="0" presId="urn:microsoft.com/office/officeart/2005/8/layout/orgChart1"/>
    <dgm:cxn modelId="{32246213-9826-45CA-9962-F14B705B95C4}" type="presParOf" srcId="{27BAA10B-C42C-4D48-9ADB-15C2DFF85BD2}" destId="{DD08734F-DF27-4522-9F76-A4F6735288AF}" srcOrd="0" destOrd="0" presId="urn:microsoft.com/office/officeart/2005/8/layout/orgChart1"/>
    <dgm:cxn modelId="{5EE48BBB-7B4C-4E3A-9209-7FB4ADAC79BC}" type="presParOf" srcId="{DD08734F-DF27-4522-9F76-A4F6735288AF}" destId="{95127D34-E968-4BAE-B75D-080ACEE610C8}" srcOrd="0" destOrd="0" presId="urn:microsoft.com/office/officeart/2005/8/layout/orgChart1"/>
    <dgm:cxn modelId="{9111D8E8-2E42-496D-8EE1-CCE5691C038D}" type="presParOf" srcId="{95127D34-E968-4BAE-B75D-080ACEE610C8}" destId="{6BE5C737-E8DC-47D0-96F8-E68FFF33FB60}" srcOrd="0" destOrd="0" presId="urn:microsoft.com/office/officeart/2005/8/layout/orgChart1"/>
    <dgm:cxn modelId="{36C88478-D0B5-46F4-BD08-4813C221965A}" type="presParOf" srcId="{95127D34-E968-4BAE-B75D-080ACEE610C8}" destId="{53E106D0-7F73-4F36-B093-0BC99EC951FB}" srcOrd="1" destOrd="0" presId="urn:microsoft.com/office/officeart/2005/8/layout/orgChart1"/>
    <dgm:cxn modelId="{5F7B87C9-60F3-4199-9452-EF657F349FF8}" type="presParOf" srcId="{DD08734F-DF27-4522-9F76-A4F6735288AF}" destId="{26B479D9-31E5-435B-90B0-33B232F165BC}" srcOrd="1" destOrd="0" presId="urn:microsoft.com/office/officeart/2005/8/layout/orgChart1"/>
    <dgm:cxn modelId="{9D1792EB-CC00-430D-9EAC-B55B20BA7C1A}" type="presParOf" srcId="{26B479D9-31E5-435B-90B0-33B232F165BC}" destId="{77C9A21D-5CEC-48FA-8A5D-1552B9335AF1}" srcOrd="0" destOrd="0" presId="urn:microsoft.com/office/officeart/2005/8/layout/orgChart1"/>
    <dgm:cxn modelId="{BD3148B7-CF8A-40FE-AA83-720C19BE8FF8}" type="presParOf" srcId="{26B479D9-31E5-435B-90B0-33B232F165BC}" destId="{0C85051E-5991-4912-BEFA-1193F1551DEA}" srcOrd="1" destOrd="0" presId="urn:microsoft.com/office/officeart/2005/8/layout/orgChart1"/>
    <dgm:cxn modelId="{B58B4ADA-6530-4150-A64E-6DC1B014C0E2}" type="presParOf" srcId="{0C85051E-5991-4912-BEFA-1193F1551DEA}" destId="{5EB371B1-FFE2-4446-BC9B-8C8B52A53A31}" srcOrd="0" destOrd="0" presId="urn:microsoft.com/office/officeart/2005/8/layout/orgChart1"/>
    <dgm:cxn modelId="{7568B702-69AB-4205-A81C-94CD52995879}" type="presParOf" srcId="{5EB371B1-FFE2-4446-BC9B-8C8B52A53A31}" destId="{17ED2506-D615-450E-A787-ACCAB5B5D112}" srcOrd="0" destOrd="0" presId="urn:microsoft.com/office/officeart/2005/8/layout/orgChart1"/>
    <dgm:cxn modelId="{623603E6-B85F-4208-86C1-4C38343E6AC3}" type="presParOf" srcId="{5EB371B1-FFE2-4446-BC9B-8C8B52A53A31}" destId="{9470A580-2461-48BB-9577-DE8CCCF32D1A}" srcOrd="1" destOrd="0" presId="urn:microsoft.com/office/officeart/2005/8/layout/orgChart1"/>
    <dgm:cxn modelId="{346436AA-0867-4347-AD82-F4DC7A41D27F}" type="presParOf" srcId="{0C85051E-5991-4912-BEFA-1193F1551DEA}" destId="{25211644-9336-4699-9AE7-93978D872EB6}" srcOrd="1" destOrd="0" presId="urn:microsoft.com/office/officeart/2005/8/layout/orgChart1"/>
    <dgm:cxn modelId="{47277535-720A-4275-8B72-F333CFD82115}" type="presParOf" srcId="{25211644-9336-4699-9AE7-93978D872EB6}" destId="{755F5F52-A8A8-4ADB-AC21-CBD71B01A4F2}" srcOrd="0" destOrd="0" presId="urn:microsoft.com/office/officeart/2005/8/layout/orgChart1"/>
    <dgm:cxn modelId="{6D398E7A-CBE5-4036-99D4-6ED0898828BC}" type="presParOf" srcId="{25211644-9336-4699-9AE7-93978D872EB6}" destId="{261F6054-D669-47C6-ADE8-1B942E8F6CEF}" srcOrd="1" destOrd="0" presId="urn:microsoft.com/office/officeart/2005/8/layout/orgChart1"/>
    <dgm:cxn modelId="{307EBDCC-E3D4-4F21-AC9D-85F3E73A4121}" type="presParOf" srcId="{261F6054-D669-47C6-ADE8-1B942E8F6CEF}" destId="{0D06D505-500D-4FC6-9069-D5C31049CE3B}" srcOrd="0" destOrd="0" presId="urn:microsoft.com/office/officeart/2005/8/layout/orgChart1"/>
    <dgm:cxn modelId="{FEC015B1-09FD-433C-A5CC-80F335FC63CF}" type="presParOf" srcId="{0D06D505-500D-4FC6-9069-D5C31049CE3B}" destId="{4E4D0E95-ACFD-4C0A-B667-23ECE115EB0C}" srcOrd="0" destOrd="0" presId="urn:microsoft.com/office/officeart/2005/8/layout/orgChart1"/>
    <dgm:cxn modelId="{F02DBFF7-3E8F-462C-A19D-FD1E93891B62}" type="presParOf" srcId="{0D06D505-500D-4FC6-9069-D5C31049CE3B}" destId="{BB3EA497-D143-4CBA-920E-0216B392E815}" srcOrd="1" destOrd="0" presId="urn:microsoft.com/office/officeart/2005/8/layout/orgChart1"/>
    <dgm:cxn modelId="{6A5E9889-7A99-4E48-AB03-AEA5BB99E3BB}" type="presParOf" srcId="{261F6054-D669-47C6-ADE8-1B942E8F6CEF}" destId="{BA66F37F-503E-4063-AF6D-206A0B15ADD8}" srcOrd="1" destOrd="0" presId="urn:microsoft.com/office/officeart/2005/8/layout/orgChart1"/>
    <dgm:cxn modelId="{0F145211-0763-41FE-A59E-D6490A64B784}" type="presParOf" srcId="{261F6054-D669-47C6-ADE8-1B942E8F6CEF}" destId="{90067182-A111-43DB-B7E5-28B76934517F}" srcOrd="2" destOrd="0" presId="urn:microsoft.com/office/officeart/2005/8/layout/orgChart1"/>
    <dgm:cxn modelId="{A87F5C3F-B243-4834-972B-DEC5A25D51A7}" type="presParOf" srcId="{25211644-9336-4699-9AE7-93978D872EB6}" destId="{92A84988-421D-4E2F-877D-666621D5CD09}" srcOrd="2" destOrd="0" presId="urn:microsoft.com/office/officeart/2005/8/layout/orgChart1"/>
    <dgm:cxn modelId="{663BB6BB-91AC-4527-98EE-562955F07FC7}" type="presParOf" srcId="{25211644-9336-4699-9AE7-93978D872EB6}" destId="{6AA4B11F-6902-40C8-B66D-2172611683BB}" srcOrd="3" destOrd="0" presId="urn:microsoft.com/office/officeart/2005/8/layout/orgChart1"/>
    <dgm:cxn modelId="{4229248E-14D8-4B9E-8411-A907B654482F}" type="presParOf" srcId="{6AA4B11F-6902-40C8-B66D-2172611683BB}" destId="{4C61CEE9-49D4-45D5-9758-04F758F1F8D5}" srcOrd="0" destOrd="0" presId="urn:microsoft.com/office/officeart/2005/8/layout/orgChart1"/>
    <dgm:cxn modelId="{0E10F988-C35E-4904-85E8-045062305AFD}" type="presParOf" srcId="{4C61CEE9-49D4-45D5-9758-04F758F1F8D5}" destId="{04B0178A-145A-4262-B732-547732638763}" srcOrd="0" destOrd="0" presId="urn:microsoft.com/office/officeart/2005/8/layout/orgChart1"/>
    <dgm:cxn modelId="{1D7748E8-ECA3-48B6-A1F2-46C83B7F4BF0}" type="presParOf" srcId="{4C61CEE9-49D4-45D5-9758-04F758F1F8D5}" destId="{181BF4C8-D526-4F65-8DB8-117B44D0B274}" srcOrd="1" destOrd="0" presId="urn:microsoft.com/office/officeart/2005/8/layout/orgChart1"/>
    <dgm:cxn modelId="{E43BBDF4-3AE0-4FCF-855C-DA57B094EC59}" type="presParOf" srcId="{6AA4B11F-6902-40C8-B66D-2172611683BB}" destId="{227B1DD8-61C2-4C55-A51C-481913F63A06}" srcOrd="1" destOrd="0" presId="urn:microsoft.com/office/officeart/2005/8/layout/orgChart1"/>
    <dgm:cxn modelId="{3BACB70A-6E3A-4916-95B7-5195E8065BF9}" type="presParOf" srcId="{6AA4B11F-6902-40C8-B66D-2172611683BB}" destId="{A5A817E2-DA7E-446D-AC44-1488C77098D8}" srcOrd="2" destOrd="0" presId="urn:microsoft.com/office/officeart/2005/8/layout/orgChart1"/>
    <dgm:cxn modelId="{A056F6BE-13E8-4921-B61A-8E9A60E0E935}" type="presParOf" srcId="{25211644-9336-4699-9AE7-93978D872EB6}" destId="{0898F736-C2BF-47B1-8F49-38F23FE7F430}" srcOrd="4" destOrd="0" presId="urn:microsoft.com/office/officeart/2005/8/layout/orgChart1"/>
    <dgm:cxn modelId="{02EBD950-5702-404D-8B21-D4DB8C8CD173}" type="presParOf" srcId="{25211644-9336-4699-9AE7-93978D872EB6}" destId="{251A77C9-5DF8-484C-9F54-5924CDD08A34}" srcOrd="5" destOrd="0" presId="urn:microsoft.com/office/officeart/2005/8/layout/orgChart1"/>
    <dgm:cxn modelId="{4460471C-9F84-4B8C-9CA0-376C15FAEA6A}" type="presParOf" srcId="{251A77C9-5DF8-484C-9F54-5924CDD08A34}" destId="{306DCB72-BFC0-404F-9F23-D0E8BD31943F}" srcOrd="0" destOrd="0" presId="urn:microsoft.com/office/officeart/2005/8/layout/orgChart1"/>
    <dgm:cxn modelId="{6FF748DC-45E8-460F-ADFE-61611104B813}" type="presParOf" srcId="{306DCB72-BFC0-404F-9F23-D0E8BD31943F}" destId="{8A87D927-08E0-4D7B-AB7A-DC7C3095D197}" srcOrd="0" destOrd="0" presId="urn:microsoft.com/office/officeart/2005/8/layout/orgChart1"/>
    <dgm:cxn modelId="{C399EA39-A1A6-4034-AB43-B41AE04F28A0}" type="presParOf" srcId="{306DCB72-BFC0-404F-9F23-D0E8BD31943F}" destId="{52B0E5A0-C0CB-4738-8DEA-F3AD7FE7515E}" srcOrd="1" destOrd="0" presId="urn:microsoft.com/office/officeart/2005/8/layout/orgChart1"/>
    <dgm:cxn modelId="{BE16A3B2-2E81-4552-86CD-F7446FB058E7}" type="presParOf" srcId="{251A77C9-5DF8-484C-9F54-5924CDD08A34}" destId="{5A790205-47F4-468E-AFB0-B25A8B494B17}" srcOrd="1" destOrd="0" presId="urn:microsoft.com/office/officeart/2005/8/layout/orgChart1"/>
    <dgm:cxn modelId="{51739268-79DD-4932-8E21-E7D03F456ACA}" type="presParOf" srcId="{251A77C9-5DF8-484C-9F54-5924CDD08A34}" destId="{DF14D74F-D459-48B5-84C5-FF17272F2651}" srcOrd="2" destOrd="0" presId="urn:microsoft.com/office/officeart/2005/8/layout/orgChart1"/>
    <dgm:cxn modelId="{E7240677-2499-4AC6-AF43-E663C4655121}" type="presParOf" srcId="{0C85051E-5991-4912-BEFA-1193F1551DEA}" destId="{1321C518-6A5D-4165-B00A-C88C57CC33EB}" srcOrd="2" destOrd="0" presId="urn:microsoft.com/office/officeart/2005/8/layout/orgChart1"/>
    <dgm:cxn modelId="{20794E76-4710-43D0-BE8F-04AC42718323}" type="presParOf" srcId="{DD08734F-DF27-4522-9F76-A4F6735288AF}" destId="{4B02A732-1683-44FB-95F9-220B9B9EA1A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5F0C23D-3739-4068-AE9A-8E746C1101ED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A88FA19-E314-4B5F-B939-B4EEE0154F20}">
      <dgm:prSet custT="1"/>
      <dgm:spPr/>
      <dgm:t>
        <a:bodyPr/>
        <a:lstStyle/>
        <a:p>
          <a:pPr rtl="0"/>
          <a:r>
            <a:rPr lang="fr-FR" sz="1100" b="1" dirty="0"/>
            <a:t>Gestionnaire RH </a:t>
          </a:r>
        </a:p>
        <a:p>
          <a:pPr rtl="0"/>
          <a:r>
            <a:rPr lang="fr-FR" sz="1100" dirty="0"/>
            <a:t>Laurence CESNE</a:t>
          </a:r>
        </a:p>
      </dgm:t>
    </dgm:pt>
    <dgm:pt modelId="{BEB20879-2AE5-4834-9EED-30908D45B457}" type="parTrans" cxnId="{245E14BA-706D-4C77-A666-4F3103CF6ED6}">
      <dgm:prSet/>
      <dgm:spPr/>
      <dgm:t>
        <a:bodyPr/>
        <a:lstStyle/>
        <a:p>
          <a:endParaRPr lang="fr-FR" sz="2000"/>
        </a:p>
      </dgm:t>
    </dgm:pt>
    <dgm:pt modelId="{338522D9-634B-4BDC-AEDF-6F0E5F16A2F8}" type="sibTrans" cxnId="{245E14BA-706D-4C77-A666-4F3103CF6ED6}">
      <dgm:prSet/>
      <dgm:spPr/>
      <dgm:t>
        <a:bodyPr/>
        <a:lstStyle/>
        <a:p>
          <a:endParaRPr lang="fr-FR"/>
        </a:p>
      </dgm:t>
    </dgm:pt>
    <dgm:pt modelId="{50BE5256-437E-409A-A7AC-77E249F229C0}">
      <dgm:prSet custT="1"/>
      <dgm:spPr/>
      <dgm:t>
        <a:bodyPr/>
        <a:lstStyle/>
        <a:p>
          <a:pPr rtl="0"/>
          <a:r>
            <a:rPr lang="fr-FR" sz="1100" b="1" dirty="0"/>
            <a:t>Assistant(e)s des ressources humaines </a:t>
          </a:r>
        </a:p>
        <a:p>
          <a:pPr rtl="0"/>
          <a:r>
            <a:rPr lang="fr-FR" sz="1100" dirty="0"/>
            <a:t>Tamia DOUCET</a:t>
          </a:r>
        </a:p>
        <a:p>
          <a:pPr rtl="0"/>
          <a:r>
            <a:rPr lang="fr-FR" sz="1100" dirty="0"/>
            <a:t>Agnès FIALLOT</a:t>
          </a:r>
        </a:p>
        <a:p>
          <a:pPr rtl="0"/>
          <a:r>
            <a:rPr lang="fr-FR" sz="1100" dirty="0" err="1"/>
            <a:t>Ozgür</a:t>
          </a:r>
          <a:r>
            <a:rPr lang="fr-FR" sz="1100" dirty="0"/>
            <a:t> ASLAN </a:t>
          </a:r>
        </a:p>
      </dgm:t>
    </dgm:pt>
    <dgm:pt modelId="{55CF2849-405A-46F4-9D0B-8FC21D52BE04}" type="parTrans" cxnId="{95F83E34-3691-455C-A2E3-D91236CC03AA}">
      <dgm:prSet/>
      <dgm:spPr/>
      <dgm:t>
        <a:bodyPr/>
        <a:lstStyle/>
        <a:p>
          <a:endParaRPr lang="fr-FR" sz="2000"/>
        </a:p>
      </dgm:t>
    </dgm:pt>
    <dgm:pt modelId="{706DEA23-C2BF-4407-9948-EC085E11881D}" type="sibTrans" cxnId="{95F83E34-3691-455C-A2E3-D91236CC03AA}">
      <dgm:prSet/>
      <dgm:spPr/>
      <dgm:t>
        <a:bodyPr/>
        <a:lstStyle/>
        <a:p>
          <a:endParaRPr lang="fr-FR"/>
        </a:p>
      </dgm:t>
    </dgm:pt>
    <dgm:pt modelId="{539C60C3-0B33-48CF-A4E1-F9930170891F}">
      <dgm:prSet custT="1"/>
      <dgm:spPr/>
      <dgm:t>
        <a:bodyPr/>
        <a:lstStyle/>
        <a:p>
          <a:pPr algn="ctr" rtl="0"/>
          <a:r>
            <a:rPr lang="fr-FR" sz="1100" b="1" dirty="0"/>
            <a:t>Responsable RH </a:t>
          </a:r>
        </a:p>
        <a:p>
          <a:pPr algn="ctr" rtl="0"/>
          <a:r>
            <a:rPr lang="fr-FR" sz="1100" b="1" dirty="0"/>
            <a:t> </a:t>
          </a:r>
          <a:r>
            <a:rPr lang="fr-FR" sz="1100" dirty="0"/>
            <a:t>Luc PERLIER</a:t>
          </a:r>
        </a:p>
      </dgm:t>
    </dgm:pt>
    <dgm:pt modelId="{C082307B-2235-4E54-ABA5-168BC4282E91}" type="sibTrans" cxnId="{D878C9A8-DB0C-4F61-AD97-07B54E74CC61}">
      <dgm:prSet/>
      <dgm:spPr/>
      <dgm:t>
        <a:bodyPr/>
        <a:lstStyle/>
        <a:p>
          <a:endParaRPr lang="fr-FR"/>
        </a:p>
      </dgm:t>
    </dgm:pt>
    <dgm:pt modelId="{B86330B4-4C14-4FE9-9FCE-A5042C54B77E}" type="parTrans" cxnId="{D878C9A8-DB0C-4F61-AD97-07B54E74CC61}">
      <dgm:prSet/>
      <dgm:spPr/>
      <dgm:t>
        <a:bodyPr/>
        <a:lstStyle/>
        <a:p>
          <a:endParaRPr lang="fr-FR"/>
        </a:p>
      </dgm:t>
    </dgm:pt>
    <dgm:pt modelId="{27BAA10B-C42C-4D48-9ADB-15C2DFF85BD2}" type="pres">
      <dgm:prSet presAssocID="{45F0C23D-3739-4068-AE9A-8E746C1101E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86F16E1-A75C-49F0-A70E-7CB24DE26991}" type="pres">
      <dgm:prSet presAssocID="{539C60C3-0B33-48CF-A4E1-F9930170891F}" presName="hierRoot1" presStyleCnt="0">
        <dgm:presLayoutVars>
          <dgm:hierBranch val="init"/>
        </dgm:presLayoutVars>
      </dgm:prSet>
      <dgm:spPr/>
    </dgm:pt>
    <dgm:pt modelId="{EEF2A858-8216-4562-B2BF-9FA74CD691E1}" type="pres">
      <dgm:prSet presAssocID="{539C60C3-0B33-48CF-A4E1-F9930170891F}" presName="rootComposite1" presStyleCnt="0"/>
      <dgm:spPr/>
    </dgm:pt>
    <dgm:pt modelId="{9BE3630B-E30F-4707-85C1-8B8CD9CCB28C}" type="pres">
      <dgm:prSet presAssocID="{539C60C3-0B33-48CF-A4E1-F9930170891F}" presName="rootText1" presStyleLbl="node0" presStyleIdx="0" presStyleCnt="1" custScaleY="62138">
        <dgm:presLayoutVars>
          <dgm:chPref val="3"/>
        </dgm:presLayoutVars>
      </dgm:prSet>
      <dgm:spPr/>
    </dgm:pt>
    <dgm:pt modelId="{68CAF773-0F84-468A-B5E7-8AFC336BDCFE}" type="pres">
      <dgm:prSet presAssocID="{539C60C3-0B33-48CF-A4E1-F9930170891F}" presName="rootConnector1" presStyleLbl="node1" presStyleIdx="0" presStyleCnt="0"/>
      <dgm:spPr/>
    </dgm:pt>
    <dgm:pt modelId="{D5CAA1BE-0600-4C81-A364-AA57F124DB4B}" type="pres">
      <dgm:prSet presAssocID="{539C60C3-0B33-48CF-A4E1-F9930170891F}" presName="hierChild2" presStyleCnt="0"/>
      <dgm:spPr/>
    </dgm:pt>
    <dgm:pt modelId="{8E0F67FD-8451-4D47-89C3-56714AA7835A}" type="pres">
      <dgm:prSet presAssocID="{BEB20879-2AE5-4834-9EED-30908D45B457}" presName="Name37" presStyleLbl="parChTrans1D2" presStyleIdx="0" presStyleCnt="1"/>
      <dgm:spPr/>
    </dgm:pt>
    <dgm:pt modelId="{3E8D2382-9B06-4608-87D4-F417B41A65E9}" type="pres">
      <dgm:prSet presAssocID="{2A88FA19-E314-4B5F-B939-B4EEE0154F20}" presName="hierRoot2" presStyleCnt="0">
        <dgm:presLayoutVars>
          <dgm:hierBranch val="init"/>
        </dgm:presLayoutVars>
      </dgm:prSet>
      <dgm:spPr/>
    </dgm:pt>
    <dgm:pt modelId="{DEECCF9E-9F36-4456-A6C4-5E1974C013DC}" type="pres">
      <dgm:prSet presAssocID="{2A88FA19-E314-4B5F-B939-B4EEE0154F20}" presName="rootComposite" presStyleCnt="0"/>
      <dgm:spPr/>
    </dgm:pt>
    <dgm:pt modelId="{17D66E87-CBEF-4A8F-A3B3-B4DF17A530BC}" type="pres">
      <dgm:prSet presAssocID="{2A88FA19-E314-4B5F-B939-B4EEE0154F20}" presName="rootText" presStyleLbl="node2" presStyleIdx="0" presStyleCnt="1" custScaleY="61656">
        <dgm:presLayoutVars>
          <dgm:chPref val="3"/>
        </dgm:presLayoutVars>
      </dgm:prSet>
      <dgm:spPr/>
    </dgm:pt>
    <dgm:pt modelId="{E64B6C40-9840-4962-B7EC-EF7FE6A526A1}" type="pres">
      <dgm:prSet presAssocID="{2A88FA19-E314-4B5F-B939-B4EEE0154F20}" presName="rootConnector" presStyleLbl="node2" presStyleIdx="0" presStyleCnt="1"/>
      <dgm:spPr/>
    </dgm:pt>
    <dgm:pt modelId="{8B4914ED-9881-4F42-9835-10347E10F6A9}" type="pres">
      <dgm:prSet presAssocID="{2A88FA19-E314-4B5F-B939-B4EEE0154F20}" presName="hierChild4" presStyleCnt="0"/>
      <dgm:spPr/>
    </dgm:pt>
    <dgm:pt modelId="{7CD11149-0C69-417B-856C-69440D8331D9}" type="pres">
      <dgm:prSet presAssocID="{55CF2849-405A-46F4-9D0B-8FC21D52BE04}" presName="Name37" presStyleLbl="parChTrans1D3" presStyleIdx="0" presStyleCnt="1"/>
      <dgm:spPr/>
    </dgm:pt>
    <dgm:pt modelId="{E42C1C4C-DEED-4253-97DD-87B6B88C8823}" type="pres">
      <dgm:prSet presAssocID="{50BE5256-437E-409A-A7AC-77E249F229C0}" presName="hierRoot2" presStyleCnt="0">
        <dgm:presLayoutVars>
          <dgm:hierBranch val="init"/>
        </dgm:presLayoutVars>
      </dgm:prSet>
      <dgm:spPr/>
    </dgm:pt>
    <dgm:pt modelId="{BBADFFFB-3118-43C0-B287-147CE4703275}" type="pres">
      <dgm:prSet presAssocID="{50BE5256-437E-409A-A7AC-77E249F229C0}" presName="rootComposite" presStyleCnt="0"/>
      <dgm:spPr/>
    </dgm:pt>
    <dgm:pt modelId="{F023B1C3-ABDC-470A-B697-C37935D61E1D}" type="pres">
      <dgm:prSet presAssocID="{50BE5256-437E-409A-A7AC-77E249F229C0}" presName="rootText" presStyleLbl="node3" presStyleIdx="0" presStyleCnt="1" custScaleY="61286">
        <dgm:presLayoutVars>
          <dgm:chPref val="3"/>
        </dgm:presLayoutVars>
      </dgm:prSet>
      <dgm:spPr/>
    </dgm:pt>
    <dgm:pt modelId="{8DFA64E1-DBF7-4811-BFC1-304179722F37}" type="pres">
      <dgm:prSet presAssocID="{50BE5256-437E-409A-A7AC-77E249F229C0}" presName="rootConnector" presStyleLbl="node3" presStyleIdx="0" presStyleCnt="1"/>
      <dgm:spPr/>
    </dgm:pt>
    <dgm:pt modelId="{D7137C01-8638-40B4-B6AC-0F6BEF538618}" type="pres">
      <dgm:prSet presAssocID="{50BE5256-437E-409A-A7AC-77E249F229C0}" presName="hierChild4" presStyleCnt="0"/>
      <dgm:spPr/>
    </dgm:pt>
    <dgm:pt modelId="{1AADF030-A301-4202-B6E9-8C706D9CB84E}" type="pres">
      <dgm:prSet presAssocID="{50BE5256-437E-409A-A7AC-77E249F229C0}" presName="hierChild5" presStyleCnt="0"/>
      <dgm:spPr/>
    </dgm:pt>
    <dgm:pt modelId="{8569E923-7C2C-40CD-87AC-0B19F072DF7D}" type="pres">
      <dgm:prSet presAssocID="{2A88FA19-E314-4B5F-B939-B4EEE0154F20}" presName="hierChild5" presStyleCnt="0"/>
      <dgm:spPr/>
    </dgm:pt>
    <dgm:pt modelId="{59F30E55-FDBA-48B8-BC3C-BBF19AD8AAF4}" type="pres">
      <dgm:prSet presAssocID="{539C60C3-0B33-48CF-A4E1-F9930170891F}" presName="hierChild3" presStyleCnt="0"/>
      <dgm:spPr/>
    </dgm:pt>
  </dgm:ptLst>
  <dgm:cxnLst>
    <dgm:cxn modelId="{5D0B8B05-1C05-4BF2-9D27-8A2B10673511}" type="presOf" srcId="{50BE5256-437E-409A-A7AC-77E249F229C0}" destId="{F023B1C3-ABDC-470A-B697-C37935D61E1D}" srcOrd="0" destOrd="0" presId="urn:microsoft.com/office/officeart/2005/8/layout/orgChart1"/>
    <dgm:cxn modelId="{B9B1660C-D72D-42AC-8522-DD25E5D419C5}" type="presOf" srcId="{50BE5256-437E-409A-A7AC-77E249F229C0}" destId="{8DFA64E1-DBF7-4811-BFC1-304179722F37}" srcOrd="1" destOrd="0" presId="urn:microsoft.com/office/officeart/2005/8/layout/orgChart1"/>
    <dgm:cxn modelId="{98E25A19-41EF-4A3D-8975-FE55192A6DDB}" type="presOf" srcId="{2A88FA19-E314-4B5F-B939-B4EEE0154F20}" destId="{E64B6C40-9840-4962-B7EC-EF7FE6A526A1}" srcOrd="1" destOrd="0" presId="urn:microsoft.com/office/officeart/2005/8/layout/orgChart1"/>
    <dgm:cxn modelId="{95F83E34-3691-455C-A2E3-D91236CC03AA}" srcId="{2A88FA19-E314-4B5F-B939-B4EEE0154F20}" destId="{50BE5256-437E-409A-A7AC-77E249F229C0}" srcOrd="0" destOrd="0" parTransId="{55CF2849-405A-46F4-9D0B-8FC21D52BE04}" sibTransId="{706DEA23-C2BF-4407-9948-EC085E11881D}"/>
    <dgm:cxn modelId="{EE52323B-1599-4C86-84A0-3016F1FC8E8F}" type="presOf" srcId="{2A88FA19-E314-4B5F-B939-B4EEE0154F20}" destId="{17D66E87-CBEF-4A8F-A3B3-B4DF17A530BC}" srcOrd="0" destOrd="0" presId="urn:microsoft.com/office/officeart/2005/8/layout/orgChart1"/>
    <dgm:cxn modelId="{12EC12A1-BDCE-4815-BC6A-28CC34BECDBA}" type="presOf" srcId="{BEB20879-2AE5-4834-9EED-30908D45B457}" destId="{8E0F67FD-8451-4D47-89C3-56714AA7835A}" srcOrd="0" destOrd="0" presId="urn:microsoft.com/office/officeart/2005/8/layout/orgChart1"/>
    <dgm:cxn modelId="{D878C9A8-DB0C-4F61-AD97-07B54E74CC61}" srcId="{45F0C23D-3739-4068-AE9A-8E746C1101ED}" destId="{539C60C3-0B33-48CF-A4E1-F9930170891F}" srcOrd="0" destOrd="0" parTransId="{B86330B4-4C14-4FE9-9FCE-A5042C54B77E}" sibTransId="{C082307B-2235-4E54-ABA5-168BC4282E91}"/>
    <dgm:cxn modelId="{245E14BA-706D-4C77-A666-4F3103CF6ED6}" srcId="{539C60C3-0B33-48CF-A4E1-F9930170891F}" destId="{2A88FA19-E314-4B5F-B939-B4EEE0154F20}" srcOrd="0" destOrd="0" parTransId="{BEB20879-2AE5-4834-9EED-30908D45B457}" sibTransId="{338522D9-634B-4BDC-AEDF-6F0E5F16A2F8}"/>
    <dgm:cxn modelId="{A39141D9-F684-430F-BED7-4C949950591D}" type="presOf" srcId="{539C60C3-0B33-48CF-A4E1-F9930170891F}" destId="{68CAF773-0F84-468A-B5E7-8AFC336BDCFE}" srcOrd="1" destOrd="0" presId="urn:microsoft.com/office/officeart/2005/8/layout/orgChart1"/>
    <dgm:cxn modelId="{6CF050D9-5B64-4CE1-B1B5-61512D2AE6F0}" type="presOf" srcId="{539C60C3-0B33-48CF-A4E1-F9930170891F}" destId="{9BE3630B-E30F-4707-85C1-8B8CD9CCB28C}" srcOrd="0" destOrd="0" presId="urn:microsoft.com/office/officeart/2005/8/layout/orgChart1"/>
    <dgm:cxn modelId="{63C442E3-64FA-4B98-8284-FA39914426A2}" type="presOf" srcId="{45F0C23D-3739-4068-AE9A-8E746C1101ED}" destId="{27BAA10B-C42C-4D48-9ADB-15C2DFF85BD2}" srcOrd="0" destOrd="0" presId="urn:microsoft.com/office/officeart/2005/8/layout/orgChart1"/>
    <dgm:cxn modelId="{21F206EF-F5CF-4527-9E79-DC6B337C56BB}" type="presOf" srcId="{55CF2849-405A-46F4-9D0B-8FC21D52BE04}" destId="{7CD11149-0C69-417B-856C-69440D8331D9}" srcOrd="0" destOrd="0" presId="urn:microsoft.com/office/officeart/2005/8/layout/orgChart1"/>
    <dgm:cxn modelId="{26F89F85-3557-40FC-A4CC-D2F1E73CA688}" type="presParOf" srcId="{27BAA10B-C42C-4D48-9ADB-15C2DFF85BD2}" destId="{386F16E1-A75C-49F0-A70E-7CB24DE26991}" srcOrd="0" destOrd="0" presId="urn:microsoft.com/office/officeart/2005/8/layout/orgChart1"/>
    <dgm:cxn modelId="{B21281F7-CD02-4D1D-B737-B8BCB77897BA}" type="presParOf" srcId="{386F16E1-A75C-49F0-A70E-7CB24DE26991}" destId="{EEF2A858-8216-4562-B2BF-9FA74CD691E1}" srcOrd="0" destOrd="0" presId="urn:microsoft.com/office/officeart/2005/8/layout/orgChart1"/>
    <dgm:cxn modelId="{7EBE0095-F5C1-4010-8BA9-BA7B604D4E14}" type="presParOf" srcId="{EEF2A858-8216-4562-B2BF-9FA74CD691E1}" destId="{9BE3630B-E30F-4707-85C1-8B8CD9CCB28C}" srcOrd="0" destOrd="0" presId="urn:microsoft.com/office/officeart/2005/8/layout/orgChart1"/>
    <dgm:cxn modelId="{2E68CA56-C64F-45C5-9931-EA6A0CAFD9E5}" type="presParOf" srcId="{EEF2A858-8216-4562-B2BF-9FA74CD691E1}" destId="{68CAF773-0F84-468A-B5E7-8AFC336BDCFE}" srcOrd="1" destOrd="0" presId="urn:microsoft.com/office/officeart/2005/8/layout/orgChart1"/>
    <dgm:cxn modelId="{5290DE15-C150-4097-8AAE-0E1574916790}" type="presParOf" srcId="{386F16E1-A75C-49F0-A70E-7CB24DE26991}" destId="{D5CAA1BE-0600-4C81-A364-AA57F124DB4B}" srcOrd="1" destOrd="0" presId="urn:microsoft.com/office/officeart/2005/8/layout/orgChart1"/>
    <dgm:cxn modelId="{604AB014-2BF4-42C4-A158-8B0F3FBED8C2}" type="presParOf" srcId="{D5CAA1BE-0600-4C81-A364-AA57F124DB4B}" destId="{8E0F67FD-8451-4D47-89C3-56714AA7835A}" srcOrd="0" destOrd="0" presId="urn:microsoft.com/office/officeart/2005/8/layout/orgChart1"/>
    <dgm:cxn modelId="{67C6581F-362F-4505-8189-E8471313CBCE}" type="presParOf" srcId="{D5CAA1BE-0600-4C81-A364-AA57F124DB4B}" destId="{3E8D2382-9B06-4608-87D4-F417B41A65E9}" srcOrd="1" destOrd="0" presId="urn:microsoft.com/office/officeart/2005/8/layout/orgChart1"/>
    <dgm:cxn modelId="{34306776-0300-4C74-80A1-578AB97EF56E}" type="presParOf" srcId="{3E8D2382-9B06-4608-87D4-F417B41A65E9}" destId="{DEECCF9E-9F36-4456-A6C4-5E1974C013DC}" srcOrd="0" destOrd="0" presId="urn:microsoft.com/office/officeart/2005/8/layout/orgChart1"/>
    <dgm:cxn modelId="{E7A87282-B93E-455D-B833-6433395D9898}" type="presParOf" srcId="{DEECCF9E-9F36-4456-A6C4-5E1974C013DC}" destId="{17D66E87-CBEF-4A8F-A3B3-B4DF17A530BC}" srcOrd="0" destOrd="0" presId="urn:microsoft.com/office/officeart/2005/8/layout/orgChart1"/>
    <dgm:cxn modelId="{BDF111F7-DA15-4CC2-9BC5-06CF71A301F0}" type="presParOf" srcId="{DEECCF9E-9F36-4456-A6C4-5E1974C013DC}" destId="{E64B6C40-9840-4962-B7EC-EF7FE6A526A1}" srcOrd="1" destOrd="0" presId="urn:microsoft.com/office/officeart/2005/8/layout/orgChart1"/>
    <dgm:cxn modelId="{787DFF97-81DD-4935-A406-6AE9A5FBBC52}" type="presParOf" srcId="{3E8D2382-9B06-4608-87D4-F417B41A65E9}" destId="{8B4914ED-9881-4F42-9835-10347E10F6A9}" srcOrd="1" destOrd="0" presId="urn:microsoft.com/office/officeart/2005/8/layout/orgChart1"/>
    <dgm:cxn modelId="{86469773-4ED6-43A4-9816-551959DCB97F}" type="presParOf" srcId="{8B4914ED-9881-4F42-9835-10347E10F6A9}" destId="{7CD11149-0C69-417B-856C-69440D8331D9}" srcOrd="0" destOrd="0" presId="urn:microsoft.com/office/officeart/2005/8/layout/orgChart1"/>
    <dgm:cxn modelId="{3ECD15BF-DC64-483E-B0F7-0C11CEFADC8D}" type="presParOf" srcId="{8B4914ED-9881-4F42-9835-10347E10F6A9}" destId="{E42C1C4C-DEED-4253-97DD-87B6B88C8823}" srcOrd="1" destOrd="0" presId="urn:microsoft.com/office/officeart/2005/8/layout/orgChart1"/>
    <dgm:cxn modelId="{CB017166-68BC-4418-83A7-3D203D1BD230}" type="presParOf" srcId="{E42C1C4C-DEED-4253-97DD-87B6B88C8823}" destId="{BBADFFFB-3118-43C0-B287-147CE4703275}" srcOrd="0" destOrd="0" presId="urn:microsoft.com/office/officeart/2005/8/layout/orgChart1"/>
    <dgm:cxn modelId="{51138DF0-20E4-4005-BD5C-96E4AD0C2820}" type="presParOf" srcId="{BBADFFFB-3118-43C0-B287-147CE4703275}" destId="{F023B1C3-ABDC-470A-B697-C37935D61E1D}" srcOrd="0" destOrd="0" presId="urn:microsoft.com/office/officeart/2005/8/layout/orgChart1"/>
    <dgm:cxn modelId="{ED153E04-FCEC-477F-8121-78FFC77E7F7E}" type="presParOf" srcId="{BBADFFFB-3118-43C0-B287-147CE4703275}" destId="{8DFA64E1-DBF7-4811-BFC1-304179722F37}" srcOrd="1" destOrd="0" presId="urn:microsoft.com/office/officeart/2005/8/layout/orgChart1"/>
    <dgm:cxn modelId="{7EDA955D-55E1-42AD-B54F-23DCFF9C200A}" type="presParOf" srcId="{E42C1C4C-DEED-4253-97DD-87B6B88C8823}" destId="{D7137C01-8638-40B4-B6AC-0F6BEF538618}" srcOrd="1" destOrd="0" presId="urn:microsoft.com/office/officeart/2005/8/layout/orgChart1"/>
    <dgm:cxn modelId="{C5F3E2CE-67B5-4157-8998-13168AF2047C}" type="presParOf" srcId="{E42C1C4C-DEED-4253-97DD-87B6B88C8823}" destId="{1AADF030-A301-4202-B6E9-8C706D9CB84E}" srcOrd="2" destOrd="0" presId="urn:microsoft.com/office/officeart/2005/8/layout/orgChart1"/>
    <dgm:cxn modelId="{9E2842D6-9DBE-40F2-8463-AD1398D4403D}" type="presParOf" srcId="{3E8D2382-9B06-4608-87D4-F417B41A65E9}" destId="{8569E923-7C2C-40CD-87AC-0B19F072DF7D}" srcOrd="2" destOrd="0" presId="urn:microsoft.com/office/officeart/2005/8/layout/orgChart1"/>
    <dgm:cxn modelId="{93E63AD2-ECDA-4A0D-BB40-7F1222635BAC}" type="presParOf" srcId="{386F16E1-A75C-49F0-A70E-7CB24DE26991}" destId="{59F30E55-FDBA-48B8-BC3C-BBF19AD8AA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A4787B3-81E5-4837-BC7C-1E78FE41540C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7ADCC4F-AE37-47C9-86EF-F967CD5EF306}">
      <dgm:prSet custT="1"/>
      <dgm:spPr/>
      <dgm:t>
        <a:bodyPr/>
        <a:lstStyle/>
        <a:p>
          <a:pPr rtl="0"/>
          <a:r>
            <a:rPr lang="fr-FR" sz="1100" b="1" dirty="0"/>
            <a:t>Responsable QHE </a:t>
          </a:r>
        </a:p>
        <a:p>
          <a:pPr rtl="0"/>
          <a:r>
            <a:rPr lang="fr-FR" sz="1100" dirty="0"/>
            <a:t>Stéphane TORPIER</a:t>
          </a:r>
        </a:p>
      </dgm:t>
    </dgm:pt>
    <dgm:pt modelId="{C2EC645D-881D-4EF4-BD5D-E7D192C09E7C}" type="parTrans" cxnId="{199A84F9-A71E-4F5E-8832-BB0BF6E917F4}">
      <dgm:prSet/>
      <dgm:spPr/>
      <dgm:t>
        <a:bodyPr/>
        <a:lstStyle/>
        <a:p>
          <a:endParaRPr lang="fr-FR"/>
        </a:p>
      </dgm:t>
    </dgm:pt>
    <dgm:pt modelId="{9CF5AD33-3585-48E6-869F-5A182E97D40F}" type="sibTrans" cxnId="{199A84F9-A71E-4F5E-8832-BB0BF6E917F4}">
      <dgm:prSet/>
      <dgm:spPr/>
      <dgm:t>
        <a:bodyPr/>
        <a:lstStyle/>
        <a:p>
          <a:endParaRPr lang="fr-FR"/>
        </a:p>
      </dgm:t>
    </dgm:pt>
    <dgm:pt modelId="{5EA27ABB-4CAB-4A89-834F-430FE8CD148F}">
      <dgm:prSet custT="1"/>
      <dgm:spPr/>
      <dgm:t>
        <a:bodyPr/>
        <a:lstStyle/>
        <a:p>
          <a:pPr rtl="0"/>
          <a:r>
            <a:rPr lang="fr-FR" sz="1100" b="1" dirty="0"/>
            <a:t>Assistant(e)s QHE</a:t>
          </a:r>
        </a:p>
        <a:p>
          <a:pPr rtl="0"/>
          <a:r>
            <a:rPr lang="fr-FR" sz="1100" dirty="0"/>
            <a:t> Séverine BERTIER</a:t>
          </a:r>
        </a:p>
        <a:p>
          <a:pPr rtl="0"/>
          <a:r>
            <a:rPr lang="fr-FR" sz="1100" dirty="0"/>
            <a:t>Lou GUILLOT</a:t>
          </a:r>
        </a:p>
        <a:p>
          <a:pPr rtl="0"/>
          <a:r>
            <a:rPr lang="fr-FR" sz="1100" dirty="0"/>
            <a:t>Manuel MOYA</a:t>
          </a:r>
        </a:p>
      </dgm:t>
    </dgm:pt>
    <dgm:pt modelId="{70850994-9B0B-4CEB-8B69-F5E0547064C7}" type="parTrans" cxnId="{D1346A41-799F-4674-BB44-F3835705445B}">
      <dgm:prSet/>
      <dgm:spPr/>
      <dgm:t>
        <a:bodyPr/>
        <a:lstStyle/>
        <a:p>
          <a:endParaRPr lang="fr-FR"/>
        </a:p>
      </dgm:t>
    </dgm:pt>
    <dgm:pt modelId="{DF0D0CFD-44F9-46CD-8ECA-ACEDA4CF69ED}" type="sibTrans" cxnId="{D1346A41-799F-4674-BB44-F3835705445B}">
      <dgm:prSet/>
      <dgm:spPr/>
      <dgm:t>
        <a:bodyPr/>
        <a:lstStyle/>
        <a:p>
          <a:endParaRPr lang="fr-FR"/>
        </a:p>
      </dgm:t>
    </dgm:pt>
    <dgm:pt modelId="{35CFDC33-B59F-4447-BC2A-1C2DAA6E1238}">
      <dgm:prSet custT="1"/>
      <dgm:spPr/>
      <dgm:t>
        <a:bodyPr/>
        <a:lstStyle/>
        <a:p>
          <a:pPr rtl="0"/>
          <a:r>
            <a:rPr lang="fr-FR" sz="1100" b="1" dirty="0"/>
            <a:t>Contrôleurs qualité </a:t>
          </a:r>
        </a:p>
        <a:p>
          <a:pPr rtl="0"/>
          <a:r>
            <a:rPr lang="fr-FR" sz="1100" dirty="0"/>
            <a:t>Liane BISSET</a:t>
          </a:r>
        </a:p>
        <a:p>
          <a:pPr rtl="0"/>
          <a:r>
            <a:rPr lang="fr-FR" sz="1100" dirty="0"/>
            <a:t>Bianca DOS REIS</a:t>
          </a:r>
        </a:p>
        <a:p>
          <a:pPr rtl="0"/>
          <a:r>
            <a:rPr lang="fr-FR" sz="1100" dirty="0"/>
            <a:t>Jean-Louis ESPIERET </a:t>
          </a:r>
        </a:p>
        <a:p>
          <a:pPr rtl="0"/>
          <a:r>
            <a:rPr lang="fr-FR" sz="1100" dirty="0"/>
            <a:t>Nadège FRELET</a:t>
          </a:r>
        </a:p>
        <a:p>
          <a:pPr rtl="0"/>
          <a:r>
            <a:rPr lang="fr-FR" sz="1100" dirty="0"/>
            <a:t>Rémi HU </a:t>
          </a:r>
        </a:p>
        <a:p>
          <a:pPr rtl="0"/>
          <a:r>
            <a:rPr lang="fr-FR" sz="1100" dirty="0"/>
            <a:t>Sue MOREAU</a:t>
          </a:r>
        </a:p>
        <a:p>
          <a:pPr rtl="0"/>
          <a:r>
            <a:rPr lang="fr-FR" sz="1100" dirty="0"/>
            <a:t>Delphine NIAN-TIA</a:t>
          </a:r>
        </a:p>
        <a:p>
          <a:pPr rtl="0"/>
          <a:r>
            <a:rPr lang="fr-FR" sz="1100" dirty="0"/>
            <a:t>Ingrid PAPOUA</a:t>
          </a:r>
        </a:p>
        <a:p>
          <a:pPr rtl="0"/>
          <a:r>
            <a:rPr lang="fr-FR" sz="1100" dirty="0"/>
            <a:t>Wilfried VESTIER</a:t>
          </a:r>
        </a:p>
      </dgm:t>
    </dgm:pt>
    <dgm:pt modelId="{7197D8FD-1078-4078-B0E5-FC3504376AF3}" type="parTrans" cxnId="{43AFA937-6A7E-4DCE-A22E-3D5BDD0AA3A9}">
      <dgm:prSet/>
      <dgm:spPr/>
      <dgm:t>
        <a:bodyPr/>
        <a:lstStyle/>
        <a:p>
          <a:endParaRPr lang="fr-FR"/>
        </a:p>
      </dgm:t>
    </dgm:pt>
    <dgm:pt modelId="{C8DD07DC-CE8B-4D20-93D9-2CD9C93B0023}" type="sibTrans" cxnId="{43AFA937-6A7E-4DCE-A22E-3D5BDD0AA3A9}">
      <dgm:prSet/>
      <dgm:spPr/>
      <dgm:t>
        <a:bodyPr/>
        <a:lstStyle/>
        <a:p>
          <a:endParaRPr lang="fr-FR"/>
        </a:p>
      </dgm:t>
    </dgm:pt>
    <dgm:pt modelId="{A52B5BA6-3C26-4DB7-AC27-F51F2CEAB4DF}">
      <dgm:prSet custT="1"/>
      <dgm:spPr/>
      <dgm:t>
        <a:bodyPr/>
        <a:lstStyle/>
        <a:p>
          <a:r>
            <a:rPr lang="fr-FR" sz="1100" b="1" dirty="0"/>
            <a:t>Responsable qualité produits procédés</a:t>
          </a:r>
        </a:p>
        <a:p>
          <a:r>
            <a:rPr lang="fr-FR" sz="1100" dirty="0"/>
            <a:t>Amina SOUSSOU</a:t>
          </a:r>
        </a:p>
      </dgm:t>
    </dgm:pt>
    <dgm:pt modelId="{99A60730-0E1B-4A7C-9734-A8730EFF2753}" type="parTrans" cxnId="{235DA723-44CE-4DFC-B1A4-EB1BB9F5F2F0}">
      <dgm:prSet/>
      <dgm:spPr/>
      <dgm:t>
        <a:bodyPr/>
        <a:lstStyle/>
        <a:p>
          <a:endParaRPr lang="fr-FR"/>
        </a:p>
      </dgm:t>
    </dgm:pt>
    <dgm:pt modelId="{C024DF13-663F-4246-87EE-F5CE57189F73}" type="sibTrans" cxnId="{235DA723-44CE-4DFC-B1A4-EB1BB9F5F2F0}">
      <dgm:prSet/>
      <dgm:spPr/>
      <dgm:t>
        <a:bodyPr/>
        <a:lstStyle/>
        <a:p>
          <a:endParaRPr lang="fr-FR"/>
        </a:p>
      </dgm:t>
    </dgm:pt>
    <dgm:pt modelId="{77F76CD8-B919-4685-8DCA-A9646F9D9A4A}" type="pres">
      <dgm:prSet presAssocID="{AA4787B3-81E5-4837-BC7C-1E78FE41540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78FB11E-0082-4C1E-B621-84C5FC803899}" type="pres">
      <dgm:prSet presAssocID="{97ADCC4F-AE37-47C9-86EF-F967CD5EF306}" presName="hierRoot1" presStyleCnt="0">
        <dgm:presLayoutVars>
          <dgm:hierBranch val="init"/>
        </dgm:presLayoutVars>
      </dgm:prSet>
      <dgm:spPr/>
    </dgm:pt>
    <dgm:pt modelId="{278F31BF-9491-4761-B6A1-48A8A00B2C5C}" type="pres">
      <dgm:prSet presAssocID="{97ADCC4F-AE37-47C9-86EF-F967CD5EF306}" presName="rootComposite1" presStyleCnt="0"/>
      <dgm:spPr/>
    </dgm:pt>
    <dgm:pt modelId="{F82270A7-C6BD-4D5B-A95B-B0CD95BBAD05}" type="pres">
      <dgm:prSet presAssocID="{97ADCC4F-AE37-47C9-86EF-F967CD5EF306}" presName="rootText1" presStyleLbl="node0" presStyleIdx="0" presStyleCnt="1" custScaleX="97091" custScaleY="45558">
        <dgm:presLayoutVars>
          <dgm:chPref val="3"/>
        </dgm:presLayoutVars>
      </dgm:prSet>
      <dgm:spPr/>
    </dgm:pt>
    <dgm:pt modelId="{2275ACC4-4AD7-4197-83AB-D39DC877B335}" type="pres">
      <dgm:prSet presAssocID="{97ADCC4F-AE37-47C9-86EF-F967CD5EF306}" presName="rootConnector1" presStyleLbl="node1" presStyleIdx="0" presStyleCnt="0"/>
      <dgm:spPr/>
    </dgm:pt>
    <dgm:pt modelId="{1A88F331-386C-494C-837C-3CF9D25D77B2}" type="pres">
      <dgm:prSet presAssocID="{97ADCC4F-AE37-47C9-86EF-F967CD5EF306}" presName="hierChild2" presStyleCnt="0"/>
      <dgm:spPr/>
    </dgm:pt>
    <dgm:pt modelId="{D7235465-E7DA-406B-B9DA-3A5E552CB50F}" type="pres">
      <dgm:prSet presAssocID="{70850994-9B0B-4CEB-8B69-F5E0547064C7}" presName="Name37" presStyleLbl="parChTrans1D2" presStyleIdx="0" presStyleCnt="2"/>
      <dgm:spPr/>
    </dgm:pt>
    <dgm:pt modelId="{A313A285-AD10-4702-A5FC-6C10D4359944}" type="pres">
      <dgm:prSet presAssocID="{5EA27ABB-4CAB-4A89-834F-430FE8CD148F}" presName="hierRoot2" presStyleCnt="0">
        <dgm:presLayoutVars>
          <dgm:hierBranch val="init"/>
        </dgm:presLayoutVars>
      </dgm:prSet>
      <dgm:spPr/>
    </dgm:pt>
    <dgm:pt modelId="{223F7279-BDFD-4B82-865C-56F3B465101C}" type="pres">
      <dgm:prSet presAssocID="{5EA27ABB-4CAB-4A89-834F-430FE8CD148F}" presName="rootComposite" presStyleCnt="0"/>
      <dgm:spPr/>
    </dgm:pt>
    <dgm:pt modelId="{F1868257-28C2-4305-BEF8-D85398F29B56}" type="pres">
      <dgm:prSet presAssocID="{5EA27ABB-4CAB-4A89-834F-430FE8CD148F}" presName="rootText" presStyleLbl="node2" presStyleIdx="0" presStyleCnt="2" custScaleX="91998" custScaleY="79481">
        <dgm:presLayoutVars>
          <dgm:chPref val="3"/>
        </dgm:presLayoutVars>
      </dgm:prSet>
      <dgm:spPr/>
    </dgm:pt>
    <dgm:pt modelId="{0EA3785C-D764-4F5A-9F11-2F46C4678580}" type="pres">
      <dgm:prSet presAssocID="{5EA27ABB-4CAB-4A89-834F-430FE8CD148F}" presName="rootConnector" presStyleLbl="node2" presStyleIdx="0" presStyleCnt="2"/>
      <dgm:spPr/>
    </dgm:pt>
    <dgm:pt modelId="{9F27F81F-A088-4A24-AFC5-2BCF5C7B6B75}" type="pres">
      <dgm:prSet presAssocID="{5EA27ABB-4CAB-4A89-834F-430FE8CD148F}" presName="hierChild4" presStyleCnt="0"/>
      <dgm:spPr/>
    </dgm:pt>
    <dgm:pt modelId="{B3AD9E28-EE0C-4342-8165-ADDE75A36274}" type="pres">
      <dgm:prSet presAssocID="{5EA27ABB-4CAB-4A89-834F-430FE8CD148F}" presName="hierChild5" presStyleCnt="0"/>
      <dgm:spPr/>
    </dgm:pt>
    <dgm:pt modelId="{131C4CA9-9DFE-451C-B027-513C0F734130}" type="pres">
      <dgm:prSet presAssocID="{99A60730-0E1B-4A7C-9734-A8730EFF2753}" presName="Name37" presStyleLbl="parChTrans1D2" presStyleIdx="1" presStyleCnt="2"/>
      <dgm:spPr/>
    </dgm:pt>
    <dgm:pt modelId="{7EEB5E61-2882-4A2F-A982-FA32F84D4C9A}" type="pres">
      <dgm:prSet presAssocID="{A52B5BA6-3C26-4DB7-AC27-F51F2CEAB4DF}" presName="hierRoot2" presStyleCnt="0">
        <dgm:presLayoutVars>
          <dgm:hierBranch val="init"/>
        </dgm:presLayoutVars>
      </dgm:prSet>
      <dgm:spPr/>
    </dgm:pt>
    <dgm:pt modelId="{B8E01A14-4114-47C5-819D-804EAF255962}" type="pres">
      <dgm:prSet presAssocID="{A52B5BA6-3C26-4DB7-AC27-F51F2CEAB4DF}" presName="rootComposite" presStyleCnt="0"/>
      <dgm:spPr/>
    </dgm:pt>
    <dgm:pt modelId="{06E69614-DA4C-4F21-AEA7-B9C22D8ACA99}" type="pres">
      <dgm:prSet presAssocID="{A52B5BA6-3C26-4DB7-AC27-F51F2CEAB4DF}" presName="rootText" presStyleLbl="node2" presStyleIdx="1" presStyleCnt="2" custScaleY="42230">
        <dgm:presLayoutVars>
          <dgm:chPref val="3"/>
        </dgm:presLayoutVars>
      </dgm:prSet>
      <dgm:spPr/>
    </dgm:pt>
    <dgm:pt modelId="{AB1BACC9-4700-4BBA-9E3B-A8553EEB94C3}" type="pres">
      <dgm:prSet presAssocID="{A52B5BA6-3C26-4DB7-AC27-F51F2CEAB4DF}" presName="rootConnector" presStyleLbl="node2" presStyleIdx="1" presStyleCnt="2"/>
      <dgm:spPr/>
    </dgm:pt>
    <dgm:pt modelId="{E13E5287-B6A9-4615-8CAF-B0455891505C}" type="pres">
      <dgm:prSet presAssocID="{A52B5BA6-3C26-4DB7-AC27-F51F2CEAB4DF}" presName="hierChild4" presStyleCnt="0"/>
      <dgm:spPr/>
    </dgm:pt>
    <dgm:pt modelId="{1E16E158-2B2A-4ED3-99C2-B959FB45A72C}" type="pres">
      <dgm:prSet presAssocID="{7197D8FD-1078-4078-B0E5-FC3504376AF3}" presName="Name37" presStyleLbl="parChTrans1D3" presStyleIdx="0" presStyleCnt="1"/>
      <dgm:spPr/>
    </dgm:pt>
    <dgm:pt modelId="{6D94A93C-CB95-4AAE-9FCD-051C05FBF690}" type="pres">
      <dgm:prSet presAssocID="{35CFDC33-B59F-4447-BC2A-1C2DAA6E1238}" presName="hierRoot2" presStyleCnt="0">
        <dgm:presLayoutVars>
          <dgm:hierBranch val="l"/>
        </dgm:presLayoutVars>
      </dgm:prSet>
      <dgm:spPr/>
    </dgm:pt>
    <dgm:pt modelId="{8563BC46-5A99-49C5-9A8B-19E3F62E9744}" type="pres">
      <dgm:prSet presAssocID="{35CFDC33-B59F-4447-BC2A-1C2DAA6E1238}" presName="rootComposite" presStyleCnt="0"/>
      <dgm:spPr/>
    </dgm:pt>
    <dgm:pt modelId="{3CAB0653-656D-4E74-A0D9-93DAD613D868}" type="pres">
      <dgm:prSet presAssocID="{35CFDC33-B59F-4447-BC2A-1C2DAA6E1238}" presName="rootText" presStyleLbl="node3" presStyleIdx="0" presStyleCnt="1" custScaleX="87907" custScaleY="142178">
        <dgm:presLayoutVars>
          <dgm:chPref val="3"/>
        </dgm:presLayoutVars>
      </dgm:prSet>
      <dgm:spPr/>
    </dgm:pt>
    <dgm:pt modelId="{395CADB0-EC69-4BCB-8800-02CE0474F6BF}" type="pres">
      <dgm:prSet presAssocID="{35CFDC33-B59F-4447-BC2A-1C2DAA6E1238}" presName="rootConnector" presStyleLbl="node3" presStyleIdx="0" presStyleCnt="1"/>
      <dgm:spPr/>
    </dgm:pt>
    <dgm:pt modelId="{2FA77354-F806-45D9-AFA8-30AD394BD216}" type="pres">
      <dgm:prSet presAssocID="{35CFDC33-B59F-4447-BC2A-1C2DAA6E1238}" presName="hierChild4" presStyleCnt="0"/>
      <dgm:spPr/>
    </dgm:pt>
    <dgm:pt modelId="{CEA986B2-69C9-4772-BBEB-C54E9F98E0F2}" type="pres">
      <dgm:prSet presAssocID="{35CFDC33-B59F-4447-BC2A-1C2DAA6E1238}" presName="hierChild5" presStyleCnt="0"/>
      <dgm:spPr/>
    </dgm:pt>
    <dgm:pt modelId="{54CA0CE6-FADF-4D11-AC20-DF30060AA0A3}" type="pres">
      <dgm:prSet presAssocID="{A52B5BA6-3C26-4DB7-AC27-F51F2CEAB4DF}" presName="hierChild5" presStyleCnt="0"/>
      <dgm:spPr/>
    </dgm:pt>
    <dgm:pt modelId="{F74F703E-3F94-45FA-A686-6EDA4A7A00B2}" type="pres">
      <dgm:prSet presAssocID="{97ADCC4F-AE37-47C9-86EF-F967CD5EF306}" presName="hierChild3" presStyleCnt="0"/>
      <dgm:spPr/>
    </dgm:pt>
  </dgm:ptLst>
  <dgm:cxnLst>
    <dgm:cxn modelId="{8BAFA023-46C7-4681-9545-12CF5561E788}" type="presOf" srcId="{AA4787B3-81E5-4837-BC7C-1E78FE41540C}" destId="{77F76CD8-B919-4685-8DCA-A9646F9D9A4A}" srcOrd="0" destOrd="0" presId="urn:microsoft.com/office/officeart/2005/8/layout/orgChart1"/>
    <dgm:cxn modelId="{235DA723-44CE-4DFC-B1A4-EB1BB9F5F2F0}" srcId="{97ADCC4F-AE37-47C9-86EF-F967CD5EF306}" destId="{A52B5BA6-3C26-4DB7-AC27-F51F2CEAB4DF}" srcOrd="1" destOrd="0" parTransId="{99A60730-0E1B-4A7C-9734-A8730EFF2753}" sibTransId="{C024DF13-663F-4246-87EE-F5CE57189F73}"/>
    <dgm:cxn modelId="{E6BAC427-8242-4473-B11F-7F5F5FCBEAAB}" type="presOf" srcId="{35CFDC33-B59F-4447-BC2A-1C2DAA6E1238}" destId="{395CADB0-EC69-4BCB-8800-02CE0474F6BF}" srcOrd="1" destOrd="0" presId="urn:microsoft.com/office/officeart/2005/8/layout/orgChart1"/>
    <dgm:cxn modelId="{43AFA937-6A7E-4DCE-A22E-3D5BDD0AA3A9}" srcId="{A52B5BA6-3C26-4DB7-AC27-F51F2CEAB4DF}" destId="{35CFDC33-B59F-4447-BC2A-1C2DAA6E1238}" srcOrd="0" destOrd="0" parTransId="{7197D8FD-1078-4078-B0E5-FC3504376AF3}" sibTransId="{C8DD07DC-CE8B-4D20-93D9-2CD9C93B0023}"/>
    <dgm:cxn modelId="{8498803E-90F1-4EDE-BFCB-CE316584AB1F}" type="presOf" srcId="{35CFDC33-B59F-4447-BC2A-1C2DAA6E1238}" destId="{3CAB0653-656D-4E74-A0D9-93DAD613D868}" srcOrd="0" destOrd="0" presId="urn:microsoft.com/office/officeart/2005/8/layout/orgChart1"/>
    <dgm:cxn modelId="{AC33305F-7F9A-431A-ADF0-689A7791CF6D}" type="presOf" srcId="{5EA27ABB-4CAB-4A89-834F-430FE8CD148F}" destId="{F1868257-28C2-4305-BEF8-D85398F29B56}" srcOrd="0" destOrd="0" presId="urn:microsoft.com/office/officeart/2005/8/layout/orgChart1"/>
    <dgm:cxn modelId="{D1346A41-799F-4674-BB44-F3835705445B}" srcId="{97ADCC4F-AE37-47C9-86EF-F967CD5EF306}" destId="{5EA27ABB-4CAB-4A89-834F-430FE8CD148F}" srcOrd="0" destOrd="0" parTransId="{70850994-9B0B-4CEB-8B69-F5E0547064C7}" sibTransId="{DF0D0CFD-44F9-46CD-8ECA-ACEDA4CF69ED}"/>
    <dgm:cxn modelId="{62DBA862-EFF0-4B95-BFF5-A2D20576E45F}" type="presOf" srcId="{A52B5BA6-3C26-4DB7-AC27-F51F2CEAB4DF}" destId="{AB1BACC9-4700-4BBA-9E3B-A8553EEB94C3}" srcOrd="1" destOrd="0" presId="urn:microsoft.com/office/officeart/2005/8/layout/orgChart1"/>
    <dgm:cxn modelId="{83E8656B-FE05-4C21-8F35-A20D106659FA}" type="presOf" srcId="{99A60730-0E1B-4A7C-9734-A8730EFF2753}" destId="{131C4CA9-9DFE-451C-B027-513C0F734130}" srcOrd="0" destOrd="0" presId="urn:microsoft.com/office/officeart/2005/8/layout/orgChart1"/>
    <dgm:cxn modelId="{F132E372-AABF-4847-8AB7-4363E2ECCC7A}" type="presOf" srcId="{7197D8FD-1078-4078-B0E5-FC3504376AF3}" destId="{1E16E158-2B2A-4ED3-99C2-B959FB45A72C}" srcOrd="0" destOrd="0" presId="urn:microsoft.com/office/officeart/2005/8/layout/orgChart1"/>
    <dgm:cxn modelId="{EA204574-E2B4-430D-BF41-B15C647C09AF}" type="presOf" srcId="{70850994-9B0B-4CEB-8B69-F5E0547064C7}" destId="{D7235465-E7DA-406B-B9DA-3A5E552CB50F}" srcOrd="0" destOrd="0" presId="urn:microsoft.com/office/officeart/2005/8/layout/orgChart1"/>
    <dgm:cxn modelId="{68856257-5CFF-4B35-9F16-44CEE9C87FF3}" type="presOf" srcId="{A52B5BA6-3C26-4DB7-AC27-F51F2CEAB4DF}" destId="{06E69614-DA4C-4F21-AEA7-B9C22D8ACA99}" srcOrd="0" destOrd="0" presId="urn:microsoft.com/office/officeart/2005/8/layout/orgChart1"/>
    <dgm:cxn modelId="{46CC12BC-DDE3-410E-8649-FEAE5F40785D}" type="presOf" srcId="{5EA27ABB-4CAB-4A89-834F-430FE8CD148F}" destId="{0EA3785C-D764-4F5A-9F11-2F46C4678580}" srcOrd="1" destOrd="0" presId="urn:microsoft.com/office/officeart/2005/8/layout/orgChart1"/>
    <dgm:cxn modelId="{001A31BD-4478-4FBB-A7E2-2970519BE823}" type="presOf" srcId="{97ADCC4F-AE37-47C9-86EF-F967CD5EF306}" destId="{F82270A7-C6BD-4D5B-A95B-B0CD95BBAD05}" srcOrd="0" destOrd="0" presId="urn:microsoft.com/office/officeart/2005/8/layout/orgChart1"/>
    <dgm:cxn modelId="{905305C2-F9BE-4A53-B8F7-1899C56CDB1C}" type="presOf" srcId="{97ADCC4F-AE37-47C9-86EF-F967CD5EF306}" destId="{2275ACC4-4AD7-4197-83AB-D39DC877B335}" srcOrd="1" destOrd="0" presId="urn:microsoft.com/office/officeart/2005/8/layout/orgChart1"/>
    <dgm:cxn modelId="{199A84F9-A71E-4F5E-8832-BB0BF6E917F4}" srcId="{AA4787B3-81E5-4837-BC7C-1E78FE41540C}" destId="{97ADCC4F-AE37-47C9-86EF-F967CD5EF306}" srcOrd="0" destOrd="0" parTransId="{C2EC645D-881D-4EF4-BD5D-E7D192C09E7C}" sibTransId="{9CF5AD33-3585-48E6-869F-5A182E97D40F}"/>
    <dgm:cxn modelId="{3659C637-DC3C-4916-BDB7-DEDF34C1BC97}" type="presParOf" srcId="{77F76CD8-B919-4685-8DCA-A9646F9D9A4A}" destId="{478FB11E-0082-4C1E-B621-84C5FC803899}" srcOrd="0" destOrd="0" presId="urn:microsoft.com/office/officeart/2005/8/layout/orgChart1"/>
    <dgm:cxn modelId="{05BB1B42-34D2-41F1-967B-630B13C16459}" type="presParOf" srcId="{478FB11E-0082-4C1E-B621-84C5FC803899}" destId="{278F31BF-9491-4761-B6A1-48A8A00B2C5C}" srcOrd="0" destOrd="0" presId="urn:microsoft.com/office/officeart/2005/8/layout/orgChart1"/>
    <dgm:cxn modelId="{1396814A-70BA-480E-9AB3-4991729168C5}" type="presParOf" srcId="{278F31BF-9491-4761-B6A1-48A8A00B2C5C}" destId="{F82270A7-C6BD-4D5B-A95B-B0CD95BBAD05}" srcOrd="0" destOrd="0" presId="urn:microsoft.com/office/officeart/2005/8/layout/orgChart1"/>
    <dgm:cxn modelId="{0CC9E2C8-DB96-4AC2-9D9C-D645F323DAE2}" type="presParOf" srcId="{278F31BF-9491-4761-B6A1-48A8A00B2C5C}" destId="{2275ACC4-4AD7-4197-83AB-D39DC877B335}" srcOrd="1" destOrd="0" presId="urn:microsoft.com/office/officeart/2005/8/layout/orgChart1"/>
    <dgm:cxn modelId="{F8720DF1-FD43-4AEB-8C20-3A60F6E53121}" type="presParOf" srcId="{478FB11E-0082-4C1E-B621-84C5FC803899}" destId="{1A88F331-386C-494C-837C-3CF9D25D77B2}" srcOrd="1" destOrd="0" presId="urn:microsoft.com/office/officeart/2005/8/layout/orgChart1"/>
    <dgm:cxn modelId="{EA06B302-68D2-4E80-9878-E2B066DC71B6}" type="presParOf" srcId="{1A88F331-386C-494C-837C-3CF9D25D77B2}" destId="{D7235465-E7DA-406B-B9DA-3A5E552CB50F}" srcOrd="0" destOrd="0" presId="urn:microsoft.com/office/officeart/2005/8/layout/orgChart1"/>
    <dgm:cxn modelId="{8D5FF057-96E8-4DB6-AC57-9B3CFE2EB0B2}" type="presParOf" srcId="{1A88F331-386C-494C-837C-3CF9D25D77B2}" destId="{A313A285-AD10-4702-A5FC-6C10D4359944}" srcOrd="1" destOrd="0" presId="urn:microsoft.com/office/officeart/2005/8/layout/orgChart1"/>
    <dgm:cxn modelId="{8A6A35AA-7FA9-499A-BF22-528A021D9874}" type="presParOf" srcId="{A313A285-AD10-4702-A5FC-6C10D4359944}" destId="{223F7279-BDFD-4B82-865C-56F3B465101C}" srcOrd="0" destOrd="0" presId="urn:microsoft.com/office/officeart/2005/8/layout/orgChart1"/>
    <dgm:cxn modelId="{71E043C7-9CD4-4255-BAEE-89AA20CDA9B3}" type="presParOf" srcId="{223F7279-BDFD-4B82-865C-56F3B465101C}" destId="{F1868257-28C2-4305-BEF8-D85398F29B56}" srcOrd="0" destOrd="0" presId="urn:microsoft.com/office/officeart/2005/8/layout/orgChart1"/>
    <dgm:cxn modelId="{767F9194-3DE7-4AAE-B3E1-23274A52B472}" type="presParOf" srcId="{223F7279-BDFD-4B82-865C-56F3B465101C}" destId="{0EA3785C-D764-4F5A-9F11-2F46C4678580}" srcOrd="1" destOrd="0" presId="urn:microsoft.com/office/officeart/2005/8/layout/orgChart1"/>
    <dgm:cxn modelId="{8B819164-C1BF-49F1-8903-C3762A5B42DB}" type="presParOf" srcId="{A313A285-AD10-4702-A5FC-6C10D4359944}" destId="{9F27F81F-A088-4A24-AFC5-2BCF5C7B6B75}" srcOrd="1" destOrd="0" presId="urn:microsoft.com/office/officeart/2005/8/layout/orgChart1"/>
    <dgm:cxn modelId="{1B18793F-8B1F-4301-A29C-A0E792C2D980}" type="presParOf" srcId="{A313A285-AD10-4702-A5FC-6C10D4359944}" destId="{B3AD9E28-EE0C-4342-8165-ADDE75A36274}" srcOrd="2" destOrd="0" presId="urn:microsoft.com/office/officeart/2005/8/layout/orgChart1"/>
    <dgm:cxn modelId="{E4C59038-1308-459D-BD23-4A44CAE632AE}" type="presParOf" srcId="{1A88F331-386C-494C-837C-3CF9D25D77B2}" destId="{131C4CA9-9DFE-451C-B027-513C0F734130}" srcOrd="2" destOrd="0" presId="urn:microsoft.com/office/officeart/2005/8/layout/orgChart1"/>
    <dgm:cxn modelId="{DA7572F3-4066-4309-A2F3-4E056978CB88}" type="presParOf" srcId="{1A88F331-386C-494C-837C-3CF9D25D77B2}" destId="{7EEB5E61-2882-4A2F-A982-FA32F84D4C9A}" srcOrd="3" destOrd="0" presId="urn:microsoft.com/office/officeart/2005/8/layout/orgChart1"/>
    <dgm:cxn modelId="{70911057-4911-4426-A1C3-6A2760EA9BBE}" type="presParOf" srcId="{7EEB5E61-2882-4A2F-A982-FA32F84D4C9A}" destId="{B8E01A14-4114-47C5-819D-804EAF255962}" srcOrd="0" destOrd="0" presId="urn:microsoft.com/office/officeart/2005/8/layout/orgChart1"/>
    <dgm:cxn modelId="{4F85343A-5023-479B-A1EF-5BDF18498033}" type="presParOf" srcId="{B8E01A14-4114-47C5-819D-804EAF255962}" destId="{06E69614-DA4C-4F21-AEA7-B9C22D8ACA99}" srcOrd="0" destOrd="0" presId="urn:microsoft.com/office/officeart/2005/8/layout/orgChart1"/>
    <dgm:cxn modelId="{324C56F5-F5B4-4527-897E-51A0FC637E90}" type="presParOf" srcId="{B8E01A14-4114-47C5-819D-804EAF255962}" destId="{AB1BACC9-4700-4BBA-9E3B-A8553EEB94C3}" srcOrd="1" destOrd="0" presId="urn:microsoft.com/office/officeart/2005/8/layout/orgChart1"/>
    <dgm:cxn modelId="{733581A8-CABC-4E4A-8469-25B8F2BB02F5}" type="presParOf" srcId="{7EEB5E61-2882-4A2F-A982-FA32F84D4C9A}" destId="{E13E5287-B6A9-4615-8CAF-B0455891505C}" srcOrd="1" destOrd="0" presId="urn:microsoft.com/office/officeart/2005/8/layout/orgChart1"/>
    <dgm:cxn modelId="{6E4F5686-5B17-4822-A8AF-27CCE474B040}" type="presParOf" srcId="{E13E5287-B6A9-4615-8CAF-B0455891505C}" destId="{1E16E158-2B2A-4ED3-99C2-B959FB45A72C}" srcOrd="0" destOrd="0" presId="urn:microsoft.com/office/officeart/2005/8/layout/orgChart1"/>
    <dgm:cxn modelId="{C1FED06D-A8F4-4DED-A987-E04241A559EE}" type="presParOf" srcId="{E13E5287-B6A9-4615-8CAF-B0455891505C}" destId="{6D94A93C-CB95-4AAE-9FCD-051C05FBF690}" srcOrd="1" destOrd="0" presId="urn:microsoft.com/office/officeart/2005/8/layout/orgChart1"/>
    <dgm:cxn modelId="{3AD49B70-87F7-410E-B545-312623621FA2}" type="presParOf" srcId="{6D94A93C-CB95-4AAE-9FCD-051C05FBF690}" destId="{8563BC46-5A99-49C5-9A8B-19E3F62E9744}" srcOrd="0" destOrd="0" presId="urn:microsoft.com/office/officeart/2005/8/layout/orgChart1"/>
    <dgm:cxn modelId="{95A0A063-119C-454C-88A3-AECEF34A3B00}" type="presParOf" srcId="{8563BC46-5A99-49C5-9A8B-19E3F62E9744}" destId="{3CAB0653-656D-4E74-A0D9-93DAD613D868}" srcOrd="0" destOrd="0" presId="urn:microsoft.com/office/officeart/2005/8/layout/orgChart1"/>
    <dgm:cxn modelId="{23D7E0D8-CC50-44C2-8A11-BC07925F2826}" type="presParOf" srcId="{8563BC46-5A99-49C5-9A8B-19E3F62E9744}" destId="{395CADB0-EC69-4BCB-8800-02CE0474F6BF}" srcOrd="1" destOrd="0" presId="urn:microsoft.com/office/officeart/2005/8/layout/orgChart1"/>
    <dgm:cxn modelId="{BE21E99D-F6EA-48C3-B80C-B4C8130AB55A}" type="presParOf" srcId="{6D94A93C-CB95-4AAE-9FCD-051C05FBF690}" destId="{2FA77354-F806-45D9-AFA8-30AD394BD216}" srcOrd="1" destOrd="0" presId="urn:microsoft.com/office/officeart/2005/8/layout/orgChart1"/>
    <dgm:cxn modelId="{440D2A40-3C96-4105-92C4-032835ED781D}" type="presParOf" srcId="{6D94A93C-CB95-4AAE-9FCD-051C05FBF690}" destId="{CEA986B2-69C9-4772-BBEB-C54E9F98E0F2}" srcOrd="2" destOrd="0" presId="urn:microsoft.com/office/officeart/2005/8/layout/orgChart1"/>
    <dgm:cxn modelId="{C330E9A3-E615-4BAB-92AD-4822FCFA16B7}" type="presParOf" srcId="{7EEB5E61-2882-4A2F-A982-FA32F84D4C9A}" destId="{54CA0CE6-FADF-4D11-AC20-DF30060AA0A3}" srcOrd="2" destOrd="0" presId="urn:microsoft.com/office/officeart/2005/8/layout/orgChart1"/>
    <dgm:cxn modelId="{BA0C712E-9E3C-4784-9FBD-D8452D345D36}" type="presParOf" srcId="{478FB11E-0082-4C1E-B621-84C5FC803899}" destId="{F74F703E-3F94-45FA-A686-6EDA4A7A00B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56C080-49AB-410C-ABEE-A7313F74AB9D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84CAC50-C187-4EA5-A56F-6C8E45CF6BCA}">
      <dgm:prSet custT="1"/>
      <dgm:spPr/>
      <dgm:t>
        <a:bodyPr/>
        <a:lstStyle/>
        <a:p>
          <a:pPr rtl="0"/>
          <a:r>
            <a:rPr lang="fr-FR" sz="1050" b="1" dirty="0"/>
            <a:t>PDG Groupe TORPIER / Directeur commercial </a:t>
          </a:r>
        </a:p>
        <a:p>
          <a:pPr rtl="0"/>
          <a:r>
            <a:rPr lang="fr-FR" sz="1050" dirty="0"/>
            <a:t>Stéphane TORPIER</a:t>
          </a:r>
        </a:p>
      </dgm:t>
    </dgm:pt>
    <dgm:pt modelId="{6953587A-F1EC-42A7-9713-E988BED52C28}" type="parTrans" cxnId="{71C0129F-5C49-4A47-84B6-7E7E9D1F46EB}">
      <dgm:prSet/>
      <dgm:spPr/>
      <dgm:t>
        <a:bodyPr/>
        <a:lstStyle/>
        <a:p>
          <a:endParaRPr lang="fr-FR"/>
        </a:p>
      </dgm:t>
    </dgm:pt>
    <dgm:pt modelId="{01710BAC-B357-4063-8EDC-49B13C1FAF52}" type="sibTrans" cxnId="{71C0129F-5C49-4A47-84B6-7E7E9D1F46EB}">
      <dgm:prSet/>
      <dgm:spPr/>
      <dgm:t>
        <a:bodyPr/>
        <a:lstStyle/>
        <a:p>
          <a:endParaRPr lang="fr-FR"/>
        </a:p>
      </dgm:t>
    </dgm:pt>
    <dgm:pt modelId="{A4144C9D-2829-499B-8B21-7137EBC5F11F}">
      <dgm:prSet custT="1"/>
      <dgm:spPr/>
      <dgm:t>
        <a:bodyPr/>
        <a:lstStyle/>
        <a:p>
          <a:pPr rtl="0"/>
          <a:r>
            <a:rPr lang="fr-FR" sz="1100" b="1" dirty="0"/>
            <a:t>Responsable ADV </a:t>
          </a:r>
        </a:p>
        <a:p>
          <a:pPr rtl="0"/>
          <a:r>
            <a:rPr lang="fr-FR" sz="1100" dirty="0">
              <a:latin typeface="+mj-lt"/>
            </a:rPr>
            <a:t>Alice JOUNET</a:t>
          </a:r>
          <a:endParaRPr lang="fr-FR" sz="1100" dirty="0"/>
        </a:p>
      </dgm:t>
    </dgm:pt>
    <dgm:pt modelId="{0E4CE0D3-AD15-4A07-9249-79B404FA25F5}" type="parTrans" cxnId="{D5B67412-A6F6-407B-A771-73320052A4EE}">
      <dgm:prSet/>
      <dgm:spPr/>
      <dgm:t>
        <a:bodyPr/>
        <a:lstStyle/>
        <a:p>
          <a:endParaRPr lang="fr-FR"/>
        </a:p>
      </dgm:t>
    </dgm:pt>
    <dgm:pt modelId="{8A86638F-D9CE-4255-9B0C-9E0D2AF4B114}" type="sibTrans" cxnId="{D5B67412-A6F6-407B-A771-73320052A4EE}">
      <dgm:prSet/>
      <dgm:spPr/>
      <dgm:t>
        <a:bodyPr/>
        <a:lstStyle/>
        <a:p>
          <a:endParaRPr lang="fr-FR"/>
        </a:p>
      </dgm:t>
    </dgm:pt>
    <dgm:pt modelId="{EB9BF586-C1B2-4F09-86E9-D00936ED64EB}">
      <dgm:prSet custT="1"/>
      <dgm:spPr/>
      <dgm:t>
        <a:bodyPr/>
        <a:lstStyle/>
        <a:p>
          <a:pPr rtl="0"/>
          <a:r>
            <a:rPr lang="fr-FR" sz="1100" b="1" dirty="0"/>
            <a:t>Adjointe à la responsable ADV </a:t>
          </a:r>
        </a:p>
        <a:p>
          <a:pPr rtl="0"/>
          <a:r>
            <a:rPr lang="fr-FR" sz="1100" dirty="0"/>
            <a:t>Léa KASINSKY</a:t>
          </a:r>
        </a:p>
      </dgm:t>
    </dgm:pt>
    <dgm:pt modelId="{FF3F8766-159D-4C66-BD5D-A9EA97AFB2A6}" type="parTrans" cxnId="{2EF37033-684A-4B0D-A072-133616DFC2BF}">
      <dgm:prSet/>
      <dgm:spPr/>
      <dgm:t>
        <a:bodyPr/>
        <a:lstStyle/>
        <a:p>
          <a:endParaRPr lang="fr-FR"/>
        </a:p>
      </dgm:t>
    </dgm:pt>
    <dgm:pt modelId="{6A1F86A9-044C-40D8-8B20-8740B76481E5}" type="sibTrans" cxnId="{2EF37033-684A-4B0D-A072-133616DFC2BF}">
      <dgm:prSet/>
      <dgm:spPr/>
      <dgm:t>
        <a:bodyPr/>
        <a:lstStyle/>
        <a:p>
          <a:endParaRPr lang="fr-FR"/>
        </a:p>
      </dgm:t>
    </dgm:pt>
    <dgm:pt modelId="{56432F6B-3DFF-40A3-B698-CC3ADDEF3CE8}">
      <dgm:prSet custT="1"/>
      <dgm:spPr/>
      <dgm:t>
        <a:bodyPr/>
        <a:lstStyle/>
        <a:p>
          <a:pPr rtl="0"/>
          <a:r>
            <a:rPr lang="fr-FR" sz="1100" b="1" dirty="0"/>
            <a:t>Assistant(e) commercial(e) </a:t>
          </a:r>
        </a:p>
        <a:p>
          <a:pPr rtl="0"/>
          <a:r>
            <a:rPr lang="fr-FR" sz="1000" dirty="0"/>
            <a:t>Carole BIN</a:t>
          </a:r>
        </a:p>
        <a:p>
          <a:pPr rtl="0"/>
          <a:r>
            <a:rPr lang="fr-FR" sz="1000" dirty="0"/>
            <a:t>…………..</a:t>
          </a:r>
        </a:p>
        <a:p>
          <a:pPr rtl="0"/>
          <a:r>
            <a:rPr lang="fr-FR" sz="1000" dirty="0"/>
            <a:t> Séverine BOUTTIER</a:t>
          </a:r>
        </a:p>
        <a:p>
          <a:pPr rtl="0"/>
          <a:r>
            <a:rPr lang="fr-FR" sz="1000" dirty="0"/>
            <a:t>Vanessa CELIOT</a:t>
          </a:r>
        </a:p>
        <a:p>
          <a:pPr rtl="0"/>
          <a:r>
            <a:rPr lang="fr-FR" sz="1000" dirty="0"/>
            <a:t>Cindy CROUS</a:t>
          </a:r>
        </a:p>
        <a:p>
          <a:pPr rtl="0"/>
          <a:r>
            <a:rPr lang="fr-FR" sz="1000" dirty="0"/>
            <a:t>Emmanuelle DIOT</a:t>
          </a:r>
        </a:p>
        <a:p>
          <a:pPr rtl="0"/>
          <a:r>
            <a:rPr lang="fr-FR" sz="1000" dirty="0"/>
            <a:t>Hanane JALALI</a:t>
          </a:r>
        </a:p>
        <a:p>
          <a:pPr rtl="0"/>
          <a:r>
            <a:rPr lang="fr-FR" sz="1000" dirty="0"/>
            <a:t>Caroline KAYA</a:t>
          </a:r>
        </a:p>
        <a:p>
          <a:pPr rtl="0"/>
          <a:r>
            <a:rPr lang="fr-FR" sz="1000" dirty="0"/>
            <a:t>Mathilde NOUMIA</a:t>
          </a:r>
        </a:p>
        <a:p>
          <a:pPr rtl="0"/>
          <a:r>
            <a:rPr lang="fr-FR" sz="1000" dirty="0"/>
            <a:t>Sophie PORTER</a:t>
          </a:r>
        </a:p>
        <a:p>
          <a:pPr rtl="0"/>
          <a:r>
            <a:rPr lang="fr-FR" sz="1000" dirty="0"/>
            <a:t>Loubna PRAT</a:t>
          </a:r>
        </a:p>
        <a:p>
          <a:pPr rtl="0"/>
          <a:r>
            <a:rPr lang="fr-FR" sz="1000" dirty="0" err="1"/>
            <a:t>Wafa</a:t>
          </a:r>
          <a:r>
            <a:rPr lang="fr-FR" sz="1000" dirty="0"/>
            <a:t> RASSIA</a:t>
          </a:r>
        </a:p>
        <a:p>
          <a:pPr rtl="0"/>
          <a:endParaRPr lang="fr-FR" sz="1000" dirty="0"/>
        </a:p>
      </dgm:t>
    </dgm:pt>
    <dgm:pt modelId="{B89A7C9B-ED47-4C72-A93C-F5CFCB5C94EA}" type="parTrans" cxnId="{EA913FB0-D8F8-44F5-9E18-D9C9F6FAD9C8}">
      <dgm:prSet/>
      <dgm:spPr/>
      <dgm:t>
        <a:bodyPr/>
        <a:lstStyle/>
        <a:p>
          <a:endParaRPr lang="fr-FR"/>
        </a:p>
      </dgm:t>
    </dgm:pt>
    <dgm:pt modelId="{1AE9DA9E-970C-47C5-B912-ACFF9CC6C696}" type="sibTrans" cxnId="{EA913FB0-D8F8-44F5-9E18-D9C9F6FAD9C8}">
      <dgm:prSet/>
      <dgm:spPr/>
      <dgm:t>
        <a:bodyPr/>
        <a:lstStyle/>
        <a:p>
          <a:endParaRPr lang="fr-FR"/>
        </a:p>
      </dgm:t>
    </dgm:pt>
    <dgm:pt modelId="{5379ED73-8A01-4548-9151-2B7CE7773A8E}">
      <dgm:prSet custT="1"/>
      <dgm:spPr/>
      <dgm:t>
        <a:bodyPr/>
        <a:lstStyle/>
        <a:p>
          <a:pPr rtl="0"/>
          <a:r>
            <a:rPr lang="fr-FR" sz="1100" b="1" dirty="0"/>
            <a:t>Responsables grands comptes</a:t>
          </a:r>
        </a:p>
        <a:p>
          <a:pPr rtl="0"/>
          <a:r>
            <a:rPr lang="fr-FR" sz="1100" dirty="0"/>
            <a:t> </a:t>
          </a:r>
          <a:r>
            <a:rPr lang="fr-FR" sz="1100" dirty="0">
              <a:latin typeface="+mj-lt"/>
            </a:rPr>
            <a:t>Richard DE SEIGNIER</a:t>
          </a:r>
        </a:p>
        <a:p>
          <a:pPr rtl="0"/>
          <a:r>
            <a:rPr lang="fr-FR" sz="1100" dirty="0">
              <a:latin typeface="+mj-lt"/>
            </a:rPr>
            <a:t>Santiago DIAZ</a:t>
          </a:r>
        </a:p>
        <a:p>
          <a:pPr rtl="0"/>
          <a:r>
            <a:rPr lang="fr-FR" sz="1100" dirty="0">
              <a:latin typeface="+mj-lt"/>
            </a:rPr>
            <a:t>Lin SEVAN</a:t>
          </a:r>
          <a:endParaRPr lang="fr-FR" sz="1100" dirty="0"/>
        </a:p>
      </dgm:t>
    </dgm:pt>
    <dgm:pt modelId="{9576B353-92C2-4E24-B3C4-200C58D366B9}" type="parTrans" cxnId="{90E7DB48-F148-4CC0-AD14-CB4D74EADAF0}">
      <dgm:prSet/>
      <dgm:spPr/>
      <dgm:t>
        <a:bodyPr/>
        <a:lstStyle/>
        <a:p>
          <a:endParaRPr lang="fr-FR"/>
        </a:p>
      </dgm:t>
    </dgm:pt>
    <dgm:pt modelId="{3CAB193F-0630-4832-A318-B70C0CFAB408}" type="sibTrans" cxnId="{90E7DB48-F148-4CC0-AD14-CB4D74EADAF0}">
      <dgm:prSet/>
      <dgm:spPr/>
      <dgm:t>
        <a:bodyPr/>
        <a:lstStyle/>
        <a:p>
          <a:endParaRPr lang="fr-FR"/>
        </a:p>
      </dgm:t>
    </dgm:pt>
    <dgm:pt modelId="{4B3B2517-B2BC-4BBB-9C45-5F750726561E}">
      <dgm:prSet custT="1"/>
      <dgm:spPr/>
      <dgm:t>
        <a:bodyPr/>
        <a:lstStyle/>
        <a:p>
          <a:pPr rtl="0"/>
          <a:r>
            <a:rPr lang="fr-FR" sz="1100" b="1" dirty="0"/>
            <a:t>Responsable petits et moyens comptes</a:t>
          </a:r>
        </a:p>
        <a:p>
          <a:pPr rtl="0"/>
          <a:r>
            <a:rPr lang="fr-FR" sz="1100" dirty="0" err="1">
              <a:latin typeface="+mj-lt"/>
            </a:rPr>
            <a:t>Serap</a:t>
          </a:r>
          <a:r>
            <a:rPr lang="fr-FR" sz="1100" dirty="0">
              <a:latin typeface="+mj-lt"/>
            </a:rPr>
            <a:t> KASSIM</a:t>
          </a:r>
          <a:endParaRPr lang="fr-FR" sz="1100" dirty="0"/>
        </a:p>
      </dgm:t>
    </dgm:pt>
    <dgm:pt modelId="{6CDA855C-639F-4832-A601-9454F1A4ADA6}" type="parTrans" cxnId="{0B60562B-3D36-4B5F-8347-438E5DA1B0A7}">
      <dgm:prSet/>
      <dgm:spPr/>
      <dgm:t>
        <a:bodyPr/>
        <a:lstStyle/>
        <a:p>
          <a:endParaRPr lang="fr-FR"/>
        </a:p>
      </dgm:t>
    </dgm:pt>
    <dgm:pt modelId="{A22090D8-5283-4E5E-A0DD-A320E8309B16}" type="sibTrans" cxnId="{0B60562B-3D36-4B5F-8347-438E5DA1B0A7}">
      <dgm:prSet/>
      <dgm:spPr/>
      <dgm:t>
        <a:bodyPr/>
        <a:lstStyle/>
        <a:p>
          <a:endParaRPr lang="fr-FR"/>
        </a:p>
      </dgm:t>
    </dgm:pt>
    <dgm:pt modelId="{FA234C34-36C1-49AF-B493-8296A9E585BF}" type="pres">
      <dgm:prSet presAssocID="{B556C080-49AB-410C-ABEE-A7313F74AB9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DBD7AC1-1181-4E4E-BBDF-87205A091779}" type="pres">
      <dgm:prSet presAssocID="{D84CAC50-C187-4EA5-A56F-6C8E45CF6BCA}" presName="hierRoot1" presStyleCnt="0">
        <dgm:presLayoutVars>
          <dgm:hierBranch val="init"/>
        </dgm:presLayoutVars>
      </dgm:prSet>
      <dgm:spPr/>
    </dgm:pt>
    <dgm:pt modelId="{E0CA8095-F704-40BC-9C7A-EE19D2523AB6}" type="pres">
      <dgm:prSet presAssocID="{D84CAC50-C187-4EA5-A56F-6C8E45CF6BCA}" presName="rootComposite1" presStyleCnt="0"/>
      <dgm:spPr/>
    </dgm:pt>
    <dgm:pt modelId="{ECE2A103-6963-4CE8-B933-CCED6AC1B31F}" type="pres">
      <dgm:prSet presAssocID="{D84CAC50-C187-4EA5-A56F-6C8E45CF6BCA}" presName="rootText1" presStyleLbl="node0" presStyleIdx="0" presStyleCnt="1" custScaleX="153764" custScaleY="81259">
        <dgm:presLayoutVars>
          <dgm:chPref val="3"/>
        </dgm:presLayoutVars>
      </dgm:prSet>
      <dgm:spPr/>
    </dgm:pt>
    <dgm:pt modelId="{A2CEF9D6-C533-45F9-8BC1-C4EF924447B2}" type="pres">
      <dgm:prSet presAssocID="{D84CAC50-C187-4EA5-A56F-6C8E45CF6BCA}" presName="rootConnector1" presStyleLbl="node1" presStyleIdx="0" presStyleCnt="0"/>
      <dgm:spPr/>
    </dgm:pt>
    <dgm:pt modelId="{DEABBEFC-8FDF-45A9-ADD7-CA7A77084D29}" type="pres">
      <dgm:prSet presAssocID="{D84CAC50-C187-4EA5-A56F-6C8E45CF6BCA}" presName="hierChild2" presStyleCnt="0"/>
      <dgm:spPr/>
    </dgm:pt>
    <dgm:pt modelId="{23453262-8F0B-45CD-83DA-121F0F790802}" type="pres">
      <dgm:prSet presAssocID="{0E4CE0D3-AD15-4A07-9249-79B404FA25F5}" presName="Name37" presStyleLbl="parChTrans1D2" presStyleIdx="0" presStyleCnt="3"/>
      <dgm:spPr/>
    </dgm:pt>
    <dgm:pt modelId="{30CC926B-B4E8-4CA9-8C96-277C95A66047}" type="pres">
      <dgm:prSet presAssocID="{A4144C9D-2829-499B-8B21-7137EBC5F11F}" presName="hierRoot2" presStyleCnt="0">
        <dgm:presLayoutVars>
          <dgm:hierBranch val="init"/>
        </dgm:presLayoutVars>
      </dgm:prSet>
      <dgm:spPr/>
    </dgm:pt>
    <dgm:pt modelId="{C66676B5-53E8-44D6-A6A4-A6E4AD54E531}" type="pres">
      <dgm:prSet presAssocID="{A4144C9D-2829-499B-8B21-7137EBC5F11F}" presName="rootComposite" presStyleCnt="0"/>
      <dgm:spPr/>
    </dgm:pt>
    <dgm:pt modelId="{F3BCE9BB-D45E-4708-92D5-806FE77F8638}" type="pres">
      <dgm:prSet presAssocID="{A4144C9D-2829-499B-8B21-7137EBC5F11F}" presName="rootText" presStyleLbl="node2" presStyleIdx="0" presStyleCnt="3" custScaleX="145959" custScaleY="71986">
        <dgm:presLayoutVars>
          <dgm:chPref val="3"/>
        </dgm:presLayoutVars>
      </dgm:prSet>
      <dgm:spPr/>
    </dgm:pt>
    <dgm:pt modelId="{405CD59D-4346-414A-9FFD-A866FFBB5B90}" type="pres">
      <dgm:prSet presAssocID="{A4144C9D-2829-499B-8B21-7137EBC5F11F}" presName="rootConnector" presStyleLbl="node2" presStyleIdx="0" presStyleCnt="3"/>
      <dgm:spPr/>
    </dgm:pt>
    <dgm:pt modelId="{CB374B86-E4BB-4469-A715-6292D270013D}" type="pres">
      <dgm:prSet presAssocID="{A4144C9D-2829-499B-8B21-7137EBC5F11F}" presName="hierChild4" presStyleCnt="0"/>
      <dgm:spPr/>
    </dgm:pt>
    <dgm:pt modelId="{EBAFF317-BAD0-4DB0-BA33-84C5515F37E2}" type="pres">
      <dgm:prSet presAssocID="{FF3F8766-159D-4C66-BD5D-A9EA97AFB2A6}" presName="Name37" presStyleLbl="parChTrans1D3" presStyleIdx="0" presStyleCnt="1"/>
      <dgm:spPr/>
    </dgm:pt>
    <dgm:pt modelId="{2D894694-A923-4CCA-A250-27162D92FE7F}" type="pres">
      <dgm:prSet presAssocID="{EB9BF586-C1B2-4F09-86E9-D00936ED64EB}" presName="hierRoot2" presStyleCnt="0">
        <dgm:presLayoutVars>
          <dgm:hierBranch val="init"/>
        </dgm:presLayoutVars>
      </dgm:prSet>
      <dgm:spPr/>
    </dgm:pt>
    <dgm:pt modelId="{4D95E34D-AEE4-4BC6-93E5-60F008BE76CF}" type="pres">
      <dgm:prSet presAssocID="{EB9BF586-C1B2-4F09-86E9-D00936ED64EB}" presName="rootComposite" presStyleCnt="0"/>
      <dgm:spPr/>
    </dgm:pt>
    <dgm:pt modelId="{8DE5EC8D-BF16-49CF-AF11-2521C2A4A4FA}" type="pres">
      <dgm:prSet presAssocID="{EB9BF586-C1B2-4F09-86E9-D00936ED64EB}" presName="rootText" presStyleLbl="node3" presStyleIdx="0" presStyleCnt="1" custScaleX="107314">
        <dgm:presLayoutVars>
          <dgm:chPref val="3"/>
        </dgm:presLayoutVars>
      </dgm:prSet>
      <dgm:spPr/>
    </dgm:pt>
    <dgm:pt modelId="{5EF8D364-43F6-4D01-9FC8-045684ECD05E}" type="pres">
      <dgm:prSet presAssocID="{EB9BF586-C1B2-4F09-86E9-D00936ED64EB}" presName="rootConnector" presStyleLbl="node3" presStyleIdx="0" presStyleCnt="1"/>
      <dgm:spPr/>
    </dgm:pt>
    <dgm:pt modelId="{17E32991-3617-424C-9194-A76BAD971D47}" type="pres">
      <dgm:prSet presAssocID="{EB9BF586-C1B2-4F09-86E9-D00936ED64EB}" presName="hierChild4" presStyleCnt="0"/>
      <dgm:spPr/>
    </dgm:pt>
    <dgm:pt modelId="{CEBAEBB8-6B88-4E01-839B-255DE3FB74BE}" type="pres">
      <dgm:prSet presAssocID="{B89A7C9B-ED47-4C72-A93C-F5CFCB5C94EA}" presName="Name37" presStyleLbl="parChTrans1D4" presStyleIdx="0" presStyleCnt="1"/>
      <dgm:spPr/>
    </dgm:pt>
    <dgm:pt modelId="{362E124E-2F05-4DD4-9771-1C5A4F704215}" type="pres">
      <dgm:prSet presAssocID="{56432F6B-3DFF-40A3-B698-CC3ADDEF3CE8}" presName="hierRoot2" presStyleCnt="0">
        <dgm:presLayoutVars>
          <dgm:hierBranch val="init"/>
        </dgm:presLayoutVars>
      </dgm:prSet>
      <dgm:spPr/>
    </dgm:pt>
    <dgm:pt modelId="{EB6DB0FA-3604-46E9-9649-70D990A85C66}" type="pres">
      <dgm:prSet presAssocID="{56432F6B-3DFF-40A3-B698-CC3ADDEF3CE8}" presName="rootComposite" presStyleCnt="0"/>
      <dgm:spPr/>
    </dgm:pt>
    <dgm:pt modelId="{F9B69CDE-7149-49D8-97FE-77180B1DBF94}" type="pres">
      <dgm:prSet presAssocID="{56432F6B-3DFF-40A3-B698-CC3ADDEF3CE8}" presName="rootText" presStyleLbl="node4" presStyleIdx="0" presStyleCnt="1" custScaleY="261689" custLinFactNeighborX="36184" custLinFactNeighborY="3813">
        <dgm:presLayoutVars>
          <dgm:chPref val="3"/>
        </dgm:presLayoutVars>
      </dgm:prSet>
      <dgm:spPr/>
    </dgm:pt>
    <dgm:pt modelId="{07AAA928-5C0C-4C53-91C2-09C1E69EB547}" type="pres">
      <dgm:prSet presAssocID="{56432F6B-3DFF-40A3-B698-CC3ADDEF3CE8}" presName="rootConnector" presStyleLbl="node4" presStyleIdx="0" presStyleCnt="1"/>
      <dgm:spPr/>
    </dgm:pt>
    <dgm:pt modelId="{AA629A46-8DF6-4EC2-A701-B884E55D9BFA}" type="pres">
      <dgm:prSet presAssocID="{56432F6B-3DFF-40A3-B698-CC3ADDEF3CE8}" presName="hierChild4" presStyleCnt="0"/>
      <dgm:spPr/>
    </dgm:pt>
    <dgm:pt modelId="{C70EA5F7-E5CB-4CE9-8A87-8285DD2DC993}" type="pres">
      <dgm:prSet presAssocID="{56432F6B-3DFF-40A3-B698-CC3ADDEF3CE8}" presName="hierChild5" presStyleCnt="0"/>
      <dgm:spPr/>
    </dgm:pt>
    <dgm:pt modelId="{5611D5B0-D50B-4917-9F20-532AB73EDD58}" type="pres">
      <dgm:prSet presAssocID="{EB9BF586-C1B2-4F09-86E9-D00936ED64EB}" presName="hierChild5" presStyleCnt="0"/>
      <dgm:spPr/>
    </dgm:pt>
    <dgm:pt modelId="{6412A76F-65EF-4AD2-8BC0-923D9685DEAC}" type="pres">
      <dgm:prSet presAssocID="{A4144C9D-2829-499B-8B21-7137EBC5F11F}" presName="hierChild5" presStyleCnt="0"/>
      <dgm:spPr/>
    </dgm:pt>
    <dgm:pt modelId="{D52E8A39-57BD-4910-9EFA-4D7FC0A7EAF9}" type="pres">
      <dgm:prSet presAssocID="{9576B353-92C2-4E24-B3C4-200C58D366B9}" presName="Name37" presStyleLbl="parChTrans1D2" presStyleIdx="1" presStyleCnt="3"/>
      <dgm:spPr/>
    </dgm:pt>
    <dgm:pt modelId="{50111F7D-DD63-4041-A755-401FB844FCE0}" type="pres">
      <dgm:prSet presAssocID="{5379ED73-8A01-4548-9151-2B7CE7773A8E}" presName="hierRoot2" presStyleCnt="0">
        <dgm:presLayoutVars>
          <dgm:hierBranch val="init"/>
        </dgm:presLayoutVars>
      </dgm:prSet>
      <dgm:spPr/>
    </dgm:pt>
    <dgm:pt modelId="{F7B8288A-7C29-48F8-BC1F-A8E7FF20C4C2}" type="pres">
      <dgm:prSet presAssocID="{5379ED73-8A01-4548-9151-2B7CE7773A8E}" presName="rootComposite" presStyleCnt="0"/>
      <dgm:spPr/>
    </dgm:pt>
    <dgm:pt modelId="{054027DD-C7A3-4D40-9A62-7B2774DB1012}" type="pres">
      <dgm:prSet presAssocID="{5379ED73-8A01-4548-9151-2B7CE7773A8E}" presName="rootText" presStyleLbl="node2" presStyleIdx="1" presStyleCnt="3" custScaleX="109112" custScaleY="148286">
        <dgm:presLayoutVars>
          <dgm:chPref val="3"/>
        </dgm:presLayoutVars>
      </dgm:prSet>
      <dgm:spPr/>
    </dgm:pt>
    <dgm:pt modelId="{E8AB4B99-D1CA-4EE0-8FE7-79A279476EFE}" type="pres">
      <dgm:prSet presAssocID="{5379ED73-8A01-4548-9151-2B7CE7773A8E}" presName="rootConnector" presStyleLbl="node2" presStyleIdx="1" presStyleCnt="3"/>
      <dgm:spPr/>
    </dgm:pt>
    <dgm:pt modelId="{3E6F884A-7AC6-4233-8848-1B351E8D89C7}" type="pres">
      <dgm:prSet presAssocID="{5379ED73-8A01-4548-9151-2B7CE7773A8E}" presName="hierChild4" presStyleCnt="0"/>
      <dgm:spPr/>
    </dgm:pt>
    <dgm:pt modelId="{06CF9E47-755A-428A-8CF7-D9AB75170A48}" type="pres">
      <dgm:prSet presAssocID="{5379ED73-8A01-4548-9151-2B7CE7773A8E}" presName="hierChild5" presStyleCnt="0"/>
      <dgm:spPr/>
    </dgm:pt>
    <dgm:pt modelId="{7E04185F-C55B-4E6E-A22C-D983BC00E2AA}" type="pres">
      <dgm:prSet presAssocID="{6CDA855C-639F-4832-A601-9454F1A4ADA6}" presName="Name37" presStyleLbl="parChTrans1D2" presStyleIdx="2" presStyleCnt="3"/>
      <dgm:spPr/>
    </dgm:pt>
    <dgm:pt modelId="{081EF5FE-8FAD-445D-A0A6-95A8C6D1B648}" type="pres">
      <dgm:prSet presAssocID="{4B3B2517-B2BC-4BBB-9C45-5F750726561E}" presName="hierRoot2" presStyleCnt="0">
        <dgm:presLayoutVars>
          <dgm:hierBranch val="init"/>
        </dgm:presLayoutVars>
      </dgm:prSet>
      <dgm:spPr/>
    </dgm:pt>
    <dgm:pt modelId="{3F0A2BBE-CBC5-47C6-8531-DF9CA316F33C}" type="pres">
      <dgm:prSet presAssocID="{4B3B2517-B2BC-4BBB-9C45-5F750726561E}" presName="rootComposite" presStyleCnt="0"/>
      <dgm:spPr/>
    </dgm:pt>
    <dgm:pt modelId="{B21BD1A4-E336-49A6-A900-48EC9694CF26}" type="pres">
      <dgm:prSet presAssocID="{4B3B2517-B2BC-4BBB-9C45-5F750726561E}" presName="rootText" presStyleLbl="node2" presStyleIdx="2" presStyleCnt="3" custScaleX="109859">
        <dgm:presLayoutVars>
          <dgm:chPref val="3"/>
        </dgm:presLayoutVars>
      </dgm:prSet>
      <dgm:spPr/>
    </dgm:pt>
    <dgm:pt modelId="{1F4C2713-A7B0-4FCB-A5B7-4C40AD192FC4}" type="pres">
      <dgm:prSet presAssocID="{4B3B2517-B2BC-4BBB-9C45-5F750726561E}" presName="rootConnector" presStyleLbl="node2" presStyleIdx="2" presStyleCnt="3"/>
      <dgm:spPr/>
    </dgm:pt>
    <dgm:pt modelId="{FDB380D7-9416-4B6D-B387-8A00A1EAA6D6}" type="pres">
      <dgm:prSet presAssocID="{4B3B2517-B2BC-4BBB-9C45-5F750726561E}" presName="hierChild4" presStyleCnt="0"/>
      <dgm:spPr/>
    </dgm:pt>
    <dgm:pt modelId="{60468D2D-E272-4C2E-A93D-09FD61C6F341}" type="pres">
      <dgm:prSet presAssocID="{4B3B2517-B2BC-4BBB-9C45-5F750726561E}" presName="hierChild5" presStyleCnt="0"/>
      <dgm:spPr/>
    </dgm:pt>
    <dgm:pt modelId="{A0F90217-1325-4549-BABA-7B2315D02DD1}" type="pres">
      <dgm:prSet presAssocID="{D84CAC50-C187-4EA5-A56F-6C8E45CF6BCA}" presName="hierChild3" presStyleCnt="0"/>
      <dgm:spPr/>
    </dgm:pt>
  </dgm:ptLst>
  <dgm:cxnLst>
    <dgm:cxn modelId="{4652F807-F716-4B5B-8763-5D3B02D598EB}" type="presOf" srcId="{FF3F8766-159D-4C66-BD5D-A9EA97AFB2A6}" destId="{EBAFF317-BAD0-4DB0-BA33-84C5515F37E2}" srcOrd="0" destOrd="0" presId="urn:microsoft.com/office/officeart/2005/8/layout/orgChart1"/>
    <dgm:cxn modelId="{9A339A08-6AA3-46A7-8E02-8E874966B03A}" type="presOf" srcId="{4B3B2517-B2BC-4BBB-9C45-5F750726561E}" destId="{1F4C2713-A7B0-4FCB-A5B7-4C40AD192FC4}" srcOrd="1" destOrd="0" presId="urn:microsoft.com/office/officeart/2005/8/layout/orgChart1"/>
    <dgm:cxn modelId="{3EF49210-DECA-4FB4-BB5D-E8E21E81E308}" type="presOf" srcId="{A4144C9D-2829-499B-8B21-7137EBC5F11F}" destId="{F3BCE9BB-D45E-4708-92D5-806FE77F8638}" srcOrd="0" destOrd="0" presId="urn:microsoft.com/office/officeart/2005/8/layout/orgChart1"/>
    <dgm:cxn modelId="{D5B67412-A6F6-407B-A771-73320052A4EE}" srcId="{D84CAC50-C187-4EA5-A56F-6C8E45CF6BCA}" destId="{A4144C9D-2829-499B-8B21-7137EBC5F11F}" srcOrd="0" destOrd="0" parTransId="{0E4CE0D3-AD15-4A07-9249-79B404FA25F5}" sibTransId="{8A86638F-D9CE-4255-9B0C-9E0D2AF4B114}"/>
    <dgm:cxn modelId="{CE476622-50C9-4E2F-B60A-F91A8C33B59D}" type="presOf" srcId="{D84CAC50-C187-4EA5-A56F-6C8E45CF6BCA}" destId="{A2CEF9D6-C533-45F9-8BC1-C4EF924447B2}" srcOrd="1" destOrd="0" presId="urn:microsoft.com/office/officeart/2005/8/layout/orgChart1"/>
    <dgm:cxn modelId="{96EE642B-5BD0-4F33-9E2C-603DB38AC005}" type="presOf" srcId="{4B3B2517-B2BC-4BBB-9C45-5F750726561E}" destId="{B21BD1A4-E336-49A6-A900-48EC9694CF26}" srcOrd="0" destOrd="0" presId="urn:microsoft.com/office/officeart/2005/8/layout/orgChart1"/>
    <dgm:cxn modelId="{0B60562B-3D36-4B5F-8347-438E5DA1B0A7}" srcId="{D84CAC50-C187-4EA5-A56F-6C8E45CF6BCA}" destId="{4B3B2517-B2BC-4BBB-9C45-5F750726561E}" srcOrd="2" destOrd="0" parTransId="{6CDA855C-639F-4832-A601-9454F1A4ADA6}" sibTransId="{A22090D8-5283-4E5E-A0DD-A320E8309B16}"/>
    <dgm:cxn modelId="{C6F8A132-69D4-4147-834A-2714491D952B}" type="presOf" srcId="{56432F6B-3DFF-40A3-B698-CC3ADDEF3CE8}" destId="{07AAA928-5C0C-4C53-91C2-09C1E69EB547}" srcOrd="1" destOrd="0" presId="urn:microsoft.com/office/officeart/2005/8/layout/orgChart1"/>
    <dgm:cxn modelId="{2EF37033-684A-4B0D-A072-133616DFC2BF}" srcId="{A4144C9D-2829-499B-8B21-7137EBC5F11F}" destId="{EB9BF586-C1B2-4F09-86E9-D00936ED64EB}" srcOrd="0" destOrd="0" parTransId="{FF3F8766-159D-4C66-BD5D-A9EA97AFB2A6}" sibTransId="{6A1F86A9-044C-40D8-8B20-8740B76481E5}"/>
    <dgm:cxn modelId="{A8A7383E-B6EC-4D93-ABC8-0785DA9DBA2B}" type="presOf" srcId="{EB9BF586-C1B2-4F09-86E9-D00936ED64EB}" destId="{5EF8D364-43F6-4D01-9FC8-045684ECD05E}" srcOrd="1" destOrd="0" presId="urn:microsoft.com/office/officeart/2005/8/layout/orgChart1"/>
    <dgm:cxn modelId="{B8CFAC5F-93BB-4761-98E4-5A467219DD67}" type="presOf" srcId="{6CDA855C-639F-4832-A601-9454F1A4ADA6}" destId="{7E04185F-C55B-4E6E-A22C-D983BC00E2AA}" srcOrd="0" destOrd="0" presId="urn:microsoft.com/office/officeart/2005/8/layout/orgChart1"/>
    <dgm:cxn modelId="{90E7DB48-F148-4CC0-AD14-CB4D74EADAF0}" srcId="{D84CAC50-C187-4EA5-A56F-6C8E45CF6BCA}" destId="{5379ED73-8A01-4548-9151-2B7CE7773A8E}" srcOrd="1" destOrd="0" parTransId="{9576B353-92C2-4E24-B3C4-200C58D366B9}" sibTransId="{3CAB193F-0630-4832-A318-B70C0CFAB408}"/>
    <dgm:cxn modelId="{2CE68570-ABA2-4E20-8FF9-896CE3C8B5E6}" type="presOf" srcId="{0E4CE0D3-AD15-4A07-9249-79B404FA25F5}" destId="{23453262-8F0B-45CD-83DA-121F0F790802}" srcOrd="0" destOrd="0" presId="urn:microsoft.com/office/officeart/2005/8/layout/orgChart1"/>
    <dgm:cxn modelId="{D9D2E958-B7B4-45D8-BEA2-9FD37123FF2F}" type="presOf" srcId="{5379ED73-8A01-4548-9151-2B7CE7773A8E}" destId="{054027DD-C7A3-4D40-9A62-7B2774DB1012}" srcOrd="0" destOrd="0" presId="urn:microsoft.com/office/officeart/2005/8/layout/orgChart1"/>
    <dgm:cxn modelId="{3EBD1C59-E5D3-45E5-BF70-E45437E1C17D}" type="presOf" srcId="{D84CAC50-C187-4EA5-A56F-6C8E45CF6BCA}" destId="{ECE2A103-6963-4CE8-B933-CCED6AC1B31F}" srcOrd="0" destOrd="0" presId="urn:microsoft.com/office/officeart/2005/8/layout/orgChart1"/>
    <dgm:cxn modelId="{120B4B7F-5444-4522-8B81-FC9763031A83}" type="presOf" srcId="{EB9BF586-C1B2-4F09-86E9-D00936ED64EB}" destId="{8DE5EC8D-BF16-49CF-AF11-2521C2A4A4FA}" srcOrd="0" destOrd="0" presId="urn:microsoft.com/office/officeart/2005/8/layout/orgChart1"/>
    <dgm:cxn modelId="{6A116999-9AAD-4F4B-AE2D-7821C94ACFC9}" type="presOf" srcId="{5379ED73-8A01-4548-9151-2B7CE7773A8E}" destId="{E8AB4B99-D1CA-4EE0-8FE7-79A279476EFE}" srcOrd="1" destOrd="0" presId="urn:microsoft.com/office/officeart/2005/8/layout/orgChart1"/>
    <dgm:cxn modelId="{71C0129F-5C49-4A47-84B6-7E7E9D1F46EB}" srcId="{B556C080-49AB-410C-ABEE-A7313F74AB9D}" destId="{D84CAC50-C187-4EA5-A56F-6C8E45CF6BCA}" srcOrd="0" destOrd="0" parTransId="{6953587A-F1EC-42A7-9713-E988BED52C28}" sibTransId="{01710BAC-B357-4063-8EDC-49B13C1FAF52}"/>
    <dgm:cxn modelId="{EA913FB0-D8F8-44F5-9E18-D9C9F6FAD9C8}" srcId="{EB9BF586-C1B2-4F09-86E9-D00936ED64EB}" destId="{56432F6B-3DFF-40A3-B698-CC3ADDEF3CE8}" srcOrd="0" destOrd="0" parTransId="{B89A7C9B-ED47-4C72-A93C-F5CFCB5C94EA}" sibTransId="{1AE9DA9E-970C-47C5-B912-ACFF9CC6C696}"/>
    <dgm:cxn modelId="{9A84B9C5-6ED2-467A-8720-8607F78A53AE}" type="presOf" srcId="{B556C080-49AB-410C-ABEE-A7313F74AB9D}" destId="{FA234C34-36C1-49AF-B493-8296A9E585BF}" srcOrd="0" destOrd="0" presId="urn:microsoft.com/office/officeart/2005/8/layout/orgChart1"/>
    <dgm:cxn modelId="{363F3CCA-0B6F-4A22-BA94-7F799D6A5730}" type="presOf" srcId="{56432F6B-3DFF-40A3-B698-CC3ADDEF3CE8}" destId="{F9B69CDE-7149-49D8-97FE-77180B1DBF94}" srcOrd="0" destOrd="0" presId="urn:microsoft.com/office/officeart/2005/8/layout/orgChart1"/>
    <dgm:cxn modelId="{3246BED2-2BD1-4BC9-9A46-3E10CDED3B1A}" type="presOf" srcId="{B89A7C9B-ED47-4C72-A93C-F5CFCB5C94EA}" destId="{CEBAEBB8-6B88-4E01-839B-255DE3FB74BE}" srcOrd="0" destOrd="0" presId="urn:microsoft.com/office/officeart/2005/8/layout/orgChart1"/>
    <dgm:cxn modelId="{C39A1DF2-42D8-42D5-AFDE-B4CEFC6887C4}" type="presOf" srcId="{9576B353-92C2-4E24-B3C4-200C58D366B9}" destId="{D52E8A39-57BD-4910-9EFA-4D7FC0A7EAF9}" srcOrd="0" destOrd="0" presId="urn:microsoft.com/office/officeart/2005/8/layout/orgChart1"/>
    <dgm:cxn modelId="{C4161FF9-F647-42EC-925F-8D6B753DC26B}" type="presOf" srcId="{A4144C9D-2829-499B-8B21-7137EBC5F11F}" destId="{405CD59D-4346-414A-9FFD-A866FFBB5B90}" srcOrd="1" destOrd="0" presId="urn:microsoft.com/office/officeart/2005/8/layout/orgChart1"/>
    <dgm:cxn modelId="{6E36F9C6-6184-4383-9C1C-B7542347DB11}" type="presParOf" srcId="{FA234C34-36C1-49AF-B493-8296A9E585BF}" destId="{8DBD7AC1-1181-4E4E-BBDF-87205A091779}" srcOrd="0" destOrd="0" presId="urn:microsoft.com/office/officeart/2005/8/layout/orgChart1"/>
    <dgm:cxn modelId="{364F8B95-9F34-4BF0-9B0B-E84E1F65DEBC}" type="presParOf" srcId="{8DBD7AC1-1181-4E4E-BBDF-87205A091779}" destId="{E0CA8095-F704-40BC-9C7A-EE19D2523AB6}" srcOrd="0" destOrd="0" presId="urn:microsoft.com/office/officeart/2005/8/layout/orgChart1"/>
    <dgm:cxn modelId="{805BA0AE-13B1-4DD4-AF26-C10E59121D30}" type="presParOf" srcId="{E0CA8095-F704-40BC-9C7A-EE19D2523AB6}" destId="{ECE2A103-6963-4CE8-B933-CCED6AC1B31F}" srcOrd="0" destOrd="0" presId="urn:microsoft.com/office/officeart/2005/8/layout/orgChart1"/>
    <dgm:cxn modelId="{7896DDE6-62BD-401B-BF25-31C351551463}" type="presParOf" srcId="{E0CA8095-F704-40BC-9C7A-EE19D2523AB6}" destId="{A2CEF9D6-C533-45F9-8BC1-C4EF924447B2}" srcOrd="1" destOrd="0" presId="urn:microsoft.com/office/officeart/2005/8/layout/orgChart1"/>
    <dgm:cxn modelId="{CF6656C2-92E7-46DD-8A90-74075B409180}" type="presParOf" srcId="{8DBD7AC1-1181-4E4E-BBDF-87205A091779}" destId="{DEABBEFC-8FDF-45A9-ADD7-CA7A77084D29}" srcOrd="1" destOrd="0" presId="urn:microsoft.com/office/officeart/2005/8/layout/orgChart1"/>
    <dgm:cxn modelId="{E18B8E8E-FBC2-4121-AECA-5BDE55FC813C}" type="presParOf" srcId="{DEABBEFC-8FDF-45A9-ADD7-CA7A77084D29}" destId="{23453262-8F0B-45CD-83DA-121F0F790802}" srcOrd="0" destOrd="0" presId="urn:microsoft.com/office/officeart/2005/8/layout/orgChart1"/>
    <dgm:cxn modelId="{7335B06C-B31E-4FE6-AB4C-776706D5A698}" type="presParOf" srcId="{DEABBEFC-8FDF-45A9-ADD7-CA7A77084D29}" destId="{30CC926B-B4E8-4CA9-8C96-277C95A66047}" srcOrd="1" destOrd="0" presId="urn:microsoft.com/office/officeart/2005/8/layout/orgChart1"/>
    <dgm:cxn modelId="{EF37D362-B850-43F6-A6F1-ACC3071F7BF5}" type="presParOf" srcId="{30CC926B-B4E8-4CA9-8C96-277C95A66047}" destId="{C66676B5-53E8-44D6-A6A4-A6E4AD54E531}" srcOrd="0" destOrd="0" presId="urn:microsoft.com/office/officeart/2005/8/layout/orgChart1"/>
    <dgm:cxn modelId="{E5CEC39B-CE8A-400C-AB40-A08400BDFB4E}" type="presParOf" srcId="{C66676B5-53E8-44D6-A6A4-A6E4AD54E531}" destId="{F3BCE9BB-D45E-4708-92D5-806FE77F8638}" srcOrd="0" destOrd="0" presId="urn:microsoft.com/office/officeart/2005/8/layout/orgChart1"/>
    <dgm:cxn modelId="{931804F0-F5B2-47D0-9251-B0CFE21D864D}" type="presParOf" srcId="{C66676B5-53E8-44D6-A6A4-A6E4AD54E531}" destId="{405CD59D-4346-414A-9FFD-A866FFBB5B90}" srcOrd="1" destOrd="0" presId="urn:microsoft.com/office/officeart/2005/8/layout/orgChart1"/>
    <dgm:cxn modelId="{B5849CEE-9962-44A7-87E3-C51852192278}" type="presParOf" srcId="{30CC926B-B4E8-4CA9-8C96-277C95A66047}" destId="{CB374B86-E4BB-4469-A715-6292D270013D}" srcOrd="1" destOrd="0" presId="urn:microsoft.com/office/officeart/2005/8/layout/orgChart1"/>
    <dgm:cxn modelId="{5286B854-3560-4D0F-8E4F-2E26CA75E4E7}" type="presParOf" srcId="{CB374B86-E4BB-4469-A715-6292D270013D}" destId="{EBAFF317-BAD0-4DB0-BA33-84C5515F37E2}" srcOrd="0" destOrd="0" presId="urn:microsoft.com/office/officeart/2005/8/layout/orgChart1"/>
    <dgm:cxn modelId="{9209B7D4-86BA-46E6-A662-FD7AC52D6B30}" type="presParOf" srcId="{CB374B86-E4BB-4469-A715-6292D270013D}" destId="{2D894694-A923-4CCA-A250-27162D92FE7F}" srcOrd="1" destOrd="0" presId="urn:microsoft.com/office/officeart/2005/8/layout/orgChart1"/>
    <dgm:cxn modelId="{26F04A04-D450-4C0E-9262-8B2E29926E13}" type="presParOf" srcId="{2D894694-A923-4CCA-A250-27162D92FE7F}" destId="{4D95E34D-AEE4-4BC6-93E5-60F008BE76CF}" srcOrd="0" destOrd="0" presId="urn:microsoft.com/office/officeart/2005/8/layout/orgChart1"/>
    <dgm:cxn modelId="{B841213C-6361-4161-AB99-7890D467393C}" type="presParOf" srcId="{4D95E34D-AEE4-4BC6-93E5-60F008BE76CF}" destId="{8DE5EC8D-BF16-49CF-AF11-2521C2A4A4FA}" srcOrd="0" destOrd="0" presId="urn:microsoft.com/office/officeart/2005/8/layout/orgChart1"/>
    <dgm:cxn modelId="{D0584092-09CB-4457-AFCB-E56227EDC8E3}" type="presParOf" srcId="{4D95E34D-AEE4-4BC6-93E5-60F008BE76CF}" destId="{5EF8D364-43F6-4D01-9FC8-045684ECD05E}" srcOrd="1" destOrd="0" presId="urn:microsoft.com/office/officeart/2005/8/layout/orgChart1"/>
    <dgm:cxn modelId="{E13BF21A-A10E-4C0B-8639-F7FC9EE1FEB8}" type="presParOf" srcId="{2D894694-A923-4CCA-A250-27162D92FE7F}" destId="{17E32991-3617-424C-9194-A76BAD971D47}" srcOrd="1" destOrd="0" presId="urn:microsoft.com/office/officeart/2005/8/layout/orgChart1"/>
    <dgm:cxn modelId="{2EFA8B7F-312B-46FA-B477-62F332621F67}" type="presParOf" srcId="{17E32991-3617-424C-9194-A76BAD971D47}" destId="{CEBAEBB8-6B88-4E01-839B-255DE3FB74BE}" srcOrd="0" destOrd="0" presId="urn:microsoft.com/office/officeart/2005/8/layout/orgChart1"/>
    <dgm:cxn modelId="{1CC5D08A-32EB-41FA-9AE1-4D78421882A9}" type="presParOf" srcId="{17E32991-3617-424C-9194-A76BAD971D47}" destId="{362E124E-2F05-4DD4-9771-1C5A4F704215}" srcOrd="1" destOrd="0" presId="urn:microsoft.com/office/officeart/2005/8/layout/orgChart1"/>
    <dgm:cxn modelId="{F32F4BB3-8E66-44EC-90CE-A9072CF6E5BC}" type="presParOf" srcId="{362E124E-2F05-4DD4-9771-1C5A4F704215}" destId="{EB6DB0FA-3604-46E9-9649-70D990A85C66}" srcOrd="0" destOrd="0" presId="urn:microsoft.com/office/officeart/2005/8/layout/orgChart1"/>
    <dgm:cxn modelId="{40E0D99F-B101-41B7-A028-E3E5BFB8E1F1}" type="presParOf" srcId="{EB6DB0FA-3604-46E9-9649-70D990A85C66}" destId="{F9B69CDE-7149-49D8-97FE-77180B1DBF94}" srcOrd="0" destOrd="0" presId="urn:microsoft.com/office/officeart/2005/8/layout/orgChart1"/>
    <dgm:cxn modelId="{BF4D68AD-8860-4A48-B6B4-2EA044693870}" type="presParOf" srcId="{EB6DB0FA-3604-46E9-9649-70D990A85C66}" destId="{07AAA928-5C0C-4C53-91C2-09C1E69EB547}" srcOrd="1" destOrd="0" presId="urn:microsoft.com/office/officeart/2005/8/layout/orgChart1"/>
    <dgm:cxn modelId="{DB411681-FDDA-44EB-BA33-BBEE967EADF8}" type="presParOf" srcId="{362E124E-2F05-4DD4-9771-1C5A4F704215}" destId="{AA629A46-8DF6-4EC2-A701-B884E55D9BFA}" srcOrd="1" destOrd="0" presId="urn:microsoft.com/office/officeart/2005/8/layout/orgChart1"/>
    <dgm:cxn modelId="{DA1EDAAC-8108-455E-8D85-56E5FEDF2FEE}" type="presParOf" srcId="{362E124E-2F05-4DD4-9771-1C5A4F704215}" destId="{C70EA5F7-E5CB-4CE9-8A87-8285DD2DC993}" srcOrd="2" destOrd="0" presId="urn:microsoft.com/office/officeart/2005/8/layout/orgChart1"/>
    <dgm:cxn modelId="{F2CD78F2-D7F8-42F9-A38A-EE64B178FD28}" type="presParOf" srcId="{2D894694-A923-4CCA-A250-27162D92FE7F}" destId="{5611D5B0-D50B-4917-9F20-532AB73EDD58}" srcOrd="2" destOrd="0" presId="urn:microsoft.com/office/officeart/2005/8/layout/orgChart1"/>
    <dgm:cxn modelId="{EA9600D8-75C8-4E0A-83AC-A79B8DD5BEC9}" type="presParOf" srcId="{30CC926B-B4E8-4CA9-8C96-277C95A66047}" destId="{6412A76F-65EF-4AD2-8BC0-923D9685DEAC}" srcOrd="2" destOrd="0" presId="urn:microsoft.com/office/officeart/2005/8/layout/orgChart1"/>
    <dgm:cxn modelId="{D50822E7-E578-483F-BD74-C6018AF1113B}" type="presParOf" srcId="{DEABBEFC-8FDF-45A9-ADD7-CA7A77084D29}" destId="{D52E8A39-57BD-4910-9EFA-4D7FC0A7EAF9}" srcOrd="2" destOrd="0" presId="urn:microsoft.com/office/officeart/2005/8/layout/orgChart1"/>
    <dgm:cxn modelId="{5EA9832C-627A-4FF1-A798-44C5A6B54FDA}" type="presParOf" srcId="{DEABBEFC-8FDF-45A9-ADD7-CA7A77084D29}" destId="{50111F7D-DD63-4041-A755-401FB844FCE0}" srcOrd="3" destOrd="0" presId="urn:microsoft.com/office/officeart/2005/8/layout/orgChart1"/>
    <dgm:cxn modelId="{B6F0293E-3DC6-43C8-8FCD-E508912CCEFF}" type="presParOf" srcId="{50111F7D-DD63-4041-A755-401FB844FCE0}" destId="{F7B8288A-7C29-48F8-BC1F-A8E7FF20C4C2}" srcOrd="0" destOrd="0" presId="urn:microsoft.com/office/officeart/2005/8/layout/orgChart1"/>
    <dgm:cxn modelId="{4DCEDAC1-EF0B-4EF6-BD2C-6A05A99B4DFF}" type="presParOf" srcId="{F7B8288A-7C29-48F8-BC1F-A8E7FF20C4C2}" destId="{054027DD-C7A3-4D40-9A62-7B2774DB1012}" srcOrd="0" destOrd="0" presId="urn:microsoft.com/office/officeart/2005/8/layout/orgChart1"/>
    <dgm:cxn modelId="{5D8FD4D6-A704-4040-B78B-A97F5CBEBA75}" type="presParOf" srcId="{F7B8288A-7C29-48F8-BC1F-A8E7FF20C4C2}" destId="{E8AB4B99-D1CA-4EE0-8FE7-79A279476EFE}" srcOrd="1" destOrd="0" presId="urn:microsoft.com/office/officeart/2005/8/layout/orgChart1"/>
    <dgm:cxn modelId="{52A6B4E4-CF15-42C1-A7D1-60B3E0077F5D}" type="presParOf" srcId="{50111F7D-DD63-4041-A755-401FB844FCE0}" destId="{3E6F884A-7AC6-4233-8848-1B351E8D89C7}" srcOrd="1" destOrd="0" presId="urn:microsoft.com/office/officeart/2005/8/layout/orgChart1"/>
    <dgm:cxn modelId="{47CBC662-4202-44AB-B6D0-713EB713DC1B}" type="presParOf" srcId="{50111F7D-DD63-4041-A755-401FB844FCE0}" destId="{06CF9E47-755A-428A-8CF7-D9AB75170A48}" srcOrd="2" destOrd="0" presId="urn:microsoft.com/office/officeart/2005/8/layout/orgChart1"/>
    <dgm:cxn modelId="{C070C325-A7AE-4E5C-A3E6-3D3D387B66D5}" type="presParOf" srcId="{DEABBEFC-8FDF-45A9-ADD7-CA7A77084D29}" destId="{7E04185F-C55B-4E6E-A22C-D983BC00E2AA}" srcOrd="4" destOrd="0" presId="urn:microsoft.com/office/officeart/2005/8/layout/orgChart1"/>
    <dgm:cxn modelId="{1FF2A137-09DA-41C6-856B-CD71E04EBF2B}" type="presParOf" srcId="{DEABBEFC-8FDF-45A9-ADD7-CA7A77084D29}" destId="{081EF5FE-8FAD-445D-A0A6-95A8C6D1B648}" srcOrd="5" destOrd="0" presId="urn:microsoft.com/office/officeart/2005/8/layout/orgChart1"/>
    <dgm:cxn modelId="{FDD24AFB-5EB6-457D-B0CF-756118991708}" type="presParOf" srcId="{081EF5FE-8FAD-445D-A0A6-95A8C6D1B648}" destId="{3F0A2BBE-CBC5-47C6-8531-DF9CA316F33C}" srcOrd="0" destOrd="0" presId="urn:microsoft.com/office/officeart/2005/8/layout/orgChart1"/>
    <dgm:cxn modelId="{A2402691-C30B-4AF4-9027-7F7A2FB0AED5}" type="presParOf" srcId="{3F0A2BBE-CBC5-47C6-8531-DF9CA316F33C}" destId="{B21BD1A4-E336-49A6-A900-48EC9694CF26}" srcOrd="0" destOrd="0" presId="urn:microsoft.com/office/officeart/2005/8/layout/orgChart1"/>
    <dgm:cxn modelId="{ED9BD03D-C90A-4029-9B8B-7589D12D8AEA}" type="presParOf" srcId="{3F0A2BBE-CBC5-47C6-8531-DF9CA316F33C}" destId="{1F4C2713-A7B0-4FCB-A5B7-4C40AD192FC4}" srcOrd="1" destOrd="0" presId="urn:microsoft.com/office/officeart/2005/8/layout/orgChart1"/>
    <dgm:cxn modelId="{26A93FAC-57CB-47B9-8897-1110CBD8EA32}" type="presParOf" srcId="{081EF5FE-8FAD-445D-A0A6-95A8C6D1B648}" destId="{FDB380D7-9416-4B6D-B387-8A00A1EAA6D6}" srcOrd="1" destOrd="0" presId="urn:microsoft.com/office/officeart/2005/8/layout/orgChart1"/>
    <dgm:cxn modelId="{E0EBC7C3-758B-49A1-9942-52CC041F58A8}" type="presParOf" srcId="{081EF5FE-8FAD-445D-A0A6-95A8C6D1B648}" destId="{60468D2D-E272-4C2E-A93D-09FD61C6F341}" srcOrd="2" destOrd="0" presId="urn:microsoft.com/office/officeart/2005/8/layout/orgChart1"/>
    <dgm:cxn modelId="{AB49C9BF-46D9-496E-B149-87C6B9F523C9}" type="presParOf" srcId="{8DBD7AC1-1181-4E4E-BBDF-87205A091779}" destId="{A0F90217-1325-4549-BABA-7B2315D02DD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B8FF322-D8B9-429F-9330-AD85F54FE8A7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B5B9156-998B-4594-9918-833E5ADA1D47}">
      <dgm:prSet custT="1"/>
      <dgm:spPr/>
      <dgm:t>
        <a:bodyPr/>
        <a:lstStyle/>
        <a:p>
          <a:pPr algn="ctr" rtl="0"/>
          <a:r>
            <a:rPr lang="fr-FR" sz="1100" b="1" dirty="0"/>
            <a:t>Responsable achats</a:t>
          </a:r>
        </a:p>
        <a:p>
          <a:pPr algn="ctr" rtl="0"/>
          <a:r>
            <a:rPr lang="fr-FR" sz="1100">
              <a:latin typeface="+mj-lt"/>
            </a:rPr>
            <a:t>Cyril TESTO</a:t>
          </a:r>
          <a:endParaRPr lang="fr-FR" sz="1100" dirty="0"/>
        </a:p>
      </dgm:t>
    </dgm:pt>
    <dgm:pt modelId="{11AEE15B-EA53-4A5B-BA54-25EFB10A5CD6}" type="parTrans" cxnId="{65F9055F-3669-4BA3-829C-9138ABF8B841}">
      <dgm:prSet/>
      <dgm:spPr/>
      <dgm:t>
        <a:bodyPr/>
        <a:lstStyle/>
        <a:p>
          <a:endParaRPr lang="fr-FR"/>
        </a:p>
      </dgm:t>
    </dgm:pt>
    <dgm:pt modelId="{7E7873F7-930B-4F17-994D-1FF0A5BAEE95}" type="sibTrans" cxnId="{65F9055F-3669-4BA3-829C-9138ABF8B841}">
      <dgm:prSet/>
      <dgm:spPr/>
      <dgm:t>
        <a:bodyPr/>
        <a:lstStyle/>
        <a:p>
          <a:endParaRPr lang="fr-FR"/>
        </a:p>
      </dgm:t>
    </dgm:pt>
    <dgm:pt modelId="{B663DB4B-F0E2-430E-8F01-5CBC7FE42726}">
      <dgm:prSet custT="1"/>
      <dgm:spPr/>
      <dgm:t>
        <a:bodyPr/>
        <a:lstStyle/>
        <a:p>
          <a:pPr algn="ctr" rtl="0"/>
          <a:r>
            <a:rPr lang="fr-FR" sz="1100" b="1" dirty="0"/>
            <a:t>Adjointe achats </a:t>
          </a:r>
        </a:p>
        <a:p>
          <a:pPr algn="ctr" rtl="0"/>
          <a:r>
            <a:rPr lang="fr-FR" sz="1100" dirty="0"/>
            <a:t>Martine RATIER</a:t>
          </a:r>
        </a:p>
      </dgm:t>
    </dgm:pt>
    <dgm:pt modelId="{DC8F9D3A-6D84-4FB0-ACBD-6AB58972D6EC}" type="parTrans" cxnId="{3C342594-F66A-4E72-A886-45ED7F23FA38}">
      <dgm:prSet/>
      <dgm:spPr/>
      <dgm:t>
        <a:bodyPr/>
        <a:lstStyle/>
        <a:p>
          <a:endParaRPr lang="fr-FR"/>
        </a:p>
      </dgm:t>
    </dgm:pt>
    <dgm:pt modelId="{98F2A54E-30B3-4BE7-8115-CDAFD49F771B}" type="sibTrans" cxnId="{3C342594-F66A-4E72-A886-45ED7F23FA38}">
      <dgm:prSet/>
      <dgm:spPr/>
      <dgm:t>
        <a:bodyPr/>
        <a:lstStyle/>
        <a:p>
          <a:endParaRPr lang="fr-FR"/>
        </a:p>
      </dgm:t>
    </dgm:pt>
    <dgm:pt modelId="{7B66CB4B-5163-4EC9-B0D6-AE29F29D64D8}">
      <dgm:prSet custT="1"/>
      <dgm:spPr/>
      <dgm:t>
        <a:bodyPr/>
        <a:lstStyle/>
        <a:p>
          <a:pPr algn="ctr" rtl="0"/>
          <a:r>
            <a:rPr lang="fr-FR" sz="1100" b="1" dirty="0"/>
            <a:t>Assistant(e)s achats</a:t>
          </a:r>
        </a:p>
        <a:p>
          <a:pPr algn="ctr" rtl="0"/>
          <a:r>
            <a:rPr lang="fr-FR" sz="1100" b="0" dirty="0"/>
            <a:t>……………………</a:t>
          </a:r>
        </a:p>
      </dgm:t>
    </dgm:pt>
    <dgm:pt modelId="{5EA2B89F-2545-481A-A8AA-AA255A3DFF25}" type="parTrans" cxnId="{C555BDDB-5642-4F90-AEAC-5F6CEFC49326}">
      <dgm:prSet/>
      <dgm:spPr/>
      <dgm:t>
        <a:bodyPr/>
        <a:lstStyle/>
        <a:p>
          <a:endParaRPr lang="fr-FR"/>
        </a:p>
      </dgm:t>
    </dgm:pt>
    <dgm:pt modelId="{DD58A3E0-3F02-4583-9189-6DEBC4A6192D}" type="sibTrans" cxnId="{C555BDDB-5642-4F90-AEAC-5F6CEFC49326}">
      <dgm:prSet/>
      <dgm:spPr/>
      <dgm:t>
        <a:bodyPr/>
        <a:lstStyle/>
        <a:p>
          <a:endParaRPr lang="fr-FR"/>
        </a:p>
      </dgm:t>
    </dgm:pt>
    <dgm:pt modelId="{4CA082F9-E481-4380-923C-7CB7247D456E}">
      <dgm:prSet custT="1"/>
      <dgm:spPr/>
      <dgm:t>
        <a:bodyPr/>
        <a:lstStyle/>
        <a:p>
          <a:r>
            <a:rPr lang="fr-FR" sz="1100" b="1" dirty="0">
              <a:latin typeface="+mj-lt"/>
            </a:rPr>
            <a:t>Coordinateur responsable </a:t>
          </a:r>
          <a:r>
            <a:rPr lang="fr-FR" sz="1100" b="1" dirty="0" err="1">
              <a:latin typeface="+mj-lt"/>
            </a:rPr>
            <a:t>supply</a:t>
          </a:r>
          <a:r>
            <a:rPr lang="fr-FR" sz="1100" b="1" dirty="0">
              <a:latin typeface="+mj-lt"/>
            </a:rPr>
            <a:t> </a:t>
          </a:r>
          <a:r>
            <a:rPr lang="fr-FR" sz="1100" b="1" dirty="0" err="1">
              <a:latin typeface="+mj-lt"/>
            </a:rPr>
            <a:t>chain</a:t>
          </a:r>
          <a:endParaRPr lang="fr-FR" sz="1100" b="1" dirty="0">
            <a:latin typeface="+mj-lt"/>
          </a:endParaRPr>
        </a:p>
        <a:p>
          <a:r>
            <a:rPr lang="fr-FR" sz="1100" dirty="0">
              <a:latin typeface="+mj-lt"/>
            </a:rPr>
            <a:t>Mamadou DIAKATE</a:t>
          </a:r>
          <a:endParaRPr lang="fr-FR" sz="1100" dirty="0"/>
        </a:p>
      </dgm:t>
    </dgm:pt>
    <dgm:pt modelId="{C3DCC708-DB1F-485B-B28E-7DD7121EC9CF}" type="parTrans" cxnId="{D509C324-7111-46E4-B29C-3C89D7F8F591}">
      <dgm:prSet/>
      <dgm:spPr/>
      <dgm:t>
        <a:bodyPr/>
        <a:lstStyle/>
        <a:p>
          <a:endParaRPr lang="fr-FR"/>
        </a:p>
      </dgm:t>
    </dgm:pt>
    <dgm:pt modelId="{5A05060B-FCC0-45A6-88A2-B925BB5E0844}" type="sibTrans" cxnId="{D509C324-7111-46E4-B29C-3C89D7F8F591}">
      <dgm:prSet/>
      <dgm:spPr/>
      <dgm:t>
        <a:bodyPr/>
        <a:lstStyle/>
        <a:p>
          <a:endParaRPr lang="fr-FR"/>
        </a:p>
      </dgm:t>
    </dgm:pt>
    <dgm:pt modelId="{7DECF9F5-C5B2-45C8-AB78-9D5FB0EF763E}" type="pres">
      <dgm:prSet presAssocID="{BB8FF322-D8B9-429F-9330-AD85F54FE8A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6EB4E08-8FCF-4D22-B9E8-013C571979F6}" type="pres">
      <dgm:prSet presAssocID="{4CA082F9-E481-4380-923C-7CB7247D456E}" presName="hierRoot1" presStyleCnt="0">
        <dgm:presLayoutVars>
          <dgm:hierBranch val="init"/>
        </dgm:presLayoutVars>
      </dgm:prSet>
      <dgm:spPr/>
    </dgm:pt>
    <dgm:pt modelId="{F27AEFBC-352C-470B-8CCE-F2A491153718}" type="pres">
      <dgm:prSet presAssocID="{4CA082F9-E481-4380-923C-7CB7247D456E}" presName="rootComposite1" presStyleCnt="0"/>
      <dgm:spPr/>
    </dgm:pt>
    <dgm:pt modelId="{BCCA5D97-BF7B-4BC2-9EBD-0260AF53CEA0}" type="pres">
      <dgm:prSet presAssocID="{4CA082F9-E481-4380-923C-7CB7247D456E}" presName="rootText1" presStyleLbl="node0" presStyleIdx="0" presStyleCnt="1">
        <dgm:presLayoutVars>
          <dgm:chPref val="3"/>
        </dgm:presLayoutVars>
      </dgm:prSet>
      <dgm:spPr/>
    </dgm:pt>
    <dgm:pt modelId="{31DE2E30-01A5-4804-B9F1-F2C138407A23}" type="pres">
      <dgm:prSet presAssocID="{4CA082F9-E481-4380-923C-7CB7247D456E}" presName="rootConnector1" presStyleLbl="node1" presStyleIdx="0" presStyleCnt="0"/>
      <dgm:spPr/>
    </dgm:pt>
    <dgm:pt modelId="{A9DB76BD-3DD7-450B-95FC-A00441B21A45}" type="pres">
      <dgm:prSet presAssocID="{4CA082F9-E481-4380-923C-7CB7247D456E}" presName="hierChild2" presStyleCnt="0"/>
      <dgm:spPr/>
    </dgm:pt>
    <dgm:pt modelId="{2C416EB1-732F-4634-96EE-A4BE82E04534}" type="pres">
      <dgm:prSet presAssocID="{11AEE15B-EA53-4A5B-BA54-25EFB10A5CD6}" presName="Name37" presStyleLbl="parChTrans1D2" presStyleIdx="0" presStyleCnt="1"/>
      <dgm:spPr/>
    </dgm:pt>
    <dgm:pt modelId="{1AD2BCB5-EF8C-4028-B2FE-AFA28F10145C}" type="pres">
      <dgm:prSet presAssocID="{9B5B9156-998B-4594-9918-833E5ADA1D47}" presName="hierRoot2" presStyleCnt="0">
        <dgm:presLayoutVars>
          <dgm:hierBranch val="init"/>
        </dgm:presLayoutVars>
      </dgm:prSet>
      <dgm:spPr/>
    </dgm:pt>
    <dgm:pt modelId="{31D4BCAB-804C-41E8-BD09-C44D9D6CA27F}" type="pres">
      <dgm:prSet presAssocID="{9B5B9156-998B-4594-9918-833E5ADA1D47}" presName="rootComposite" presStyleCnt="0"/>
      <dgm:spPr/>
    </dgm:pt>
    <dgm:pt modelId="{388C1B25-EE94-4B6F-BF4E-0E6A1DD12D12}" type="pres">
      <dgm:prSet presAssocID="{9B5B9156-998B-4594-9918-833E5ADA1D47}" presName="rootText" presStyleLbl="node2" presStyleIdx="0" presStyleCnt="1">
        <dgm:presLayoutVars>
          <dgm:chPref val="3"/>
        </dgm:presLayoutVars>
      </dgm:prSet>
      <dgm:spPr/>
    </dgm:pt>
    <dgm:pt modelId="{7E27D6C3-354D-4A24-AE41-92EBB0FE6959}" type="pres">
      <dgm:prSet presAssocID="{9B5B9156-998B-4594-9918-833E5ADA1D47}" presName="rootConnector" presStyleLbl="node2" presStyleIdx="0" presStyleCnt="1"/>
      <dgm:spPr/>
    </dgm:pt>
    <dgm:pt modelId="{1B22D4CB-6D41-4C83-B2E4-30B06C70A2AD}" type="pres">
      <dgm:prSet presAssocID="{9B5B9156-998B-4594-9918-833E5ADA1D47}" presName="hierChild4" presStyleCnt="0"/>
      <dgm:spPr/>
    </dgm:pt>
    <dgm:pt modelId="{FB92AFFC-9DC8-4DAC-99EF-BB833AF86687}" type="pres">
      <dgm:prSet presAssocID="{DC8F9D3A-6D84-4FB0-ACBD-6AB58972D6EC}" presName="Name37" presStyleLbl="parChTrans1D3" presStyleIdx="0" presStyleCnt="2"/>
      <dgm:spPr/>
    </dgm:pt>
    <dgm:pt modelId="{D9D67260-8E61-4981-A0D9-86C6BCAB5C6F}" type="pres">
      <dgm:prSet presAssocID="{B663DB4B-F0E2-430E-8F01-5CBC7FE42726}" presName="hierRoot2" presStyleCnt="0">
        <dgm:presLayoutVars>
          <dgm:hierBranch val="init"/>
        </dgm:presLayoutVars>
      </dgm:prSet>
      <dgm:spPr/>
    </dgm:pt>
    <dgm:pt modelId="{63DF049F-06E5-454B-BDD2-2AF94515726F}" type="pres">
      <dgm:prSet presAssocID="{B663DB4B-F0E2-430E-8F01-5CBC7FE42726}" presName="rootComposite" presStyleCnt="0"/>
      <dgm:spPr/>
    </dgm:pt>
    <dgm:pt modelId="{F6CBA483-871C-4E8C-A8CF-176076D13C0B}" type="pres">
      <dgm:prSet presAssocID="{B663DB4B-F0E2-430E-8F01-5CBC7FE42726}" presName="rootText" presStyleLbl="node3" presStyleIdx="0" presStyleCnt="2" custScaleX="94503" custScaleY="77829">
        <dgm:presLayoutVars>
          <dgm:chPref val="3"/>
        </dgm:presLayoutVars>
      </dgm:prSet>
      <dgm:spPr/>
    </dgm:pt>
    <dgm:pt modelId="{41161642-AF8F-4871-A09C-E6A3D9174931}" type="pres">
      <dgm:prSet presAssocID="{B663DB4B-F0E2-430E-8F01-5CBC7FE42726}" presName="rootConnector" presStyleLbl="node3" presStyleIdx="0" presStyleCnt="2"/>
      <dgm:spPr/>
    </dgm:pt>
    <dgm:pt modelId="{0CF7BA58-7360-48FB-B9EA-0FEDF1F1B2EF}" type="pres">
      <dgm:prSet presAssocID="{B663DB4B-F0E2-430E-8F01-5CBC7FE42726}" presName="hierChild4" presStyleCnt="0"/>
      <dgm:spPr/>
    </dgm:pt>
    <dgm:pt modelId="{1DE592C3-A7EA-4076-A458-39E52BD91746}" type="pres">
      <dgm:prSet presAssocID="{B663DB4B-F0E2-430E-8F01-5CBC7FE42726}" presName="hierChild5" presStyleCnt="0"/>
      <dgm:spPr/>
    </dgm:pt>
    <dgm:pt modelId="{29294B0E-16F8-4EE2-A7DF-0FBA050AB7F4}" type="pres">
      <dgm:prSet presAssocID="{5EA2B89F-2545-481A-A8AA-AA255A3DFF25}" presName="Name37" presStyleLbl="parChTrans1D3" presStyleIdx="1" presStyleCnt="2"/>
      <dgm:spPr/>
    </dgm:pt>
    <dgm:pt modelId="{BD532E19-9D4E-4AC6-8CE5-AEF42EF90E90}" type="pres">
      <dgm:prSet presAssocID="{7B66CB4B-5163-4EC9-B0D6-AE29F29D64D8}" presName="hierRoot2" presStyleCnt="0">
        <dgm:presLayoutVars>
          <dgm:hierBranch val="init"/>
        </dgm:presLayoutVars>
      </dgm:prSet>
      <dgm:spPr/>
    </dgm:pt>
    <dgm:pt modelId="{EB89FC50-EB80-4F25-90ED-BA29635EC6AF}" type="pres">
      <dgm:prSet presAssocID="{7B66CB4B-5163-4EC9-B0D6-AE29F29D64D8}" presName="rootComposite" presStyleCnt="0"/>
      <dgm:spPr/>
    </dgm:pt>
    <dgm:pt modelId="{C4C6C5C4-49EF-4655-BD32-016439B6C438}" type="pres">
      <dgm:prSet presAssocID="{7B66CB4B-5163-4EC9-B0D6-AE29F29D64D8}" presName="rootText" presStyleLbl="node3" presStyleIdx="1" presStyleCnt="2" custScaleX="94182" custScaleY="74924">
        <dgm:presLayoutVars>
          <dgm:chPref val="3"/>
        </dgm:presLayoutVars>
      </dgm:prSet>
      <dgm:spPr/>
    </dgm:pt>
    <dgm:pt modelId="{41463EEC-6EC7-465E-A31C-0EAFF46E3215}" type="pres">
      <dgm:prSet presAssocID="{7B66CB4B-5163-4EC9-B0D6-AE29F29D64D8}" presName="rootConnector" presStyleLbl="node3" presStyleIdx="1" presStyleCnt="2"/>
      <dgm:spPr/>
    </dgm:pt>
    <dgm:pt modelId="{1C8B9718-C28D-4FAE-992A-58CDE9C22EDD}" type="pres">
      <dgm:prSet presAssocID="{7B66CB4B-5163-4EC9-B0D6-AE29F29D64D8}" presName="hierChild4" presStyleCnt="0"/>
      <dgm:spPr/>
    </dgm:pt>
    <dgm:pt modelId="{F6DA259E-153D-4850-B42F-4506DB321F5C}" type="pres">
      <dgm:prSet presAssocID="{7B66CB4B-5163-4EC9-B0D6-AE29F29D64D8}" presName="hierChild5" presStyleCnt="0"/>
      <dgm:spPr/>
    </dgm:pt>
    <dgm:pt modelId="{8C98B839-2523-483B-A5EC-21CE38FC0902}" type="pres">
      <dgm:prSet presAssocID="{9B5B9156-998B-4594-9918-833E5ADA1D47}" presName="hierChild5" presStyleCnt="0"/>
      <dgm:spPr/>
    </dgm:pt>
    <dgm:pt modelId="{3AC112D3-8EB6-4C8E-83B3-897E7D7708E5}" type="pres">
      <dgm:prSet presAssocID="{4CA082F9-E481-4380-923C-7CB7247D456E}" presName="hierChild3" presStyleCnt="0"/>
      <dgm:spPr/>
    </dgm:pt>
  </dgm:ptLst>
  <dgm:cxnLst>
    <dgm:cxn modelId="{3BA77E01-DA93-4A52-B1FF-268AC1FB4387}" type="presOf" srcId="{DC8F9D3A-6D84-4FB0-ACBD-6AB58972D6EC}" destId="{FB92AFFC-9DC8-4DAC-99EF-BB833AF86687}" srcOrd="0" destOrd="0" presId="urn:microsoft.com/office/officeart/2005/8/layout/orgChart1"/>
    <dgm:cxn modelId="{D509C324-7111-46E4-B29C-3C89D7F8F591}" srcId="{BB8FF322-D8B9-429F-9330-AD85F54FE8A7}" destId="{4CA082F9-E481-4380-923C-7CB7247D456E}" srcOrd="0" destOrd="0" parTransId="{C3DCC708-DB1F-485B-B28E-7DD7121EC9CF}" sibTransId="{5A05060B-FCC0-45A6-88A2-B925BB5E0844}"/>
    <dgm:cxn modelId="{2090103E-5448-4095-8647-24714F16D574}" type="presOf" srcId="{9B5B9156-998B-4594-9918-833E5ADA1D47}" destId="{388C1B25-EE94-4B6F-BF4E-0E6A1DD12D12}" srcOrd="0" destOrd="0" presId="urn:microsoft.com/office/officeart/2005/8/layout/orgChart1"/>
    <dgm:cxn modelId="{65F9055F-3669-4BA3-829C-9138ABF8B841}" srcId="{4CA082F9-E481-4380-923C-7CB7247D456E}" destId="{9B5B9156-998B-4594-9918-833E5ADA1D47}" srcOrd="0" destOrd="0" parTransId="{11AEE15B-EA53-4A5B-BA54-25EFB10A5CD6}" sibTransId="{7E7873F7-930B-4F17-994D-1FF0A5BAEE95}"/>
    <dgm:cxn modelId="{FBB4F64B-6F0F-45A7-BD6E-A6B488D3EEDE}" type="presOf" srcId="{7B66CB4B-5163-4EC9-B0D6-AE29F29D64D8}" destId="{41463EEC-6EC7-465E-A31C-0EAFF46E3215}" srcOrd="1" destOrd="0" presId="urn:microsoft.com/office/officeart/2005/8/layout/orgChart1"/>
    <dgm:cxn modelId="{BE6F5B70-6EF7-4B43-8EE5-3828088A9BE3}" type="presOf" srcId="{BB8FF322-D8B9-429F-9330-AD85F54FE8A7}" destId="{7DECF9F5-C5B2-45C8-AB78-9D5FB0EF763E}" srcOrd="0" destOrd="0" presId="urn:microsoft.com/office/officeart/2005/8/layout/orgChart1"/>
    <dgm:cxn modelId="{9A868D75-800A-486F-BB6E-F0B5C2E092B4}" type="presOf" srcId="{B663DB4B-F0E2-430E-8F01-5CBC7FE42726}" destId="{F6CBA483-871C-4E8C-A8CF-176076D13C0B}" srcOrd="0" destOrd="0" presId="urn:microsoft.com/office/officeart/2005/8/layout/orgChart1"/>
    <dgm:cxn modelId="{3C342594-F66A-4E72-A886-45ED7F23FA38}" srcId="{9B5B9156-998B-4594-9918-833E5ADA1D47}" destId="{B663DB4B-F0E2-430E-8F01-5CBC7FE42726}" srcOrd="0" destOrd="0" parTransId="{DC8F9D3A-6D84-4FB0-ACBD-6AB58972D6EC}" sibTransId="{98F2A54E-30B3-4BE7-8115-CDAFD49F771B}"/>
    <dgm:cxn modelId="{6F7F3A9B-DDFF-49E0-9ACC-890944AF8ACD}" type="presOf" srcId="{4CA082F9-E481-4380-923C-7CB7247D456E}" destId="{BCCA5D97-BF7B-4BC2-9EBD-0260AF53CEA0}" srcOrd="0" destOrd="0" presId="urn:microsoft.com/office/officeart/2005/8/layout/orgChart1"/>
    <dgm:cxn modelId="{CC03FB9D-5C6E-4AD8-A65E-8E7B634CE4FA}" type="presOf" srcId="{B663DB4B-F0E2-430E-8F01-5CBC7FE42726}" destId="{41161642-AF8F-4871-A09C-E6A3D9174931}" srcOrd="1" destOrd="0" presId="urn:microsoft.com/office/officeart/2005/8/layout/orgChart1"/>
    <dgm:cxn modelId="{627799C3-D06D-4238-986E-9C7B551E17E5}" type="presOf" srcId="{5EA2B89F-2545-481A-A8AA-AA255A3DFF25}" destId="{29294B0E-16F8-4EE2-A7DF-0FBA050AB7F4}" srcOrd="0" destOrd="0" presId="urn:microsoft.com/office/officeart/2005/8/layout/orgChart1"/>
    <dgm:cxn modelId="{C555BDDB-5642-4F90-AEAC-5F6CEFC49326}" srcId="{9B5B9156-998B-4594-9918-833E5ADA1D47}" destId="{7B66CB4B-5163-4EC9-B0D6-AE29F29D64D8}" srcOrd="1" destOrd="0" parTransId="{5EA2B89F-2545-481A-A8AA-AA255A3DFF25}" sibTransId="{DD58A3E0-3F02-4583-9189-6DEBC4A6192D}"/>
    <dgm:cxn modelId="{190AC5E2-AF1D-4ACB-90E8-682431E9912C}" type="presOf" srcId="{11AEE15B-EA53-4A5B-BA54-25EFB10A5CD6}" destId="{2C416EB1-732F-4634-96EE-A4BE82E04534}" srcOrd="0" destOrd="0" presId="urn:microsoft.com/office/officeart/2005/8/layout/orgChart1"/>
    <dgm:cxn modelId="{08C3E0E8-095C-4F87-83A5-DEEB1888DF96}" type="presOf" srcId="{9B5B9156-998B-4594-9918-833E5ADA1D47}" destId="{7E27D6C3-354D-4A24-AE41-92EBB0FE6959}" srcOrd="1" destOrd="0" presId="urn:microsoft.com/office/officeart/2005/8/layout/orgChart1"/>
    <dgm:cxn modelId="{B5443CEA-7F04-40DD-BD68-CC7CDC92DDC8}" type="presOf" srcId="{7B66CB4B-5163-4EC9-B0D6-AE29F29D64D8}" destId="{C4C6C5C4-49EF-4655-BD32-016439B6C438}" srcOrd="0" destOrd="0" presId="urn:microsoft.com/office/officeart/2005/8/layout/orgChart1"/>
    <dgm:cxn modelId="{4ADE83FE-433E-4CA8-9690-A911BCCFF3D6}" type="presOf" srcId="{4CA082F9-E481-4380-923C-7CB7247D456E}" destId="{31DE2E30-01A5-4804-B9F1-F2C138407A23}" srcOrd="1" destOrd="0" presId="urn:microsoft.com/office/officeart/2005/8/layout/orgChart1"/>
    <dgm:cxn modelId="{D603C828-7B68-4326-B273-6C903F0848AD}" type="presParOf" srcId="{7DECF9F5-C5B2-45C8-AB78-9D5FB0EF763E}" destId="{16EB4E08-8FCF-4D22-B9E8-013C571979F6}" srcOrd="0" destOrd="0" presId="urn:microsoft.com/office/officeart/2005/8/layout/orgChart1"/>
    <dgm:cxn modelId="{8A4A3D07-EE7B-4C39-922E-887ED8E1B591}" type="presParOf" srcId="{16EB4E08-8FCF-4D22-B9E8-013C571979F6}" destId="{F27AEFBC-352C-470B-8CCE-F2A491153718}" srcOrd="0" destOrd="0" presId="urn:microsoft.com/office/officeart/2005/8/layout/orgChart1"/>
    <dgm:cxn modelId="{DE780179-B345-45A2-B6EA-C4C871FF0F14}" type="presParOf" srcId="{F27AEFBC-352C-470B-8CCE-F2A491153718}" destId="{BCCA5D97-BF7B-4BC2-9EBD-0260AF53CEA0}" srcOrd="0" destOrd="0" presId="urn:microsoft.com/office/officeart/2005/8/layout/orgChart1"/>
    <dgm:cxn modelId="{155E41F6-2B72-4E9A-B468-3D8D65A63976}" type="presParOf" srcId="{F27AEFBC-352C-470B-8CCE-F2A491153718}" destId="{31DE2E30-01A5-4804-B9F1-F2C138407A23}" srcOrd="1" destOrd="0" presId="urn:microsoft.com/office/officeart/2005/8/layout/orgChart1"/>
    <dgm:cxn modelId="{1DCF74AA-6773-4346-99C8-F3E4DEBDA791}" type="presParOf" srcId="{16EB4E08-8FCF-4D22-B9E8-013C571979F6}" destId="{A9DB76BD-3DD7-450B-95FC-A00441B21A45}" srcOrd="1" destOrd="0" presId="urn:microsoft.com/office/officeart/2005/8/layout/orgChart1"/>
    <dgm:cxn modelId="{D9CEEAA5-14B0-4272-AD50-D98FC2F042E9}" type="presParOf" srcId="{A9DB76BD-3DD7-450B-95FC-A00441B21A45}" destId="{2C416EB1-732F-4634-96EE-A4BE82E04534}" srcOrd="0" destOrd="0" presId="urn:microsoft.com/office/officeart/2005/8/layout/orgChart1"/>
    <dgm:cxn modelId="{68D12BC0-6DD0-49AB-99FB-47B31D7ABDF0}" type="presParOf" srcId="{A9DB76BD-3DD7-450B-95FC-A00441B21A45}" destId="{1AD2BCB5-EF8C-4028-B2FE-AFA28F10145C}" srcOrd="1" destOrd="0" presId="urn:microsoft.com/office/officeart/2005/8/layout/orgChart1"/>
    <dgm:cxn modelId="{AA3FA389-C1F9-42DB-A10A-286CD04C68EB}" type="presParOf" srcId="{1AD2BCB5-EF8C-4028-B2FE-AFA28F10145C}" destId="{31D4BCAB-804C-41E8-BD09-C44D9D6CA27F}" srcOrd="0" destOrd="0" presId="urn:microsoft.com/office/officeart/2005/8/layout/orgChart1"/>
    <dgm:cxn modelId="{B5925E39-DBA4-403E-95D1-C3F0EE0D1F3F}" type="presParOf" srcId="{31D4BCAB-804C-41E8-BD09-C44D9D6CA27F}" destId="{388C1B25-EE94-4B6F-BF4E-0E6A1DD12D12}" srcOrd="0" destOrd="0" presId="urn:microsoft.com/office/officeart/2005/8/layout/orgChart1"/>
    <dgm:cxn modelId="{DC3D31DF-A71A-4285-800D-A2E6921DEF89}" type="presParOf" srcId="{31D4BCAB-804C-41E8-BD09-C44D9D6CA27F}" destId="{7E27D6C3-354D-4A24-AE41-92EBB0FE6959}" srcOrd="1" destOrd="0" presId="urn:microsoft.com/office/officeart/2005/8/layout/orgChart1"/>
    <dgm:cxn modelId="{A82798BD-8F94-4CE6-B9E1-DC911E6AEDCA}" type="presParOf" srcId="{1AD2BCB5-EF8C-4028-B2FE-AFA28F10145C}" destId="{1B22D4CB-6D41-4C83-B2E4-30B06C70A2AD}" srcOrd="1" destOrd="0" presId="urn:microsoft.com/office/officeart/2005/8/layout/orgChart1"/>
    <dgm:cxn modelId="{25B02EE4-DD45-4B47-B37E-74AFF71FA571}" type="presParOf" srcId="{1B22D4CB-6D41-4C83-B2E4-30B06C70A2AD}" destId="{FB92AFFC-9DC8-4DAC-99EF-BB833AF86687}" srcOrd="0" destOrd="0" presId="urn:microsoft.com/office/officeart/2005/8/layout/orgChart1"/>
    <dgm:cxn modelId="{FC6BED93-7870-4473-A272-1AC78BEE32E3}" type="presParOf" srcId="{1B22D4CB-6D41-4C83-B2E4-30B06C70A2AD}" destId="{D9D67260-8E61-4981-A0D9-86C6BCAB5C6F}" srcOrd="1" destOrd="0" presId="urn:microsoft.com/office/officeart/2005/8/layout/orgChart1"/>
    <dgm:cxn modelId="{4BB9F9BA-5E2B-4429-B7E8-F53A34075959}" type="presParOf" srcId="{D9D67260-8E61-4981-A0D9-86C6BCAB5C6F}" destId="{63DF049F-06E5-454B-BDD2-2AF94515726F}" srcOrd="0" destOrd="0" presId="urn:microsoft.com/office/officeart/2005/8/layout/orgChart1"/>
    <dgm:cxn modelId="{46EBB5A7-FCF9-4169-B93C-6C37F2E2EF26}" type="presParOf" srcId="{63DF049F-06E5-454B-BDD2-2AF94515726F}" destId="{F6CBA483-871C-4E8C-A8CF-176076D13C0B}" srcOrd="0" destOrd="0" presId="urn:microsoft.com/office/officeart/2005/8/layout/orgChart1"/>
    <dgm:cxn modelId="{7DA79412-1BDD-4013-986B-FD1AF1A1AF71}" type="presParOf" srcId="{63DF049F-06E5-454B-BDD2-2AF94515726F}" destId="{41161642-AF8F-4871-A09C-E6A3D9174931}" srcOrd="1" destOrd="0" presId="urn:microsoft.com/office/officeart/2005/8/layout/orgChart1"/>
    <dgm:cxn modelId="{EB3D5B39-C3C4-4E0A-B4FE-6522CD93DD48}" type="presParOf" srcId="{D9D67260-8E61-4981-A0D9-86C6BCAB5C6F}" destId="{0CF7BA58-7360-48FB-B9EA-0FEDF1F1B2EF}" srcOrd="1" destOrd="0" presId="urn:microsoft.com/office/officeart/2005/8/layout/orgChart1"/>
    <dgm:cxn modelId="{2129517B-4F4E-4BDF-8981-E60076215AD6}" type="presParOf" srcId="{D9D67260-8E61-4981-A0D9-86C6BCAB5C6F}" destId="{1DE592C3-A7EA-4076-A458-39E52BD91746}" srcOrd="2" destOrd="0" presId="urn:microsoft.com/office/officeart/2005/8/layout/orgChart1"/>
    <dgm:cxn modelId="{D7226DE6-873B-45F5-B265-2C998892937D}" type="presParOf" srcId="{1B22D4CB-6D41-4C83-B2E4-30B06C70A2AD}" destId="{29294B0E-16F8-4EE2-A7DF-0FBA050AB7F4}" srcOrd="2" destOrd="0" presId="urn:microsoft.com/office/officeart/2005/8/layout/orgChart1"/>
    <dgm:cxn modelId="{DEEBE953-8CF7-47DD-9DCC-4D473E943A28}" type="presParOf" srcId="{1B22D4CB-6D41-4C83-B2E4-30B06C70A2AD}" destId="{BD532E19-9D4E-4AC6-8CE5-AEF42EF90E90}" srcOrd="3" destOrd="0" presId="urn:microsoft.com/office/officeart/2005/8/layout/orgChart1"/>
    <dgm:cxn modelId="{700B5875-A58E-495F-B1BA-2C609D8C2E49}" type="presParOf" srcId="{BD532E19-9D4E-4AC6-8CE5-AEF42EF90E90}" destId="{EB89FC50-EB80-4F25-90ED-BA29635EC6AF}" srcOrd="0" destOrd="0" presId="urn:microsoft.com/office/officeart/2005/8/layout/orgChart1"/>
    <dgm:cxn modelId="{B38AA134-5846-4752-BDE9-3745D1E14C35}" type="presParOf" srcId="{EB89FC50-EB80-4F25-90ED-BA29635EC6AF}" destId="{C4C6C5C4-49EF-4655-BD32-016439B6C438}" srcOrd="0" destOrd="0" presId="urn:microsoft.com/office/officeart/2005/8/layout/orgChart1"/>
    <dgm:cxn modelId="{3CD46FCF-3962-4B3B-AAA8-C6C9CE7019BD}" type="presParOf" srcId="{EB89FC50-EB80-4F25-90ED-BA29635EC6AF}" destId="{41463EEC-6EC7-465E-A31C-0EAFF46E3215}" srcOrd="1" destOrd="0" presId="urn:microsoft.com/office/officeart/2005/8/layout/orgChart1"/>
    <dgm:cxn modelId="{8AEA6C9B-ABCE-427F-8723-5DDCFCE3D91E}" type="presParOf" srcId="{BD532E19-9D4E-4AC6-8CE5-AEF42EF90E90}" destId="{1C8B9718-C28D-4FAE-992A-58CDE9C22EDD}" srcOrd="1" destOrd="0" presId="urn:microsoft.com/office/officeart/2005/8/layout/orgChart1"/>
    <dgm:cxn modelId="{6F475366-DD84-4364-BC05-4F3457D2631A}" type="presParOf" srcId="{BD532E19-9D4E-4AC6-8CE5-AEF42EF90E90}" destId="{F6DA259E-153D-4850-B42F-4506DB321F5C}" srcOrd="2" destOrd="0" presId="urn:microsoft.com/office/officeart/2005/8/layout/orgChart1"/>
    <dgm:cxn modelId="{8DD46766-07F2-4EBF-B9C9-16C737C5D648}" type="presParOf" srcId="{1AD2BCB5-EF8C-4028-B2FE-AFA28F10145C}" destId="{8C98B839-2523-483B-A5EC-21CE38FC0902}" srcOrd="2" destOrd="0" presId="urn:microsoft.com/office/officeart/2005/8/layout/orgChart1"/>
    <dgm:cxn modelId="{AFFB2543-E5DD-4BB4-8C37-BA706D177EE7}" type="presParOf" srcId="{16EB4E08-8FCF-4D22-B9E8-013C571979F6}" destId="{3AC112D3-8EB6-4C8E-83B3-897E7D7708E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077DDD7-5938-46A4-A841-3B056422DA1E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087012C-D35C-42C7-98B9-144F8ABC1093}">
      <dgm:prSet custT="1"/>
      <dgm:spPr/>
      <dgm:t>
        <a:bodyPr/>
        <a:lstStyle/>
        <a:p>
          <a:pPr rtl="0"/>
          <a:r>
            <a:rPr lang="fr-FR" sz="1100" b="1" dirty="0">
              <a:latin typeface="+mj-lt"/>
            </a:rPr>
            <a:t>Coordinateur responsable </a:t>
          </a:r>
          <a:r>
            <a:rPr lang="fr-FR" sz="1100" b="1" dirty="0" err="1">
              <a:latin typeface="+mj-lt"/>
            </a:rPr>
            <a:t>supply</a:t>
          </a:r>
          <a:r>
            <a:rPr lang="fr-FR" sz="1100" b="1" dirty="0">
              <a:latin typeface="+mj-lt"/>
            </a:rPr>
            <a:t> </a:t>
          </a:r>
          <a:r>
            <a:rPr lang="fr-FR" sz="1100" b="1" dirty="0" err="1">
              <a:latin typeface="+mj-lt"/>
            </a:rPr>
            <a:t>chain</a:t>
          </a:r>
          <a:endParaRPr lang="fr-FR" sz="1100" b="1" dirty="0">
            <a:latin typeface="+mj-lt"/>
          </a:endParaRPr>
        </a:p>
        <a:p>
          <a:r>
            <a:rPr lang="fr-FR" sz="1100" dirty="0">
              <a:latin typeface="+mj-lt"/>
            </a:rPr>
            <a:t>Mamadou DIAKATE</a:t>
          </a:r>
          <a:endParaRPr lang="fr-FR" sz="1100" dirty="0"/>
        </a:p>
      </dgm:t>
    </dgm:pt>
    <dgm:pt modelId="{C628B476-B395-4C93-8186-B278118584E9}" type="parTrans" cxnId="{3937E3BB-41E7-4C69-9FB0-EBE005073A7C}">
      <dgm:prSet/>
      <dgm:spPr/>
      <dgm:t>
        <a:bodyPr/>
        <a:lstStyle/>
        <a:p>
          <a:endParaRPr lang="fr-FR"/>
        </a:p>
      </dgm:t>
    </dgm:pt>
    <dgm:pt modelId="{61BE3577-3AD6-48F8-92DE-3C73618155CC}" type="sibTrans" cxnId="{3937E3BB-41E7-4C69-9FB0-EBE005073A7C}">
      <dgm:prSet/>
      <dgm:spPr/>
      <dgm:t>
        <a:bodyPr/>
        <a:lstStyle/>
        <a:p>
          <a:endParaRPr lang="fr-FR"/>
        </a:p>
      </dgm:t>
    </dgm:pt>
    <dgm:pt modelId="{515AB590-59DA-42DE-80EF-8171F828B6D4}">
      <dgm:prSet custT="1"/>
      <dgm:spPr/>
      <dgm:t>
        <a:bodyPr/>
        <a:lstStyle/>
        <a:p>
          <a:pPr rtl="0"/>
          <a:r>
            <a:rPr lang="fr-FR" sz="1100" b="1" dirty="0"/>
            <a:t>Cadres méthodes / devis / faisabilité </a:t>
          </a:r>
        </a:p>
        <a:p>
          <a:r>
            <a:rPr lang="fr-FR" sz="1100" dirty="0">
              <a:latin typeface="+mj-lt"/>
            </a:rPr>
            <a:t>Isabelle MARTI</a:t>
          </a:r>
        </a:p>
        <a:p>
          <a:r>
            <a:rPr lang="fr-FR" sz="1100" dirty="0">
              <a:latin typeface="+mj-lt"/>
            </a:rPr>
            <a:t>Stéphane NGUYEN</a:t>
          </a:r>
        </a:p>
        <a:p>
          <a:r>
            <a:rPr lang="fr-FR" sz="1100" dirty="0">
              <a:latin typeface="+mj-lt"/>
            </a:rPr>
            <a:t>Doum SALLY</a:t>
          </a:r>
          <a:endParaRPr lang="fr-FR" sz="1100" dirty="0"/>
        </a:p>
      </dgm:t>
    </dgm:pt>
    <dgm:pt modelId="{11F46C6D-0337-408D-A49B-19BF13A63C65}" type="parTrans" cxnId="{5516ACC8-2C27-4C82-84BE-AA75423AAA65}">
      <dgm:prSet/>
      <dgm:spPr/>
      <dgm:t>
        <a:bodyPr/>
        <a:lstStyle/>
        <a:p>
          <a:endParaRPr lang="fr-FR"/>
        </a:p>
      </dgm:t>
    </dgm:pt>
    <dgm:pt modelId="{4B3A4978-14BF-406C-8E7B-798130358943}" type="sibTrans" cxnId="{5516ACC8-2C27-4C82-84BE-AA75423AAA65}">
      <dgm:prSet/>
      <dgm:spPr/>
      <dgm:t>
        <a:bodyPr/>
        <a:lstStyle/>
        <a:p>
          <a:endParaRPr lang="fr-FR"/>
        </a:p>
      </dgm:t>
    </dgm:pt>
    <dgm:pt modelId="{04413EB4-5D09-4088-BBFE-B3AB907BBD94}">
      <dgm:prSet custT="1"/>
      <dgm:spPr/>
      <dgm:t>
        <a:bodyPr/>
        <a:lstStyle/>
        <a:p>
          <a:pPr rtl="0"/>
          <a:r>
            <a:rPr lang="fr-FR" sz="1100" b="1" dirty="0"/>
            <a:t>Assistant(e)s méthodes </a:t>
          </a:r>
        </a:p>
        <a:p>
          <a:pPr rtl="0"/>
          <a:r>
            <a:rPr lang="fr-FR" sz="1100" dirty="0"/>
            <a:t>Valentine DIALLO</a:t>
          </a:r>
        </a:p>
        <a:p>
          <a:pPr rtl="0"/>
          <a:r>
            <a:rPr lang="fr-FR" sz="1100" dirty="0"/>
            <a:t>Esther HUMBERT</a:t>
          </a:r>
        </a:p>
        <a:p>
          <a:pPr rtl="0"/>
          <a:r>
            <a:rPr lang="fr-FR" sz="1100" dirty="0"/>
            <a:t>Frédéric SIAM </a:t>
          </a:r>
        </a:p>
      </dgm:t>
    </dgm:pt>
    <dgm:pt modelId="{E338515D-1DF7-472F-8185-C4EFFAFB1B85}" type="parTrans" cxnId="{436D0595-F1C4-48C4-AE35-DF713D3E9819}">
      <dgm:prSet/>
      <dgm:spPr/>
      <dgm:t>
        <a:bodyPr/>
        <a:lstStyle/>
        <a:p>
          <a:endParaRPr lang="fr-FR"/>
        </a:p>
      </dgm:t>
    </dgm:pt>
    <dgm:pt modelId="{CE357538-5D81-47D4-A973-38ADD22A4FA3}" type="sibTrans" cxnId="{436D0595-F1C4-48C4-AE35-DF713D3E9819}">
      <dgm:prSet/>
      <dgm:spPr/>
      <dgm:t>
        <a:bodyPr/>
        <a:lstStyle/>
        <a:p>
          <a:endParaRPr lang="fr-FR"/>
        </a:p>
      </dgm:t>
    </dgm:pt>
    <dgm:pt modelId="{6CBB2090-8E4C-4E02-827D-FCDFDB4D76F6}" type="pres">
      <dgm:prSet presAssocID="{B077DDD7-5938-46A4-A841-3B056422DA1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A6A0647-7895-4387-9361-CAEB42A08699}" type="pres">
      <dgm:prSet presAssocID="{E087012C-D35C-42C7-98B9-144F8ABC1093}" presName="hierRoot1" presStyleCnt="0">
        <dgm:presLayoutVars>
          <dgm:hierBranch val="init"/>
        </dgm:presLayoutVars>
      </dgm:prSet>
      <dgm:spPr/>
    </dgm:pt>
    <dgm:pt modelId="{635636A0-2B15-4535-B8A1-D752C20EF262}" type="pres">
      <dgm:prSet presAssocID="{E087012C-D35C-42C7-98B9-144F8ABC1093}" presName="rootComposite1" presStyleCnt="0"/>
      <dgm:spPr/>
    </dgm:pt>
    <dgm:pt modelId="{A1479910-B439-4DCE-826E-1FD8BC0BACC9}" type="pres">
      <dgm:prSet presAssocID="{E087012C-D35C-42C7-98B9-144F8ABC1093}" presName="rootText1" presStyleLbl="node0" presStyleIdx="0" presStyleCnt="1" custScaleX="127709" custScaleY="70533">
        <dgm:presLayoutVars>
          <dgm:chPref val="3"/>
        </dgm:presLayoutVars>
      </dgm:prSet>
      <dgm:spPr/>
    </dgm:pt>
    <dgm:pt modelId="{C0E66EC9-998C-464C-8E68-826C2CC30B13}" type="pres">
      <dgm:prSet presAssocID="{E087012C-D35C-42C7-98B9-144F8ABC1093}" presName="rootConnector1" presStyleLbl="node1" presStyleIdx="0" presStyleCnt="0"/>
      <dgm:spPr/>
    </dgm:pt>
    <dgm:pt modelId="{4FF62D38-CB43-48DF-98B6-60CB091F90D9}" type="pres">
      <dgm:prSet presAssocID="{E087012C-D35C-42C7-98B9-144F8ABC1093}" presName="hierChild2" presStyleCnt="0"/>
      <dgm:spPr/>
    </dgm:pt>
    <dgm:pt modelId="{B57E283B-256B-4812-8505-2FD80DC34223}" type="pres">
      <dgm:prSet presAssocID="{11F46C6D-0337-408D-A49B-19BF13A63C65}" presName="Name37" presStyleLbl="parChTrans1D2" presStyleIdx="0" presStyleCnt="1"/>
      <dgm:spPr/>
    </dgm:pt>
    <dgm:pt modelId="{DA9A8405-3EE4-4BD0-BEFA-2933F08C3640}" type="pres">
      <dgm:prSet presAssocID="{515AB590-59DA-42DE-80EF-8171F828B6D4}" presName="hierRoot2" presStyleCnt="0">
        <dgm:presLayoutVars>
          <dgm:hierBranch val="init"/>
        </dgm:presLayoutVars>
      </dgm:prSet>
      <dgm:spPr/>
    </dgm:pt>
    <dgm:pt modelId="{C7AF679A-B829-498C-8DAA-2F7F8F7D3420}" type="pres">
      <dgm:prSet presAssocID="{515AB590-59DA-42DE-80EF-8171F828B6D4}" presName="rootComposite" presStyleCnt="0"/>
      <dgm:spPr/>
    </dgm:pt>
    <dgm:pt modelId="{527615A3-761A-4C57-827C-ACF3092A019A}" type="pres">
      <dgm:prSet presAssocID="{515AB590-59DA-42DE-80EF-8171F828B6D4}" presName="rootText" presStyleLbl="node2" presStyleIdx="0" presStyleCnt="1">
        <dgm:presLayoutVars>
          <dgm:chPref val="3"/>
        </dgm:presLayoutVars>
      </dgm:prSet>
      <dgm:spPr/>
    </dgm:pt>
    <dgm:pt modelId="{DAF1FD1F-9F0D-4C72-877C-C8CCBA58F8B9}" type="pres">
      <dgm:prSet presAssocID="{515AB590-59DA-42DE-80EF-8171F828B6D4}" presName="rootConnector" presStyleLbl="node2" presStyleIdx="0" presStyleCnt="1"/>
      <dgm:spPr/>
    </dgm:pt>
    <dgm:pt modelId="{943B8578-9C35-42B6-AF6B-5313FAA48432}" type="pres">
      <dgm:prSet presAssocID="{515AB590-59DA-42DE-80EF-8171F828B6D4}" presName="hierChild4" presStyleCnt="0"/>
      <dgm:spPr/>
    </dgm:pt>
    <dgm:pt modelId="{573ED45D-B8B9-4B49-B9D5-1332B1281AED}" type="pres">
      <dgm:prSet presAssocID="{E338515D-1DF7-472F-8185-C4EFFAFB1B85}" presName="Name37" presStyleLbl="parChTrans1D3" presStyleIdx="0" presStyleCnt="1"/>
      <dgm:spPr/>
    </dgm:pt>
    <dgm:pt modelId="{538BA4FA-55C4-493D-A4FF-76A8D655E2CD}" type="pres">
      <dgm:prSet presAssocID="{04413EB4-5D09-4088-BBFE-B3AB907BBD94}" presName="hierRoot2" presStyleCnt="0">
        <dgm:presLayoutVars>
          <dgm:hierBranch val="init"/>
        </dgm:presLayoutVars>
      </dgm:prSet>
      <dgm:spPr/>
    </dgm:pt>
    <dgm:pt modelId="{FA4636D2-DD7E-446D-8AD8-3CB444F5DAAE}" type="pres">
      <dgm:prSet presAssocID="{04413EB4-5D09-4088-BBFE-B3AB907BBD94}" presName="rootComposite" presStyleCnt="0"/>
      <dgm:spPr/>
    </dgm:pt>
    <dgm:pt modelId="{BD91DA4D-04DD-44BB-BEF6-256C2375DB7B}" type="pres">
      <dgm:prSet presAssocID="{04413EB4-5D09-4088-BBFE-B3AB907BBD94}" presName="rootText" presStyleLbl="node3" presStyleIdx="0" presStyleCnt="1" custScaleY="63603">
        <dgm:presLayoutVars>
          <dgm:chPref val="3"/>
        </dgm:presLayoutVars>
      </dgm:prSet>
      <dgm:spPr/>
    </dgm:pt>
    <dgm:pt modelId="{82F7C8DE-E839-4C4D-94F2-D8A4193AA0D3}" type="pres">
      <dgm:prSet presAssocID="{04413EB4-5D09-4088-BBFE-B3AB907BBD94}" presName="rootConnector" presStyleLbl="node3" presStyleIdx="0" presStyleCnt="1"/>
      <dgm:spPr/>
    </dgm:pt>
    <dgm:pt modelId="{2F1FAFB3-AE70-4EF7-B05E-EFDD5138B155}" type="pres">
      <dgm:prSet presAssocID="{04413EB4-5D09-4088-BBFE-B3AB907BBD94}" presName="hierChild4" presStyleCnt="0"/>
      <dgm:spPr/>
    </dgm:pt>
    <dgm:pt modelId="{6F63C95A-66C3-45AE-A784-A6F59EB5436F}" type="pres">
      <dgm:prSet presAssocID="{04413EB4-5D09-4088-BBFE-B3AB907BBD94}" presName="hierChild5" presStyleCnt="0"/>
      <dgm:spPr/>
    </dgm:pt>
    <dgm:pt modelId="{7D3AFD2C-C8FD-4993-8FD7-D70F0A49954B}" type="pres">
      <dgm:prSet presAssocID="{515AB590-59DA-42DE-80EF-8171F828B6D4}" presName="hierChild5" presStyleCnt="0"/>
      <dgm:spPr/>
    </dgm:pt>
    <dgm:pt modelId="{626A0373-A591-4B9D-8D2D-7677A0EEB430}" type="pres">
      <dgm:prSet presAssocID="{E087012C-D35C-42C7-98B9-144F8ABC1093}" presName="hierChild3" presStyleCnt="0"/>
      <dgm:spPr/>
    </dgm:pt>
  </dgm:ptLst>
  <dgm:cxnLst>
    <dgm:cxn modelId="{EF106702-2190-477C-B19F-5FA64AA643A2}" type="presOf" srcId="{B077DDD7-5938-46A4-A841-3B056422DA1E}" destId="{6CBB2090-8E4C-4E02-827D-FCDFDB4D76F6}" srcOrd="0" destOrd="0" presId="urn:microsoft.com/office/officeart/2005/8/layout/orgChart1"/>
    <dgm:cxn modelId="{A186A411-59EB-4AB7-B671-B5CDD4E05520}" type="presOf" srcId="{E087012C-D35C-42C7-98B9-144F8ABC1093}" destId="{A1479910-B439-4DCE-826E-1FD8BC0BACC9}" srcOrd="0" destOrd="0" presId="urn:microsoft.com/office/officeart/2005/8/layout/orgChart1"/>
    <dgm:cxn modelId="{D326512E-CF79-44DE-9529-ACFCD4A3A86E}" type="presOf" srcId="{E087012C-D35C-42C7-98B9-144F8ABC1093}" destId="{C0E66EC9-998C-464C-8E68-826C2CC30B13}" srcOrd="1" destOrd="0" presId="urn:microsoft.com/office/officeart/2005/8/layout/orgChart1"/>
    <dgm:cxn modelId="{F4988938-4369-4375-B38A-D6A26A2A6171}" type="presOf" srcId="{515AB590-59DA-42DE-80EF-8171F828B6D4}" destId="{DAF1FD1F-9F0D-4C72-877C-C8CCBA58F8B9}" srcOrd="1" destOrd="0" presId="urn:microsoft.com/office/officeart/2005/8/layout/orgChart1"/>
    <dgm:cxn modelId="{90F2504B-4960-41E9-BEAB-5D861A64BABB}" type="presOf" srcId="{04413EB4-5D09-4088-BBFE-B3AB907BBD94}" destId="{82F7C8DE-E839-4C4D-94F2-D8A4193AA0D3}" srcOrd="1" destOrd="0" presId="urn:microsoft.com/office/officeart/2005/8/layout/orgChart1"/>
    <dgm:cxn modelId="{49DDCC75-F283-4832-9F4C-06DFAA303E14}" type="presOf" srcId="{E338515D-1DF7-472F-8185-C4EFFAFB1B85}" destId="{573ED45D-B8B9-4B49-B9D5-1332B1281AED}" srcOrd="0" destOrd="0" presId="urn:microsoft.com/office/officeart/2005/8/layout/orgChart1"/>
    <dgm:cxn modelId="{8937D790-DD3D-4549-9FCF-8219FC45D60D}" type="presOf" srcId="{515AB590-59DA-42DE-80EF-8171F828B6D4}" destId="{527615A3-761A-4C57-827C-ACF3092A019A}" srcOrd="0" destOrd="0" presId="urn:microsoft.com/office/officeart/2005/8/layout/orgChart1"/>
    <dgm:cxn modelId="{436D0595-F1C4-48C4-AE35-DF713D3E9819}" srcId="{515AB590-59DA-42DE-80EF-8171F828B6D4}" destId="{04413EB4-5D09-4088-BBFE-B3AB907BBD94}" srcOrd="0" destOrd="0" parTransId="{E338515D-1DF7-472F-8185-C4EFFAFB1B85}" sibTransId="{CE357538-5D81-47D4-A973-38ADD22A4FA3}"/>
    <dgm:cxn modelId="{B4154197-5669-40CE-9297-67C88449CDED}" type="presOf" srcId="{11F46C6D-0337-408D-A49B-19BF13A63C65}" destId="{B57E283B-256B-4812-8505-2FD80DC34223}" srcOrd="0" destOrd="0" presId="urn:microsoft.com/office/officeart/2005/8/layout/orgChart1"/>
    <dgm:cxn modelId="{3937E3BB-41E7-4C69-9FB0-EBE005073A7C}" srcId="{B077DDD7-5938-46A4-A841-3B056422DA1E}" destId="{E087012C-D35C-42C7-98B9-144F8ABC1093}" srcOrd="0" destOrd="0" parTransId="{C628B476-B395-4C93-8186-B278118584E9}" sibTransId="{61BE3577-3AD6-48F8-92DE-3C73618155CC}"/>
    <dgm:cxn modelId="{5516ACC8-2C27-4C82-84BE-AA75423AAA65}" srcId="{E087012C-D35C-42C7-98B9-144F8ABC1093}" destId="{515AB590-59DA-42DE-80EF-8171F828B6D4}" srcOrd="0" destOrd="0" parTransId="{11F46C6D-0337-408D-A49B-19BF13A63C65}" sibTransId="{4B3A4978-14BF-406C-8E7B-798130358943}"/>
    <dgm:cxn modelId="{2C66E5D7-F509-4AF7-8008-CE61B6966037}" type="presOf" srcId="{04413EB4-5D09-4088-BBFE-B3AB907BBD94}" destId="{BD91DA4D-04DD-44BB-BEF6-256C2375DB7B}" srcOrd="0" destOrd="0" presId="urn:microsoft.com/office/officeart/2005/8/layout/orgChart1"/>
    <dgm:cxn modelId="{45C98351-7DF4-4F58-9796-42D5A8372C42}" type="presParOf" srcId="{6CBB2090-8E4C-4E02-827D-FCDFDB4D76F6}" destId="{9A6A0647-7895-4387-9361-CAEB42A08699}" srcOrd="0" destOrd="0" presId="urn:microsoft.com/office/officeart/2005/8/layout/orgChart1"/>
    <dgm:cxn modelId="{6F58F0AA-16A7-41DC-9BC9-59FAEF35488C}" type="presParOf" srcId="{9A6A0647-7895-4387-9361-CAEB42A08699}" destId="{635636A0-2B15-4535-B8A1-D752C20EF262}" srcOrd="0" destOrd="0" presId="urn:microsoft.com/office/officeart/2005/8/layout/orgChart1"/>
    <dgm:cxn modelId="{C04449D3-CB3D-4669-A85F-296024D6CFA7}" type="presParOf" srcId="{635636A0-2B15-4535-B8A1-D752C20EF262}" destId="{A1479910-B439-4DCE-826E-1FD8BC0BACC9}" srcOrd="0" destOrd="0" presId="urn:microsoft.com/office/officeart/2005/8/layout/orgChart1"/>
    <dgm:cxn modelId="{E4BE18B5-76C4-4FB5-9493-10F36238F9A1}" type="presParOf" srcId="{635636A0-2B15-4535-B8A1-D752C20EF262}" destId="{C0E66EC9-998C-464C-8E68-826C2CC30B13}" srcOrd="1" destOrd="0" presId="urn:microsoft.com/office/officeart/2005/8/layout/orgChart1"/>
    <dgm:cxn modelId="{3CAF908A-04EC-40C6-A83B-A075C86EC2A7}" type="presParOf" srcId="{9A6A0647-7895-4387-9361-CAEB42A08699}" destId="{4FF62D38-CB43-48DF-98B6-60CB091F90D9}" srcOrd="1" destOrd="0" presId="urn:microsoft.com/office/officeart/2005/8/layout/orgChart1"/>
    <dgm:cxn modelId="{41F3A600-D224-4020-9009-B154CBCFA39C}" type="presParOf" srcId="{4FF62D38-CB43-48DF-98B6-60CB091F90D9}" destId="{B57E283B-256B-4812-8505-2FD80DC34223}" srcOrd="0" destOrd="0" presId="urn:microsoft.com/office/officeart/2005/8/layout/orgChart1"/>
    <dgm:cxn modelId="{F5B56963-EEBC-4B22-A308-77C743F394A1}" type="presParOf" srcId="{4FF62D38-CB43-48DF-98B6-60CB091F90D9}" destId="{DA9A8405-3EE4-4BD0-BEFA-2933F08C3640}" srcOrd="1" destOrd="0" presId="urn:microsoft.com/office/officeart/2005/8/layout/orgChart1"/>
    <dgm:cxn modelId="{733B051F-0471-4E7F-93F4-549F3A101BDC}" type="presParOf" srcId="{DA9A8405-3EE4-4BD0-BEFA-2933F08C3640}" destId="{C7AF679A-B829-498C-8DAA-2F7F8F7D3420}" srcOrd="0" destOrd="0" presId="urn:microsoft.com/office/officeart/2005/8/layout/orgChart1"/>
    <dgm:cxn modelId="{EC8091F4-C9F9-492A-8442-B08C569AA465}" type="presParOf" srcId="{C7AF679A-B829-498C-8DAA-2F7F8F7D3420}" destId="{527615A3-761A-4C57-827C-ACF3092A019A}" srcOrd="0" destOrd="0" presId="urn:microsoft.com/office/officeart/2005/8/layout/orgChart1"/>
    <dgm:cxn modelId="{8A1DFCCF-4459-4932-8DF2-A892F6110E46}" type="presParOf" srcId="{C7AF679A-B829-498C-8DAA-2F7F8F7D3420}" destId="{DAF1FD1F-9F0D-4C72-877C-C8CCBA58F8B9}" srcOrd="1" destOrd="0" presId="urn:microsoft.com/office/officeart/2005/8/layout/orgChart1"/>
    <dgm:cxn modelId="{8D0B872B-F656-4FD7-92D4-0818E583C9F5}" type="presParOf" srcId="{DA9A8405-3EE4-4BD0-BEFA-2933F08C3640}" destId="{943B8578-9C35-42B6-AF6B-5313FAA48432}" srcOrd="1" destOrd="0" presId="urn:microsoft.com/office/officeart/2005/8/layout/orgChart1"/>
    <dgm:cxn modelId="{C6AE96C5-DD07-4A8C-B4FD-8DD5ACE349E1}" type="presParOf" srcId="{943B8578-9C35-42B6-AF6B-5313FAA48432}" destId="{573ED45D-B8B9-4B49-B9D5-1332B1281AED}" srcOrd="0" destOrd="0" presId="urn:microsoft.com/office/officeart/2005/8/layout/orgChart1"/>
    <dgm:cxn modelId="{A60C5C89-AD03-4599-99AC-2517F6799601}" type="presParOf" srcId="{943B8578-9C35-42B6-AF6B-5313FAA48432}" destId="{538BA4FA-55C4-493D-A4FF-76A8D655E2CD}" srcOrd="1" destOrd="0" presId="urn:microsoft.com/office/officeart/2005/8/layout/orgChart1"/>
    <dgm:cxn modelId="{6ACD83E4-AA6C-4C67-A443-DE23E730B47D}" type="presParOf" srcId="{538BA4FA-55C4-493D-A4FF-76A8D655E2CD}" destId="{FA4636D2-DD7E-446D-8AD8-3CB444F5DAAE}" srcOrd="0" destOrd="0" presId="urn:microsoft.com/office/officeart/2005/8/layout/orgChart1"/>
    <dgm:cxn modelId="{8C5BD1E9-E3A7-4D9E-9F2E-C97DB9095131}" type="presParOf" srcId="{FA4636D2-DD7E-446D-8AD8-3CB444F5DAAE}" destId="{BD91DA4D-04DD-44BB-BEF6-256C2375DB7B}" srcOrd="0" destOrd="0" presId="urn:microsoft.com/office/officeart/2005/8/layout/orgChart1"/>
    <dgm:cxn modelId="{C994E99B-2B4C-45CF-A026-FD43622188AF}" type="presParOf" srcId="{FA4636D2-DD7E-446D-8AD8-3CB444F5DAAE}" destId="{82F7C8DE-E839-4C4D-94F2-D8A4193AA0D3}" srcOrd="1" destOrd="0" presId="urn:microsoft.com/office/officeart/2005/8/layout/orgChart1"/>
    <dgm:cxn modelId="{D8DED01E-20B6-477F-B768-743B5449D9D3}" type="presParOf" srcId="{538BA4FA-55C4-493D-A4FF-76A8D655E2CD}" destId="{2F1FAFB3-AE70-4EF7-B05E-EFDD5138B155}" srcOrd="1" destOrd="0" presId="urn:microsoft.com/office/officeart/2005/8/layout/orgChart1"/>
    <dgm:cxn modelId="{916C4D15-32E9-4A25-821E-BF5B77F9FB2A}" type="presParOf" srcId="{538BA4FA-55C4-493D-A4FF-76A8D655E2CD}" destId="{6F63C95A-66C3-45AE-A784-A6F59EB5436F}" srcOrd="2" destOrd="0" presId="urn:microsoft.com/office/officeart/2005/8/layout/orgChart1"/>
    <dgm:cxn modelId="{73676796-9F8F-47E4-888C-6551BB6260BE}" type="presParOf" srcId="{DA9A8405-3EE4-4BD0-BEFA-2933F08C3640}" destId="{7D3AFD2C-C8FD-4993-8FD7-D70F0A49954B}" srcOrd="2" destOrd="0" presId="urn:microsoft.com/office/officeart/2005/8/layout/orgChart1"/>
    <dgm:cxn modelId="{9066E3D8-C63F-4CE8-AB8A-63B212739B70}" type="presParOf" srcId="{9A6A0647-7895-4387-9361-CAEB42A08699}" destId="{626A0373-A591-4B9D-8D2D-7677A0EEB43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BB604CB-7C1F-419C-ACF9-A25CFE0C6F6B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9E31BF2-C376-4092-973A-028262049DAA}">
      <dgm:prSet custT="1"/>
      <dgm:spPr/>
      <dgm:t>
        <a:bodyPr/>
        <a:lstStyle/>
        <a:p>
          <a:pPr rtl="0"/>
          <a:r>
            <a:rPr lang="fr-FR" sz="1100" b="1" dirty="0"/>
            <a:t>Responsable planning / ordonnancement </a:t>
          </a:r>
        </a:p>
        <a:p>
          <a:pPr rtl="0"/>
          <a:r>
            <a:rPr lang="fr-FR" sz="1100" dirty="0">
              <a:latin typeface="+mj-lt"/>
            </a:rPr>
            <a:t>Nicolas SERPI</a:t>
          </a:r>
          <a:endParaRPr lang="fr-FR" sz="1100" dirty="0"/>
        </a:p>
      </dgm:t>
    </dgm:pt>
    <dgm:pt modelId="{B036BA6D-21EF-4AA4-BC0A-C83853A915A7}" type="parTrans" cxnId="{A7BF4E6A-0496-48D8-A150-33E992680CEC}">
      <dgm:prSet/>
      <dgm:spPr/>
      <dgm:t>
        <a:bodyPr/>
        <a:lstStyle/>
        <a:p>
          <a:endParaRPr lang="fr-FR"/>
        </a:p>
      </dgm:t>
    </dgm:pt>
    <dgm:pt modelId="{5308DCF9-6E01-447E-94E8-6D57471014B3}" type="sibTrans" cxnId="{A7BF4E6A-0496-48D8-A150-33E992680CEC}">
      <dgm:prSet/>
      <dgm:spPr/>
      <dgm:t>
        <a:bodyPr/>
        <a:lstStyle/>
        <a:p>
          <a:endParaRPr lang="fr-FR"/>
        </a:p>
      </dgm:t>
    </dgm:pt>
    <dgm:pt modelId="{0BE177B4-1F69-40A0-9DF2-80A07550CE29}">
      <dgm:prSet custT="1"/>
      <dgm:spPr/>
      <dgm:t>
        <a:bodyPr/>
        <a:lstStyle/>
        <a:p>
          <a:pPr rtl="0"/>
          <a:endParaRPr lang="fr-FR" sz="1100" b="1" dirty="0"/>
        </a:p>
        <a:p>
          <a:pPr rtl="0"/>
          <a:r>
            <a:rPr lang="fr-FR" sz="1100" b="1" dirty="0"/>
            <a:t>Assistant planning / ordonnancement</a:t>
          </a:r>
        </a:p>
        <a:p>
          <a:pPr rtl="0"/>
          <a:r>
            <a:rPr lang="fr-FR" sz="1100" b="0" dirty="0"/>
            <a:t>Raphaël TOLLIER</a:t>
          </a:r>
        </a:p>
        <a:p>
          <a:pPr rtl="0"/>
          <a:endParaRPr lang="fr-FR" sz="1100" b="1" dirty="0"/>
        </a:p>
      </dgm:t>
    </dgm:pt>
    <dgm:pt modelId="{CD2A11AA-710E-4F7D-A197-8F402BF19B85}" type="parTrans" cxnId="{C1AF57C9-2C2D-45E0-B140-051453E31DCE}">
      <dgm:prSet/>
      <dgm:spPr/>
      <dgm:t>
        <a:bodyPr/>
        <a:lstStyle/>
        <a:p>
          <a:endParaRPr lang="fr-FR"/>
        </a:p>
      </dgm:t>
    </dgm:pt>
    <dgm:pt modelId="{B9A4E422-EBF7-451B-B5FF-24EA860BE8C0}" type="sibTrans" cxnId="{C1AF57C9-2C2D-45E0-B140-051453E31DCE}">
      <dgm:prSet/>
      <dgm:spPr/>
      <dgm:t>
        <a:bodyPr/>
        <a:lstStyle/>
        <a:p>
          <a:endParaRPr lang="fr-FR"/>
        </a:p>
      </dgm:t>
    </dgm:pt>
    <dgm:pt modelId="{869A80DA-6571-46CC-BBDA-4D8CCADA285A}">
      <dgm:prSet custT="1"/>
      <dgm:spPr/>
      <dgm:t>
        <a:bodyPr/>
        <a:lstStyle/>
        <a:p>
          <a:r>
            <a:rPr lang="fr-FR" sz="1100" b="1" dirty="0">
              <a:latin typeface="+mj-lt"/>
            </a:rPr>
            <a:t>Coordinateur responsable </a:t>
          </a:r>
          <a:r>
            <a:rPr lang="fr-FR" sz="1100" b="1" dirty="0" err="1">
              <a:latin typeface="+mj-lt"/>
            </a:rPr>
            <a:t>supply</a:t>
          </a:r>
          <a:r>
            <a:rPr lang="fr-FR" sz="1100" b="1" dirty="0">
              <a:latin typeface="+mj-lt"/>
            </a:rPr>
            <a:t> </a:t>
          </a:r>
          <a:r>
            <a:rPr lang="fr-FR" sz="1100" b="1" dirty="0" err="1">
              <a:latin typeface="+mj-lt"/>
            </a:rPr>
            <a:t>chain</a:t>
          </a:r>
          <a:endParaRPr lang="fr-FR" sz="1100" b="1" dirty="0">
            <a:latin typeface="+mj-lt"/>
          </a:endParaRPr>
        </a:p>
        <a:p>
          <a:r>
            <a:rPr lang="fr-FR" sz="1100" dirty="0">
              <a:latin typeface="+mj-lt"/>
            </a:rPr>
            <a:t>Mamadou DIAKATE</a:t>
          </a:r>
          <a:endParaRPr lang="fr-FR" sz="1100" dirty="0"/>
        </a:p>
      </dgm:t>
    </dgm:pt>
    <dgm:pt modelId="{6D5D55E5-C850-43B3-97F3-63AE6AD0015B}" type="parTrans" cxnId="{83B8196C-9B0A-4E4F-8BC0-088EB69D1F81}">
      <dgm:prSet/>
      <dgm:spPr/>
      <dgm:t>
        <a:bodyPr/>
        <a:lstStyle/>
        <a:p>
          <a:endParaRPr lang="fr-FR"/>
        </a:p>
      </dgm:t>
    </dgm:pt>
    <dgm:pt modelId="{57C81616-88BD-407D-A672-8ADB46022A33}" type="sibTrans" cxnId="{83B8196C-9B0A-4E4F-8BC0-088EB69D1F81}">
      <dgm:prSet/>
      <dgm:spPr/>
      <dgm:t>
        <a:bodyPr/>
        <a:lstStyle/>
        <a:p>
          <a:endParaRPr lang="fr-FR"/>
        </a:p>
      </dgm:t>
    </dgm:pt>
    <dgm:pt modelId="{B7A3108A-A6B5-46E2-9F7B-5C8508110BF3}" type="pres">
      <dgm:prSet presAssocID="{1BB604CB-7C1F-419C-ACF9-A25CFE0C6F6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74202DA-FD87-474F-B8A0-D9A0C7EC5F6B}" type="pres">
      <dgm:prSet presAssocID="{869A80DA-6571-46CC-BBDA-4D8CCADA285A}" presName="hierRoot1" presStyleCnt="0">
        <dgm:presLayoutVars>
          <dgm:hierBranch val="init"/>
        </dgm:presLayoutVars>
      </dgm:prSet>
      <dgm:spPr/>
    </dgm:pt>
    <dgm:pt modelId="{74CCB7CF-2121-4E88-B848-25AE288E244F}" type="pres">
      <dgm:prSet presAssocID="{869A80DA-6571-46CC-BBDA-4D8CCADA285A}" presName="rootComposite1" presStyleCnt="0"/>
      <dgm:spPr/>
    </dgm:pt>
    <dgm:pt modelId="{C763A14A-6B84-475F-B3EE-E445547A39AE}" type="pres">
      <dgm:prSet presAssocID="{869A80DA-6571-46CC-BBDA-4D8CCADA285A}" presName="rootText1" presStyleLbl="node0" presStyleIdx="0" presStyleCnt="1" custScaleX="122867">
        <dgm:presLayoutVars>
          <dgm:chPref val="3"/>
        </dgm:presLayoutVars>
      </dgm:prSet>
      <dgm:spPr/>
    </dgm:pt>
    <dgm:pt modelId="{7B192D75-8A90-4D62-BC0A-6183F561D6F7}" type="pres">
      <dgm:prSet presAssocID="{869A80DA-6571-46CC-BBDA-4D8CCADA285A}" presName="rootConnector1" presStyleLbl="node1" presStyleIdx="0" presStyleCnt="0"/>
      <dgm:spPr/>
    </dgm:pt>
    <dgm:pt modelId="{E91CE9DE-816C-41EE-9A5D-065DE1F8B39A}" type="pres">
      <dgm:prSet presAssocID="{869A80DA-6571-46CC-BBDA-4D8CCADA285A}" presName="hierChild2" presStyleCnt="0"/>
      <dgm:spPr/>
    </dgm:pt>
    <dgm:pt modelId="{6A7DCEA7-EAE8-43A0-8997-8DD62067BAEF}" type="pres">
      <dgm:prSet presAssocID="{B036BA6D-21EF-4AA4-BC0A-C83853A915A7}" presName="Name37" presStyleLbl="parChTrans1D2" presStyleIdx="0" presStyleCnt="1"/>
      <dgm:spPr/>
    </dgm:pt>
    <dgm:pt modelId="{7D7560B9-0935-4E71-A69A-5AFDC9AE4FB9}" type="pres">
      <dgm:prSet presAssocID="{E9E31BF2-C376-4092-973A-028262049DAA}" presName="hierRoot2" presStyleCnt="0">
        <dgm:presLayoutVars>
          <dgm:hierBranch val="init"/>
        </dgm:presLayoutVars>
      </dgm:prSet>
      <dgm:spPr/>
    </dgm:pt>
    <dgm:pt modelId="{FAF075E2-A556-4A64-8660-8F6D4048C084}" type="pres">
      <dgm:prSet presAssocID="{E9E31BF2-C376-4092-973A-028262049DAA}" presName="rootComposite" presStyleCnt="0"/>
      <dgm:spPr/>
    </dgm:pt>
    <dgm:pt modelId="{BD47C0D9-DC24-4652-BA65-3A94176ACE6D}" type="pres">
      <dgm:prSet presAssocID="{E9E31BF2-C376-4092-973A-028262049DAA}" presName="rootText" presStyleLbl="node2" presStyleIdx="0" presStyleCnt="1">
        <dgm:presLayoutVars>
          <dgm:chPref val="3"/>
        </dgm:presLayoutVars>
      </dgm:prSet>
      <dgm:spPr/>
    </dgm:pt>
    <dgm:pt modelId="{EB9EE33D-E2AD-4158-8240-164625EB38EE}" type="pres">
      <dgm:prSet presAssocID="{E9E31BF2-C376-4092-973A-028262049DAA}" presName="rootConnector" presStyleLbl="node2" presStyleIdx="0" presStyleCnt="1"/>
      <dgm:spPr/>
    </dgm:pt>
    <dgm:pt modelId="{456285E3-2D5F-463B-93EE-8F3F34C15CDB}" type="pres">
      <dgm:prSet presAssocID="{E9E31BF2-C376-4092-973A-028262049DAA}" presName="hierChild4" presStyleCnt="0"/>
      <dgm:spPr/>
    </dgm:pt>
    <dgm:pt modelId="{A38A61DF-7269-4207-AC14-B41CA59A4050}" type="pres">
      <dgm:prSet presAssocID="{CD2A11AA-710E-4F7D-A197-8F402BF19B85}" presName="Name37" presStyleLbl="parChTrans1D3" presStyleIdx="0" presStyleCnt="1"/>
      <dgm:spPr/>
    </dgm:pt>
    <dgm:pt modelId="{A7B6A53A-D0E6-41C4-9ED2-1275B46CAE69}" type="pres">
      <dgm:prSet presAssocID="{0BE177B4-1F69-40A0-9DF2-80A07550CE29}" presName="hierRoot2" presStyleCnt="0">
        <dgm:presLayoutVars>
          <dgm:hierBranch val="init"/>
        </dgm:presLayoutVars>
      </dgm:prSet>
      <dgm:spPr/>
    </dgm:pt>
    <dgm:pt modelId="{05233A8F-391E-4217-ABC5-9865C912315E}" type="pres">
      <dgm:prSet presAssocID="{0BE177B4-1F69-40A0-9DF2-80A07550CE29}" presName="rootComposite" presStyleCnt="0"/>
      <dgm:spPr/>
    </dgm:pt>
    <dgm:pt modelId="{66FEE278-1CCB-44AA-A731-9CB8297ED635}" type="pres">
      <dgm:prSet presAssocID="{0BE177B4-1F69-40A0-9DF2-80A07550CE29}" presName="rootText" presStyleLbl="node3" presStyleIdx="0" presStyleCnt="1" custScaleX="82405" custScaleY="96174">
        <dgm:presLayoutVars>
          <dgm:chPref val="3"/>
        </dgm:presLayoutVars>
      </dgm:prSet>
      <dgm:spPr/>
    </dgm:pt>
    <dgm:pt modelId="{87334323-EB2E-4DA5-A8A2-3A6E90D2935A}" type="pres">
      <dgm:prSet presAssocID="{0BE177B4-1F69-40A0-9DF2-80A07550CE29}" presName="rootConnector" presStyleLbl="node3" presStyleIdx="0" presStyleCnt="1"/>
      <dgm:spPr/>
    </dgm:pt>
    <dgm:pt modelId="{9F98131D-8AFE-462F-9F9C-69C82DBC1E62}" type="pres">
      <dgm:prSet presAssocID="{0BE177B4-1F69-40A0-9DF2-80A07550CE29}" presName="hierChild4" presStyleCnt="0"/>
      <dgm:spPr/>
    </dgm:pt>
    <dgm:pt modelId="{448B920E-FB6F-4BA3-92B4-407C45A8784B}" type="pres">
      <dgm:prSet presAssocID="{0BE177B4-1F69-40A0-9DF2-80A07550CE29}" presName="hierChild5" presStyleCnt="0"/>
      <dgm:spPr/>
    </dgm:pt>
    <dgm:pt modelId="{16A0B37F-E640-4208-B0CF-5E7E07E03906}" type="pres">
      <dgm:prSet presAssocID="{E9E31BF2-C376-4092-973A-028262049DAA}" presName="hierChild5" presStyleCnt="0"/>
      <dgm:spPr/>
    </dgm:pt>
    <dgm:pt modelId="{8D14D668-9999-4C8E-8D50-CE73549D9B17}" type="pres">
      <dgm:prSet presAssocID="{869A80DA-6571-46CC-BBDA-4D8CCADA285A}" presName="hierChild3" presStyleCnt="0"/>
      <dgm:spPr/>
    </dgm:pt>
  </dgm:ptLst>
  <dgm:cxnLst>
    <dgm:cxn modelId="{A0AC9F00-B909-4A48-8A5A-F8F2D1714860}" type="presOf" srcId="{869A80DA-6571-46CC-BBDA-4D8CCADA285A}" destId="{7B192D75-8A90-4D62-BC0A-6183F561D6F7}" srcOrd="1" destOrd="0" presId="urn:microsoft.com/office/officeart/2005/8/layout/orgChart1"/>
    <dgm:cxn modelId="{56EBAF06-2E7D-40A5-B951-74E8099C0819}" type="presOf" srcId="{869A80DA-6571-46CC-BBDA-4D8CCADA285A}" destId="{C763A14A-6B84-475F-B3EE-E445547A39AE}" srcOrd="0" destOrd="0" presId="urn:microsoft.com/office/officeart/2005/8/layout/orgChart1"/>
    <dgm:cxn modelId="{AE68C318-985E-4845-8344-E3B683779774}" type="presOf" srcId="{1BB604CB-7C1F-419C-ACF9-A25CFE0C6F6B}" destId="{B7A3108A-A6B5-46E2-9F7B-5C8508110BF3}" srcOrd="0" destOrd="0" presId="urn:microsoft.com/office/officeart/2005/8/layout/orgChart1"/>
    <dgm:cxn modelId="{0F8A4D42-3DFC-4B7D-9FEC-41B9A07018C7}" type="presOf" srcId="{0BE177B4-1F69-40A0-9DF2-80A07550CE29}" destId="{87334323-EB2E-4DA5-A8A2-3A6E90D2935A}" srcOrd="1" destOrd="0" presId="urn:microsoft.com/office/officeart/2005/8/layout/orgChart1"/>
    <dgm:cxn modelId="{A7BF4E6A-0496-48D8-A150-33E992680CEC}" srcId="{869A80DA-6571-46CC-BBDA-4D8CCADA285A}" destId="{E9E31BF2-C376-4092-973A-028262049DAA}" srcOrd="0" destOrd="0" parTransId="{B036BA6D-21EF-4AA4-BC0A-C83853A915A7}" sibTransId="{5308DCF9-6E01-447E-94E8-6D57471014B3}"/>
    <dgm:cxn modelId="{83B8196C-9B0A-4E4F-8BC0-088EB69D1F81}" srcId="{1BB604CB-7C1F-419C-ACF9-A25CFE0C6F6B}" destId="{869A80DA-6571-46CC-BBDA-4D8CCADA285A}" srcOrd="0" destOrd="0" parTransId="{6D5D55E5-C850-43B3-97F3-63AE6AD0015B}" sibTransId="{57C81616-88BD-407D-A672-8ADB46022A33}"/>
    <dgm:cxn modelId="{40F38372-5B3C-42D7-ADDC-A9D46B576012}" type="presOf" srcId="{E9E31BF2-C376-4092-973A-028262049DAA}" destId="{EB9EE33D-E2AD-4158-8240-164625EB38EE}" srcOrd="1" destOrd="0" presId="urn:microsoft.com/office/officeart/2005/8/layout/orgChart1"/>
    <dgm:cxn modelId="{19FD4D91-1AE5-4D21-B724-07BF3A0CC1F5}" type="presOf" srcId="{E9E31BF2-C376-4092-973A-028262049DAA}" destId="{BD47C0D9-DC24-4652-BA65-3A94176ACE6D}" srcOrd="0" destOrd="0" presId="urn:microsoft.com/office/officeart/2005/8/layout/orgChart1"/>
    <dgm:cxn modelId="{523E52AA-2046-429D-920B-18E702D58D68}" type="presOf" srcId="{CD2A11AA-710E-4F7D-A197-8F402BF19B85}" destId="{A38A61DF-7269-4207-AC14-B41CA59A4050}" srcOrd="0" destOrd="0" presId="urn:microsoft.com/office/officeart/2005/8/layout/orgChart1"/>
    <dgm:cxn modelId="{C1AF57C9-2C2D-45E0-B140-051453E31DCE}" srcId="{E9E31BF2-C376-4092-973A-028262049DAA}" destId="{0BE177B4-1F69-40A0-9DF2-80A07550CE29}" srcOrd="0" destOrd="0" parTransId="{CD2A11AA-710E-4F7D-A197-8F402BF19B85}" sibTransId="{B9A4E422-EBF7-451B-B5FF-24EA860BE8C0}"/>
    <dgm:cxn modelId="{2F5D43CE-C46B-445F-811D-491FEEF410FD}" type="presOf" srcId="{B036BA6D-21EF-4AA4-BC0A-C83853A915A7}" destId="{6A7DCEA7-EAE8-43A0-8997-8DD62067BAEF}" srcOrd="0" destOrd="0" presId="urn:microsoft.com/office/officeart/2005/8/layout/orgChart1"/>
    <dgm:cxn modelId="{B653ABD6-53DE-4BD7-AD44-38B2E4302ABD}" type="presOf" srcId="{0BE177B4-1F69-40A0-9DF2-80A07550CE29}" destId="{66FEE278-1CCB-44AA-A731-9CB8297ED635}" srcOrd="0" destOrd="0" presId="urn:microsoft.com/office/officeart/2005/8/layout/orgChart1"/>
    <dgm:cxn modelId="{E8AB6818-EF0C-4F34-A7AC-724B3B53AA9B}" type="presParOf" srcId="{B7A3108A-A6B5-46E2-9F7B-5C8508110BF3}" destId="{374202DA-FD87-474F-B8A0-D9A0C7EC5F6B}" srcOrd="0" destOrd="0" presId="urn:microsoft.com/office/officeart/2005/8/layout/orgChart1"/>
    <dgm:cxn modelId="{A77A3687-9F8D-4F8B-BDA1-811BC7513C6C}" type="presParOf" srcId="{374202DA-FD87-474F-B8A0-D9A0C7EC5F6B}" destId="{74CCB7CF-2121-4E88-B848-25AE288E244F}" srcOrd="0" destOrd="0" presId="urn:microsoft.com/office/officeart/2005/8/layout/orgChart1"/>
    <dgm:cxn modelId="{07E0875B-108F-4E2E-96BE-35C1A92DBD8C}" type="presParOf" srcId="{74CCB7CF-2121-4E88-B848-25AE288E244F}" destId="{C763A14A-6B84-475F-B3EE-E445547A39AE}" srcOrd="0" destOrd="0" presId="urn:microsoft.com/office/officeart/2005/8/layout/orgChart1"/>
    <dgm:cxn modelId="{A3AA1CC6-C0DE-4DE0-92BC-09C53653DEB2}" type="presParOf" srcId="{74CCB7CF-2121-4E88-B848-25AE288E244F}" destId="{7B192D75-8A90-4D62-BC0A-6183F561D6F7}" srcOrd="1" destOrd="0" presId="urn:microsoft.com/office/officeart/2005/8/layout/orgChart1"/>
    <dgm:cxn modelId="{14669499-E89F-47E6-A4D4-BAF6D6D91D13}" type="presParOf" srcId="{374202DA-FD87-474F-B8A0-D9A0C7EC5F6B}" destId="{E91CE9DE-816C-41EE-9A5D-065DE1F8B39A}" srcOrd="1" destOrd="0" presId="urn:microsoft.com/office/officeart/2005/8/layout/orgChart1"/>
    <dgm:cxn modelId="{76E5470F-565D-42B4-A7ED-51C75D5DAF01}" type="presParOf" srcId="{E91CE9DE-816C-41EE-9A5D-065DE1F8B39A}" destId="{6A7DCEA7-EAE8-43A0-8997-8DD62067BAEF}" srcOrd="0" destOrd="0" presId="urn:microsoft.com/office/officeart/2005/8/layout/orgChart1"/>
    <dgm:cxn modelId="{6ECFD1CA-9C9B-4C83-94A0-8FC867B79C6A}" type="presParOf" srcId="{E91CE9DE-816C-41EE-9A5D-065DE1F8B39A}" destId="{7D7560B9-0935-4E71-A69A-5AFDC9AE4FB9}" srcOrd="1" destOrd="0" presId="urn:microsoft.com/office/officeart/2005/8/layout/orgChart1"/>
    <dgm:cxn modelId="{B8882A91-588E-4D4E-A60D-B55E03EB3582}" type="presParOf" srcId="{7D7560B9-0935-4E71-A69A-5AFDC9AE4FB9}" destId="{FAF075E2-A556-4A64-8660-8F6D4048C084}" srcOrd="0" destOrd="0" presId="urn:microsoft.com/office/officeart/2005/8/layout/orgChart1"/>
    <dgm:cxn modelId="{CC93E712-2839-47B4-A9CF-DE4698D02549}" type="presParOf" srcId="{FAF075E2-A556-4A64-8660-8F6D4048C084}" destId="{BD47C0D9-DC24-4652-BA65-3A94176ACE6D}" srcOrd="0" destOrd="0" presId="urn:microsoft.com/office/officeart/2005/8/layout/orgChart1"/>
    <dgm:cxn modelId="{0AB9E613-5F0E-44B9-AB94-0739F20810FE}" type="presParOf" srcId="{FAF075E2-A556-4A64-8660-8F6D4048C084}" destId="{EB9EE33D-E2AD-4158-8240-164625EB38EE}" srcOrd="1" destOrd="0" presId="urn:microsoft.com/office/officeart/2005/8/layout/orgChart1"/>
    <dgm:cxn modelId="{093D3DAA-14C0-4E00-8307-FD5736BB1F92}" type="presParOf" srcId="{7D7560B9-0935-4E71-A69A-5AFDC9AE4FB9}" destId="{456285E3-2D5F-463B-93EE-8F3F34C15CDB}" srcOrd="1" destOrd="0" presId="urn:microsoft.com/office/officeart/2005/8/layout/orgChart1"/>
    <dgm:cxn modelId="{942A8155-9663-47C8-A826-BA849665FCA9}" type="presParOf" srcId="{456285E3-2D5F-463B-93EE-8F3F34C15CDB}" destId="{A38A61DF-7269-4207-AC14-B41CA59A4050}" srcOrd="0" destOrd="0" presId="urn:microsoft.com/office/officeart/2005/8/layout/orgChart1"/>
    <dgm:cxn modelId="{70416F0D-DF1F-48DA-9ACD-80CEA603F809}" type="presParOf" srcId="{456285E3-2D5F-463B-93EE-8F3F34C15CDB}" destId="{A7B6A53A-D0E6-41C4-9ED2-1275B46CAE69}" srcOrd="1" destOrd="0" presId="urn:microsoft.com/office/officeart/2005/8/layout/orgChart1"/>
    <dgm:cxn modelId="{33D23FAA-4EA5-4600-93AD-89CE4C6A922D}" type="presParOf" srcId="{A7B6A53A-D0E6-41C4-9ED2-1275B46CAE69}" destId="{05233A8F-391E-4217-ABC5-9865C912315E}" srcOrd="0" destOrd="0" presId="urn:microsoft.com/office/officeart/2005/8/layout/orgChart1"/>
    <dgm:cxn modelId="{CDF1C460-633A-4967-82EF-3F88C0A906BE}" type="presParOf" srcId="{05233A8F-391E-4217-ABC5-9865C912315E}" destId="{66FEE278-1CCB-44AA-A731-9CB8297ED635}" srcOrd="0" destOrd="0" presId="urn:microsoft.com/office/officeart/2005/8/layout/orgChart1"/>
    <dgm:cxn modelId="{6306FC76-2C87-4727-8581-8311A63A183A}" type="presParOf" srcId="{05233A8F-391E-4217-ABC5-9865C912315E}" destId="{87334323-EB2E-4DA5-A8A2-3A6E90D2935A}" srcOrd="1" destOrd="0" presId="urn:microsoft.com/office/officeart/2005/8/layout/orgChart1"/>
    <dgm:cxn modelId="{E1518ACA-367A-408C-B3D4-FD35048FD194}" type="presParOf" srcId="{A7B6A53A-D0E6-41C4-9ED2-1275B46CAE69}" destId="{9F98131D-8AFE-462F-9F9C-69C82DBC1E62}" srcOrd="1" destOrd="0" presId="urn:microsoft.com/office/officeart/2005/8/layout/orgChart1"/>
    <dgm:cxn modelId="{D1D4C905-09E6-4595-BEB3-DD75D8434A63}" type="presParOf" srcId="{A7B6A53A-D0E6-41C4-9ED2-1275B46CAE69}" destId="{448B920E-FB6F-4BA3-92B4-407C45A8784B}" srcOrd="2" destOrd="0" presId="urn:microsoft.com/office/officeart/2005/8/layout/orgChart1"/>
    <dgm:cxn modelId="{1F95014E-9F33-4026-859A-3DD4FE4C997A}" type="presParOf" srcId="{7D7560B9-0935-4E71-A69A-5AFDC9AE4FB9}" destId="{16A0B37F-E640-4208-B0CF-5E7E07E03906}" srcOrd="2" destOrd="0" presId="urn:microsoft.com/office/officeart/2005/8/layout/orgChart1"/>
    <dgm:cxn modelId="{35AB951B-B157-4268-9154-E25EF67D2C8F}" type="presParOf" srcId="{374202DA-FD87-474F-B8A0-D9A0C7EC5F6B}" destId="{8D14D668-9999-4C8E-8D50-CE73549D9B1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63D71F1-6342-4540-B37A-225B21794243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39FFA35-885B-4456-BB13-70A00BE99713}">
      <dgm:prSet custT="1"/>
      <dgm:spPr/>
      <dgm:t>
        <a:bodyPr/>
        <a:lstStyle/>
        <a:p>
          <a:pPr rtl="0"/>
          <a:r>
            <a:rPr lang="fr-FR" sz="1100" b="1" dirty="0"/>
            <a:t>Responsable sécurité et prévention</a:t>
          </a:r>
        </a:p>
        <a:p>
          <a:pPr rtl="0"/>
          <a:r>
            <a:rPr lang="fr-FR" sz="1100" b="1" dirty="0"/>
            <a:t>(Directeur technique) </a:t>
          </a:r>
        </a:p>
        <a:p>
          <a:pPr rtl="0"/>
          <a:r>
            <a:rPr lang="fr-FR" sz="1100" b="0" dirty="0"/>
            <a:t>Gianni TORPELLIO</a:t>
          </a:r>
        </a:p>
      </dgm:t>
    </dgm:pt>
    <dgm:pt modelId="{72A9B270-BACB-47E9-86A7-E6709F263946}" type="parTrans" cxnId="{81E43DCC-B6C8-4812-A48B-C80DF1F2F53D}">
      <dgm:prSet/>
      <dgm:spPr/>
      <dgm:t>
        <a:bodyPr/>
        <a:lstStyle/>
        <a:p>
          <a:endParaRPr lang="fr-FR"/>
        </a:p>
      </dgm:t>
    </dgm:pt>
    <dgm:pt modelId="{1B5B2E75-9AF8-45B6-8BFF-46DB034CCF6E}" type="sibTrans" cxnId="{81E43DCC-B6C8-4812-A48B-C80DF1F2F53D}">
      <dgm:prSet/>
      <dgm:spPr/>
      <dgm:t>
        <a:bodyPr/>
        <a:lstStyle/>
        <a:p>
          <a:endParaRPr lang="fr-FR"/>
        </a:p>
      </dgm:t>
    </dgm:pt>
    <dgm:pt modelId="{9AB4168F-62F0-4249-9A2B-77B76641B4AD}">
      <dgm:prSet custT="1"/>
      <dgm:spPr/>
      <dgm:t>
        <a:bodyPr/>
        <a:lstStyle/>
        <a:p>
          <a:pPr rtl="0"/>
          <a:r>
            <a:rPr lang="fr-FR" sz="1100" b="1" dirty="0"/>
            <a:t>Préventeur sécurité</a:t>
          </a:r>
          <a:endParaRPr lang="fr-FR" sz="1100" b="1" dirty="0">
            <a:latin typeface="+mj-lt"/>
            <a:cs typeface="Calibri" panose="020F0502020204030204" pitchFamily="34" charset="0"/>
          </a:endParaRPr>
        </a:p>
        <a:p>
          <a:pPr rtl="0"/>
          <a:r>
            <a:rPr lang="fr-FR" sz="1100" dirty="0">
              <a:latin typeface="+mj-lt"/>
              <a:cs typeface="Calibri" panose="020F0502020204030204" pitchFamily="34" charset="0"/>
            </a:rPr>
            <a:t>Estelle YOUSSE</a:t>
          </a:r>
          <a:endParaRPr lang="fr-FR" sz="1100" dirty="0"/>
        </a:p>
      </dgm:t>
    </dgm:pt>
    <dgm:pt modelId="{77060060-1224-4BCE-A174-8F3C396E024F}" type="parTrans" cxnId="{10565173-3772-443C-A4BF-BC7C9BEF46A1}">
      <dgm:prSet/>
      <dgm:spPr/>
      <dgm:t>
        <a:bodyPr/>
        <a:lstStyle/>
        <a:p>
          <a:endParaRPr lang="fr-FR"/>
        </a:p>
      </dgm:t>
    </dgm:pt>
    <dgm:pt modelId="{8B59E699-5998-4151-A6DF-8EA4ED866E50}" type="sibTrans" cxnId="{10565173-3772-443C-A4BF-BC7C9BEF46A1}">
      <dgm:prSet/>
      <dgm:spPr/>
      <dgm:t>
        <a:bodyPr/>
        <a:lstStyle/>
        <a:p>
          <a:endParaRPr lang="fr-FR"/>
        </a:p>
      </dgm:t>
    </dgm:pt>
    <dgm:pt modelId="{E38A89C6-61FD-4A92-A0B5-C33D62A42777}" type="pres">
      <dgm:prSet presAssocID="{163D71F1-6342-4540-B37A-225B2179424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6368AAA-DD06-4491-8EA0-32C294F0729F}" type="pres">
      <dgm:prSet presAssocID="{439FFA35-885B-4456-BB13-70A00BE99713}" presName="hierRoot1" presStyleCnt="0">
        <dgm:presLayoutVars>
          <dgm:hierBranch val="init"/>
        </dgm:presLayoutVars>
      </dgm:prSet>
      <dgm:spPr/>
    </dgm:pt>
    <dgm:pt modelId="{47B5DF25-3A19-4411-A346-078219C95CA0}" type="pres">
      <dgm:prSet presAssocID="{439FFA35-885B-4456-BB13-70A00BE99713}" presName="rootComposite1" presStyleCnt="0"/>
      <dgm:spPr/>
    </dgm:pt>
    <dgm:pt modelId="{3A2BF5C3-AEDA-4628-8690-8799D7BE1CDC}" type="pres">
      <dgm:prSet presAssocID="{439FFA35-885B-4456-BB13-70A00BE99713}" presName="rootText1" presStyleLbl="node0" presStyleIdx="0" presStyleCnt="1" custScaleX="100654" custScaleY="36809" custLinFactNeighborX="1472" custLinFactNeighborY="-17175">
        <dgm:presLayoutVars>
          <dgm:chPref val="3"/>
        </dgm:presLayoutVars>
      </dgm:prSet>
      <dgm:spPr/>
    </dgm:pt>
    <dgm:pt modelId="{CC4164B7-C3D8-4A29-8966-3F99E6490A6B}" type="pres">
      <dgm:prSet presAssocID="{439FFA35-885B-4456-BB13-70A00BE99713}" presName="rootConnector1" presStyleLbl="node1" presStyleIdx="0" presStyleCnt="0"/>
      <dgm:spPr/>
    </dgm:pt>
    <dgm:pt modelId="{EEE049DE-AC7E-4058-8FE0-314D186BEE1D}" type="pres">
      <dgm:prSet presAssocID="{439FFA35-885B-4456-BB13-70A00BE99713}" presName="hierChild2" presStyleCnt="0"/>
      <dgm:spPr/>
    </dgm:pt>
    <dgm:pt modelId="{BDE4C4F4-36AD-4351-A15A-294FC49E6735}" type="pres">
      <dgm:prSet presAssocID="{77060060-1224-4BCE-A174-8F3C396E024F}" presName="Name37" presStyleLbl="parChTrans1D2" presStyleIdx="0" presStyleCnt="1"/>
      <dgm:spPr/>
    </dgm:pt>
    <dgm:pt modelId="{B849D493-8E2C-49B9-94F7-3D30A170364E}" type="pres">
      <dgm:prSet presAssocID="{9AB4168F-62F0-4249-9A2B-77B76641B4AD}" presName="hierRoot2" presStyleCnt="0">
        <dgm:presLayoutVars>
          <dgm:hierBranch val="init"/>
        </dgm:presLayoutVars>
      </dgm:prSet>
      <dgm:spPr/>
    </dgm:pt>
    <dgm:pt modelId="{C0081556-81DD-4023-ABB2-F9598C7AE942}" type="pres">
      <dgm:prSet presAssocID="{9AB4168F-62F0-4249-9A2B-77B76641B4AD}" presName="rootComposite" presStyleCnt="0"/>
      <dgm:spPr/>
    </dgm:pt>
    <dgm:pt modelId="{128A0870-08A4-4AC1-8BFD-8822DB6817EF}" type="pres">
      <dgm:prSet presAssocID="{9AB4168F-62F0-4249-9A2B-77B76641B4AD}" presName="rootText" presStyleLbl="node2" presStyleIdx="0" presStyleCnt="1" custScaleX="86768" custScaleY="30351">
        <dgm:presLayoutVars>
          <dgm:chPref val="3"/>
        </dgm:presLayoutVars>
      </dgm:prSet>
      <dgm:spPr/>
    </dgm:pt>
    <dgm:pt modelId="{78C67204-A5D6-45E0-9C50-4211EE152994}" type="pres">
      <dgm:prSet presAssocID="{9AB4168F-62F0-4249-9A2B-77B76641B4AD}" presName="rootConnector" presStyleLbl="node2" presStyleIdx="0" presStyleCnt="1"/>
      <dgm:spPr/>
    </dgm:pt>
    <dgm:pt modelId="{A0C3F17F-B947-42B2-8069-B394F944FA0C}" type="pres">
      <dgm:prSet presAssocID="{9AB4168F-62F0-4249-9A2B-77B76641B4AD}" presName="hierChild4" presStyleCnt="0"/>
      <dgm:spPr/>
    </dgm:pt>
    <dgm:pt modelId="{40DB9A10-047B-4E4E-91C2-1AE5F06FEC1F}" type="pres">
      <dgm:prSet presAssocID="{9AB4168F-62F0-4249-9A2B-77B76641B4AD}" presName="hierChild5" presStyleCnt="0"/>
      <dgm:spPr/>
    </dgm:pt>
    <dgm:pt modelId="{2264FCA8-65A6-4A92-8F23-AE7630EA7099}" type="pres">
      <dgm:prSet presAssocID="{439FFA35-885B-4456-BB13-70A00BE99713}" presName="hierChild3" presStyleCnt="0"/>
      <dgm:spPr/>
    </dgm:pt>
  </dgm:ptLst>
  <dgm:cxnLst>
    <dgm:cxn modelId="{89A89015-0891-4A9A-BAA8-A1CB9A2805D4}" type="presOf" srcId="{163D71F1-6342-4540-B37A-225B21794243}" destId="{E38A89C6-61FD-4A92-A0B5-C33D62A42777}" srcOrd="0" destOrd="0" presId="urn:microsoft.com/office/officeart/2005/8/layout/orgChart1"/>
    <dgm:cxn modelId="{F6A7B532-A3CA-4276-B25B-D9C7AE85A17E}" type="presOf" srcId="{439FFA35-885B-4456-BB13-70A00BE99713}" destId="{3A2BF5C3-AEDA-4628-8690-8799D7BE1CDC}" srcOrd="0" destOrd="0" presId="urn:microsoft.com/office/officeart/2005/8/layout/orgChart1"/>
    <dgm:cxn modelId="{10565173-3772-443C-A4BF-BC7C9BEF46A1}" srcId="{439FFA35-885B-4456-BB13-70A00BE99713}" destId="{9AB4168F-62F0-4249-9A2B-77B76641B4AD}" srcOrd="0" destOrd="0" parTransId="{77060060-1224-4BCE-A174-8F3C396E024F}" sibTransId="{8B59E699-5998-4151-A6DF-8EA4ED866E50}"/>
    <dgm:cxn modelId="{E7CA91A0-0D9B-40C8-AD9A-BCF6ED538C2C}" type="presOf" srcId="{77060060-1224-4BCE-A174-8F3C396E024F}" destId="{BDE4C4F4-36AD-4351-A15A-294FC49E6735}" srcOrd="0" destOrd="0" presId="urn:microsoft.com/office/officeart/2005/8/layout/orgChart1"/>
    <dgm:cxn modelId="{51BF56A1-FB7B-405D-92DB-760D7CFEE46A}" type="presOf" srcId="{439FFA35-885B-4456-BB13-70A00BE99713}" destId="{CC4164B7-C3D8-4A29-8966-3F99E6490A6B}" srcOrd="1" destOrd="0" presId="urn:microsoft.com/office/officeart/2005/8/layout/orgChart1"/>
    <dgm:cxn modelId="{82956DB5-CF36-4E13-BA86-8BE08D5B22B4}" type="presOf" srcId="{9AB4168F-62F0-4249-9A2B-77B76641B4AD}" destId="{128A0870-08A4-4AC1-8BFD-8822DB6817EF}" srcOrd="0" destOrd="0" presId="urn:microsoft.com/office/officeart/2005/8/layout/orgChart1"/>
    <dgm:cxn modelId="{81E43DCC-B6C8-4812-A48B-C80DF1F2F53D}" srcId="{163D71F1-6342-4540-B37A-225B21794243}" destId="{439FFA35-885B-4456-BB13-70A00BE99713}" srcOrd="0" destOrd="0" parTransId="{72A9B270-BACB-47E9-86A7-E6709F263946}" sibTransId="{1B5B2E75-9AF8-45B6-8BFF-46DB034CCF6E}"/>
    <dgm:cxn modelId="{06C976D1-283C-4AC0-BE61-978E8F79CA20}" type="presOf" srcId="{9AB4168F-62F0-4249-9A2B-77B76641B4AD}" destId="{78C67204-A5D6-45E0-9C50-4211EE152994}" srcOrd="1" destOrd="0" presId="urn:microsoft.com/office/officeart/2005/8/layout/orgChart1"/>
    <dgm:cxn modelId="{256CEA92-C08C-452A-B2AE-14EC3B9F23C8}" type="presParOf" srcId="{E38A89C6-61FD-4A92-A0B5-C33D62A42777}" destId="{16368AAA-DD06-4491-8EA0-32C294F0729F}" srcOrd="0" destOrd="0" presId="urn:microsoft.com/office/officeart/2005/8/layout/orgChart1"/>
    <dgm:cxn modelId="{2D9DD798-2C59-4E27-8A36-4D8912FF7BC1}" type="presParOf" srcId="{16368AAA-DD06-4491-8EA0-32C294F0729F}" destId="{47B5DF25-3A19-4411-A346-078219C95CA0}" srcOrd="0" destOrd="0" presId="urn:microsoft.com/office/officeart/2005/8/layout/orgChart1"/>
    <dgm:cxn modelId="{73982242-443A-4A2F-B1E0-4DBB887EA282}" type="presParOf" srcId="{47B5DF25-3A19-4411-A346-078219C95CA0}" destId="{3A2BF5C3-AEDA-4628-8690-8799D7BE1CDC}" srcOrd="0" destOrd="0" presId="urn:microsoft.com/office/officeart/2005/8/layout/orgChart1"/>
    <dgm:cxn modelId="{21967259-590D-4487-BA1B-12ECC47FB713}" type="presParOf" srcId="{47B5DF25-3A19-4411-A346-078219C95CA0}" destId="{CC4164B7-C3D8-4A29-8966-3F99E6490A6B}" srcOrd="1" destOrd="0" presId="urn:microsoft.com/office/officeart/2005/8/layout/orgChart1"/>
    <dgm:cxn modelId="{5603DA01-4097-417C-BE5D-364822DA239A}" type="presParOf" srcId="{16368AAA-DD06-4491-8EA0-32C294F0729F}" destId="{EEE049DE-AC7E-4058-8FE0-314D186BEE1D}" srcOrd="1" destOrd="0" presId="urn:microsoft.com/office/officeart/2005/8/layout/orgChart1"/>
    <dgm:cxn modelId="{3F706502-7650-499F-974E-C7F0E942D16E}" type="presParOf" srcId="{EEE049DE-AC7E-4058-8FE0-314D186BEE1D}" destId="{BDE4C4F4-36AD-4351-A15A-294FC49E6735}" srcOrd="0" destOrd="0" presId="urn:microsoft.com/office/officeart/2005/8/layout/orgChart1"/>
    <dgm:cxn modelId="{FA7D67CB-ED2C-4784-A717-9365487BEC81}" type="presParOf" srcId="{EEE049DE-AC7E-4058-8FE0-314D186BEE1D}" destId="{B849D493-8E2C-49B9-94F7-3D30A170364E}" srcOrd="1" destOrd="0" presId="urn:microsoft.com/office/officeart/2005/8/layout/orgChart1"/>
    <dgm:cxn modelId="{85FB533D-5162-41C5-AFB8-209ACFCDB6A0}" type="presParOf" srcId="{B849D493-8E2C-49B9-94F7-3D30A170364E}" destId="{C0081556-81DD-4023-ABB2-F9598C7AE942}" srcOrd="0" destOrd="0" presId="urn:microsoft.com/office/officeart/2005/8/layout/orgChart1"/>
    <dgm:cxn modelId="{9A8321D6-503E-402A-97BC-8877A7027FD6}" type="presParOf" srcId="{C0081556-81DD-4023-ABB2-F9598C7AE942}" destId="{128A0870-08A4-4AC1-8BFD-8822DB6817EF}" srcOrd="0" destOrd="0" presId="urn:microsoft.com/office/officeart/2005/8/layout/orgChart1"/>
    <dgm:cxn modelId="{CC075899-C483-46BF-9E78-4B8C7EF8C413}" type="presParOf" srcId="{C0081556-81DD-4023-ABB2-F9598C7AE942}" destId="{78C67204-A5D6-45E0-9C50-4211EE152994}" srcOrd="1" destOrd="0" presId="urn:microsoft.com/office/officeart/2005/8/layout/orgChart1"/>
    <dgm:cxn modelId="{5FA07845-DB84-4634-8D2F-2E272EBCB2D7}" type="presParOf" srcId="{B849D493-8E2C-49B9-94F7-3D30A170364E}" destId="{A0C3F17F-B947-42B2-8069-B394F944FA0C}" srcOrd="1" destOrd="0" presId="urn:microsoft.com/office/officeart/2005/8/layout/orgChart1"/>
    <dgm:cxn modelId="{498CF1B9-850C-40F2-A4E6-1AB9BB7493E8}" type="presParOf" srcId="{B849D493-8E2C-49B9-94F7-3D30A170364E}" destId="{40DB9A10-047B-4E4E-91C2-1AE5F06FEC1F}" srcOrd="2" destOrd="0" presId="urn:microsoft.com/office/officeart/2005/8/layout/orgChart1"/>
    <dgm:cxn modelId="{EFCA49E6-97CB-40A1-B09B-9BDFAA15F62F}" type="presParOf" srcId="{16368AAA-DD06-4491-8EA0-32C294F0729F}" destId="{2264FCA8-65A6-4A92-8F23-AE7630EA709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94F99-D845-4BAF-B47F-D9E1B748B66D}">
      <dsp:nvSpPr>
        <dsp:cNvPr id="0" name=""/>
        <dsp:cNvSpPr/>
      </dsp:nvSpPr>
      <dsp:spPr>
        <a:xfrm>
          <a:off x="4249328" y="1800203"/>
          <a:ext cx="2117682" cy="5524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071"/>
              </a:lnTo>
              <a:lnTo>
                <a:pt x="2117682" y="235071"/>
              </a:lnTo>
              <a:lnTo>
                <a:pt x="2117682" y="55242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BB658-B2EB-49FA-80F4-371108DA484B}">
      <dsp:nvSpPr>
        <dsp:cNvPr id="0" name=""/>
        <dsp:cNvSpPr/>
      </dsp:nvSpPr>
      <dsp:spPr>
        <a:xfrm>
          <a:off x="1914134" y="1800203"/>
          <a:ext cx="2335193" cy="552429"/>
        </a:xfrm>
        <a:custGeom>
          <a:avLst/>
          <a:gdLst/>
          <a:ahLst/>
          <a:cxnLst/>
          <a:rect l="0" t="0" r="0" b="0"/>
          <a:pathLst>
            <a:path>
              <a:moveTo>
                <a:pt x="2335193" y="0"/>
              </a:moveTo>
              <a:lnTo>
                <a:pt x="2335193" y="235071"/>
              </a:lnTo>
              <a:lnTo>
                <a:pt x="0" y="235071"/>
              </a:lnTo>
              <a:lnTo>
                <a:pt x="0" y="55242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062B89-CD10-45FC-91C7-2C94A5105BD0}">
      <dsp:nvSpPr>
        <dsp:cNvPr id="0" name=""/>
        <dsp:cNvSpPr/>
      </dsp:nvSpPr>
      <dsp:spPr>
        <a:xfrm>
          <a:off x="2235104" y="1099477"/>
          <a:ext cx="4028448" cy="7007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GROUPE TORPIER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1" kern="1200" dirty="0"/>
            <a:t>Stéphane TORPIER, PDG</a:t>
          </a:r>
        </a:p>
      </dsp:txBody>
      <dsp:txXfrm>
        <a:off x="2235104" y="1099477"/>
        <a:ext cx="4028448" cy="700725"/>
      </dsp:txXfrm>
    </dsp:sp>
    <dsp:sp modelId="{06414782-A208-47F8-BF56-24925C809BCA}">
      <dsp:nvSpPr>
        <dsp:cNvPr id="0" name=""/>
        <dsp:cNvSpPr/>
      </dsp:nvSpPr>
      <dsp:spPr>
        <a:xfrm>
          <a:off x="4940" y="2352632"/>
          <a:ext cx="3818387" cy="5186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TORPIER SAS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Mobilier extérieur en aluminium</a:t>
          </a:r>
        </a:p>
      </dsp:txBody>
      <dsp:txXfrm>
        <a:off x="4940" y="2352632"/>
        <a:ext cx="3818387" cy="518607"/>
      </dsp:txXfrm>
    </dsp:sp>
    <dsp:sp modelId="{C54899C7-ACE8-4393-97E8-FA7769C3F4B5}">
      <dsp:nvSpPr>
        <dsp:cNvPr id="0" name=""/>
        <dsp:cNvSpPr/>
      </dsp:nvSpPr>
      <dsp:spPr>
        <a:xfrm>
          <a:off x="4458043" y="2352632"/>
          <a:ext cx="3817934" cy="5186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POTIER SARL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Luminaire extérieur en aluminium</a:t>
          </a:r>
          <a:endParaRPr lang="fr-FR" sz="1100" kern="1200" dirty="0"/>
        </a:p>
      </dsp:txBody>
      <dsp:txXfrm>
        <a:off x="4458043" y="2352632"/>
        <a:ext cx="3817934" cy="5186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F4DD2-48D3-4FB4-9B23-6B7335F51BF3}">
      <dsp:nvSpPr>
        <dsp:cNvPr id="0" name=""/>
        <dsp:cNvSpPr/>
      </dsp:nvSpPr>
      <dsp:spPr>
        <a:xfrm>
          <a:off x="4208092" y="2441506"/>
          <a:ext cx="2825026" cy="3431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035"/>
              </a:lnTo>
              <a:lnTo>
                <a:pt x="2825026" y="146035"/>
              </a:lnTo>
              <a:lnTo>
                <a:pt x="2825026" y="343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F94F99-D845-4BAF-B47F-D9E1B748B66D}">
      <dsp:nvSpPr>
        <dsp:cNvPr id="0" name=""/>
        <dsp:cNvSpPr/>
      </dsp:nvSpPr>
      <dsp:spPr>
        <a:xfrm>
          <a:off x="4162372" y="2441506"/>
          <a:ext cx="91440" cy="3431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6035"/>
              </a:lnTo>
              <a:lnTo>
                <a:pt x="47973" y="146035"/>
              </a:lnTo>
              <a:lnTo>
                <a:pt x="47973" y="343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BB658-B2EB-49FA-80F4-371108DA484B}">
      <dsp:nvSpPr>
        <dsp:cNvPr id="0" name=""/>
        <dsp:cNvSpPr/>
      </dsp:nvSpPr>
      <dsp:spPr>
        <a:xfrm>
          <a:off x="1317685" y="2441506"/>
          <a:ext cx="2890407" cy="343189"/>
        </a:xfrm>
        <a:custGeom>
          <a:avLst/>
          <a:gdLst/>
          <a:ahLst/>
          <a:cxnLst/>
          <a:rect l="0" t="0" r="0" b="0"/>
          <a:pathLst>
            <a:path>
              <a:moveTo>
                <a:pt x="2890407" y="0"/>
              </a:moveTo>
              <a:lnTo>
                <a:pt x="2890407" y="146035"/>
              </a:lnTo>
              <a:lnTo>
                <a:pt x="0" y="146035"/>
              </a:lnTo>
              <a:lnTo>
                <a:pt x="0" y="34318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062B89-CD10-45FC-91C7-2C94A5105BD0}">
      <dsp:nvSpPr>
        <dsp:cNvPr id="0" name=""/>
        <dsp:cNvSpPr/>
      </dsp:nvSpPr>
      <dsp:spPr>
        <a:xfrm>
          <a:off x="2956781" y="1656183"/>
          <a:ext cx="2502623" cy="7853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Directeur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Stéphane TORPIER</a:t>
          </a:r>
        </a:p>
      </dsp:txBody>
      <dsp:txXfrm>
        <a:off x="2956781" y="1656183"/>
        <a:ext cx="2502623" cy="785322"/>
      </dsp:txXfrm>
    </dsp:sp>
    <dsp:sp modelId="{06414782-A208-47F8-BF56-24925C809BCA}">
      <dsp:nvSpPr>
        <dsp:cNvPr id="0" name=""/>
        <dsp:cNvSpPr/>
      </dsp:nvSpPr>
      <dsp:spPr>
        <a:xfrm>
          <a:off x="5256" y="2784696"/>
          <a:ext cx="2624858" cy="93883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Directrice </a:t>
          </a:r>
          <a:r>
            <a:rPr lang="fr-FR" sz="1100" b="1" kern="1200" dirty="0" err="1"/>
            <a:t>Supply</a:t>
          </a:r>
          <a:r>
            <a:rPr lang="fr-FR" sz="1100" b="1" kern="1200" dirty="0"/>
            <a:t> Chain et organisation                                                            </a:t>
          </a:r>
          <a:r>
            <a:rPr lang="fr-FR" sz="1100" kern="1200" dirty="0"/>
            <a:t>Sandrine TORPIER-HUMOET</a:t>
          </a:r>
        </a:p>
      </dsp:txBody>
      <dsp:txXfrm>
        <a:off x="5256" y="2784696"/>
        <a:ext cx="2624858" cy="938830"/>
      </dsp:txXfrm>
    </dsp:sp>
    <dsp:sp modelId="{C54899C7-ACE8-4393-97E8-FA7769C3F4B5}">
      <dsp:nvSpPr>
        <dsp:cNvPr id="0" name=""/>
        <dsp:cNvSpPr/>
      </dsp:nvSpPr>
      <dsp:spPr>
        <a:xfrm>
          <a:off x="3024424" y="2784696"/>
          <a:ext cx="2371843" cy="93883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Directrice financière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Sylvie LAINE</a:t>
          </a:r>
        </a:p>
      </dsp:txBody>
      <dsp:txXfrm>
        <a:off x="3024424" y="2784696"/>
        <a:ext cx="2371843" cy="938830"/>
      </dsp:txXfrm>
    </dsp:sp>
    <dsp:sp modelId="{B8272765-916F-4F7E-B364-3A3F8890AF58}">
      <dsp:nvSpPr>
        <dsp:cNvPr id="0" name=""/>
        <dsp:cNvSpPr/>
      </dsp:nvSpPr>
      <dsp:spPr>
        <a:xfrm>
          <a:off x="5790577" y="2784696"/>
          <a:ext cx="2485085" cy="93883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Directeur technique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Gianni TORPELLIO</a:t>
          </a:r>
        </a:p>
      </dsp:txBody>
      <dsp:txXfrm>
        <a:off x="5790577" y="2784696"/>
        <a:ext cx="2485085" cy="9388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D639C-F402-4C14-8F16-ECCE3B62DEC1}">
      <dsp:nvSpPr>
        <dsp:cNvPr id="0" name=""/>
        <dsp:cNvSpPr/>
      </dsp:nvSpPr>
      <dsp:spPr>
        <a:xfrm>
          <a:off x="4444131" y="676936"/>
          <a:ext cx="3724618" cy="187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021"/>
              </a:lnTo>
              <a:lnTo>
                <a:pt x="3724618" y="96021"/>
              </a:lnTo>
              <a:lnTo>
                <a:pt x="3724618" y="187161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4F7B57BF-8554-4AA4-82DC-F69296F43E00}">
      <dsp:nvSpPr>
        <dsp:cNvPr id="0" name=""/>
        <dsp:cNvSpPr/>
      </dsp:nvSpPr>
      <dsp:spPr>
        <a:xfrm>
          <a:off x="3722014" y="676936"/>
          <a:ext cx="722116" cy="187161"/>
        </a:xfrm>
        <a:custGeom>
          <a:avLst/>
          <a:gdLst/>
          <a:ahLst/>
          <a:cxnLst/>
          <a:rect l="0" t="0" r="0" b="0"/>
          <a:pathLst>
            <a:path>
              <a:moveTo>
                <a:pt x="722116" y="0"/>
              </a:moveTo>
              <a:lnTo>
                <a:pt x="722116" y="96021"/>
              </a:lnTo>
              <a:lnTo>
                <a:pt x="0" y="96021"/>
              </a:lnTo>
              <a:lnTo>
                <a:pt x="0" y="187161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5345FFD6-2CB7-4932-BA92-9011491BDA04}">
      <dsp:nvSpPr>
        <dsp:cNvPr id="0" name=""/>
        <dsp:cNvSpPr/>
      </dsp:nvSpPr>
      <dsp:spPr>
        <a:xfrm>
          <a:off x="4444131" y="676936"/>
          <a:ext cx="2662262" cy="187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021"/>
              </a:lnTo>
              <a:lnTo>
                <a:pt x="2662262" y="96021"/>
              </a:lnTo>
              <a:lnTo>
                <a:pt x="2662262" y="187161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289966C0-7B1A-4AAB-BFC8-483F124627C7}">
      <dsp:nvSpPr>
        <dsp:cNvPr id="0" name=""/>
        <dsp:cNvSpPr/>
      </dsp:nvSpPr>
      <dsp:spPr>
        <a:xfrm>
          <a:off x="4444131" y="676936"/>
          <a:ext cx="1490418" cy="187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021"/>
              </a:lnTo>
              <a:lnTo>
                <a:pt x="1490418" y="96021"/>
              </a:lnTo>
              <a:lnTo>
                <a:pt x="1490418" y="187161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ABF597BF-0E12-4A43-8201-ECBC0BD59E81}">
      <dsp:nvSpPr>
        <dsp:cNvPr id="0" name=""/>
        <dsp:cNvSpPr/>
      </dsp:nvSpPr>
      <dsp:spPr>
        <a:xfrm>
          <a:off x="4512734" y="2076264"/>
          <a:ext cx="495868" cy="1512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2920"/>
              </a:lnTo>
              <a:lnTo>
                <a:pt x="495868" y="1512920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5111F95C-37E8-4D0B-A290-C0FFAF17D7A6}">
      <dsp:nvSpPr>
        <dsp:cNvPr id="0" name=""/>
        <dsp:cNvSpPr/>
      </dsp:nvSpPr>
      <dsp:spPr>
        <a:xfrm>
          <a:off x="4512734" y="2076264"/>
          <a:ext cx="495868" cy="627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7319"/>
              </a:lnTo>
              <a:lnTo>
                <a:pt x="495868" y="627319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13CCC8A9-4CF1-4EA3-8D4D-5D261AB25156}">
      <dsp:nvSpPr>
        <dsp:cNvPr id="0" name=""/>
        <dsp:cNvSpPr/>
      </dsp:nvSpPr>
      <dsp:spPr>
        <a:xfrm>
          <a:off x="4444131" y="676936"/>
          <a:ext cx="430015" cy="187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021"/>
              </a:lnTo>
              <a:lnTo>
                <a:pt x="430015" y="96021"/>
              </a:lnTo>
              <a:lnTo>
                <a:pt x="430015" y="187161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14B6E73A-A777-41BA-A0E7-F77B3C241EAC}">
      <dsp:nvSpPr>
        <dsp:cNvPr id="0" name=""/>
        <dsp:cNvSpPr/>
      </dsp:nvSpPr>
      <dsp:spPr>
        <a:xfrm>
          <a:off x="1758888" y="2745809"/>
          <a:ext cx="146813" cy="2180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0837"/>
              </a:lnTo>
              <a:lnTo>
                <a:pt x="146813" y="2180837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D9596330-4EF5-4B32-A6C7-775299D3E53D}">
      <dsp:nvSpPr>
        <dsp:cNvPr id="0" name=""/>
        <dsp:cNvSpPr/>
      </dsp:nvSpPr>
      <dsp:spPr>
        <a:xfrm>
          <a:off x="1758888" y="2745809"/>
          <a:ext cx="146813" cy="1203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682"/>
              </a:lnTo>
              <a:lnTo>
                <a:pt x="146813" y="1203682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5F1DBF50-EEA6-4D6D-959E-8381632A1D42}">
      <dsp:nvSpPr>
        <dsp:cNvPr id="0" name=""/>
        <dsp:cNvSpPr/>
      </dsp:nvSpPr>
      <dsp:spPr>
        <a:xfrm>
          <a:off x="1758888" y="2745809"/>
          <a:ext cx="146813" cy="4502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211"/>
              </a:lnTo>
              <a:lnTo>
                <a:pt x="146813" y="450211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0A4B731C-296D-4F46-893E-62CB6443AD59}">
      <dsp:nvSpPr>
        <dsp:cNvPr id="0" name=""/>
        <dsp:cNvSpPr/>
      </dsp:nvSpPr>
      <dsp:spPr>
        <a:xfrm>
          <a:off x="2210653" y="1639385"/>
          <a:ext cx="135095" cy="671706"/>
        </a:xfrm>
        <a:custGeom>
          <a:avLst/>
          <a:gdLst/>
          <a:ahLst/>
          <a:cxnLst/>
          <a:rect l="0" t="0" r="0" b="0"/>
          <a:pathLst>
            <a:path>
              <a:moveTo>
                <a:pt x="135095" y="0"/>
              </a:moveTo>
              <a:lnTo>
                <a:pt x="135095" y="671706"/>
              </a:lnTo>
              <a:lnTo>
                <a:pt x="0" y="671706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16E6F811-1E7C-4C79-9EE6-A5BD06DC7CC5}">
      <dsp:nvSpPr>
        <dsp:cNvPr id="0" name=""/>
        <dsp:cNvSpPr/>
      </dsp:nvSpPr>
      <dsp:spPr>
        <a:xfrm>
          <a:off x="2345748" y="1639385"/>
          <a:ext cx="584177" cy="3768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700"/>
              </a:lnTo>
              <a:lnTo>
                <a:pt x="584177" y="285700"/>
              </a:lnTo>
              <a:lnTo>
                <a:pt x="584177" y="376839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3C606671-0436-4E93-81B7-C255AF1E6623}">
      <dsp:nvSpPr>
        <dsp:cNvPr id="0" name=""/>
        <dsp:cNvSpPr/>
      </dsp:nvSpPr>
      <dsp:spPr>
        <a:xfrm>
          <a:off x="2345748" y="676936"/>
          <a:ext cx="2098382" cy="187161"/>
        </a:xfrm>
        <a:custGeom>
          <a:avLst/>
          <a:gdLst/>
          <a:ahLst/>
          <a:cxnLst/>
          <a:rect l="0" t="0" r="0" b="0"/>
          <a:pathLst>
            <a:path>
              <a:moveTo>
                <a:pt x="2098382" y="0"/>
              </a:moveTo>
              <a:lnTo>
                <a:pt x="2098382" y="96021"/>
              </a:lnTo>
              <a:lnTo>
                <a:pt x="0" y="96021"/>
              </a:lnTo>
              <a:lnTo>
                <a:pt x="0" y="187161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55E61C26-FEA3-4FBF-BE8B-605611FEAF36}">
      <dsp:nvSpPr>
        <dsp:cNvPr id="0" name=""/>
        <dsp:cNvSpPr/>
      </dsp:nvSpPr>
      <dsp:spPr>
        <a:xfrm>
          <a:off x="125414" y="1377169"/>
          <a:ext cx="91440" cy="23643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340"/>
              </a:lnTo>
              <a:lnTo>
                <a:pt x="107183" y="2364340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3D8D5792-7BCD-44B2-9B26-A1A48977E9BF}">
      <dsp:nvSpPr>
        <dsp:cNvPr id="0" name=""/>
        <dsp:cNvSpPr/>
      </dsp:nvSpPr>
      <dsp:spPr>
        <a:xfrm>
          <a:off x="125414" y="1377169"/>
          <a:ext cx="91440" cy="15486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48699"/>
              </a:lnTo>
              <a:lnTo>
                <a:pt x="107183" y="1548699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9A44A445-6441-450C-A069-195274B90B7C}">
      <dsp:nvSpPr>
        <dsp:cNvPr id="0" name=""/>
        <dsp:cNvSpPr/>
      </dsp:nvSpPr>
      <dsp:spPr>
        <a:xfrm>
          <a:off x="125414" y="1377169"/>
          <a:ext cx="91440" cy="61952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19522"/>
              </a:lnTo>
              <a:lnTo>
                <a:pt x="107183" y="619522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931929E5-D66C-4E96-A33E-2E1D5F039D02}">
      <dsp:nvSpPr>
        <dsp:cNvPr id="0" name=""/>
        <dsp:cNvSpPr/>
      </dsp:nvSpPr>
      <dsp:spPr>
        <a:xfrm>
          <a:off x="532546" y="676936"/>
          <a:ext cx="3911584" cy="179752"/>
        </a:xfrm>
        <a:custGeom>
          <a:avLst/>
          <a:gdLst/>
          <a:ahLst/>
          <a:cxnLst/>
          <a:rect l="0" t="0" r="0" b="0"/>
          <a:pathLst>
            <a:path>
              <a:moveTo>
                <a:pt x="3911584" y="0"/>
              </a:moveTo>
              <a:lnTo>
                <a:pt x="3911584" y="88613"/>
              </a:lnTo>
              <a:lnTo>
                <a:pt x="0" y="88613"/>
              </a:lnTo>
              <a:lnTo>
                <a:pt x="0" y="179752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51C6DC7E-9070-48E6-928B-37BE08315356}">
      <dsp:nvSpPr>
        <dsp:cNvPr id="0" name=""/>
        <dsp:cNvSpPr/>
      </dsp:nvSpPr>
      <dsp:spPr>
        <a:xfrm>
          <a:off x="3726677" y="213023"/>
          <a:ext cx="1434907" cy="463912"/>
        </a:xfrm>
        <a:prstGeom prst="rect">
          <a:avLst/>
        </a:prstGeom>
        <a:gradFill rotWithShape="0">
          <a:gsLst>
            <a:gs pos="0">
              <a:srgbClr val="FF0000"/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Directeur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Stéphane TORPIER</a:t>
          </a:r>
        </a:p>
      </dsp:txBody>
      <dsp:txXfrm>
        <a:off x="3726677" y="213023"/>
        <a:ext cx="1434907" cy="463912"/>
      </dsp:txXfrm>
    </dsp:sp>
    <dsp:sp modelId="{D9D408B6-4F25-47F3-89C0-02EA80EB109E}">
      <dsp:nvSpPr>
        <dsp:cNvPr id="0" name=""/>
        <dsp:cNvSpPr/>
      </dsp:nvSpPr>
      <dsp:spPr>
        <a:xfrm>
          <a:off x="80781" y="856689"/>
          <a:ext cx="903530" cy="520479"/>
        </a:xfrm>
        <a:prstGeom prst="rect">
          <a:avLst/>
        </a:prstGeom>
        <a:gradFill rotWithShape="0">
          <a:gsLst>
            <a:gs pos="0">
              <a:srgbClr val="FF0000"/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Directeur technique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0" kern="1200" dirty="0">
              <a:latin typeface="+mj-lt"/>
            </a:rPr>
            <a:t>Gianni TORPELLIO</a:t>
          </a:r>
        </a:p>
      </dsp:txBody>
      <dsp:txXfrm>
        <a:off x="80781" y="856689"/>
        <a:ext cx="903530" cy="520479"/>
      </dsp:txXfrm>
    </dsp:sp>
    <dsp:sp modelId="{33E173F2-F24E-4FB2-9E78-38BFB238BEA5}">
      <dsp:nvSpPr>
        <dsp:cNvPr id="0" name=""/>
        <dsp:cNvSpPr/>
      </dsp:nvSpPr>
      <dsp:spPr>
        <a:xfrm>
          <a:off x="232598" y="1561973"/>
          <a:ext cx="903530" cy="86943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  <a:cs typeface="Calibri" panose="020F0502020204030204" pitchFamily="34" charset="0"/>
            </a:rPr>
            <a:t>Responsable de production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0" kern="1200" dirty="0">
              <a:latin typeface="+mj-lt"/>
              <a:cs typeface="Calibri" panose="020F0502020204030204" pitchFamily="34" charset="0"/>
            </a:rPr>
            <a:t>Inès LEVRIER</a:t>
          </a:r>
        </a:p>
      </dsp:txBody>
      <dsp:txXfrm>
        <a:off x="232598" y="1561973"/>
        <a:ext cx="903530" cy="869435"/>
      </dsp:txXfrm>
    </dsp:sp>
    <dsp:sp modelId="{248E3E51-8DB0-4540-970B-2297C04166D2}">
      <dsp:nvSpPr>
        <dsp:cNvPr id="0" name=""/>
        <dsp:cNvSpPr/>
      </dsp:nvSpPr>
      <dsp:spPr>
        <a:xfrm>
          <a:off x="232598" y="2613687"/>
          <a:ext cx="903530" cy="6243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  <a:cs typeface="Calibri" panose="020F0502020204030204" pitchFamily="34" charset="0"/>
            </a:rPr>
            <a:t>Responsable maintenance 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  <a:cs typeface="Calibri" panose="020F0502020204030204" pitchFamily="34" charset="0"/>
            </a:rPr>
            <a:t>Cédric MOIX</a:t>
          </a:r>
        </a:p>
      </dsp:txBody>
      <dsp:txXfrm>
        <a:off x="232598" y="2613687"/>
        <a:ext cx="903530" cy="624361"/>
      </dsp:txXfrm>
    </dsp:sp>
    <dsp:sp modelId="{7234FF8D-A7D1-43E3-A5E7-B2CF00BF7CE6}">
      <dsp:nvSpPr>
        <dsp:cNvPr id="0" name=""/>
        <dsp:cNvSpPr/>
      </dsp:nvSpPr>
      <dsp:spPr>
        <a:xfrm>
          <a:off x="232598" y="3420327"/>
          <a:ext cx="903530" cy="64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Préventeur sécurité</a:t>
          </a:r>
          <a:endParaRPr lang="fr-FR" sz="900" b="1" kern="1200" dirty="0">
            <a:latin typeface="+mj-lt"/>
            <a:cs typeface="Calibri" panose="020F0502020204030204" pitchFamily="34" charset="0"/>
          </a:endParaRP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  <a:cs typeface="Calibri" panose="020F0502020204030204" pitchFamily="34" charset="0"/>
            </a:rPr>
            <a:t>Estelle YOUSSE</a:t>
          </a:r>
          <a:endParaRPr lang="fr-FR" sz="900" kern="1200" dirty="0">
            <a:latin typeface="+mj-lt"/>
          </a:endParaRPr>
        </a:p>
      </dsp:txBody>
      <dsp:txXfrm>
        <a:off x="232598" y="3420327"/>
        <a:ext cx="903530" cy="642363"/>
      </dsp:txXfrm>
    </dsp:sp>
    <dsp:sp modelId="{B9271343-9A49-4D6B-9865-2D8286D2D6CA}">
      <dsp:nvSpPr>
        <dsp:cNvPr id="0" name=""/>
        <dsp:cNvSpPr/>
      </dsp:nvSpPr>
      <dsp:spPr>
        <a:xfrm>
          <a:off x="1758081" y="864097"/>
          <a:ext cx="1175333" cy="775288"/>
        </a:xfrm>
        <a:prstGeom prst="rect">
          <a:avLst/>
        </a:prstGeom>
        <a:gradFill rotWithShape="0">
          <a:gsLst>
            <a:gs pos="0">
              <a:srgbClr val="FF0000"/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Directrice </a:t>
          </a:r>
          <a:r>
            <a:rPr lang="fr-FR" sz="900" b="1" kern="1200" dirty="0" err="1">
              <a:latin typeface="+mj-lt"/>
            </a:rPr>
            <a:t>Supply</a:t>
          </a:r>
          <a:r>
            <a:rPr lang="fr-FR" sz="900" b="1" kern="1200" dirty="0">
              <a:latin typeface="+mj-lt"/>
            </a:rPr>
            <a:t> Chain et organisation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0" kern="1200" dirty="0">
              <a:latin typeface="+mj-lt"/>
            </a:rPr>
            <a:t>Sandrine TORPIER-HUMOET</a:t>
          </a:r>
        </a:p>
      </dsp:txBody>
      <dsp:txXfrm>
        <a:off x="1758081" y="864097"/>
        <a:ext cx="1175333" cy="775288"/>
      </dsp:txXfrm>
    </dsp:sp>
    <dsp:sp modelId="{A097316C-5B4D-4DD4-8A31-EFDB030688A6}">
      <dsp:nvSpPr>
        <dsp:cNvPr id="0" name=""/>
        <dsp:cNvSpPr/>
      </dsp:nvSpPr>
      <dsp:spPr>
        <a:xfrm>
          <a:off x="2478161" y="2016225"/>
          <a:ext cx="903530" cy="67884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Responsable magasins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 err="1">
              <a:latin typeface="+mj-lt"/>
            </a:rPr>
            <a:t>Jalil</a:t>
          </a:r>
          <a:r>
            <a:rPr lang="fr-FR" sz="900" kern="1200" dirty="0">
              <a:latin typeface="+mj-lt"/>
            </a:rPr>
            <a:t> AISSAI</a:t>
          </a:r>
        </a:p>
      </dsp:txBody>
      <dsp:txXfrm>
        <a:off x="2478161" y="2016225"/>
        <a:ext cx="903530" cy="678841"/>
      </dsp:txXfrm>
    </dsp:sp>
    <dsp:sp modelId="{2DC78E38-055C-4A0F-B798-7D6A3A06FA96}">
      <dsp:nvSpPr>
        <dsp:cNvPr id="0" name=""/>
        <dsp:cNvSpPr/>
      </dsp:nvSpPr>
      <dsp:spPr>
        <a:xfrm>
          <a:off x="1307123" y="1876374"/>
          <a:ext cx="903530" cy="86943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Coordinateur responsable SC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Mamadou DIAKATE</a:t>
          </a:r>
        </a:p>
      </dsp:txBody>
      <dsp:txXfrm>
        <a:off x="1307123" y="1876374"/>
        <a:ext cx="903530" cy="869435"/>
      </dsp:txXfrm>
    </dsp:sp>
    <dsp:sp modelId="{4C7EEB58-8EA0-4AC2-8205-FD7181A78363}">
      <dsp:nvSpPr>
        <dsp:cNvPr id="0" name=""/>
        <dsp:cNvSpPr/>
      </dsp:nvSpPr>
      <dsp:spPr>
        <a:xfrm>
          <a:off x="1905701" y="2868496"/>
          <a:ext cx="903530" cy="65504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Responsable achats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Cyril TESTO</a:t>
          </a:r>
        </a:p>
      </dsp:txBody>
      <dsp:txXfrm>
        <a:off x="1905701" y="2868496"/>
        <a:ext cx="903530" cy="655049"/>
      </dsp:txXfrm>
    </dsp:sp>
    <dsp:sp modelId="{8EC4F00B-5BFA-4E97-8537-73496F8C8B74}">
      <dsp:nvSpPr>
        <dsp:cNvPr id="0" name=""/>
        <dsp:cNvSpPr/>
      </dsp:nvSpPr>
      <dsp:spPr>
        <a:xfrm>
          <a:off x="1905701" y="3705824"/>
          <a:ext cx="903530" cy="48733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Responsable planning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Nicolas SERPI</a:t>
          </a:r>
        </a:p>
      </dsp:txBody>
      <dsp:txXfrm>
        <a:off x="1905701" y="3705824"/>
        <a:ext cx="903530" cy="487335"/>
      </dsp:txXfrm>
    </dsp:sp>
    <dsp:sp modelId="{C73B576B-D1FF-4F15-81DB-0969A744DAC3}">
      <dsp:nvSpPr>
        <dsp:cNvPr id="0" name=""/>
        <dsp:cNvSpPr/>
      </dsp:nvSpPr>
      <dsp:spPr>
        <a:xfrm>
          <a:off x="1905701" y="4375438"/>
          <a:ext cx="903530" cy="11024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Cadres méthodes devis faisabilité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Isabelle MARTI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Stéphane NGUYEN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Doum SALLY</a:t>
          </a:r>
        </a:p>
      </dsp:txBody>
      <dsp:txXfrm>
        <a:off x="1905701" y="4375438"/>
        <a:ext cx="903530" cy="1102417"/>
      </dsp:txXfrm>
    </dsp:sp>
    <dsp:sp modelId="{E95B80EC-3C37-4088-8E10-4CA5849D5804}">
      <dsp:nvSpPr>
        <dsp:cNvPr id="0" name=""/>
        <dsp:cNvSpPr/>
      </dsp:nvSpPr>
      <dsp:spPr>
        <a:xfrm>
          <a:off x="4422381" y="864097"/>
          <a:ext cx="903530" cy="121216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t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b="1" kern="1200" dirty="0">
            <a:latin typeface="+mj-lt"/>
          </a:endParaRP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Responsables grands comptes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Richard DE SEIGNIER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Santiago DIAZ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Lin SEVAN</a:t>
          </a:r>
        </a:p>
      </dsp:txBody>
      <dsp:txXfrm>
        <a:off x="4422381" y="864097"/>
        <a:ext cx="903530" cy="1212167"/>
      </dsp:txXfrm>
    </dsp:sp>
    <dsp:sp modelId="{88D40A1A-A41D-4D35-935D-CF5397EB6534}">
      <dsp:nvSpPr>
        <dsp:cNvPr id="0" name=""/>
        <dsp:cNvSpPr/>
      </dsp:nvSpPr>
      <dsp:spPr>
        <a:xfrm>
          <a:off x="5008603" y="2298254"/>
          <a:ext cx="903530" cy="8106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u="none" kern="1200" dirty="0">
              <a:latin typeface="+mj-lt"/>
            </a:rPr>
            <a:t>Responsable petits et moyens comptes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 err="1">
              <a:latin typeface="+mj-lt"/>
            </a:rPr>
            <a:t>Serap</a:t>
          </a:r>
          <a:r>
            <a:rPr lang="fr-FR" sz="900" kern="1200" dirty="0">
              <a:latin typeface="+mj-lt"/>
            </a:rPr>
            <a:t> KASSIM </a:t>
          </a:r>
        </a:p>
      </dsp:txBody>
      <dsp:txXfrm>
        <a:off x="5008603" y="2298254"/>
        <a:ext cx="903530" cy="810658"/>
      </dsp:txXfrm>
    </dsp:sp>
    <dsp:sp modelId="{950A0222-5293-4D71-A7E1-4D7943F5DFB8}">
      <dsp:nvSpPr>
        <dsp:cNvPr id="0" name=""/>
        <dsp:cNvSpPr/>
      </dsp:nvSpPr>
      <dsp:spPr>
        <a:xfrm>
          <a:off x="5008603" y="3296534"/>
          <a:ext cx="903530" cy="5853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Responsable ADV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Alice JOUNET</a:t>
          </a:r>
        </a:p>
      </dsp:txBody>
      <dsp:txXfrm>
        <a:off x="5008603" y="3296534"/>
        <a:ext cx="903530" cy="585301"/>
      </dsp:txXfrm>
    </dsp:sp>
    <dsp:sp modelId="{C8541DBC-692C-42C1-8795-02BF7AEFD238}">
      <dsp:nvSpPr>
        <dsp:cNvPr id="0" name=""/>
        <dsp:cNvSpPr/>
      </dsp:nvSpPr>
      <dsp:spPr>
        <a:xfrm>
          <a:off x="5482784" y="864097"/>
          <a:ext cx="903530" cy="5212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Responsable QHE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Stéphane TORPIER</a:t>
          </a:r>
        </a:p>
      </dsp:txBody>
      <dsp:txXfrm>
        <a:off x="5482784" y="864097"/>
        <a:ext cx="903530" cy="521265"/>
      </dsp:txXfrm>
    </dsp:sp>
    <dsp:sp modelId="{7D1AEEC3-EC89-475C-926F-A454A15353B8}">
      <dsp:nvSpPr>
        <dsp:cNvPr id="0" name=""/>
        <dsp:cNvSpPr/>
      </dsp:nvSpPr>
      <dsp:spPr>
        <a:xfrm>
          <a:off x="6654628" y="864097"/>
          <a:ext cx="903530" cy="5212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b="1" kern="1200" dirty="0">
            <a:latin typeface="+mj-lt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>
              <a:latin typeface="+mj-lt"/>
            </a:rPr>
            <a:t>Responsable RH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+mj-lt"/>
            </a:rPr>
            <a:t>Luc PERLIER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 dirty="0">
            <a:latin typeface="+mj-lt"/>
          </a:endParaRPr>
        </a:p>
      </dsp:txBody>
      <dsp:txXfrm>
        <a:off x="6654628" y="864097"/>
        <a:ext cx="903530" cy="521265"/>
      </dsp:txXfrm>
    </dsp:sp>
    <dsp:sp modelId="{162116E3-E6D2-4735-97A2-590F113DFEF3}">
      <dsp:nvSpPr>
        <dsp:cNvPr id="0" name=""/>
        <dsp:cNvSpPr/>
      </dsp:nvSpPr>
      <dsp:spPr>
        <a:xfrm>
          <a:off x="3270249" y="864097"/>
          <a:ext cx="903530" cy="520479"/>
        </a:xfrm>
        <a:prstGeom prst="rect">
          <a:avLst/>
        </a:prstGeom>
        <a:gradFill rotWithShape="0">
          <a:gsLst>
            <a:gs pos="0">
              <a:srgbClr val="FF0000"/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Directrice financière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0" kern="1200" dirty="0"/>
            <a:t>Sylvie LAINE</a:t>
          </a:r>
        </a:p>
      </dsp:txBody>
      <dsp:txXfrm>
        <a:off x="3270249" y="864097"/>
        <a:ext cx="903530" cy="520479"/>
      </dsp:txXfrm>
    </dsp:sp>
    <dsp:sp modelId="{F188EEC5-93CD-4212-863F-484960968900}">
      <dsp:nvSpPr>
        <dsp:cNvPr id="0" name=""/>
        <dsp:cNvSpPr/>
      </dsp:nvSpPr>
      <dsp:spPr>
        <a:xfrm>
          <a:off x="7734752" y="864097"/>
          <a:ext cx="867994" cy="433997"/>
        </a:xfrm>
        <a:prstGeom prst="rect">
          <a:avLst/>
        </a:prstGeom>
        <a:gradFill rotWithShape="0">
          <a:gsLst>
            <a:gs pos="0">
              <a:schemeClr val="bg1"/>
            </a:gs>
            <a:gs pos="44000">
              <a:schemeClr val="accent1">
                <a:tint val="44500"/>
                <a:satMod val="160000"/>
              </a:schemeClr>
            </a:gs>
            <a:gs pos="100000">
              <a:schemeClr val="accent1"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Responsable informatique</a:t>
          </a:r>
          <a:br>
            <a:rPr lang="fr-FR" sz="900" b="1" kern="1200" dirty="0"/>
          </a:br>
          <a:r>
            <a:rPr lang="fr-FR" sz="900" b="0" kern="1200" dirty="0"/>
            <a:t>Ludovic BESNIER</a:t>
          </a:r>
        </a:p>
      </dsp:txBody>
      <dsp:txXfrm>
        <a:off x="7734752" y="864097"/>
        <a:ext cx="867994" cy="4339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C4C0B-BC4F-480F-823F-E07F9A1EA2E9}">
      <dsp:nvSpPr>
        <dsp:cNvPr id="0" name=""/>
        <dsp:cNvSpPr/>
      </dsp:nvSpPr>
      <dsp:spPr>
        <a:xfrm>
          <a:off x="6548025" y="2461517"/>
          <a:ext cx="263203" cy="24500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0099"/>
              </a:lnTo>
              <a:lnTo>
                <a:pt x="263203" y="245009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83045D-FBEC-4583-8310-DB8F147DFF60}">
      <dsp:nvSpPr>
        <dsp:cNvPr id="0" name=""/>
        <dsp:cNvSpPr/>
      </dsp:nvSpPr>
      <dsp:spPr>
        <a:xfrm>
          <a:off x="6548025" y="2461517"/>
          <a:ext cx="263203" cy="1005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5713"/>
              </a:lnTo>
              <a:lnTo>
                <a:pt x="263203" y="100571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8218AB-E26A-4905-A925-250F1B8208F3}">
      <dsp:nvSpPr>
        <dsp:cNvPr id="0" name=""/>
        <dsp:cNvSpPr/>
      </dsp:nvSpPr>
      <dsp:spPr>
        <a:xfrm>
          <a:off x="4065139" y="1215687"/>
          <a:ext cx="3184761" cy="3684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242"/>
              </a:lnTo>
              <a:lnTo>
                <a:pt x="3184761" y="184242"/>
              </a:lnTo>
              <a:lnTo>
                <a:pt x="3184761" y="3684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36A015-C0E6-4C1F-8EDE-BB6DA3C27D99}">
      <dsp:nvSpPr>
        <dsp:cNvPr id="0" name=""/>
        <dsp:cNvSpPr/>
      </dsp:nvSpPr>
      <dsp:spPr>
        <a:xfrm>
          <a:off x="4065139" y="1215687"/>
          <a:ext cx="1061587" cy="3684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242"/>
              </a:lnTo>
              <a:lnTo>
                <a:pt x="1061587" y="184242"/>
              </a:lnTo>
              <a:lnTo>
                <a:pt x="1061587" y="3684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DEA3C8-1E96-49AC-96E8-3B51C1271D29}">
      <dsp:nvSpPr>
        <dsp:cNvPr id="0" name=""/>
        <dsp:cNvSpPr/>
      </dsp:nvSpPr>
      <dsp:spPr>
        <a:xfrm>
          <a:off x="2301676" y="2461517"/>
          <a:ext cx="263203" cy="807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157"/>
              </a:lnTo>
              <a:lnTo>
                <a:pt x="263203" y="80715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86424-8B19-4437-86F8-2104E2A00CAE}">
      <dsp:nvSpPr>
        <dsp:cNvPr id="0" name=""/>
        <dsp:cNvSpPr/>
      </dsp:nvSpPr>
      <dsp:spPr>
        <a:xfrm>
          <a:off x="3003552" y="1215687"/>
          <a:ext cx="1061587" cy="368484"/>
        </a:xfrm>
        <a:custGeom>
          <a:avLst/>
          <a:gdLst/>
          <a:ahLst/>
          <a:cxnLst/>
          <a:rect l="0" t="0" r="0" b="0"/>
          <a:pathLst>
            <a:path>
              <a:moveTo>
                <a:pt x="1061587" y="0"/>
              </a:moveTo>
              <a:lnTo>
                <a:pt x="1061587" y="184242"/>
              </a:lnTo>
              <a:lnTo>
                <a:pt x="0" y="184242"/>
              </a:lnTo>
              <a:lnTo>
                <a:pt x="0" y="3684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CAF391-6780-4409-8029-A39A344E69CE}">
      <dsp:nvSpPr>
        <dsp:cNvPr id="0" name=""/>
        <dsp:cNvSpPr/>
      </dsp:nvSpPr>
      <dsp:spPr>
        <a:xfrm>
          <a:off x="178502" y="2461517"/>
          <a:ext cx="263203" cy="807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157"/>
              </a:lnTo>
              <a:lnTo>
                <a:pt x="263203" y="80715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ACA376-EE64-4077-91A4-D6B6AE0EFFFE}">
      <dsp:nvSpPr>
        <dsp:cNvPr id="0" name=""/>
        <dsp:cNvSpPr/>
      </dsp:nvSpPr>
      <dsp:spPr>
        <a:xfrm>
          <a:off x="880378" y="1215687"/>
          <a:ext cx="3184761" cy="368484"/>
        </a:xfrm>
        <a:custGeom>
          <a:avLst/>
          <a:gdLst/>
          <a:ahLst/>
          <a:cxnLst/>
          <a:rect l="0" t="0" r="0" b="0"/>
          <a:pathLst>
            <a:path>
              <a:moveTo>
                <a:pt x="3184761" y="0"/>
              </a:moveTo>
              <a:lnTo>
                <a:pt x="3184761" y="184242"/>
              </a:lnTo>
              <a:lnTo>
                <a:pt x="0" y="184242"/>
              </a:lnTo>
              <a:lnTo>
                <a:pt x="0" y="3684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0BE47B-A077-462B-B87F-B5E208DB080F}">
      <dsp:nvSpPr>
        <dsp:cNvPr id="0" name=""/>
        <dsp:cNvSpPr/>
      </dsp:nvSpPr>
      <dsp:spPr>
        <a:xfrm>
          <a:off x="2664300" y="338342"/>
          <a:ext cx="2801677" cy="8773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Responsable maintenance</a:t>
          </a:r>
          <a:endParaRPr lang="fr-FR" sz="1100" b="1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Calibri" panose="020F0502020204030204" pitchFamily="34" charset="0"/>
              <a:cs typeface="Calibri" panose="020F0502020204030204" pitchFamily="34" charset="0"/>
            </a:rPr>
            <a:t>Cédric MOIX</a:t>
          </a:r>
        </a:p>
      </dsp:txBody>
      <dsp:txXfrm>
        <a:off x="2664300" y="338342"/>
        <a:ext cx="2801677" cy="877344"/>
      </dsp:txXfrm>
    </dsp:sp>
    <dsp:sp modelId="{CC9030AD-40BA-4F2D-A9EE-735DD6F2F8BB}">
      <dsp:nvSpPr>
        <dsp:cNvPr id="0" name=""/>
        <dsp:cNvSpPr/>
      </dsp:nvSpPr>
      <dsp:spPr>
        <a:xfrm>
          <a:off x="3033" y="1584172"/>
          <a:ext cx="1754689" cy="8773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MAGASIN</a:t>
          </a: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MAINTENANCE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Acheteur magasinier maintenance 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David AYOUM</a:t>
          </a:r>
        </a:p>
      </dsp:txBody>
      <dsp:txXfrm>
        <a:off x="3033" y="1584172"/>
        <a:ext cx="1754689" cy="877344"/>
      </dsp:txXfrm>
    </dsp:sp>
    <dsp:sp modelId="{8DCC9B56-70D4-4987-9E1B-19A46282AD5C}">
      <dsp:nvSpPr>
        <dsp:cNvPr id="0" name=""/>
        <dsp:cNvSpPr/>
      </dsp:nvSpPr>
      <dsp:spPr>
        <a:xfrm>
          <a:off x="441705" y="2830002"/>
          <a:ext cx="1754689" cy="8773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Magasinier maintenance 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Yann SERIOT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Pierre TESTIERE</a:t>
          </a:r>
        </a:p>
      </dsp:txBody>
      <dsp:txXfrm>
        <a:off x="441705" y="2830002"/>
        <a:ext cx="1754689" cy="877344"/>
      </dsp:txXfrm>
    </dsp:sp>
    <dsp:sp modelId="{BF085B7D-40C7-4FCE-A208-C3029F704E56}">
      <dsp:nvSpPr>
        <dsp:cNvPr id="0" name=""/>
        <dsp:cNvSpPr/>
      </dsp:nvSpPr>
      <dsp:spPr>
        <a:xfrm>
          <a:off x="2126207" y="1584172"/>
          <a:ext cx="1754689" cy="8773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MECANIQUE INFRA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 Chef d’équipe mécanique 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Yohann KEROUEC</a:t>
          </a:r>
        </a:p>
      </dsp:txBody>
      <dsp:txXfrm>
        <a:off x="2126207" y="1584172"/>
        <a:ext cx="1754689" cy="877344"/>
      </dsp:txXfrm>
    </dsp:sp>
    <dsp:sp modelId="{C1B7F33D-7F0A-4425-AC1B-8D600FF70698}">
      <dsp:nvSpPr>
        <dsp:cNvPr id="0" name=""/>
        <dsp:cNvSpPr/>
      </dsp:nvSpPr>
      <dsp:spPr>
        <a:xfrm>
          <a:off x="2564880" y="2830002"/>
          <a:ext cx="1754689" cy="8773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Mécanicien infrastructures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kern="1200" dirty="0" err="1">
              <a:latin typeface="Calibri" panose="020F0502020204030204" pitchFamily="34" charset="0"/>
              <a:cs typeface="Calibri" panose="020F0502020204030204" pitchFamily="34" charset="0"/>
            </a:rPr>
            <a:t>Assia</a:t>
          </a: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 YACOUB</a:t>
          </a:r>
        </a:p>
      </dsp:txBody>
      <dsp:txXfrm>
        <a:off x="2564880" y="2830002"/>
        <a:ext cx="1754689" cy="877344"/>
      </dsp:txXfrm>
    </dsp:sp>
    <dsp:sp modelId="{75F1128E-1B12-4C85-BD44-D752870CF9C6}">
      <dsp:nvSpPr>
        <dsp:cNvPr id="0" name=""/>
        <dsp:cNvSpPr/>
      </dsp:nvSpPr>
      <dsp:spPr>
        <a:xfrm>
          <a:off x="4249382" y="1584172"/>
          <a:ext cx="1754689" cy="8773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Technicien d’usinage 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Sylvie ARRIOT-BERQUIN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Dominique TY</a:t>
          </a:r>
        </a:p>
      </dsp:txBody>
      <dsp:txXfrm>
        <a:off x="4249382" y="1584172"/>
        <a:ext cx="1754689" cy="877344"/>
      </dsp:txXfrm>
    </dsp:sp>
    <dsp:sp modelId="{31D31F35-43F5-4ED6-9FD1-02379D0240F5}">
      <dsp:nvSpPr>
        <dsp:cNvPr id="0" name=""/>
        <dsp:cNvSpPr/>
      </dsp:nvSpPr>
      <dsp:spPr>
        <a:xfrm>
          <a:off x="6372556" y="1584172"/>
          <a:ext cx="1754689" cy="8773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ELECTRICITE</a:t>
          </a: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Chef d’équipe électricité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Luis DOLORES</a:t>
          </a:r>
        </a:p>
      </dsp:txBody>
      <dsp:txXfrm>
        <a:off x="6372556" y="1584172"/>
        <a:ext cx="1754689" cy="877344"/>
      </dsp:txXfrm>
    </dsp:sp>
    <dsp:sp modelId="{B3BA85A1-4765-425B-8A39-E7568CACF8EA}">
      <dsp:nvSpPr>
        <dsp:cNvPr id="0" name=""/>
        <dsp:cNvSpPr/>
      </dsp:nvSpPr>
      <dsp:spPr>
        <a:xfrm>
          <a:off x="6811228" y="2830002"/>
          <a:ext cx="1754689" cy="12744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Calibri" panose="020F0502020204030204" pitchFamily="34" charset="0"/>
              <a:cs typeface="Calibri" panose="020F0502020204030204" pitchFamily="34" charset="0"/>
            </a:rPr>
            <a:t>Electriciens postés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 Rick CASTANIER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 err="1">
              <a:latin typeface="Calibri" panose="020F0502020204030204" pitchFamily="34" charset="0"/>
              <a:cs typeface="Calibri" panose="020F0502020204030204" pitchFamily="34" charset="0"/>
            </a:rPr>
            <a:t>Nicky</a:t>
          </a: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 MIANOT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Séraphine SOULIER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>
              <a:latin typeface="Calibri" panose="020F0502020204030204" pitchFamily="34" charset="0"/>
              <a:cs typeface="Calibri" panose="020F0502020204030204" pitchFamily="34" charset="0"/>
            </a:rPr>
            <a:t>Alexandre TRIOT</a:t>
          </a:r>
        </a:p>
      </dsp:txBody>
      <dsp:txXfrm>
        <a:off x="6811228" y="2830002"/>
        <a:ext cx="1754689" cy="1274457"/>
      </dsp:txXfrm>
    </dsp:sp>
    <dsp:sp modelId="{005D88C1-27B8-4D0E-89CF-6B52D87AE4D7}">
      <dsp:nvSpPr>
        <dsp:cNvPr id="0" name=""/>
        <dsp:cNvSpPr/>
      </dsp:nvSpPr>
      <dsp:spPr>
        <a:xfrm>
          <a:off x="6811228" y="4472944"/>
          <a:ext cx="1754689" cy="8773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1" kern="1200" dirty="0">
              <a:latin typeface="Calibri" panose="020F0502020204030204" pitchFamily="34" charset="0"/>
              <a:cs typeface="Calibri" panose="020F0502020204030204" pitchFamily="34" charset="0"/>
            </a:rPr>
            <a:t>Electriciens non postés</a:t>
          </a:r>
        </a:p>
        <a:p>
          <a:pPr marL="0" lvl="0" indent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Guillaume COSNE</a:t>
          </a:r>
        </a:p>
        <a:p>
          <a:pPr marL="0" lvl="0" indent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Thomas  POIRE (apprenti)</a:t>
          </a:r>
        </a:p>
      </dsp:txBody>
      <dsp:txXfrm>
        <a:off x="6811228" y="4472944"/>
        <a:ext cx="1754689" cy="8773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B306B-6AF4-4A43-A616-D4F47050058D}">
      <dsp:nvSpPr>
        <dsp:cNvPr id="0" name=""/>
        <dsp:cNvSpPr/>
      </dsp:nvSpPr>
      <dsp:spPr>
        <a:xfrm>
          <a:off x="6129783" y="1810347"/>
          <a:ext cx="224228" cy="687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7633"/>
              </a:lnTo>
              <a:lnTo>
                <a:pt x="224228" y="68763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BCEA73-2668-460F-9C16-C9AE16C8F5A0}">
      <dsp:nvSpPr>
        <dsp:cNvPr id="0" name=""/>
        <dsp:cNvSpPr/>
      </dsp:nvSpPr>
      <dsp:spPr>
        <a:xfrm>
          <a:off x="3795536" y="748999"/>
          <a:ext cx="2932189" cy="31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959"/>
              </a:lnTo>
              <a:lnTo>
                <a:pt x="2932189" y="156959"/>
              </a:lnTo>
              <a:lnTo>
                <a:pt x="2932189" y="3139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93363E-898F-4E1F-A060-1276CDBA3D4D}">
      <dsp:nvSpPr>
        <dsp:cNvPr id="0" name=""/>
        <dsp:cNvSpPr/>
      </dsp:nvSpPr>
      <dsp:spPr>
        <a:xfrm>
          <a:off x="3795536" y="748999"/>
          <a:ext cx="1123414" cy="313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959"/>
              </a:lnTo>
              <a:lnTo>
                <a:pt x="1123414" y="156959"/>
              </a:lnTo>
              <a:lnTo>
                <a:pt x="1123414" y="3139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747869-5841-4EFE-8D15-A26BA348B020}">
      <dsp:nvSpPr>
        <dsp:cNvPr id="0" name=""/>
        <dsp:cNvSpPr/>
      </dsp:nvSpPr>
      <dsp:spPr>
        <a:xfrm>
          <a:off x="3110174" y="748999"/>
          <a:ext cx="685361" cy="313919"/>
        </a:xfrm>
        <a:custGeom>
          <a:avLst/>
          <a:gdLst/>
          <a:ahLst/>
          <a:cxnLst/>
          <a:rect l="0" t="0" r="0" b="0"/>
          <a:pathLst>
            <a:path>
              <a:moveTo>
                <a:pt x="685361" y="0"/>
              </a:moveTo>
              <a:lnTo>
                <a:pt x="685361" y="156959"/>
              </a:lnTo>
              <a:lnTo>
                <a:pt x="0" y="156959"/>
              </a:lnTo>
              <a:lnTo>
                <a:pt x="0" y="3139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BFB6DA-F358-4763-9C78-5D39234986B4}">
      <dsp:nvSpPr>
        <dsp:cNvPr id="0" name=""/>
        <dsp:cNvSpPr/>
      </dsp:nvSpPr>
      <dsp:spPr>
        <a:xfrm>
          <a:off x="309209" y="1810347"/>
          <a:ext cx="289936" cy="2810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0329"/>
              </a:lnTo>
              <a:lnTo>
                <a:pt x="289936" y="281032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9C48D-F917-47AB-8ECA-7C924F5A115D}">
      <dsp:nvSpPr>
        <dsp:cNvPr id="0" name=""/>
        <dsp:cNvSpPr/>
      </dsp:nvSpPr>
      <dsp:spPr>
        <a:xfrm>
          <a:off x="309209" y="1810347"/>
          <a:ext cx="289936" cy="1748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8981"/>
              </a:lnTo>
              <a:lnTo>
                <a:pt x="289936" y="174898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E4438C-3B13-4150-B7A0-797DDDB67495}">
      <dsp:nvSpPr>
        <dsp:cNvPr id="0" name=""/>
        <dsp:cNvSpPr/>
      </dsp:nvSpPr>
      <dsp:spPr>
        <a:xfrm>
          <a:off x="309209" y="1810347"/>
          <a:ext cx="289936" cy="687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7633"/>
              </a:lnTo>
              <a:lnTo>
                <a:pt x="289936" y="68763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74310E-4731-4344-BA66-B63B13141674}">
      <dsp:nvSpPr>
        <dsp:cNvPr id="0" name=""/>
        <dsp:cNvSpPr/>
      </dsp:nvSpPr>
      <dsp:spPr>
        <a:xfrm>
          <a:off x="1082372" y="748999"/>
          <a:ext cx="2713163" cy="313919"/>
        </a:xfrm>
        <a:custGeom>
          <a:avLst/>
          <a:gdLst/>
          <a:ahLst/>
          <a:cxnLst/>
          <a:rect l="0" t="0" r="0" b="0"/>
          <a:pathLst>
            <a:path>
              <a:moveTo>
                <a:pt x="2713163" y="0"/>
              </a:moveTo>
              <a:lnTo>
                <a:pt x="2713163" y="156959"/>
              </a:lnTo>
              <a:lnTo>
                <a:pt x="0" y="156959"/>
              </a:lnTo>
              <a:lnTo>
                <a:pt x="0" y="3139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5A9F48-A0D2-473D-AC94-E5119DD69F72}">
      <dsp:nvSpPr>
        <dsp:cNvPr id="0" name=""/>
        <dsp:cNvSpPr/>
      </dsp:nvSpPr>
      <dsp:spPr>
        <a:xfrm>
          <a:off x="2424559" y="1571"/>
          <a:ext cx="2741954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Responsable magasins </a:t>
          </a:r>
        </a:p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Jalil</a:t>
          </a:r>
          <a:r>
            <a:rPr lang="fr-FR" sz="1200" kern="1200" dirty="0"/>
            <a:t> AISSAI</a:t>
          </a:r>
        </a:p>
      </dsp:txBody>
      <dsp:txXfrm>
        <a:off x="2424559" y="1571"/>
        <a:ext cx="2741954" cy="747427"/>
      </dsp:txXfrm>
    </dsp:sp>
    <dsp:sp modelId="{9C215A70-3C26-4AAE-8E0D-728060710BDC}">
      <dsp:nvSpPr>
        <dsp:cNvPr id="0" name=""/>
        <dsp:cNvSpPr/>
      </dsp:nvSpPr>
      <dsp:spPr>
        <a:xfrm>
          <a:off x="115918" y="1062919"/>
          <a:ext cx="1932908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Gestionnaire affrètement – expéditions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Lidye</a:t>
          </a:r>
          <a:r>
            <a:rPr lang="fr-FR" sz="1100" kern="1200" dirty="0"/>
            <a:t> BROUET</a:t>
          </a:r>
        </a:p>
      </dsp:txBody>
      <dsp:txXfrm>
        <a:off x="115918" y="1062919"/>
        <a:ext cx="1932908" cy="747427"/>
      </dsp:txXfrm>
    </dsp:sp>
    <dsp:sp modelId="{00CB58B1-4173-4D8A-B976-7CBC686F7656}">
      <dsp:nvSpPr>
        <dsp:cNvPr id="0" name=""/>
        <dsp:cNvSpPr/>
      </dsp:nvSpPr>
      <dsp:spPr>
        <a:xfrm>
          <a:off x="599145" y="2124267"/>
          <a:ext cx="1494855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Gestionnaire stocks et préparations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Gautier ATTEL</a:t>
          </a:r>
        </a:p>
      </dsp:txBody>
      <dsp:txXfrm>
        <a:off x="599145" y="2124267"/>
        <a:ext cx="1494855" cy="747427"/>
      </dsp:txXfrm>
    </dsp:sp>
    <dsp:sp modelId="{80CC2A04-2A23-469E-8179-94586508CB85}">
      <dsp:nvSpPr>
        <dsp:cNvPr id="0" name=""/>
        <dsp:cNvSpPr/>
      </dsp:nvSpPr>
      <dsp:spPr>
        <a:xfrm>
          <a:off x="599145" y="3185614"/>
          <a:ext cx="1494855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Magasiniers</a:t>
          </a:r>
        </a:p>
      </dsp:txBody>
      <dsp:txXfrm>
        <a:off x="599145" y="3185614"/>
        <a:ext cx="1494855" cy="747427"/>
      </dsp:txXfrm>
    </dsp:sp>
    <dsp:sp modelId="{87C12193-CDC9-4ADF-9B72-CD20D8978DA4}">
      <dsp:nvSpPr>
        <dsp:cNvPr id="0" name=""/>
        <dsp:cNvSpPr/>
      </dsp:nvSpPr>
      <dsp:spPr>
        <a:xfrm>
          <a:off x="599145" y="4246962"/>
          <a:ext cx="1494855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Gestionnaire administratif magasins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kern="1200" dirty="0"/>
            <a:t>Lili SIOT</a:t>
          </a:r>
        </a:p>
      </dsp:txBody>
      <dsp:txXfrm>
        <a:off x="599145" y="4246962"/>
        <a:ext cx="1494855" cy="747427"/>
      </dsp:txXfrm>
    </dsp:sp>
    <dsp:sp modelId="{938D8F75-4A05-45A6-AC85-BCE0AC2E53DA}">
      <dsp:nvSpPr>
        <dsp:cNvPr id="0" name=""/>
        <dsp:cNvSpPr/>
      </dsp:nvSpPr>
      <dsp:spPr>
        <a:xfrm>
          <a:off x="2362746" y="1062919"/>
          <a:ext cx="1494855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Magasinier semi-finis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kern="1200" dirty="0"/>
            <a:t>Mohamed BRIO</a:t>
          </a:r>
        </a:p>
      </dsp:txBody>
      <dsp:txXfrm>
        <a:off x="2362746" y="1062919"/>
        <a:ext cx="1494855" cy="747427"/>
      </dsp:txXfrm>
    </dsp:sp>
    <dsp:sp modelId="{DCE536E6-271E-4229-85FE-5A167AB2C95B}">
      <dsp:nvSpPr>
        <dsp:cNvPr id="0" name=""/>
        <dsp:cNvSpPr/>
      </dsp:nvSpPr>
      <dsp:spPr>
        <a:xfrm>
          <a:off x="4171522" y="1062919"/>
          <a:ext cx="1494855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Magasiniers</a:t>
          </a:r>
          <a:r>
            <a:rPr lang="fr-FR" sz="1800" kern="1200" dirty="0"/>
            <a:t> </a:t>
          </a:r>
        </a:p>
      </dsp:txBody>
      <dsp:txXfrm>
        <a:off x="4171522" y="1062919"/>
        <a:ext cx="1494855" cy="747427"/>
      </dsp:txXfrm>
    </dsp:sp>
    <dsp:sp modelId="{7B55FB93-9634-4D02-983C-FD576EF0D8B4}">
      <dsp:nvSpPr>
        <dsp:cNvPr id="0" name=""/>
        <dsp:cNvSpPr/>
      </dsp:nvSpPr>
      <dsp:spPr>
        <a:xfrm>
          <a:off x="5980298" y="1062919"/>
          <a:ext cx="1494855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Gestionnaire matières premières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Bruno VETIO </a:t>
          </a:r>
        </a:p>
      </dsp:txBody>
      <dsp:txXfrm>
        <a:off x="5980298" y="1062919"/>
        <a:ext cx="1494855" cy="747427"/>
      </dsp:txXfrm>
    </dsp:sp>
    <dsp:sp modelId="{4FEF85D9-4611-4C43-B8A1-EF9119BB3364}">
      <dsp:nvSpPr>
        <dsp:cNvPr id="0" name=""/>
        <dsp:cNvSpPr/>
      </dsp:nvSpPr>
      <dsp:spPr>
        <a:xfrm>
          <a:off x="6354012" y="2124267"/>
          <a:ext cx="1494855" cy="7474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Magasiniers</a:t>
          </a:r>
          <a:r>
            <a:rPr lang="fr-FR" sz="1800" kern="1200" dirty="0"/>
            <a:t> </a:t>
          </a:r>
        </a:p>
      </dsp:txBody>
      <dsp:txXfrm>
        <a:off x="6354012" y="2124267"/>
        <a:ext cx="1494855" cy="7474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5AEC6-2335-4DC3-98E3-502046A9A851}">
      <dsp:nvSpPr>
        <dsp:cNvPr id="0" name=""/>
        <dsp:cNvSpPr/>
      </dsp:nvSpPr>
      <dsp:spPr>
        <a:xfrm>
          <a:off x="7559248" y="2232869"/>
          <a:ext cx="150365" cy="19920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2074"/>
              </a:lnTo>
              <a:lnTo>
                <a:pt x="150365" y="199207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993785-076F-4DA5-8891-A4179348A1EE}">
      <dsp:nvSpPr>
        <dsp:cNvPr id="0" name=""/>
        <dsp:cNvSpPr/>
      </dsp:nvSpPr>
      <dsp:spPr>
        <a:xfrm>
          <a:off x="7559248" y="2232869"/>
          <a:ext cx="150365" cy="1280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0343"/>
              </a:lnTo>
              <a:lnTo>
                <a:pt x="150365" y="128034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24FE16-5DD6-4909-BDD2-412D92964694}">
      <dsp:nvSpPr>
        <dsp:cNvPr id="0" name=""/>
        <dsp:cNvSpPr/>
      </dsp:nvSpPr>
      <dsp:spPr>
        <a:xfrm>
          <a:off x="7559248" y="2232869"/>
          <a:ext cx="150365" cy="514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4867"/>
              </a:lnTo>
              <a:lnTo>
                <a:pt x="150365" y="51486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AAA3C-99CF-4D36-903A-6762FCC970F9}">
      <dsp:nvSpPr>
        <dsp:cNvPr id="0" name=""/>
        <dsp:cNvSpPr/>
      </dsp:nvSpPr>
      <dsp:spPr>
        <a:xfrm>
          <a:off x="4242937" y="800490"/>
          <a:ext cx="3717285" cy="555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260"/>
              </a:lnTo>
              <a:lnTo>
                <a:pt x="3717285" y="450260"/>
              </a:lnTo>
              <a:lnTo>
                <a:pt x="3717285" y="55551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9DBF27-E74B-40F2-B024-56CC97D0028B}">
      <dsp:nvSpPr>
        <dsp:cNvPr id="0" name=""/>
        <dsp:cNvSpPr/>
      </dsp:nvSpPr>
      <dsp:spPr>
        <a:xfrm>
          <a:off x="4242937" y="800490"/>
          <a:ext cx="2481941" cy="5496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4365"/>
              </a:lnTo>
              <a:lnTo>
                <a:pt x="2481941" y="444365"/>
              </a:lnTo>
              <a:lnTo>
                <a:pt x="2481941" y="54962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2BF472-985C-4E89-A0A5-BAE73673C4F8}">
      <dsp:nvSpPr>
        <dsp:cNvPr id="0" name=""/>
        <dsp:cNvSpPr/>
      </dsp:nvSpPr>
      <dsp:spPr>
        <a:xfrm>
          <a:off x="4242937" y="800490"/>
          <a:ext cx="1291385" cy="555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260"/>
              </a:lnTo>
              <a:lnTo>
                <a:pt x="1291385" y="450260"/>
              </a:lnTo>
              <a:lnTo>
                <a:pt x="1291385" y="55551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9B3A4F-E286-40A1-8C2E-7E4CB66E82E9}">
      <dsp:nvSpPr>
        <dsp:cNvPr id="0" name=""/>
        <dsp:cNvSpPr/>
      </dsp:nvSpPr>
      <dsp:spPr>
        <a:xfrm>
          <a:off x="3908976" y="2188747"/>
          <a:ext cx="152269" cy="3375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75168"/>
              </a:lnTo>
              <a:lnTo>
                <a:pt x="152269" y="337516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5CB21E-685F-4B08-8717-F8B9AB81DAF4}">
      <dsp:nvSpPr>
        <dsp:cNvPr id="0" name=""/>
        <dsp:cNvSpPr/>
      </dsp:nvSpPr>
      <dsp:spPr>
        <a:xfrm>
          <a:off x="3908976" y="2188747"/>
          <a:ext cx="152269" cy="24537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3775"/>
              </a:lnTo>
              <a:lnTo>
                <a:pt x="152269" y="245377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CECB4C-A196-452E-AE06-A7DFD4815F1F}">
      <dsp:nvSpPr>
        <dsp:cNvPr id="0" name=""/>
        <dsp:cNvSpPr/>
      </dsp:nvSpPr>
      <dsp:spPr>
        <a:xfrm>
          <a:off x="3908976" y="2188747"/>
          <a:ext cx="152269" cy="1352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2617"/>
              </a:lnTo>
              <a:lnTo>
                <a:pt x="152269" y="135261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00AE96-6591-434C-B7F7-177B622A6927}">
      <dsp:nvSpPr>
        <dsp:cNvPr id="0" name=""/>
        <dsp:cNvSpPr/>
      </dsp:nvSpPr>
      <dsp:spPr>
        <a:xfrm>
          <a:off x="3908976" y="2188747"/>
          <a:ext cx="152269" cy="461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1121"/>
              </a:lnTo>
              <a:lnTo>
                <a:pt x="152269" y="46112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4D46CF-A3F1-4A00-8443-C5E7716207BC}">
      <dsp:nvSpPr>
        <dsp:cNvPr id="0" name=""/>
        <dsp:cNvSpPr/>
      </dsp:nvSpPr>
      <dsp:spPr>
        <a:xfrm>
          <a:off x="4197217" y="800490"/>
          <a:ext cx="91440" cy="555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0260"/>
              </a:lnTo>
              <a:lnTo>
                <a:pt x="117810" y="450260"/>
              </a:lnTo>
              <a:lnTo>
                <a:pt x="117810" y="55551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D927D2-9981-44B0-B46E-407FD0D6F80E}">
      <dsp:nvSpPr>
        <dsp:cNvPr id="0" name=""/>
        <dsp:cNvSpPr/>
      </dsp:nvSpPr>
      <dsp:spPr>
        <a:xfrm>
          <a:off x="2694757" y="2233345"/>
          <a:ext cx="150365" cy="3374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74206"/>
              </a:lnTo>
              <a:lnTo>
                <a:pt x="150365" y="337420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F065B1-8266-414E-A9E6-D20BBD4A285D}">
      <dsp:nvSpPr>
        <dsp:cNvPr id="0" name=""/>
        <dsp:cNvSpPr/>
      </dsp:nvSpPr>
      <dsp:spPr>
        <a:xfrm>
          <a:off x="2694757" y="2233345"/>
          <a:ext cx="150365" cy="2568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8564"/>
              </a:lnTo>
              <a:lnTo>
                <a:pt x="150365" y="256856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853B7A-ABE0-4FD6-AEF3-2AC5973E3DF7}">
      <dsp:nvSpPr>
        <dsp:cNvPr id="0" name=""/>
        <dsp:cNvSpPr/>
      </dsp:nvSpPr>
      <dsp:spPr>
        <a:xfrm>
          <a:off x="2694757" y="2233345"/>
          <a:ext cx="150365" cy="1652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2123"/>
              </a:lnTo>
              <a:lnTo>
                <a:pt x="150365" y="165212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E15524-7452-4AD4-A280-FA7E79C94D85}">
      <dsp:nvSpPr>
        <dsp:cNvPr id="0" name=""/>
        <dsp:cNvSpPr/>
      </dsp:nvSpPr>
      <dsp:spPr>
        <a:xfrm>
          <a:off x="2694757" y="2233345"/>
          <a:ext cx="150365" cy="645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5357"/>
              </a:lnTo>
              <a:lnTo>
                <a:pt x="150365" y="64535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8C5E02-BAF4-4500-8C73-33C3D228B0EC}">
      <dsp:nvSpPr>
        <dsp:cNvPr id="0" name=""/>
        <dsp:cNvSpPr/>
      </dsp:nvSpPr>
      <dsp:spPr>
        <a:xfrm>
          <a:off x="3095732" y="800490"/>
          <a:ext cx="1147205" cy="555516"/>
        </a:xfrm>
        <a:custGeom>
          <a:avLst/>
          <a:gdLst/>
          <a:ahLst/>
          <a:cxnLst/>
          <a:rect l="0" t="0" r="0" b="0"/>
          <a:pathLst>
            <a:path>
              <a:moveTo>
                <a:pt x="1147205" y="0"/>
              </a:moveTo>
              <a:lnTo>
                <a:pt x="1147205" y="450260"/>
              </a:lnTo>
              <a:lnTo>
                <a:pt x="0" y="450260"/>
              </a:lnTo>
              <a:lnTo>
                <a:pt x="0" y="55551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2DBB59-F607-4DB7-9554-43EB4C5EFB2B}">
      <dsp:nvSpPr>
        <dsp:cNvPr id="0" name=""/>
        <dsp:cNvSpPr/>
      </dsp:nvSpPr>
      <dsp:spPr>
        <a:xfrm>
          <a:off x="1418825" y="2232869"/>
          <a:ext cx="171027" cy="34780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8079"/>
              </a:lnTo>
              <a:lnTo>
                <a:pt x="171027" y="347807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5DEB6F-AFB1-43D5-BD24-FB1C8288F613}">
      <dsp:nvSpPr>
        <dsp:cNvPr id="0" name=""/>
        <dsp:cNvSpPr/>
      </dsp:nvSpPr>
      <dsp:spPr>
        <a:xfrm>
          <a:off x="1418825" y="2232869"/>
          <a:ext cx="160862" cy="2550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0325"/>
              </a:lnTo>
              <a:lnTo>
                <a:pt x="160862" y="255032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FDE21B-998E-40E2-81AB-37C3C08D6A43}">
      <dsp:nvSpPr>
        <dsp:cNvPr id="0" name=""/>
        <dsp:cNvSpPr/>
      </dsp:nvSpPr>
      <dsp:spPr>
        <a:xfrm>
          <a:off x="1418825" y="2232869"/>
          <a:ext cx="160862" cy="15833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3353"/>
              </a:lnTo>
              <a:lnTo>
                <a:pt x="160862" y="158335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E88E5F-AA5D-4FCB-9D20-52B22709E0E6}">
      <dsp:nvSpPr>
        <dsp:cNvPr id="0" name=""/>
        <dsp:cNvSpPr/>
      </dsp:nvSpPr>
      <dsp:spPr>
        <a:xfrm>
          <a:off x="1418825" y="2232869"/>
          <a:ext cx="160862" cy="646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6762"/>
              </a:lnTo>
              <a:lnTo>
                <a:pt x="160862" y="64676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D70B72-6C9A-4D81-90AA-388757285C9C}">
      <dsp:nvSpPr>
        <dsp:cNvPr id="0" name=""/>
        <dsp:cNvSpPr/>
      </dsp:nvSpPr>
      <dsp:spPr>
        <a:xfrm>
          <a:off x="1847792" y="800490"/>
          <a:ext cx="2395145" cy="555516"/>
        </a:xfrm>
        <a:custGeom>
          <a:avLst/>
          <a:gdLst/>
          <a:ahLst/>
          <a:cxnLst/>
          <a:rect l="0" t="0" r="0" b="0"/>
          <a:pathLst>
            <a:path>
              <a:moveTo>
                <a:pt x="2395145" y="0"/>
              </a:moveTo>
              <a:lnTo>
                <a:pt x="2395145" y="450260"/>
              </a:lnTo>
              <a:lnTo>
                <a:pt x="0" y="450260"/>
              </a:lnTo>
              <a:lnTo>
                <a:pt x="0" y="55551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C58509-1557-49F3-88D6-85687750074E}">
      <dsp:nvSpPr>
        <dsp:cNvPr id="0" name=""/>
        <dsp:cNvSpPr/>
      </dsp:nvSpPr>
      <dsp:spPr>
        <a:xfrm>
          <a:off x="110931" y="2232869"/>
          <a:ext cx="165023" cy="3494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4609"/>
              </a:lnTo>
              <a:lnTo>
                <a:pt x="165023" y="349460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97094E-3B63-40A0-91A4-07D7778CD5DC}">
      <dsp:nvSpPr>
        <dsp:cNvPr id="0" name=""/>
        <dsp:cNvSpPr/>
      </dsp:nvSpPr>
      <dsp:spPr>
        <a:xfrm>
          <a:off x="110931" y="2232869"/>
          <a:ext cx="165023" cy="2539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9130"/>
              </a:lnTo>
              <a:lnTo>
                <a:pt x="165023" y="253913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B9AF61-34C5-4ECA-90B5-77DD0D84ED9A}">
      <dsp:nvSpPr>
        <dsp:cNvPr id="0" name=""/>
        <dsp:cNvSpPr/>
      </dsp:nvSpPr>
      <dsp:spPr>
        <a:xfrm>
          <a:off x="110931" y="2232869"/>
          <a:ext cx="165023" cy="1378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8252"/>
              </a:lnTo>
              <a:lnTo>
                <a:pt x="165023" y="137825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88783C-CBFF-4FF0-8896-36402657D6D2}">
      <dsp:nvSpPr>
        <dsp:cNvPr id="0" name=""/>
        <dsp:cNvSpPr/>
      </dsp:nvSpPr>
      <dsp:spPr>
        <a:xfrm>
          <a:off x="110931" y="2232869"/>
          <a:ext cx="165023" cy="461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1121"/>
              </a:lnTo>
              <a:lnTo>
                <a:pt x="165023" y="46112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B650B3-8ED7-4EDC-A230-C8CC02B7B4A3}">
      <dsp:nvSpPr>
        <dsp:cNvPr id="0" name=""/>
        <dsp:cNvSpPr/>
      </dsp:nvSpPr>
      <dsp:spPr>
        <a:xfrm>
          <a:off x="550993" y="800490"/>
          <a:ext cx="3691944" cy="555516"/>
        </a:xfrm>
        <a:custGeom>
          <a:avLst/>
          <a:gdLst/>
          <a:ahLst/>
          <a:cxnLst/>
          <a:rect l="0" t="0" r="0" b="0"/>
          <a:pathLst>
            <a:path>
              <a:moveTo>
                <a:pt x="3691944" y="0"/>
              </a:moveTo>
              <a:lnTo>
                <a:pt x="3691944" y="450260"/>
              </a:lnTo>
              <a:lnTo>
                <a:pt x="0" y="450260"/>
              </a:lnTo>
              <a:lnTo>
                <a:pt x="0" y="55551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413DA9-CA06-4CC7-92D9-8C90E5825643}">
      <dsp:nvSpPr>
        <dsp:cNvPr id="0" name=""/>
        <dsp:cNvSpPr/>
      </dsp:nvSpPr>
      <dsp:spPr>
        <a:xfrm>
          <a:off x="3113480" y="13611"/>
          <a:ext cx="2258913" cy="78687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1" kern="1200" dirty="0"/>
            <a:t>Responsable de production </a:t>
          </a:r>
        </a:p>
        <a:p>
          <a:pPr marL="0" lvl="0" indent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kern="1200" dirty="0"/>
            <a:t>Inès LEVRIER</a:t>
          </a:r>
        </a:p>
      </dsp:txBody>
      <dsp:txXfrm>
        <a:off x="3113480" y="13611"/>
        <a:ext cx="2258913" cy="786878"/>
      </dsp:txXfrm>
    </dsp:sp>
    <dsp:sp modelId="{2B52DFB0-BB2D-48AC-9733-CF83D257A2C9}">
      <dsp:nvSpPr>
        <dsp:cNvPr id="0" name=""/>
        <dsp:cNvSpPr/>
      </dsp:nvSpPr>
      <dsp:spPr>
        <a:xfrm>
          <a:off x="915" y="1356006"/>
          <a:ext cx="1100155" cy="876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3778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50" b="1" kern="1200" dirty="0"/>
            <a:t>Responsable</a:t>
          </a:r>
          <a:r>
            <a:rPr lang="fr-FR" sz="900" b="1" kern="1200" dirty="0"/>
            <a:t> service</a:t>
          </a:r>
        </a:p>
        <a:p>
          <a:pPr marL="0" lvl="0" indent="0" algn="ctr" defTabSz="3778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Assises</a:t>
          </a:r>
        </a:p>
        <a:p>
          <a:pPr marL="0" lvl="0" indent="0" algn="ctr" defTabSz="3778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Dominique TARAUD </a:t>
          </a:r>
        </a:p>
      </dsp:txBody>
      <dsp:txXfrm>
        <a:off x="915" y="1356006"/>
        <a:ext cx="1100155" cy="876862"/>
      </dsp:txXfrm>
    </dsp:sp>
    <dsp:sp modelId="{2FBCE669-846E-4931-A1CF-ABDDC71DAF89}">
      <dsp:nvSpPr>
        <dsp:cNvPr id="0" name=""/>
        <dsp:cNvSpPr/>
      </dsp:nvSpPr>
      <dsp:spPr>
        <a:xfrm>
          <a:off x="275954" y="2443381"/>
          <a:ext cx="1002438" cy="50121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Assistant de production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Benjamin BERGERON</a:t>
          </a:r>
        </a:p>
      </dsp:txBody>
      <dsp:txXfrm>
        <a:off x="275954" y="2443381"/>
        <a:ext cx="1002438" cy="501219"/>
      </dsp:txXfrm>
    </dsp:sp>
    <dsp:sp modelId="{F63A6C23-F063-496F-9CE5-3556F9AED246}">
      <dsp:nvSpPr>
        <dsp:cNvPr id="0" name=""/>
        <dsp:cNvSpPr/>
      </dsp:nvSpPr>
      <dsp:spPr>
        <a:xfrm>
          <a:off x="275954" y="3155112"/>
          <a:ext cx="1002438" cy="9120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Chefs d’équipe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 Laurent BOUSSOL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Jérémy CLIM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Martine ERRE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Oscar HOUSSET</a:t>
          </a:r>
        </a:p>
      </dsp:txBody>
      <dsp:txXfrm>
        <a:off x="275954" y="3155112"/>
        <a:ext cx="1002438" cy="912018"/>
      </dsp:txXfrm>
    </dsp:sp>
    <dsp:sp modelId="{EFC1214F-0849-4E58-98A8-4E93980F758F}">
      <dsp:nvSpPr>
        <dsp:cNvPr id="0" name=""/>
        <dsp:cNvSpPr/>
      </dsp:nvSpPr>
      <dsp:spPr>
        <a:xfrm>
          <a:off x="275954" y="4277642"/>
          <a:ext cx="1002438" cy="9887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Mécaniciens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Sofiane AZZIRA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Jefferson HERRERA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Guillaume MULLET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Pierre POUZE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>
              <a:solidFill>
                <a:schemeClr val="bg1"/>
              </a:solidFill>
            </a:rPr>
            <a:t>Franck GERARD (A)</a:t>
          </a:r>
        </a:p>
      </dsp:txBody>
      <dsp:txXfrm>
        <a:off x="275954" y="4277642"/>
        <a:ext cx="1002438" cy="988714"/>
      </dsp:txXfrm>
    </dsp:sp>
    <dsp:sp modelId="{96A62957-6581-45FD-ADF7-60D8C0D56079}">
      <dsp:nvSpPr>
        <dsp:cNvPr id="0" name=""/>
        <dsp:cNvSpPr/>
      </dsp:nvSpPr>
      <dsp:spPr>
        <a:xfrm>
          <a:off x="275954" y="5476869"/>
          <a:ext cx="1002438" cy="50121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Receveurs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Conducteurs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Régleurs</a:t>
          </a:r>
        </a:p>
      </dsp:txBody>
      <dsp:txXfrm>
        <a:off x="275954" y="5476869"/>
        <a:ext cx="1002438" cy="501219"/>
      </dsp:txXfrm>
    </dsp:sp>
    <dsp:sp modelId="{560EF6F7-D3E3-41C1-8CF1-D5313E4E5C75}">
      <dsp:nvSpPr>
        <dsp:cNvPr id="0" name=""/>
        <dsp:cNvSpPr/>
      </dsp:nvSpPr>
      <dsp:spPr>
        <a:xfrm>
          <a:off x="1311583" y="1356006"/>
          <a:ext cx="1072418" cy="876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3778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50" b="1" kern="1200" dirty="0"/>
            <a:t>Responsable  service</a:t>
          </a:r>
        </a:p>
        <a:p>
          <a:pPr marL="0" lvl="0" indent="0" algn="ctr" defTabSz="3778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Tables</a:t>
          </a:r>
        </a:p>
        <a:p>
          <a:pPr marL="0" lvl="0" indent="0" algn="ctr" defTabSz="3778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 </a:t>
          </a:r>
          <a:r>
            <a:rPr lang="fr-FR" sz="900" kern="1200" dirty="0"/>
            <a:t>Myriam REMOUD</a:t>
          </a:r>
        </a:p>
      </dsp:txBody>
      <dsp:txXfrm>
        <a:off x="1311583" y="1356006"/>
        <a:ext cx="1072418" cy="876862"/>
      </dsp:txXfrm>
    </dsp:sp>
    <dsp:sp modelId="{542687AF-D6C6-41EA-A644-89D2C2D8A51D}">
      <dsp:nvSpPr>
        <dsp:cNvPr id="0" name=""/>
        <dsp:cNvSpPr/>
      </dsp:nvSpPr>
      <dsp:spPr>
        <a:xfrm>
          <a:off x="1579688" y="2443381"/>
          <a:ext cx="1002438" cy="8725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Chefs d’équipe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 Yannick DESTER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Romain FARANDOL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Blandine PARISOT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Samir RASSIA</a:t>
          </a:r>
        </a:p>
      </dsp:txBody>
      <dsp:txXfrm>
        <a:off x="1579688" y="2443381"/>
        <a:ext cx="1002438" cy="872502"/>
      </dsp:txXfrm>
    </dsp:sp>
    <dsp:sp modelId="{C9ED0309-F993-4F26-B38A-06BE6ADA35C5}">
      <dsp:nvSpPr>
        <dsp:cNvPr id="0" name=""/>
        <dsp:cNvSpPr/>
      </dsp:nvSpPr>
      <dsp:spPr>
        <a:xfrm>
          <a:off x="1579688" y="3526395"/>
          <a:ext cx="1002438" cy="5796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Chef d’équipe délégué à la formation 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Jacob BODET</a:t>
          </a:r>
        </a:p>
      </dsp:txBody>
      <dsp:txXfrm>
        <a:off x="1579688" y="3526395"/>
        <a:ext cx="1002438" cy="579654"/>
      </dsp:txXfrm>
    </dsp:sp>
    <dsp:sp modelId="{A89089AE-9D07-492E-B7A5-6794313F3C4B}">
      <dsp:nvSpPr>
        <dsp:cNvPr id="0" name=""/>
        <dsp:cNvSpPr/>
      </dsp:nvSpPr>
      <dsp:spPr>
        <a:xfrm>
          <a:off x="1579688" y="4316562"/>
          <a:ext cx="1002438" cy="9332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Mécaniciens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Luc DELORME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Miguel ALLIOT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Jules KERVOUET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 err="1">
              <a:solidFill>
                <a:schemeClr val="bg1"/>
              </a:solidFill>
            </a:rPr>
            <a:t>Najib</a:t>
          </a:r>
          <a:r>
            <a:rPr lang="fr-FR" sz="800" kern="1200" dirty="0">
              <a:solidFill>
                <a:schemeClr val="bg1"/>
              </a:solidFill>
            </a:rPr>
            <a:t> OULIA (A)</a:t>
          </a:r>
          <a:endParaRPr lang="fr-FR" sz="600" kern="1200" dirty="0"/>
        </a:p>
      </dsp:txBody>
      <dsp:txXfrm>
        <a:off x="1579688" y="4316562"/>
        <a:ext cx="1002438" cy="933264"/>
      </dsp:txXfrm>
    </dsp:sp>
    <dsp:sp modelId="{9568CEEC-DC4B-4146-8E95-1A735AA2F4A5}">
      <dsp:nvSpPr>
        <dsp:cNvPr id="0" name=""/>
        <dsp:cNvSpPr/>
      </dsp:nvSpPr>
      <dsp:spPr>
        <a:xfrm>
          <a:off x="1589852" y="5460338"/>
          <a:ext cx="1002438" cy="50121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Receveurs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Conducteurs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Régleurs</a:t>
          </a:r>
        </a:p>
      </dsp:txBody>
      <dsp:txXfrm>
        <a:off x="1589852" y="5460338"/>
        <a:ext cx="1002438" cy="501219"/>
      </dsp:txXfrm>
    </dsp:sp>
    <dsp:sp modelId="{1CF707DF-D549-4AEB-BFF1-625C23B13AC0}">
      <dsp:nvSpPr>
        <dsp:cNvPr id="0" name=""/>
        <dsp:cNvSpPr/>
      </dsp:nvSpPr>
      <dsp:spPr>
        <a:xfrm>
          <a:off x="2594513" y="1356006"/>
          <a:ext cx="1002438" cy="8773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Responsable  service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Accessoires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Antoine BART</a:t>
          </a:r>
        </a:p>
      </dsp:txBody>
      <dsp:txXfrm>
        <a:off x="2594513" y="1356006"/>
        <a:ext cx="1002438" cy="877338"/>
      </dsp:txXfrm>
    </dsp:sp>
    <dsp:sp modelId="{10101BC0-2A74-4BD8-A174-C3E0226207CA}">
      <dsp:nvSpPr>
        <dsp:cNvPr id="0" name=""/>
        <dsp:cNvSpPr/>
      </dsp:nvSpPr>
      <dsp:spPr>
        <a:xfrm>
          <a:off x="2845123" y="2443857"/>
          <a:ext cx="1002438" cy="86969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Chefs d’équipe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Didier BABIN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Patrick FLERIOT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Elaine MALLET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Jacques PIETRO</a:t>
          </a:r>
        </a:p>
      </dsp:txBody>
      <dsp:txXfrm>
        <a:off x="2845123" y="2443857"/>
        <a:ext cx="1002438" cy="869690"/>
      </dsp:txXfrm>
    </dsp:sp>
    <dsp:sp modelId="{5F70E9BF-35A6-43BD-A4F2-16645784828B}">
      <dsp:nvSpPr>
        <dsp:cNvPr id="0" name=""/>
        <dsp:cNvSpPr/>
      </dsp:nvSpPr>
      <dsp:spPr>
        <a:xfrm>
          <a:off x="2845123" y="3524059"/>
          <a:ext cx="1002438" cy="7228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Chef d’équipe délégué à la formation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Yasmina DE LARGERE</a:t>
          </a:r>
        </a:p>
      </dsp:txBody>
      <dsp:txXfrm>
        <a:off x="2845123" y="3524059"/>
        <a:ext cx="1002438" cy="722817"/>
      </dsp:txXfrm>
    </dsp:sp>
    <dsp:sp modelId="{74B072C5-B695-49B9-B33E-06826BE94EC6}">
      <dsp:nvSpPr>
        <dsp:cNvPr id="0" name=""/>
        <dsp:cNvSpPr/>
      </dsp:nvSpPr>
      <dsp:spPr>
        <a:xfrm>
          <a:off x="2845123" y="4457389"/>
          <a:ext cx="1002438" cy="6890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Mécaniciens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Mickaël CARAVELLO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Steven HAPPY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Jean-Claude MINH</a:t>
          </a:r>
        </a:p>
      </dsp:txBody>
      <dsp:txXfrm>
        <a:off x="2845123" y="4457389"/>
        <a:ext cx="1002438" cy="689040"/>
      </dsp:txXfrm>
    </dsp:sp>
    <dsp:sp modelId="{6615BA73-D3C4-42F4-BB3C-A3CE2C76F6ED}">
      <dsp:nvSpPr>
        <dsp:cNvPr id="0" name=""/>
        <dsp:cNvSpPr/>
      </dsp:nvSpPr>
      <dsp:spPr>
        <a:xfrm>
          <a:off x="2845123" y="5356942"/>
          <a:ext cx="1002438" cy="50121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Receveurs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Conducteurs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Régleurs</a:t>
          </a:r>
        </a:p>
      </dsp:txBody>
      <dsp:txXfrm>
        <a:off x="2845123" y="5356942"/>
        <a:ext cx="1002438" cy="501219"/>
      </dsp:txXfrm>
    </dsp:sp>
    <dsp:sp modelId="{A533B2E3-71CF-4EAA-8647-13AEED3EA458}">
      <dsp:nvSpPr>
        <dsp:cNvPr id="0" name=""/>
        <dsp:cNvSpPr/>
      </dsp:nvSpPr>
      <dsp:spPr>
        <a:xfrm>
          <a:off x="3807463" y="1356006"/>
          <a:ext cx="1015128" cy="8327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Responsable              service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Tissu : Découpe, Impression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Julie BARBIER</a:t>
          </a:r>
        </a:p>
      </dsp:txBody>
      <dsp:txXfrm>
        <a:off x="3807463" y="1356006"/>
        <a:ext cx="1015128" cy="832740"/>
      </dsp:txXfrm>
    </dsp:sp>
    <dsp:sp modelId="{694F9D73-BA11-47CE-AE01-F31181BD27E0}">
      <dsp:nvSpPr>
        <dsp:cNvPr id="0" name=""/>
        <dsp:cNvSpPr/>
      </dsp:nvSpPr>
      <dsp:spPr>
        <a:xfrm>
          <a:off x="4061245" y="2399258"/>
          <a:ext cx="1002438" cy="50121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Contremaitre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Claude ZALIO</a:t>
          </a:r>
        </a:p>
      </dsp:txBody>
      <dsp:txXfrm>
        <a:off x="4061245" y="2399258"/>
        <a:ext cx="1002438" cy="501219"/>
      </dsp:txXfrm>
    </dsp:sp>
    <dsp:sp modelId="{D50D6EA3-6A5C-4228-BFE6-EE1560BFE309}">
      <dsp:nvSpPr>
        <dsp:cNvPr id="0" name=""/>
        <dsp:cNvSpPr/>
      </dsp:nvSpPr>
      <dsp:spPr>
        <a:xfrm>
          <a:off x="4061245" y="3110989"/>
          <a:ext cx="1002438" cy="8607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Chefs d’équipe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 Cédric BERTOLOT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Martin DRIOP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Milène NAMER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Evelyne TESSOT</a:t>
          </a:r>
        </a:p>
      </dsp:txBody>
      <dsp:txXfrm>
        <a:off x="4061245" y="3110989"/>
        <a:ext cx="1002438" cy="860748"/>
      </dsp:txXfrm>
    </dsp:sp>
    <dsp:sp modelId="{D773B46E-090D-4EBE-B5DE-B38555C171FB}">
      <dsp:nvSpPr>
        <dsp:cNvPr id="0" name=""/>
        <dsp:cNvSpPr/>
      </dsp:nvSpPr>
      <dsp:spPr>
        <a:xfrm>
          <a:off x="4061245" y="4182250"/>
          <a:ext cx="1002438" cy="9205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Mécaniciens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Frédéric FROUM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Steve PORTON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Jean SARTEN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>
              <a:solidFill>
                <a:schemeClr val="bg1"/>
              </a:solidFill>
            </a:rPr>
            <a:t>Julien MONNIER (A)</a:t>
          </a:r>
        </a:p>
      </dsp:txBody>
      <dsp:txXfrm>
        <a:off x="4061245" y="4182250"/>
        <a:ext cx="1002438" cy="920543"/>
      </dsp:txXfrm>
    </dsp:sp>
    <dsp:sp modelId="{8501EB6B-9D48-497C-9AE1-8792DD9F2FD6}">
      <dsp:nvSpPr>
        <dsp:cNvPr id="0" name=""/>
        <dsp:cNvSpPr/>
      </dsp:nvSpPr>
      <dsp:spPr>
        <a:xfrm>
          <a:off x="4061245" y="5313306"/>
          <a:ext cx="1002438" cy="50121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Receveurs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Conducteurs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Régleurs</a:t>
          </a:r>
        </a:p>
      </dsp:txBody>
      <dsp:txXfrm>
        <a:off x="4061245" y="5313306"/>
        <a:ext cx="1002438" cy="501219"/>
      </dsp:txXfrm>
    </dsp:sp>
    <dsp:sp modelId="{E7DEAC3F-C125-42B1-B11A-F072552D0B15}">
      <dsp:nvSpPr>
        <dsp:cNvPr id="0" name=""/>
        <dsp:cNvSpPr/>
      </dsp:nvSpPr>
      <dsp:spPr>
        <a:xfrm>
          <a:off x="5033104" y="1356006"/>
          <a:ext cx="1002438" cy="84452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Coordinateur        amélioration  continue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Béatrice TROUILLE</a:t>
          </a:r>
        </a:p>
      </dsp:txBody>
      <dsp:txXfrm>
        <a:off x="5033104" y="1356006"/>
        <a:ext cx="1002438" cy="844528"/>
      </dsp:txXfrm>
    </dsp:sp>
    <dsp:sp modelId="{49357D4F-4597-4C57-BA8D-C1CEB021C56E}">
      <dsp:nvSpPr>
        <dsp:cNvPr id="0" name=""/>
        <dsp:cNvSpPr/>
      </dsp:nvSpPr>
      <dsp:spPr>
        <a:xfrm>
          <a:off x="6223660" y="1350112"/>
          <a:ext cx="1002438" cy="8563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0" kern="1200" dirty="0"/>
            <a:t>Chargée de formation interne technique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Jeanne TOURNOIS</a:t>
          </a:r>
        </a:p>
      </dsp:txBody>
      <dsp:txXfrm>
        <a:off x="6223660" y="1350112"/>
        <a:ext cx="1002438" cy="856317"/>
      </dsp:txXfrm>
    </dsp:sp>
    <dsp:sp modelId="{BF37F945-F775-419F-AC62-4293D1BA8F08}">
      <dsp:nvSpPr>
        <dsp:cNvPr id="0" name=""/>
        <dsp:cNvSpPr/>
      </dsp:nvSpPr>
      <dsp:spPr>
        <a:xfrm>
          <a:off x="7459004" y="1356006"/>
          <a:ext cx="1002438" cy="876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kern="1200" dirty="0"/>
            <a:t>Responsable services annexes                production 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Gérard TRION</a:t>
          </a:r>
        </a:p>
      </dsp:txBody>
      <dsp:txXfrm>
        <a:off x="7459004" y="1356006"/>
        <a:ext cx="1002438" cy="876862"/>
      </dsp:txXfrm>
    </dsp:sp>
    <dsp:sp modelId="{EE84F228-CC79-4740-A1C6-F7FD95525431}">
      <dsp:nvSpPr>
        <dsp:cNvPr id="0" name=""/>
        <dsp:cNvSpPr/>
      </dsp:nvSpPr>
      <dsp:spPr>
        <a:xfrm>
          <a:off x="7709614" y="2443381"/>
          <a:ext cx="1002438" cy="60871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Coloristes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Esther CARBONNELLE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Franck ESTIVAL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Amir PIAGGI </a:t>
          </a:r>
        </a:p>
      </dsp:txBody>
      <dsp:txXfrm>
        <a:off x="7709614" y="2443381"/>
        <a:ext cx="1002438" cy="608710"/>
      </dsp:txXfrm>
    </dsp:sp>
    <dsp:sp modelId="{F75D5787-F602-4287-BA56-2117988A7520}">
      <dsp:nvSpPr>
        <dsp:cNvPr id="0" name=""/>
        <dsp:cNvSpPr/>
      </dsp:nvSpPr>
      <dsp:spPr>
        <a:xfrm>
          <a:off x="7709614" y="3262603"/>
          <a:ext cx="1002438" cy="50121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Magasinier caisses et outillage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Jean DIALLO</a:t>
          </a:r>
        </a:p>
      </dsp:txBody>
      <dsp:txXfrm>
        <a:off x="7709614" y="3262603"/>
        <a:ext cx="1002438" cy="501219"/>
      </dsp:txXfrm>
    </dsp:sp>
    <dsp:sp modelId="{22FF7E12-397D-483A-B5A9-FFBE4A5EF60D}">
      <dsp:nvSpPr>
        <dsp:cNvPr id="0" name=""/>
        <dsp:cNvSpPr/>
      </dsp:nvSpPr>
      <dsp:spPr>
        <a:xfrm>
          <a:off x="7709614" y="3974334"/>
          <a:ext cx="1002438" cy="50121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Assistants nettoyage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0" kern="1200" dirty="0"/>
            <a:t>Justin DARMIN</a:t>
          </a:r>
        </a:p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0" kern="1200" dirty="0"/>
            <a:t>Audrey MARIN</a:t>
          </a:r>
        </a:p>
      </dsp:txBody>
      <dsp:txXfrm>
        <a:off x="7709614" y="3974334"/>
        <a:ext cx="1002438" cy="5012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98F736-C2BF-47B1-8F49-38F23FE7F430}">
      <dsp:nvSpPr>
        <dsp:cNvPr id="0" name=""/>
        <dsp:cNvSpPr/>
      </dsp:nvSpPr>
      <dsp:spPr>
        <a:xfrm>
          <a:off x="3335084" y="2023025"/>
          <a:ext cx="250680" cy="3141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41867"/>
              </a:lnTo>
              <a:lnTo>
                <a:pt x="250680" y="314186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A84988-421D-4E2F-877D-666621D5CD09}">
      <dsp:nvSpPr>
        <dsp:cNvPr id="0" name=""/>
        <dsp:cNvSpPr/>
      </dsp:nvSpPr>
      <dsp:spPr>
        <a:xfrm>
          <a:off x="3335084" y="2023025"/>
          <a:ext cx="250680" cy="19553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5311"/>
              </a:lnTo>
              <a:lnTo>
                <a:pt x="250680" y="195531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5F5F52-A8A8-4ADB-AC21-CBD71B01A4F2}">
      <dsp:nvSpPr>
        <dsp:cNvPr id="0" name=""/>
        <dsp:cNvSpPr/>
      </dsp:nvSpPr>
      <dsp:spPr>
        <a:xfrm>
          <a:off x="3335084" y="2023025"/>
          <a:ext cx="250680" cy="768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8754"/>
              </a:lnTo>
              <a:lnTo>
                <a:pt x="250680" y="76875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C9A21D-5CEC-48FA-8A5D-1552B9335AF1}">
      <dsp:nvSpPr>
        <dsp:cNvPr id="0" name=""/>
        <dsp:cNvSpPr/>
      </dsp:nvSpPr>
      <dsp:spPr>
        <a:xfrm>
          <a:off x="3957847" y="836468"/>
          <a:ext cx="91440" cy="3509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095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E5C737-E8DC-47D0-96F8-E68FFF33FB60}">
      <dsp:nvSpPr>
        <dsp:cNvPr id="0" name=""/>
        <dsp:cNvSpPr/>
      </dsp:nvSpPr>
      <dsp:spPr>
        <a:xfrm>
          <a:off x="3167964" y="865"/>
          <a:ext cx="1671206" cy="8356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Directrice financière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Sylvie LAINE</a:t>
          </a:r>
        </a:p>
      </dsp:txBody>
      <dsp:txXfrm>
        <a:off x="3167964" y="865"/>
        <a:ext cx="1671206" cy="835603"/>
      </dsp:txXfrm>
    </dsp:sp>
    <dsp:sp modelId="{17ED2506-D615-450E-A787-ACCAB5B5D112}">
      <dsp:nvSpPr>
        <dsp:cNvPr id="0" name=""/>
        <dsp:cNvSpPr/>
      </dsp:nvSpPr>
      <dsp:spPr>
        <a:xfrm>
          <a:off x="3167964" y="1187422"/>
          <a:ext cx="1671206" cy="8356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Adjointe directrice financière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Amir DIA</a:t>
          </a:r>
        </a:p>
      </dsp:txBody>
      <dsp:txXfrm>
        <a:off x="3167964" y="1187422"/>
        <a:ext cx="1671206" cy="835603"/>
      </dsp:txXfrm>
    </dsp:sp>
    <dsp:sp modelId="{4E4D0E95-ACFD-4C0A-B667-23ECE115EB0C}">
      <dsp:nvSpPr>
        <dsp:cNvPr id="0" name=""/>
        <dsp:cNvSpPr/>
      </dsp:nvSpPr>
      <dsp:spPr>
        <a:xfrm>
          <a:off x="3585765" y="2373978"/>
          <a:ext cx="1671206" cy="8356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Comptables fournisseurs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Lucie PIERRET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Steve WU</a:t>
          </a:r>
        </a:p>
      </dsp:txBody>
      <dsp:txXfrm>
        <a:off x="3585765" y="2373978"/>
        <a:ext cx="1671206" cy="835603"/>
      </dsp:txXfrm>
    </dsp:sp>
    <dsp:sp modelId="{04B0178A-145A-4262-B732-547732638763}">
      <dsp:nvSpPr>
        <dsp:cNvPr id="0" name=""/>
        <dsp:cNvSpPr/>
      </dsp:nvSpPr>
      <dsp:spPr>
        <a:xfrm>
          <a:off x="3585765" y="3560534"/>
          <a:ext cx="1671206" cy="8356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Comptables clients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Liam SOU</a:t>
          </a:r>
        </a:p>
      </dsp:txBody>
      <dsp:txXfrm>
        <a:off x="3585765" y="3560534"/>
        <a:ext cx="1671206" cy="835603"/>
      </dsp:txXfrm>
    </dsp:sp>
    <dsp:sp modelId="{8A87D927-08E0-4D7B-AB7A-DC7C3095D197}">
      <dsp:nvSpPr>
        <dsp:cNvPr id="0" name=""/>
        <dsp:cNvSpPr/>
      </dsp:nvSpPr>
      <dsp:spPr>
        <a:xfrm>
          <a:off x="3585765" y="4747091"/>
          <a:ext cx="1671206" cy="8356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Accueil / Secrétariat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Ali BADRO</a:t>
          </a:r>
        </a:p>
      </dsp:txBody>
      <dsp:txXfrm>
        <a:off x="3585765" y="4747091"/>
        <a:ext cx="1671206" cy="8356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11149-0C69-417B-856C-69440D8331D9}">
      <dsp:nvSpPr>
        <dsp:cNvPr id="0" name=""/>
        <dsp:cNvSpPr/>
      </dsp:nvSpPr>
      <dsp:spPr>
        <a:xfrm>
          <a:off x="2033857" y="3440258"/>
          <a:ext cx="622460" cy="15072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7245"/>
              </a:lnTo>
              <a:lnTo>
                <a:pt x="622460" y="150724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0F67FD-8451-4D47-89C3-56714AA7835A}">
      <dsp:nvSpPr>
        <dsp:cNvPr id="0" name=""/>
        <dsp:cNvSpPr/>
      </dsp:nvSpPr>
      <dsp:spPr>
        <a:xfrm>
          <a:off x="3648031" y="1289534"/>
          <a:ext cx="91440" cy="8714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7144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3630B-E30F-4707-85C1-8B8CD9CCB28C}">
      <dsp:nvSpPr>
        <dsp:cNvPr id="0" name=""/>
        <dsp:cNvSpPr/>
      </dsp:nvSpPr>
      <dsp:spPr>
        <a:xfrm>
          <a:off x="1618884" y="254"/>
          <a:ext cx="4149733" cy="12892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 RH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 </a:t>
          </a:r>
          <a:r>
            <a:rPr lang="fr-FR" sz="1100" kern="1200" dirty="0"/>
            <a:t>Luc PERLIER</a:t>
          </a:r>
        </a:p>
      </dsp:txBody>
      <dsp:txXfrm>
        <a:off x="1618884" y="254"/>
        <a:ext cx="4149733" cy="1289280"/>
      </dsp:txXfrm>
    </dsp:sp>
    <dsp:sp modelId="{17D66E87-CBEF-4A8F-A3B3-B4DF17A530BC}">
      <dsp:nvSpPr>
        <dsp:cNvPr id="0" name=""/>
        <dsp:cNvSpPr/>
      </dsp:nvSpPr>
      <dsp:spPr>
        <a:xfrm>
          <a:off x="1618884" y="2160979"/>
          <a:ext cx="4149733" cy="127927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Gestionnaire RH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Laurence CESNE</a:t>
          </a:r>
        </a:p>
      </dsp:txBody>
      <dsp:txXfrm>
        <a:off x="1618884" y="2160979"/>
        <a:ext cx="4149733" cy="1279279"/>
      </dsp:txXfrm>
    </dsp:sp>
    <dsp:sp modelId="{F023B1C3-ABDC-470A-B697-C37935D61E1D}">
      <dsp:nvSpPr>
        <dsp:cNvPr id="0" name=""/>
        <dsp:cNvSpPr/>
      </dsp:nvSpPr>
      <dsp:spPr>
        <a:xfrm>
          <a:off x="2656317" y="4311702"/>
          <a:ext cx="4149733" cy="12716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Assistant(e)s des ressources humaines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Tamia DOUCET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Agnès FIALLOT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Ozgür</a:t>
          </a:r>
          <a:r>
            <a:rPr lang="fr-FR" sz="1100" kern="1200" dirty="0"/>
            <a:t> ASLAN </a:t>
          </a:r>
        </a:p>
      </dsp:txBody>
      <dsp:txXfrm>
        <a:off x="2656317" y="4311702"/>
        <a:ext cx="4149733" cy="12716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16E158-2B2A-4ED3-99C2-B959FB45A72C}">
      <dsp:nvSpPr>
        <dsp:cNvPr id="0" name=""/>
        <dsp:cNvSpPr/>
      </dsp:nvSpPr>
      <dsp:spPr>
        <a:xfrm>
          <a:off x="4418178" y="2262916"/>
          <a:ext cx="522214" cy="19685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8555"/>
              </a:lnTo>
              <a:lnTo>
                <a:pt x="522214" y="196855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1C4CA9-9DFE-451C-B027-513C0F734130}">
      <dsp:nvSpPr>
        <dsp:cNvPr id="0" name=""/>
        <dsp:cNvSpPr/>
      </dsp:nvSpPr>
      <dsp:spPr>
        <a:xfrm>
          <a:off x="3843778" y="796714"/>
          <a:ext cx="1966971" cy="7310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5549"/>
              </a:lnTo>
              <a:lnTo>
                <a:pt x="1966971" y="365549"/>
              </a:lnTo>
              <a:lnTo>
                <a:pt x="1966971" y="7310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235465-E7DA-406B-B9DA-3A5E552CB50F}">
      <dsp:nvSpPr>
        <dsp:cNvPr id="0" name=""/>
        <dsp:cNvSpPr/>
      </dsp:nvSpPr>
      <dsp:spPr>
        <a:xfrm>
          <a:off x="1737514" y="796714"/>
          <a:ext cx="2106263" cy="731099"/>
        </a:xfrm>
        <a:custGeom>
          <a:avLst/>
          <a:gdLst/>
          <a:ahLst/>
          <a:cxnLst/>
          <a:rect l="0" t="0" r="0" b="0"/>
          <a:pathLst>
            <a:path>
              <a:moveTo>
                <a:pt x="2106263" y="0"/>
              </a:moveTo>
              <a:lnTo>
                <a:pt x="2106263" y="365549"/>
              </a:lnTo>
              <a:lnTo>
                <a:pt x="0" y="365549"/>
              </a:lnTo>
              <a:lnTo>
                <a:pt x="0" y="7310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270A7-C6BD-4D5B-A95B-B0CD95BBAD05}">
      <dsp:nvSpPr>
        <dsp:cNvPr id="0" name=""/>
        <dsp:cNvSpPr/>
      </dsp:nvSpPr>
      <dsp:spPr>
        <a:xfrm>
          <a:off x="2153702" y="3679"/>
          <a:ext cx="3380152" cy="79303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 QHE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Stéphane TORPIER</a:t>
          </a:r>
        </a:p>
      </dsp:txBody>
      <dsp:txXfrm>
        <a:off x="2153702" y="3679"/>
        <a:ext cx="3380152" cy="793034"/>
      </dsp:txXfrm>
    </dsp:sp>
    <dsp:sp modelId="{F1868257-28C2-4305-BEF8-D85398F29B56}">
      <dsp:nvSpPr>
        <dsp:cNvPr id="0" name=""/>
        <dsp:cNvSpPr/>
      </dsp:nvSpPr>
      <dsp:spPr>
        <a:xfrm>
          <a:off x="136093" y="1527813"/>
          <a:ext cx="3202843" cy="13835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Assistant(e)s QHE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Séverine BERTIER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Lou GUILLOT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Manuel MOYA</a:t>
          </a:r>
        </a:p>
      </dsp:txBody>
      <dsp:txXfrm>
        <a:off x="136093" y="1527813"/>
        <a:ext cx="3202843" cy="1383536"/>
      </dsp:txXfrm>
    </dsp:sp>
    <dsp:sp modelId="{06E69614-DA4C-4F21-AEA7-B9C22D8ACA99}">
      <dsp:nvSpPr>
        <dsp:cNvPr id="0" name=""/>
        <dsp:cNvSpPr/>
      </dsp:nvSpPr>
      <dsp:spPr>
        <a:xfrm>
          <a:off x="4070036" y="1527813"/>
          <a:ext cx="3481426" cy="7351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 qualité produits procédés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Amina SOUSSOU</a:t>
          </a:r>
        </a:p>
      </dsp:txBody>
      <dsp:txXfrm>
        <a:off x="4070036" y="1527813"/>
        <a:ext cx="3481426" cy="735103"/>
      </dsp:txXfrm>
    </dsp:sp>
    <dsp:sp modelId="{3CAB0653-656D-4E74-A0D9-93DAD613D868}">
      <dsp:nvSpPr>
        <dsp:cNvPr id="0" name=""/>
        <dsp:cNvSpPr/>
      </dsp:nvSpPr>
      <dsp:spPr>
        <a:xfrm>
          <a:off x="4940392" y="2994016"/>
          <a:ext cx="3060417" cy="24749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Contrôleurs qualité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Liane BISSET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Bianca DOS REIS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Jean-Louis ESPIERET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Nadège FRELET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Rémi HU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Sue MOREAU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Delphine NIAN-TIA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Ingrid PAPOUA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Wilfried VESTIER</a:t>
          </a:r>
        </a:p>
      </dsp:txBody>
      <dsp:txXfrm>
        <a:off x="4940392" y="2994016"/>
        <a:ext cx="3060417" cy="247491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4185F-C55B-4E6E-A22C-D983BC00E2AA}">
      <dsp:nvSpPr>
        <dsp:cNvPr id="0" name=""/>
        <dsp:cNvSpPr/>
      </dsp:nvSpPr>
      <dsp:spPr>
        <a:xfrm>
          <a:off x="4253644" y="750754"/>
          <a:ext cx="2734121" cy="386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275"/>
              </a:lnTo>
              <a:lnTo>
                <a:pt x="2734121" y="193275"/>
              </a:lnTo>
              <a:lnTo>
                <a:pt x="2734121" y="38655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2E8A39-57BD-4910-9EFA-4D7FC0A7EAF9}">
      <dsp:nvSpPr>
        <dsp:cNvPr id="0" name=""/>
        <dsp:cNvSpPr/>
      </dsp:nvSpPr>
      <dsp:spPr>
        <a:xfrm>
          <a:off x="4253644" y="750754"/>
          <a:ext cx="332249" cy="386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275"/>
              </a:lnTo>
              <a:lnTo>
                <a:pt x="332249" y="193275"/>
              </a:lnTo>
              <a:lnTo>
                <a:pt x="332249" y="38655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AEBB8-6B88-4E01-839B-255DE3FB74BE}">
      <dsp:nvSpPr>
        <dsp:cNvPr id="0" name=""/>
        <dsp:cNvSpPr/>
      </dsp:nvSpPr>
      <dsp:spPr>
        <a:xfrm>
          <a:off x="1061633" y="3106745"/>
          <a:ext cx="962348" cy="1593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3670"/>
              </a:lnTo>
              <a:lnTo>
                <a:pt x="962348" y="159367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AFF317-BAD0-4DB0-BA33-84C5515F37E2}">
      <dsp:nvSpPr>
        <dsp:cNvPr id="0" name=""/>
        <dsp:cNvSpPr/>
      </dsp:nvSpPr>
      <dsp:spPr>
        <a:xfrm>
          <a:off x="1806053" y="1799835"/>
          <a:ext cx="91440" cy="3865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655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453262-8F0B-45CD-83DA-121F0F790802}">
      <dsp:nvSpPr>
        <dsp:cNvPr id="0" name=""/>
        <dsp:cNvSpPr/>
      </dsp:nvSpPr>
      <dsp:spPr>
        <a:xfrm>
          <a:off x="1851773" y="750754"/>
          <a:ext cx="2401871" cy="386550"/>
        </a:xfrm>
        <a:custGeom>
          <a:avLst/>
          <a:gdLst/>
          <a:ahLst/>
          <a:cxnLst/>
          <a:rect l="0" t="0" r="0" b="0"/>
          <a:pathLst>
            <a:path>
              <a:moveTo>
                <a:pt x="2401871" y="0"/>
              </a:moveTo>
              <a:lnTo>
                <a:pt x="2401871" y="193275"/>
              </a:lnTo>
              <a:lnTo>
                <a:pt x="0" y="193275"/>
              </a:lnTo>
              <a:lnTo>
                <a:pt x="0" y="38655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E2A103-6963-4CE8-B933-CCED6AC1B31F}">
      <dsp:nvSpPr>
        <dsp:cNvPr id="0" name=""/>
        <dsp:cNvSpPr/>
      </dsp:nvSpPr>
      <dsp:spPr>
        <a:xfrm>
          <a:off x="2838462" y="2879"/>
          <a:ext cx="2830363" cy="7478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1" kern="1200" dirty="0"/>
            <a:t>PDG Groupe TORPIER / Directeur commercial </a:t>
          </a:r>
        </a:p>
        <a:p>
          <a:pPr marL="0" lvl="0" indent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kern="1200" dirty="0"/>
            <a:t>Stéphane TORPIER</a:t>
          </a:r>
        </a:p>
      </dsp:txBody>
      <dsp:txXfrm>
        <a:off x="2838462" y="2879"/>
        <a:ext cx="2830363" cy="747874"/>
      </dsp:txXfrm>
    </dsp:sp>
    <dsp:sp modelId="{F3BCE9BB-D45E-4708-92D5-806FE77F8638}">
      <dsp:nvSpPr>
        <dsp:cNvPr id="0" name=""/>
        <dsp:cNvSpPr/>
      </dsp:nvSpPr>
      <dsp:spPr>
        <a:xfrm>
          <a:off x="508425" y="1137305"/>
          <a:ext cx="2686694" cy="66252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 ADV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Alice JOUNET</a:t>
          </a:r>
          <a:endParaRPr lang="fr-FR" sz="1100" kern="1200" dirty="0"/>
        </a:p>
      </dsp:txBody>
      <dsp:txXfrm>
        <a:off x="508425" y="1137305"/>
        <a:ext cx="2686694" cy="662529"/>
      </dsp:txXfrm>
    </dsp:sp>
    <dsp:sp modelId="{8DE5EC8D-BF16-49CF-AF11-2521C2A4A4FA}">
      <dsp:nvSpPr>
        <dsp:cNvPr id="0" name=""/>
        <dsp:cNvSpPr/>
      </dsp:nvSpPr>
      <dsp:spPr>
        <a:xfrm>
          <a:off x="864098" y="2186386"/>
          <a:ext cx="1975349" cy="92035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Adjointe à la responsable ADV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Léa KASINSKY</a:t>
          </a:r>
        </a:p>
      </dsp:txBody>
      <dsp:txXfrm>
        <a:off x="864098" y="2186386"/>
        <a:ext cx="1975349" cy="920359"/>
      </dsp:txXfrm>
    </dsp:sp>
    <dsp:sp modelId="{F9B69CDE-7149-49D8-97FE-77180B1DBF94}">
      <dsp:nvSpPr>
        <dsp:cNvPr id="0" name=""/>
        <dsp:cNvSpPr/>
      </dsp:nvSpPr>
      <dsp:spPr>
        <a:xfrm>
          <a:off x="2023981" y="3496176"/>
          <a:ext cx="1840718" cy="240847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Assistant(e) commercial(e)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Carole BIN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…………..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 Séverine BOUTTIER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Vanessa CELIOT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Cindy CROUS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Emmanuelle DIOT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Hanane JALALI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Caroline KAYA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Mathilde NOUMIA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Sophie PORTER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Loubna PRAT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 err="1"/>
            <a:t>Wafa</a:t>
          </a:r>
          <a:r>
            <a:rPr lang="fr-FR" sz="1000" kern="1200" dirty="0"/>
            <a:t> RASSIA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 dirty="0"/>
        </a:p>
      </dsp:txBody>
      <dsp:txXfrm>
        <a:off x="2023981" y="3496176"/>
        <a:ext cx="1840718" cy="2408479"/>
      </dsp:txXfrm>
    </dsp:sp>
    <dsp:sp modelId="{054027DD-C7A3-4D40-9A62-7B2774DB1012}">
      <dsp:nvSpPr>
        <dsp:cNvPr id="0" name=""/>
        <dsp:cNvSpPr/>
      </dsp:nvSpPr>
      <dsp:spPr>
        <a:xfrm>
          <a:off x="3581671" y="1137305"/>
          <a:ext cx="2008445" cy="13647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Responsables grands comptes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</a:t>
          </a:r>
          <a:r>
            <a:rPr lang="fr-FR" sz="1100" kern="1200" dirty="0">
              <a:latin typeface="+mj-lt"/>
            </a:rPr>
            <a:t>Richard DE SEIGNIER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Santiago DIAZ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Lin SEVAN</a:t>
          </a:r>
          <a:endParaRPr lang="fr-FR" sz="1100" kern="1200" dirty="0"/>
        </a:p>
      </dsp:txBody>
      <dsp:txXfrm>
        <a:off x="3581671" y="1137305"/>
        <a:ext cx="2008445" cy="1364764"/>
      </dsp:txXfrm>
    </dsp:sp>
    <dsp:sp modelId="{B21BD1A4-E336-49A6-A900-48EC9694CF26}">
      <dsp:nvSpPr>
        <dsp:cNvPr id="0" name=""/>
        <dsp:cNvSpPr/>
      </dsp:nvSpPr>
      <dsp:spPr>
        <a:xfrm>
          <a:off x="5976667" y="1137305"/>
          <a:ext cx="2022195" cy="92035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 petits et moyens comptes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>
              <a:latin typeface="+mj-lt"/>
            </a:rPr>
            <a:t>Serap</a:t>
          </a:r>
          <a:r>
            <a:rPr lang="fr-FR" sz="1100" kern="1200" dirty="0">
              <a:latin typeface="+mj-lt"/>
            </a:rPr>
            <a:t> KASSIM</a:t>
          </a:r>
          <a:endParaRPr lang="fr-FR" sz="1100" kern="1200" dirty="0"/>
        </a:p>
      </dsp:txBody>
      <dsp:txXfrm>
        <a:off x="5976667" y="1137305"/>
        <a:ext cx="2022195" cy="92035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94B0E-16F8-4EE2-A7DF-0FBA050AB7F4}">
      <dsp:nvSpPr>
        <dsp:cNvPr id="0" name=""/>
        <dsp:cNvSpPr/>
      </dsp:nvSpPr>
      <dsp:spPr>
        <a:xfrm>
          <a:off x="3366816" y="2620678"/>
          <a:ext cx="324644" cy="21566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56622"/>
              </a:lnTo>
              <a:lnTo>
                <a:pt x="324644" y="215662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2AFFC-9DC8-4DAC-99EF-BB833AF86687}">
      <dsp:nvSpPr>
        <dsp:cNvPr id="0" name=""/>
        <dsp:cNvSpPr/>
      </dsp:nvSpPr>
      <dsp:spPr>
        <a:xfrm>
          <a:off x="3366816" y="2620678"/>
          <a:ext cx="324644" cy="8756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5614"/>
              </a:lnTo>
              <a:lnTo>
                <a:pt x="324644" y="8756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416EB1-732F-4634-96EE-A4BE82E04534}">
      <dsp:nvSpPr>
        <dsp:cNvPr id="0" name=""/>
        <dsp:cNvSpPr/>
      </dsp:nvSpPr>
      <dsp:spPr>
        <a:xfrm>
          <a:off x="4186814" y="1084028"/>
          <a:ext cx="91440" cy="4545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450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CA5D97-BF7B-4BC2-9EBD-0260AF53CEA0}">
      <dsp:nvSpPr>
        <dsp:cNvPr id="0" name=""/>
        <dsp:cNvSpPr/>
      </dsp:nvSpPr>
      <dsp:spPr>
        <a:xfrm>
          <a:off x="3150387" y="1880"/>
          <a:ext cx="2164295" cy="10821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>
              <a:latin typeface="+mj-lt"/>
            </a:rPr>
            <a:t>Coordinateur responsable </a:t>
          </a:r>
          <a:r>
            <a:rPr lang="fr-FR" sz="1100" b="1" kern="1200" dirty="0" err="1">
              <a:latin typeface="+mj-lt"/>
            </a:rPr>
            <a:t>supply</a:t>
          </a:r>
          <a:r>
            <a:rPr lang="fr-FR" sz="1100" b="1" kern="1200" dirty="0">
              <a:latin typeface="+mj-lt"/>
            </a:rPr>
            <a:t> </a:t>
          </a:r>
          <a:r>
            <a:rPr lang="fr-FR" sz="1100" b="1" kern="1200" dirty="0" err="1">
              <a:latin typeface="+mj-lt"/>
            </a:rPr>
            <a:t>chain</a:t>
          </a:r>
          <a:endParaRPr lang="fr-FR" sz="1100" b="1" kern="1200" dirty="0">
            <a:latin typeface="+mj-lt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Mamadou DIAKATE</a:t>
          </a:r>
          <a:endParaRPr lang="fr-FR" sz="1100" kern="1200" dirty="0"/>
        </a:p>
      </dsp:txBody>
      <dsp:txXfrm>
        <a:off x="3150387" y="1880"/>
        <a:ext cx="2164295" cy="1082147"/>
      </dsp:txXfrm>
    </dsp:sp>
    <dsp:sp modelId="{388C1B25-EE94-4B6F-BF4E-0E6A1DD12D12}">
      <dsp:nvSpPr>
        <dsp:cNvPr id="0" name=""/>
        <dsp:cNvSpPr/>
      </dsp:nvSpPr>
      <dsp:spPr>
        <a:xfrm>
          <a:off x="3150387" y="1538530"/>
          <a:ext cx="2164295" cy="10821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 achats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>
              <a:latin typeface="+mj-lt"/>
            </a:rPr>
            <a:t>Cyril TESTO</a:t>
          </a:r>
          <a:endParaRPr lang="fr-FR" sz="1100" kern="1200" dirty="0"/>
        </a:p>
      </dsp:txBody>
      <dsp:txXfrm>
        <a:off x="3150387" y="1538530"/>
        <a:ext cx="2164295" cy="1082147"/>
      </dsp:txXfrm>
    </dsp:sp>
    <dsp:sp modelId="{F6CBA483-871C-4E8C-A8CF-176076D13C0B}">
      <dsp:nvSpPr>
        <dsp:cNvPr id="0" name=""/>
        <dsp:cNvSpPr/>
      </dsp:nvSpPr>
      <dsp:spPr>
        <a:xfrm>
          <a:off x="3691460" y="3075180"/>
          <a:ext cx="2045324" cy="84222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Adjointe achats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Martine RATIER</a:t>
          </a:r>
        </a:p>
      </dsp:txBody>
      <dsp:txXfrm>
        <a:off x="3691460" y="3075180"/>
        <a:ext cx="2045324" cy="842224"/>
      </dsp:txXfrm>
    </dsp:sp>
    <dsp:sp modelId="{C4C6C5C4-49EF-4655-BD32-016439B6C438}">
      <dsp:nvSpPr>
        <dsp:cNvPr id="0" name=""/>
        <dsp:cNvSpPr/>
      </dsp:nvSpPr>
      <dsp:spPr>
        <a:xfrm>
          <a:off x="3691460" y="4371906"/>
          <a:ext cx="2038376" cy="81078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Assistant(e)s achats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kern="1200" dirty="0"/>
            <a:t>……………………</a:t>
          </a:r>
        </a:p>
      </dsp:txBody>
      <dsp:txXfrm>
        <a:off x="3691460" y="4371906"/>
        <a:ext cx="2038376" cy="8107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ED45D-B8B9-4B49-B9D5-1332B1281AED}">
      <dsp:nvSpPr>
        <dsp:cNvPr id="0" name=""/>
        <dsp:cNvSpPr/>
      </dsp:nvSpPr>
      <dsp:spPr>
        <a:xfrm>
          <a:off x="2548746" y="2789599"/>
          <a:ext cx="393547" cy="9681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8146"/>
              </a:lnTo>
              <a:lnTo>
                <a:pt x="393547" y="96814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E283B-256B-4812-8505-2FD80DC34223}">
      <dsp:nvSpPr>
        <dsp:cNvPr id="0" name=""/>
        <dsp:cNvSpPr/>
      </dsp:nvSpPr>
      <dsp:spPr>
        <a:xfrm>
          <a:off x="3552486" y="926807"/>
          <a:ext cx="91440" cy="5509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096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79910-B439-4DCE-826E-1FD8BC0BACC9}">
      <dsp:nvSpPr>
        <dsp:cNvPr id="0" name=""/>
        <dsp:cNvSpPr/>
      </dsp:nvSpPr>
      <dsp:spPr>
        <a:xfrm>
          <a:off x="1922887" y="1537"/>
          <a:ext cx="3350638" cy="9252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>
              <a:latin typeface="+mj-lt"/>
            </a:rPr>
            <a:t>Coordinateur responsable </a:t>
          </a:r>
          <a:r>
            <a:rPr lang="fr-FR" sz="1100" b="1" kern="1200" dirty="0" err="1">
              <a:latin typeface="+mj-lt"/>
            </a:rPr>
            <a:t>supply</a:t>
          </a:r>
          <a:r>
            <a:rPr lang="fr-FR" sz="1100" b="1" kern="1200" dirty="0">
              <a:latin typeface="+mj-lt"/>
            </a:rPr>
            <a:t> </a:t>
          </a:r>
          <a:r>
            <a:rPr lang="fr-FR" sz="1100" b="1" kern="1200" dirty="0" err="1">
              <a:latin typeface="+mj-lt"/>
            </a:rPr>
            <a:t>chain</a:t>
          </a:r>
          <a:endParaRPr lang="fr-FR" sz="1100" b="1" kern="1200" dirty="0">
            <a:latin typeface="+mj-lt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Mamadou DIAKATE</a:t>
          </a:r>
          <a:endParaRPr lang="fr-FR" sz="1100" kern="1200" dirty="0"/>
        </a:p>
      </dsp:txBody>
      <dsp:txXfrm>
        <a:off x="1922887" y="1537"/>
        <a:ext cx="3350638" cy="925269"/>
      </dsp:txXfrm>
    </dsp:sp>
    <dsp:sp modelId="{527615A3-761A-4C57-827C-ACF3092A019A}">
      <dsp:nvSpPr>
        <dsp:cNvPr id="0" name=""/>
        <dsp:cNvSpPr/>
      </dsp:nvSpPr>
      <dsp:spPr>
        <a:xfrm>
          <a:off x="2286381" y="1477774"/>
          <a:ext cx="2623650" cy="1311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Cadres méthodes / devis / faisabilité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Isabelle MARTI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Stéphane NGUYEN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Doum SALLY</a:t>
          </a:r>
          <a:endParaRPr lang="fr-FR" sz="1100" kern="1200" dirty="0"/>
        </a:p>
      </dsp:txBody>
      <dsp:txXfrm>
        <a:off x="2286381" y="1477774"/>
        <a:ext cx="2623650" cy="1311825"/>
      </dsp:txXfrm>
    </dsp:sp>
    <dsp:sp modelId="{BD91DA4D-04DD-44BB-BEF6-256C2375DB7B}">
      <dsp:nvSpPr>
        <dsp:cNvPr id="0" name=""/>
        <dsp:cNvSpPr/>
      </dsp:nvSpPr>
      <dsp:spPr>
        <a:xfrm>
          <a:off x="2942293" y="3340566"/>
          <a:ext cx="2623650" cy="83436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Assistant(e)s méthodes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Valentine DIALLO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Esther HUMBERT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Frédéric SIAM </a:t>
          </a:r>
        </a:p>
      </dsp:txBody>
      <dsp:txXfrm>
        <a:off x="2942293" y="3340566"/>
        <a:ext cx="2623650" cy="8343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A61DF-7269-4207-AC14-B41CA59A4050}">
      <dsp:nvSpPr>
        <dsp:cNvPr id="0" name=""/>
        <dsp:cNvSpPr/>
      </dsp:nvSpPr>
      <dsp:spPr>
        <a:xfrm>
          <a:off x="1528095" y="2566611"/>
          <a:ext cx="318063" cy="955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5111"/>
              </a:lnTo>
              <a:lnTo>
                <a:pt x="318063" y="95511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7DCEA7-EAE8-43A0-8997-8DD62067BAEF}">
      <dsp:nvSpPr>
        <dsp:cNvPr id="0" name=""/>
        <dsp:cNvSpPr/>
      </dsp:nvSpPr>
      <dsp:spPr>
        <a:xfrm>
          <a:off x="2330544" y="1061112"/>
          <a:ext cx="91440" cy="4452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528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63A14A-6B84-475F-B3EE-E445547A39AE}">
      <dsp:nvSpPr>
        <dsp:cNvPr id="0" name=""/>
        <dsp:cNvSpPr/>
      </dsp:nvSpPr>
      <dsp:spPr>
        <a:xfrm>
          <a:off x="1073615" y="901"/>
          <a:ext cx="2605297" cy="106021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>
              <a:latin typeface="+mj-lt"/>
            </a:rPr>
            <a:t>Coordinateur responsable </a:t>
          </a:r>
          <a:r>
            <a:rPr lang="fr-FR" sz="1100" b="1" kern="1200" dirty="0" err="1">
              <a:latin typeface="+mj-lt"/>
            </a:rPr>
            <a:t>supply</a:t>
          </a:r>
          <a:r>
            <a:rPr lang="fr-FR" sz="1100" b="1" kern="1200" dirty="0">
              <a:latin typeface="+mj-lt"/>
            </a:rPr>
            <a:t> </a:t>
          </a:r>
          <a:r>
            <a:rPr lang="fr-FR" sz="1100" b="1" kern="1200" dirty="0" err="1">
              <a:latin typeface="+mj-lt"/>
            </a:rPr>
            <a:t>chain</a:t>
          </a:r>
          <a:endParaRPr lang="fr-FR" sz="1100" b="1" kern="1200" dirty="0">
            <a:latin typeface="+mj-lt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Mamadou DIAKATE</a:t>
          </a:r>
          <a:endParaRPr lang="fr-FR" sz="1100" kern="1200" dirty="0"/>
        </a:p>
      </dsp:txBody>
      <dsp:txXfrm>
        <a:off x="1073615" y="901"/>
        <a:ext cx="2605297" cy="1060210"/>
      </dsp:txXfrm>
    </dsp:sp>
    <dsp:sp modelId="{BD47C0D9-DC24-4652-BA65-3A94176ACE6D}">
      <dsp:nvSpPr>
        <dsp:cNvPr id="0" name=""/>
        <dsp:cNvSpPr/>
      </dsp:nvSpPr>
      <dsp:spPr>
        <a:xfrm>
          <a:off x="1316053" y="1506400"/>
          <a:ext cx="2120421" cy="106021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 planning / ordonnancement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</a:rPr>
            <a:t>Nicolas SERPI</a:t>
          </a:r>
          <a:endParaRPr lang="fr-FR" sz="1100" kern="1200" dirty="0"/>
        </a:p>
      </dsp:txBody>
      <dsp:txXfrm>
        <a:off x="1316053" y="1506400"/>
        <a:ext cx="2120421" cy="1060210"/>
      </dsp:txXfrm>
    </dsp:sp>
    <dsp:sp modelId="{66FEE278-1CCB-44AA-A731-9CB8297ED635}">
      <dsp:nvSpPr>
        <dsp:cNvPr id="0" name=""/>
        <dsp:cNvSpPr/>
      </dsp:nvSpPr>
      <dsp:spPr>
        <a:xfrm>
          <a:off x="1846158" y="3011899"/>
          <a:ext cx="1747333" cy="10196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b="1" kern="1200" dirty="0"/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Assistant planning / ordonnancement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kern="1200" dirty="0"/>
            <a:t>Raphaël TOLLIER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b="1" kern="1200" dirty="0"/>
        </a:p>
      </dsp:txBody>
      <dsp:txXfrm>
        <a:off x="1846158" y="3011899"/>
        <a:ext cx="1747333" cy="101964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4C4F4-36AD-4351-A15A-294FC49E6735}">
      <dsp:nvSpPr>
        <dsp:cNvPr id="0" name=""/>
        <dsp:cNvSpPr/>
      </dsp:nvSpPr>
      <dsp:spPr>
        <a:xfrm>
          <a:off x="2330544" y="1516135"/>
          <a:ext cx="91440" cy="1395511"/>
        </a:xfrm>
        <a:custGeom>
          <a:avLst/>
          <a:gdLst/>
          <a:ahLst/>
          <a:cxnLst/>
          <a:rect l="0" t="0" r="0" b="0"/>
          <a:pathLst>
            <a:path>
              <a:moveTo>
                <a:pt x="48281" y="0"/>
              </a:moveTo>
              <a:lnTo>
                <a:pt x="48281" y="900273"/>
              </a:lnTo>
              <a:lnTo>
                <a:pt x="45720" y="900273"/>
              </a:lnTo>
              <a:lnTo>
                <a:pt x="45720" y="139551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2BF5C3-AEDA-4628-8690-8799D7BE1CDC}">
      <dsp:nvSpPr>
        <dsp:cNvPr id="0" name=""/>
        <dsp:cNvSpPr/>
      </dsp:nvSpPr>
      <dsp:spPr>
        <a:xfrm>
          <a:off x="5122" y="648076"/>
          <a:ext cx="4747405" cy="86805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Responsable sécurité et prévention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(Directeur technique) 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kern="1200" dirty="0"/>
            <a:t>Gianni TORPELLIO</a:t>
          </a:r>
        </a:p>
      </dsp:txBody>
      <dsp:txXfrm>
        <a:off x="5122" y="648076"/>
        <a:ext cx="4747405" cy="868059"/>
      </dsp:txXfrm>
    </dsp:sp>
    <dsp:sp modelId="{128A0870-08A4-4AC1-8BFD-8822DB6817EF}">
      <dsp:nvSpPr>
        <dsp:cNvPr id="0" name=""/>
        <dsp:cNvSpPr/>
      </dsp:nvSpPr>
      <dsp:spPr>
        <a:xfrm>
          <a:off x="330031" y="2911647"/>
          <a:ext cx="4092464" cy="7157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0"/>
              </a:schemeClr>
            </a:gs>
            <a:gs pos="44000">
              <a:schemeClr val="accent1">
                <a:hueOff val="0"/>
                <a:satOff val="0"/>
                <a:lumOff val="0"/>
                <a:alphaOff val="0"/>
                <a:tint val="60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lumMod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Préventeur sécurité</a:t>
          </a:r>
          <a:endParaRPr lang="fr-FR" sz="1100" b="1" kern="1200" dirty="0">
            <a:latin typeface="+mj-lt"/>
            <a:cs typeface="Calibri" panose="020F0502020204030204" pitchFamily="34" charset="0"/>
          </a:endParaRP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>
              <a:latin typeface="+mj-lt"/>
              <a:cs typeface="Calibri" panose="020F0502020204030204" pitchFamily="34" charset="0"/>
            </a:rPr>
            <a:t>Estelle YOUSSE</a:t>
          </a:r>
          <a:endParaRPr lang="fr-FR" sz="1100" kern="1200" dirty="0"/>
        </a:p>
      </dsp:txBody>
      <dsp:txXfrm>
        <a:off x="330031" y="2911647"/>
        <a:ext cx="4092464" cy="7157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8393E-192C-4FA4-8B08-E3EB9B4FD0F3}" type="datetimeFigureOut">
              <a:rPr lang="fr-FR" smtClean="0"/>
              <a:t>21/07/2020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671"/>
            <a:ext cx="2946400" cy="4969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Date de dernière mise à jour : 17/05/2017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9688" y="9429671"/>
            <a:ext cx="2946400" cy="4969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CCF48-4CF0-4ACE-AD1F-82575C5016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7887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CC03A-0309-4D1D-8E73-8642DA262A05}" type="datetimeFigureOut">
              <a:rPr lang="fr-FR" smtClean="0"/>
              <a:t>21/07/2020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Date de dernière mise à jour : 17/05/2017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06AE8-11EC-4210-BF31-8FE7A53B82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67440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7451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7451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3092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6087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TAB tabulation</a:t>
            </a:r>
            <a:r>
              <a:rPr lang="fr-FR" baseline="0" dirty="0"/>
              <a:t> pour descendre d’un échelon hiérarchique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4296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TAB tabulation</a:t>
            </a:r>
            <a:r>
              <a:rPr lang="fr-FR" baseline="0" dirty="0"/>
              <a:t> pour descendre d’un échelon hiérarchique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9392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8397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1244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687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456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9BD7C-2D18-4AD5-AC32-15CC5336675F}" type="datetime1">
              <a:rPr lang="fr-FR" smtClean="0"/>
              <a:t>21/07/2020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CFB101D-EF4C-43DE-978A-A3FC27ED1A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4" y="214327"/>
            <a:ext cx="1259227" cy="660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BA51-88CA-4C5F-AA65-2A283F8DA34B}" type="datetime1">
              <a:rPr lang="fr-FR" smtClean="0"/>
              <a:t>21/07/2020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0A73D-DA33-4127-B70C-819D6943F827}" type="datetime1">
              <a:rPr lang="fr-FR" smtClean="0"/>
              <a:t>21/07/2020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E2F04FA-F71E-49A6-AE66-90385ED119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4" y="214327"/>
            <a:ext cx="1259227" cy="660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4528-2CEB-4FF6-9B82-5C00C46FD50B}" type="datetime1">
              <a:rPr lang="fr-FR" smtClean="0"/>
              <a:t>21/07/2020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2475-454F-42D3-8746-1082A87C8EC4}" type="datetime1">
              <a:rPr lang="fr-FR" smtClean="0"/>
              <a:t>21/07/2020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6736-7FF7-4BE8-A34D-8306851776E2}" type="datetime1">
              <a:rPr lang="fr-FR" smtClean="0"/>
              <a:t>21/07/2020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E742-66B3-4604-A41F-3CBFB0474401}" type="datetime1">
              <a:rPr lang="fr-FR" smtClean="0"/>
              <a:t>21/07/2020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111B060-3041-4F4A-BBA0-B66EC86A9E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4" y="214327"/>
            <a:ext cx="1259227" cy="660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5022E-8DAE-42B7-BBEE-BFBA4EA46E8B}" type="datetime1">
              <a:rPr lang="fr-FR" smtClean="0"/>
              <a:t>21/07/2020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6150BDF-A45D-45BD-95D8-9751AAE97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4" y="214327"/>
            <a:ext cx="1259227" cy="660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5C2E-070B-412E-ABD6-0D71C4BD785E}" type="datetime1">
              <a:rPr lang="fr-FR" smtClean="0"/>
              <a:t>21/07/2020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01603AF-7E10-494A-B560-1CB5E419A7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4" y="214327"/>
            <a:ext cx="1259227" cy="660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59E8-B9C8-47C3-8CC0-7668FF6A0681}" type="datetime1">
              <a:rPr lang="fr-FR" smtClean="0"/>
              <a:t>21/07/2020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0FA4C-2529-464D-AFF6-0D35AC26B033}" type="datetime1">
              <a:rPr lang="fr-FR" smtClean="0"/>
              <a:t>21/07/2020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A84879D-3F5D-43B8-8594-C3F4876445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4" y="214327"/>
            <a:ext cx="1259227" cy="66057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C965851-A525-41EE-BDE0-DBEB8063C1B6}" type="datetime1">
              <a:rPr lang="fr-FR" smtClean="0"/>
              <a:t>21/07/2020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fr-FR"/>
              <a:t>Date de dernière mise à jour : 17/05/2017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D3FFF863-9FBB-4938-B0DC-83F640573625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FB891C7-7E09-465B-9BEE-E913EDD0059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504" y="214327"/>
            <a:ext cx="1259227" cy="6605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9348DF3-45E2-461B-BA10-E259C4BCF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Organigramme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251E62D-F5C1-43D8-A14C-F09EE3D87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Groupe TORPIER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1F47D67-3005-47CF-B501-B33B06FD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dernière mise à jour : 17/05/2017</a:t>
            </a:r>
          </a:p>
        </p:txBody>
      </p:sp>
    </p:spTree>
    <p:extLst>
      <p:ext uri="{BB962C8B-B14F-4D97-AF65-F5344CB8AC3E}">
        <p14:creationId xmlns:p14="http://schemas.microsoft.com/office/powerpoint/2010/main" val="2301924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24439"/>
              </p:ext>
            </p:extLst>
          </p:nvPr>
        </p:nvGraphicFramePr>
        <p:xfrm>
          <a:off x="426601" y="404664"/>
          <a:ext cx="8280919" cy="388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699792" y="3501008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Mobilier d’extérieur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699792" y="4276644"/>
            <a:ext cx="1440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Mobilier urbain d’extérieur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699792" y="5329279"/>
            <a:ext cx="1440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Chaises et fauteuils d’extérieur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7236296" y="3501008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Luminaires d’extérieur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109" y="3481073"/>
            <a:ext cx="686200" cy="6862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374821"/>
            <a:ext cx="898704" cy="89870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26" y="4260726"/>
            <a:ext cx="955166" cy="95516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89" y="5445224"/>
            <a:ext cx="691440" cy="69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6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351729"/>
              </p:ext>
            </p:extLst>
          </p:nvPr>
        </p:nvGraphicFramePr>
        <p:xfrm>
          <a:off x="467544" y="1124744"/>
          <a:ext cx="8280919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570392"/>
          </a:xfrm>
        </p:spPr>
        <p:txBody>
          <a:bodyPr>
            <a:normAutofit/>
          </a:bodyPr>
          <a:lstStyle/>
          <a:p>
            <a:r>
              <a:rPr lang="fr-FR" sz="1800" dirty="0"/>
              <a:t>Organigramme direction</a:t>
            </a:r>
          </a:p>
        </p:txBody>
      </p:sp>
      <p:sp>
        <p:nvSpPr>
          <p:cNvPr id="5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345117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1806335256"/>
              </p:ext>
            </p:extLst>
          </p:nvPr>
        </p:nvGraphicFramePr>
        <p:xfrm>
          <a:off x="77612" y="692696"/>
          <a:ext cx="8888262" cy="655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76114"/>
            <a:ext cx="7772400" cy="504056"/>
          </a:xfrm>
        </p:spPr>
        <p:txBody>
          <a:bodyPr>
            <a:noAutofit/>
          </a:bodyPr>
          <a:lstStyle/>
          <a:p>
            <a:pPr marL="182880" indent="0">
              <a:buNone/>
            </a:pPr>
            <a:r>
              <a:rPr lang="fr-FR" sz="1800" dirty="0"/>
              <a:t>Organigramme hiérarchique général 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6012160" y="6381328"/>
            <a:ext cx="2808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Légende: </a:t>
            </a:r>
            <a:r>
              <a:rPr lang="fr-FR" sz="1200" dirty="0">
                <a:solidFill>
                  <a:srgbClr val="FF0000"/>
                </a:solidFill>
              </a:rPr>
              <a:t>rouge</a:t>
            </a:r>
            <a:r>
              <a:rPr lang="fr-FR" sz="1200" dirty="0"/>
              <a:t> = </a:t>
            </a:r>
            <a:r>
              <a:rPr lang="fr-FR" sz="1200" dirty="0">
                <a:solidFill>
                  <a:srgbClr val="FF0000"/>
                </a:solidFill>
              </a:rPr>
              <a:t>Comité de direction</a:t>
            </a:r>
          </a:p>
        </p:txBody>
      </p:sp>
      <p:sp>
        <p:nvSpPr>
          <p:cNvPr id="6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52421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920880" cy="648072"/>
          </a:xfrm>
        </p:spPr>
        <p:txBody>
          <a:bodyPr/>
          <a:lstStyle/>
          <a:p>
            <a:pPr marL="0" indent="0">
              <a:buNone/>
            </a:pPr>
            <a:r>
              <a:rPr lang="fr-FR" sz="1800" dirty="0"/>
              <a:t>Organigramme maintenance</a:t>
            </a:r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1921955701"/>
              </p:ext>
            </p:extLst>
          </p:nvPr>
        </p:nvGraphicFramePr>
        <p:xfrm>
          <a:off x="467544" y="908720"/>
          <a:ext cx="8568952" cy="5688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157748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402889"/>
              </p:ext>
            </p:extLst>
          </p:nvPr>
        </p:nvGraphicFramePr>
        <p:xfrm>
          <a:off x="423637" y="1196752"/>
          <a:ext cx="7964787" cy="499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209932"/>
            <a:ext cx="6512511" cy="504056"/>
          </a:xfrm>
        </p:spPr>
        <p:txBody>
          <a:bodyPr/>
          <a:lstStyle/>
          <a:p>
            <a:pPr marL="0" indent="0">
              <a:buNone/>
            </a:pPr>
            <a:r>
              <a:rPr lang="fr-FR" sz="1800" dirty="0">
                <a:cs typeface="Calibri" panose="020F0502020204030204" pitchFamily="34" charset="0"/>
              </a:rPr>
              <a:t>Organigramme magasins </a:t>
            </a:r>
          </a:p>
        </p:txBody>
      </p:sp>
      <p:sp>
        <p:nvSpPr>
          <p:cNvPr id="7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248867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872602"/>
              </p:ext>
            </p:extLst>
          </p:nvPr>
        </p:nvGraphicFramePr>
        <p:xfrm>
          <a:off x="251520" y="332656"/>
          <a:ext cx="8712968" cy="6336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3897" y="181078"/>
            <a:ext cx="8588583" cy="504056"/>
          </a:xfrm>
        </p:spPr>
        <p:txBody>
          <a:bodyPr/>
          <a:lstStyle/>
          <a:p>
            <a:pPr marL="0" indent="0" algn="r">
              <a:buNone/>
            </a:pPr>
            <a:r>
              <a:rPr lang="fr-FR" sz="1800" dirty="0"/>
              <a:t>Organigramme production </a:t>
            </a:r>
          </a:p>
        </p:txBody>
      </p:sp>
      <p:sp>
        <p:nvSpPr>
          <p:cNvPr id="7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317368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3143899"/>
              </p:ext>
            </p:extLst>
          </p:nvPr>
        </p:nvGraphicFramePr>
        <p:xfrm>
          <a:off x="323528" y="1052736"/>
          <a:ext cx="8424936" cy="5583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498384"/>
          </a:xfrm>
        </p:spPr>
        <p:txBody>
          <a:bodyPr>
            <a:normAutofit/>
          </a:bodyPr>
          <a:lstStyle/>
          <a:p>
            <a:r>
              <a:rPr lang="fr-FR" sz="1800" dirty="0"/>
              <a:t>Organigramme Administration - Finance</a:t>
            </a:r>
          </a:p>
        </p:txBody>
      </p:sp>
      <p:sp>
        <p:nvSpPr>
          <p:cNvPr id="6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166239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5148641"/>
              </p:ext>
            </p:extLst>
          </p:nvPr>
        </p:nvGraphicFramePr>
        <p:xfrm>
          <a:off x="323528" y="1052736"/>
          <a:ext cx="8424936" cy="5583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498384"/>
          </a:xfrm>
        </p:spPr>
        <p:txBody>
          <a:bodyPr>
            <a:normAutofit/>
          </a:bodyPr>
          <a:lstStyle/>
          <a:p>
            <a:r>
              <a:rPr lang="fr-FR" sz="1800" dirty="0"/>
              <a:t>Organigramme RH</a:t>
            </a:r>
          </a:p>
        </p:txBody>
      </p:sp>
      <p:sp>
        <p:nvSpPr>
          <p:cNvPr id="6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198969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518495"/>
              </p:ext>
            </p:extLst>
          </p:nvPr>
        </p:nvGraphicFramePr>
        <p:xfrm>
          <a:off x="683568" y="1124744"/>
          <a:ext cx="8136904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79512" y="260648"/>
            <a:ext cx="8229600" cy="570392"/>
          </a:xfrm>
        </p:spPr>
        <p:txBody>
          <a:bodyPr>
            <a:normAutofit/>
          </a:bodyPr>
          <a:lstStyle/>
          <a:p>
            <a:r>
              <a:rPr lang="fr-FR" sz="1800" dirty="0"/>
              <a:t>Organigramme Qualité - Hygiène - Environnement</a:t>
            </a:r>
          </a:p>
        </p:txBody>
      </p:sp>
      <p:sp>
        <p:nvSpPr>
          <p:cNvPr id="6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3970432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048FB9-1BCC-46BD-87DE-2B211453CBC7}"/>
              </a:ext>
            </a:extLst>
          </p:cNvPr>
          <p:cNvSpPr/>
          <p:nvPr/>
        </p:nvSpPr>
        <p:spPr>
          <a:xfrm>
            <a:off x="1187624" y="2060848"/>
            <a:ext cx="6840760" cy="4104456"/>
          </a:xfrm>
          <a:prstGeom prst="rect">
            <a:avLst/>
          </a:prstGeom>
          <a:noFill/>
        </p:spPr>
      </p: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251520" y="332656"/>
            <a:ext cx="8229600" cy="426376"/>
          </a:xfrm>
        </p:spPr>
        <p:txBody>
          <a:bodyPr>
            <a:normAutofit/>
          </a:bodyPr>
          <a:lstStyle/>
          <a:p>
            <a:r>
              <a:rPr lang="fr-FR" sz="1800" dirty="0"/>
              <a:t>Organigramme informatique </a:t>
            </a:r>
          </a:p>
        </p:txBody>
      </p:sp>
      <p:sp>
        <p:nvSpPr>
          <p:cNvPr id="7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966E75-87E2-4C62-8629-E50DB9A8C51F}"/>
              </a:ext>
            </a:extLst>
          </p:cNvPr>
          <p:cNvSpPr/>
          <p:nvPr/>
        </p:nvSpPr>
        <p:spPr>
          <a:xfrm>
            <a:off x="3563888" y="2456258"/>
            <a:ext cx="1800200" cy="733265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 dirty="0"/>
              <a:t>DSI / RSSI</a:t>
            </a:r>
            <a:endParaRPr lang="fr-FR" sz="1100" kern="1200" dirty="0"/>
          </a:p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dirty="0"/>
              <a:t>Ludovic BESNIER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1E9E55-C24C-49B9-AE67-382104D4586A}"/>
              </a:ext>
            </a:extLst>
          </p:cNvPr>
          <p:cNvSpPr/>
          <p:nvPr/>
        </p:nvSpPr>
        <p:spPr>
          <a:xfrm>
            <a:off x="475305" y="3819673"/>
            <a:ext cx="1800200" cy="733265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 dirty="0"/>
              <a:t>Chef de projet </a:t>
            </a:r>
          </a:p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dirty="0"/>
              <a:t>Florence CERPIAT</a:t>
            </a:r>
          </a:p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dirty="0"/>
              <a:t>Giovanna SALAS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80D831-2C47-4353-AEA7-4BEE0A7FAE0C}"/>
              </a:ext>
            </a:extLst>
          </p:cNvPr>
          <p:cNvSpPr/>
          <p:nvPr/>
        </p:nvSpPr>
        <p:spPr>
          <a:xfrm>
            <a:off x="2547930" y="3814937"/>
            <a:ext cx="1800200" cy="733265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 dirty="0"/>
              <a:t>Programmeur</a:t>
            </a:r>
          </a:p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dirty="0"/>
              <a:t> William ROUX</a:t>
            </a:r>
          </a:p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dirty="0"/>
              <a:t>Madeleine TAMIARI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F68415-0627-4D78-8629-7EFA4E6345BD}"/>
              </a:ext>
            </a:extLst>
          </p:cNvPr>
          <p:cNvSpPr/>
          <p:nvPr/>
        </p:nvSpPr>
        <p:spPr>
          <a:xfrm>
            <a:off x="4597836" y="3814937"/>
            <a:ext cx="1800200" cy="733265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 dirty="0"/>
              <a:t>Exploitation</a:t>
            </a:r>
          </a:p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dirty="0"/>
              <a:t>Cyrille Legrand</a:t>
            </a:r>
          </a:p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dirty="0"/>
              <a:t>Anthony </a:t>
            </a:r>
            <a:r>
              <a:rPr lang="fr-FR" sz="1100" kern="1200" dirty="0" err="1"/>
              <a:t>Ripaud</a:t>
            </a:r>
            <a:endParaRPr lang="fr-FR" sz="1100" kern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82B0D6-30C2-4A07-8E7E-09CF6A67B74A}"/>
              </a:ext>
            </a:extLst>
          </p:cNvPr>
          <p:cNvSpPr/>
          <p:nvPr/>
        </p:nvSpPr>
        <p:spPr>
          <a:xfrm>
            <a:off x="6703997" y="3814937"/>
            <a:ext cx="1800200" cy="733265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 dirty="0"/>
              <a:t>Support utilisateur</a:t>
            </a:r>
          </a:p>
          <a:p>
            <a:pPr marL="0" lvl="0" indent="0" algn="ct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dirty="0"/>
              <a:t> Agnès Pilon</a:t>
            </a:r>
          </a:p>
        </p:txBody>
      </p: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43AE155E-A158-44A9-AAB0-1C8DF647CE2F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2604622" y="1960307"/>
            <a:ext cx="630150" cy="3088583"/>
          </a:xfrm>
          <a:prstGeom prst="bentConnector3">
            <a:avLst>
              <a:gd name="adj1" fmla="val 50000"/>
            </a:avLst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23" name="Connecteur : en angle 22">
            <a:extLst>
              <a:ext uri="{FF2B5EF4-FFF2-40B4-BE49-F238E27FC236}">
                <a16:creationId xmlns:a16="http://schemas.microsoft.com/office/drawing/2014/main" id="{7D61AFC2-A519-401E-8708-ADDE5446BF12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rot="5400000">
            <a:off x="3643302" y="2994251"/>
            <a:ext cx="625414" cy="1015958"/>
          </a:xfrm>
          <a:prstGeom prst="bentConnector3">
            <a:avLst>
              <a:gd name="adj1" fmla="val 50000"/>
            </a:avLst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AAB372B8-8DCB-4912-8BF5-7B927E034A67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 rot="16200000" flipH="1">
            <a:off x="4668255" y="2985256"/>
            <a:ext cx="625414" cy="1033948"/>
          </a:xfrm>
          <a:prstGeom prst="bentConnector3">
            <a:avLst>
              <a:gd name="adj1" fmla="val 50000"/>
            </a:avLst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830EC20D-01F3-4F50-BE10-361D629F8071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 rot="16200000" flipH="1">
            <a:off x="5721335" y="1932175"/>
            <a:ext cx="625414" cy="3140109"/>
          </a:xfrm>
          <a:prstGeom prst="bentConnector3">
            <a:avLst>
              <a:gd name="adj1" fmla="val 50000"/>
            </a:avLst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</p:spTree>
    <p:extLst>
      <p:ext uri="{BB962C8B-B14F-4D97-AF65-F5344CB8AC3E}">
        <p14:creationId xmlns:p14="http://schemas.microsoft.com/office/powerpoint/2010/main" val="1599274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274356"/>
              </p:ext>
            </p:extLst>
          </p:nvPr>
        </p:nvGraphicFramePr>
        <p:xfrm>
          <a:off x="323528" y="764704"/>
          <a:ext cx="8507289" cy="5904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23529" y="338328"/>
            <a:ext cx="8363271" cy="570392"/>
          </a:xfrm>
        </p:spPr>
        <p:txBody>
          <a:bodyPr>
            <a:noAutofit/>
          </a:bodyPr>
          <a:lstStyle/>
          <a:p>
            <a:r>
              <a:rPr lang="fr-FR" sz="1800" dirty="0"/>
              <a:t>Organigramme commercial </a:t>
            </a:r>
          </a:p>
        </p:txBody>
      </p:sp>
      <p:sp>
        <p:nvSpPr>
          <p:cNvPr id="7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4141840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293551"/>
              </p:ext>
            </p:extLst>
          </p:nvPr>
        </p:nvGraphicFramePr>
        <p:xfrm>
          <a:off x="179512" y="980728"/>
          <a:ext cx="8887172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426376"/>
          </a:xfrm>
        </p:spPr>
        <p:txBody>
          <a:bodyPr>
            <a:normAutofit/>
          </a:bodyPr>
          <a:lstStyle/>
          <a:p>
            <a:r>
              <a:rPr lang="fr-FR" sz="1800" dirty="0"/>
              <a:t>Organigramme achats (</a:t>
            </a:r>
            <a:r>
              <a:rPr lang="fr-FR" sz="1800" dirty="0" err="1"/>
              <a:t>supply</a:t>
            </a:r>
            <a:r>
              <a:rPr lang="fr-FR" sz="1800" dirty="0"/>
              <a:t> </a:t>
            </a:r>
            <a:r>
              <a:rPr lang="fr-FR" sz="1800" dirty="0" err="1"/>
              <a:t>chain</a:t>
            </a:r>
            <a:r>
              <a:rPr lang="fr-FR" sz="1800" dirty="0"/>
              <a:t>)</a:t>
            </a:r>
          </a:p>
        </p:txBody>
      </p:sp>
      <p:sp>
        <p:nvSpPr>
          <p:cNvPr id="7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3924594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322184"/>
              </p:ext>
            </p:extLst>
          </p:nvPr>
        </p:nvGraphicFramePr>
        <p:xfrm>
          <a:off x="827584" y="1844824"/>
          <a:ext cx="7488832" cy="417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95536" y="338328"/>
            <a:ext cx="8291264" cy="498384"/>
          </a:xfrm>
        </p:spPr>
        <p:txBody>
          <a:bodyPr>
            <a:noAutofit/>
          </a:bodyPr>
          <a:lstStyle/>
          <a:p>
            <a:r>
              <a:rPr lang="fr-FR" sz="1800" dirty="0"/>
              <a:t>Organigramme méthodes / devis (</a:t>
            </a:r>
            <a:r>
              <a:rPr lang="fr-FR" sz="1800" dirty="0" err="1"/>
              <a:t>supply</a:t>
            </a:r>
            <a:r>
              <a:rPr lang="fr-FR" sz="1800" dirty="0"/>
              <a:t> </a:t>
            </a:r>
            <a:r>
              <a:rPr lang="fr-FR" sz="1800" dirty="0" err="1"/>
              <a:t>chain</a:t>
            </a:r>
            <a:r>
              <a:rPr lang="fr-FR" sz="1800" dirty="0"/>
              <a:t>) </a:t>
            </a:r>
          </a:p>
        </p:txBody>
      </p:sp>
      <p:sp>
        <p:nvSpPr>
          <p:cNvPr id="6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1172930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077114"/>
              </p:ext>
            </p:extLst>
          </p:nvPr>
        </p:nvGraphicFramePr>
        <p:xfrm>
          <a:off x="2339752" y="1772816"/>
          <a:ext cx="4752528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570392"/>
          </a:xfrm>
        </p:spPr>
        <p:txBody>
          <a:bodyPr>
            <a:normAutofit/>
          </a:bodyPr>
          <a:lstStyle/>
          <a:p>
            <a:r>
              <a:rPr lang="fr-FR" sz="1800" dirty="0"/>
              <a:t>Organigramme planning / ordonnancement (</a:t>
            </a:r>
            <a:r>
              <a:rPr lang="fr-FR" sz="1800" dirty="0" err="1"/>
              <a:t>supply</a:t>
            </a:r>
            <a:r>
              <a:rPr lang="fr-FR" sz="1800" dirty="0"/>
              <a:t> </a:t>
            </a:r>
            <a:r>
              <a:rPr lang="fr-FR" sz="1800" dirty="0" err="1"/>
              <a:t>chain</a:t>
            </a:r>
            <a:r>
              <a:rPr lang="fr-FR" sz="1800" dirty="0"/>
              <a:t>)</a:t>
            </a:r>
          </a:p>
        </p:txBody>
      </p:sp>
      <p:sp>
        <p:nvSpPr>
          <p:cNvPr id="6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3063803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2291150"/>
              </p:ext>
            </p:extLst>
          </p:nvPr>
        </p:nvGraphicFramePr>
        <p:xfrm>
          <a:off x="2123728" y="2060848"/>
          <a:ext cx="4752528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570392"/>
          </a:xfrm>
        </p:spPr>
        <p:txBody>
          <a:bodyPr>
            <a:normAutofit/>
          </a:bodyPr>
          <a:lstStyle/>
          <a:p>
            <a:r>
              <a:rPr lang="fr-FR" sz="1800" dirty="0"/>
              <a:t>Organigramme sécurité et prévention </a:t>
            </a:r>
          </a:p>
        </p:txBody>
      </p:sp>
      <p:sp>
        <p:nvSpPr>
          <p:cNvPr id="6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3786691" cy="365125"/>
          </a:xfrm>
        </p:spPr>
        <p:txBody>
          <a:bodyPr/>
          <a:lstStyle/>
          <a:p>
            <a:r>
              <a:rPr lang="fr-FR" dirty="0"/>
              <a:t>Date de dernière mise à jour : 25/11/2019</a:t>
            </a:r>
          </a:p>
        </p:txBody>
      </p:sp>
    </p:spTree>
    <p:extLst>
      <p:ext uri="{BB962C8B-B14F-4D97-AF65-F5344CB8AC3E}">
        <p14:creationId xmlns:p14="http://schemas.microsoft.com/office/powerpoint/2010/main" val="20247988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agues">
  <a:themeElements>
    <a:clrScheme name="Vagues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Vagues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agues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BAC606B067744998252C87DAD935C5" ma:contentTypeVersion="9" ma:contentTypeDescription="Crée un document." ma:contentTypeScope="" ma:versionID="b5e0f87635a1d60551770770ae8e0e90">
  <xsd:schema xmlns:xsd="http://www.w3.org/2001/XMLSchema" xmlns:xs="http://www.w3.org/2001/XMLSchema" xmlns:p="http://schemas.microsoft.com/office/2006/metadata/properties" xmlns:ns2="32548cb5-7b3f-4baf-81bb-c65e39a20e18" targetNamespace="http://schemas.microsoft.com/office/2006/metadata/properties" ma:root="true" ma:fieldsID="e402a7fb6feed7eec222e6c7b7f93718" ns2:_="">
    <xsd:import namespace="32548cb5-7b3f-4baf-81bb-c65e39a20e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548cb5-7b3f-4baf-81bb-c65e39a20e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68DD18-7F6A-4B83-BE9B-C9C91507765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81BF94-F4D1-44F4-B71E-0FCB890A16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68B290-0BE4-4BD0-846D-A7110D68BF5C}"/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4373</TotalTime>
  <Words>908</Words>
  <Application>Microsoft Office PowerPoint</Application>
  <PresentationFormat>Affichage à l'écran (4:3)</PresentationFormat>
  <Paragraphs>329</Paragraphs>
  <Slides>16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Calibri</vt:lpstr>
      <vt:lpstr>Candara</vt:lpstr>
      <vt:lpstr>Symbol</vt:lpstr>
      <vt:lpstr>Vagues</vt:lpstr>
      <vt:lpstr>Organigramme</vt:lpstr>
      <vt:lpstr>Présentation PowerPoint</vt:lpstr>
      <vt:lpstr>Organigramme direction</vt:lpstr>
      <vt:lpstr>Organigramme hiérarchique général </vt:lpstr>
      <vt:lpstr>Organigramme maintenance</vt:lpstr>
      <vt:lpstr>Organigramme magasins </vt:lpstr>
      <vt:lpstr>Organigramme production </vt:lpstr>
      <vt:lpstr>Organigramme Administration - Finance</vt:lpstr>
      <vt:lpstr>Organigramme RH</vt:lpstr>
      <vt:lpstr>Organigramme Qualité - Hygiène - Environnement</vt:lpstr>
      <vt:lpstr>Organigramme informatique </vt:lpstr>
      <vt:lpstr>Organigramme commercial </vt:lpstr>
      <vt:lpstr>Organigramme achats (supply chain)</vt:lpstr>
      <vt:lpstr>Organigramme méthodes / devis (supply chain) </vt:lpstr>
      <vt:lpstr>Organigramme planning / ordonnancement (supply chain)</vt:lpstr>
      <vt:lpstr>Organigramme sécurité et prévention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Organigramme hiérarchique général</dc:title>
  <dc:creator>Stagiaire R.H.</dc:creator>
  <cp:lastModifiedBy>Philippe HUMEAU</cp:lastModifiedBy>
  <cp:revision>224</cp:revision>
  <cp:lastPrinted>2018-07-25T09:09:00Z</cp:lastPrinted>
  <dcterms:created xsi:type="dcterms:W3CDTF">2017-05-15T06:13:44Z</dcterms:created>
  <dcterms:modified xsi:type="dcterms:W3CDTF">2020-07-21T10:16:43Z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0x01010049BAC606B067744998252C87DAD935C5</vt:lpwstr>
  </property>
</Properties>
</file>