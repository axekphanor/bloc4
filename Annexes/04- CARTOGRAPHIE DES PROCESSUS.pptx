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diagrams/data1.xml" ContentType="application/vnd.openxmlformats-officedocument.drawingml.diagramData+xml"/>
  <Override PartName="/ppt/presentation.xml" ContentType="application/vnd.openxmlformats-officedocument.presentationml.presentation.main+xml"/>
  <Override PartName="/ppt/slides/slide30.xml" ContentType="application/vnd.openxmlformats-officedocument.presentationml.slide+xml"/>
  <Override PartName="/ppt/slides/slide60.xml" ContentType="application/vnd.openxmlformats-officedocument.presentationml.slide+xml"/>
  <Override PartName="/ppt/slides/slide59.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71.xml" ContentType="application/vnd.openxmlformats-officedocument.presentationml.slide+xml"/>
  <Override PartName="/ppt/slides/slide70.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67.xml" ContentType="application/vnd.openxmlformats-officedocument.presentationml.slide+xml"/>
  <Override PartName="/ppt/slides/slide66.xml" ContentType="application/vnd.openxmlformats-officedocument.presentationml.slide+xml"/>
  <Override PartName="/ppt/slides/slide65.xml" ContentType="application/vnd.openxmlformats-officedocument.presentationml.slide+xml"/>
  <Override PartName="/ppt/slides/slide64.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29.xml" ContentType="application/vnd.openxmlformats-officedocument.presentationml.slide+xml"/>
  <Override PartName="/ppt/slides/slide72.xml" ContentType="application/vnd.openxmlformats-officedocument.presentationml.slide+xml"/>
  <Override PartName="/ppt/slides/slide74.xml" ContentType="application/vnd.openxmlformats-officedocument.presentationml.slide+xml"/>
  <Override PartName="/ppt/slides/slide9.xml" ContentType="application/vnd.openxmlformats-officedocument.presentationml.slide+xml"/>
  <Override PartName="/ppt/slides/slide7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5.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16.xml" ContentType="application/vnd.openxmlformats-officedocument.presentationml.slide+xml"/>
  <Override PartName="/ppt/slides/slide75.xml" ContentType="application/vnd.openxmlformats-officedocument.presentationml.slide+xml"/>
  <Override PartName="/ppt/slides/slide25.xml" ContentType="application/vnd.openxmlformats-officedocument.presentationml.slide+xml"/>
  <Override PartName="/ppt/slides/slide76.xml" ContentType="application/vnd.openxmlformats-officedocument.presentationml.slide+xml"/>
  <Override PartName="/ppt/slides/slide23.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4.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theme/theme1.xml" ContentType="application/vnd.openxmlformats-officedocument.theme+xml"/>
  <Override PartName="/ppt/diagrams/quickStyle1.xml" ContentType="application/vnd.openxmlformats-officedocument.drawingml.diagramStyle+xml"/>
  <Override PartName="/ppt/diagrams/layout1.xml" ContentType="application/vnd.openxmlformats-officedocument.drawingml.diagramLayout+xml"/>
  <Override PartName="/ppt/diagrams/colors1.xml" ContentType="application/vnd.openxmlformats-officedocument.drawingml.diagramColors+xml"/>
  <Override PartName="/ppt/diagrams/drawing1.xml" ContentType="application/vnd.ms-office.drawingml.diagramDrawing+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revisionInfo.xml" ContentType="application/vnd.ms-powerpoint.revisioninfo+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60" r:id="rId3"/>
    <p:sldId id="258" r:id="rId4"/>
    <p:sldId id="256" r:id="rId5"/>
    <p:sldId id="260" r:id="rId6"/>
    <p:sldId id="286" r:id="rId7"/>
    <p:sldId id="302" r:id="rId8"/>
    <p:sldId id="289" r:id="rId9"/>
    <p:sldId id="292" r:id="rId10"/>
    <p:sldId id="293" r:id="rId11"/>
    <p:sldId id="294" r:id="rId12"/>
    <p:sldId id="266" r:id="rId13"/>
    <p:sldId id="267" r:id="rId14"/>
    <p:sldId id="268" r:id="rId15"/>
    <p:sldId id="298" r:id="rId16"/>
    <p:sldId id="300" r:id="rId17"/>
    <p:sldId id="281" r:id="rId18"/>
    <p:sldId id="282" r:id="rId19"/>
    <p:sldId id="303" r:id="rId20"/>
    <p:sldId id="304" r:id="rId21"/>
    <p:sldId id="305" r:id="rId22"/>
    <p:sldId id="306" r:id="rId23"/>
    <p:sldId id="315" r:id="rId24"/>
    <p:sldId id="309" r:id="rId25"/>
    <p:sldId id="262" r:id="rId26"/>
    <p:sldId id="263" r:id="rId27"/>
    <p:sldId id="264" r:id="rId28"/>
    <p:sldId id="310" r:id="rId29"/>
    <p:sldId id="311" r:id="rId30"/>
    <p:sldId id="312" r:id="rId31"/>
    <p:sldId id="271" r:id="rId32"/>
    <p:sldId id="273" r:id="rId33"/>
    <p:sldId id="275" r:id="rId34"/>
    <p:sldId id="277" r:id="rId35"/>
    <p:sldId id="279" r:id="rId36"/>
    <p:sldId id="313" r:id="rId37"/>
    <p:sldId id="314" r:id="rId38"/>
    <p:sldId id="316" r:id="rId39"/>
    <p:sldId id="317" r:id="rId40"/>
    <p:sldId id="318" r:id="rId41"/>
    <p:sldId id="320" r:id="rId42"/>
    <p:sldId id="319" r:id="rId43"/>
    <p:sldId id="323" r:id="rId44"/>
    <p:sldId id="324" r:id="rId45"/>
    <p:sldId id="325" r:id="rId46"/>
    <p:sldId id="326" r:id="rId47"/>
    <p:sldId id="328" r:id="rId48"/>
    <p:sldId id="329" r:id="rId49"/>
    <p:sldId id="307" r:id="rId50"/>
    <p:sldId id="308" r:id="rId51"/>
    <p:sldId id="330" r:id="rId52"/>
    <p:sldId id="331" r:id="rId53"/>
    <p:sldId id="332" r:id="rId54"/>
    <p:sldId id="333" r:id="rId55"/>
    <p:sldId id="335" r:id="rId56"/>
    <p:sldId id="338" r:id="rId57"/>
    <p:sldId id="339" r:id="rId58"/>
    <p:sldId id="340" r:id="rId59"/>
    <p:sldId id="341" r:id="rId60"/>
    <p:sldId id="342" r:id="rId61"/>
    <p:sldId id="343" r:id="rId62"/>
    <p:sldId id="344" r:id="rId63"/>
    <p:sldId id="345" r:id="rId64"/>
    <p:sldId id="346" r:id="rId65"/>
    <p:sldId id="349" r:id="rId66"/>
    <p:sldId id="350" r:id="rId67"/>
    <p:sldId id="348" r:id="rId68"/>
    <p:sldId id="353" r:id="rId69"/>
    <p:sldId id="354" r:id="rId70"/>
    <p:sldId id="355" r:id="rId71"/>
    <p:sldId id="356" r:id="rId72"/>
    <p:sldId id="351" r:id="rId73"/>
    <p:sldId id="352" r:id="rId74"/>
    <p:sldId id="357" r:id="rId75"/>
    <p:sldId id="358" r:id="rId76"/>
    <p:sldId id="359" r:id="rId77"/>
  </p:sldIdLst>
  <p:sldSz cx="12190413" cy="6859588"/>
  <p:notesSz cx="6797675" cy="9926638"/>
  <p:defaultTextStyle>
    <a:defPPr>
      <a:defRPr lang="fr-FR"/>
    </a:defPPr>
    <a:lvl1pPr algn="l" defTabSz="1038225" rtl="0" eaLnBrk="0" fontAlgn="base" hangingPunct="0">
      <a:spcBef>
        <a:spcPct val="0"/>
      </a:spcBef>
      <a:spcAft>
        <a:spcPct val="0"/>
      </a:spcAft>
      <a:defRPr sz="2000" kern="1200">
        <a:solidFill>
          <a:schemeClr val="tx1"/>
        </a:solidFill>
        <a:latin typeface="Calibri" panose="020F0502020204030204" pitchFamily="34" charset="0"/>
        <a:ea typeface="+mn-ea"/>
        <a:cs typeface="Arial" panose="020B0604020202020204" pitchFamily="34" charset="0"/>
      </a:defRPr>
    </a:lvl1pPr>
    <a:lvl2pPr marL="519113" indent="-61913" algn="l" defTabSz="1038225" rtl="0" eaLnBrk="0" fontAlgn="base" hangingPunct="0">
      <a:spcBef>
        <a:spcPct val="0"/>
      </a:spcBef>
      <a:spcAft>
        <a:spcPct val="0"/>
      </a:spcAft>
      <a:defRPr sz="2000" kern="1200">
        <a:solidFill>
          <a:schemeClr val="tx1"/>
        </a:solidFill>
        <a:latin typeface="Calibri" panose="020F0502020204030204" pitchFamily="34" charset="0"/>
        <a:ea typeface="+mn-ea"/>
        <a:cs typeface="Arial" panose="020B0604020202020204" pitchFamily="34" charset="0"/>
      </a:defRPr>
    </a:lvl2pPr>
    <a:lvl3pPr marL="1038225" indent="-123825" algn="l" defTabSz="1038225" rtl="0" eaLnBrk="0" fontAlgn="base" hangingPunct="0">
      <a:spcBef>
        <a:spcPct val="0"/>
      </a:spcBef>
      <a:spcAft>
        <a:spcPct val="0"/>
      </a:spcAft>
      <a:defRPr sz="2000" kern="1200">
        <a:solidFill>
          <a:schemeClr val="tx1"/>
        </a:solidFill>
        <a:latin typeface="Calibri" panose="020F0502020204030204" pitchFamily="34" charset="0"/>
        <a:ea typeface="+mn-ea"/>
        <a:cs typeface="Arial" panose="020B0604020202020204" pitchFamily="34" charset="0"/>
      </a:defRPr>
    </a:lvl3pPr>
    <a:lvl4pPr marL="1557338" indent="-185738" algn="l" defTabSz="1038225" rtl="0" eaLnBrk="0" fontAlgn="base" hangingPunct="0">
      <a:spcBef>
        <a:spcPct val="0"/>
      </a:spcBef>
      <a:spcAft>
        <a:spcPct val="0"/>
      </a:spcAft>
      <a:defRPr sz="2000" kern="1200">
        <a:solidFill>
          <a:schemeClr val="tx1"/>
        </a:solidFill>
        <a:latin typeface="Calibri" panose="020F0502020204030204" pitchFamily="34" charset="0"/>
        <a:ea typeface="+mn-ea"/>
        <a:cs typeface="Arial" panose="020B0604020202020204" pitchFamily="34" charset="0"/>
      </a:defRPr>
    </a:lvl4pPr>
    <a:lvl5pPr marL="2076450" indent="-247650" algn="l" defTabSz="1038225" rtl="0" eaLnBrk="0" fontAlgn="base" hangingPunct="0">
      <a:spcBef>
        <a:spcPct val="0"/>
      </a:spcBef>
      <a:spcAft>
        <a:spcPct val="0"/>
      </a:spcAft>
      <a:defRPr sz="2000"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sz="2000"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sz="2000"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sz="2000"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sz="2000" kern="1200">
        <a:solidFill>
          <a:schemeClr val="tx1"/>
        </a:solidFill>
        <a:latin typeface="Calibri" panose="020F0502020204030204" pitchFamily="34" charset="0"/>
        <a:ea typeface="+mn-ea"/>
        <a:cs typeface="Arial" panose="020B0604020202020204" pitchFamily="34" charset="0"/>
      </a:defRPr>
    </a:lvl9pPr>
  </p:defaultTextStyle>
  <p:extLst>
    <p:ext uri="{521415D9-36F7-43E2-AB2F-B90AF26B5E84}">
      <p14:sectionLst xmlns:p14="http://schemas.microsoft.com/office/powerpoint/2010/main">
        <p14:section name="Section par défaut" id="{8BB47856-35E0-49C9-AFCC-A36B0D1F56AA}">
          <p14:sldIdLst>
            <p14:sldId id="257"/>
            <p14:sldId id="360"/>
          </p14:sldIdLst>
        </p14:section>
        <p14:section name="Gestion des incidents" id="{9F6FCA4E-628B-4393-9016-68CE70ED1200}">
          <p14:sldIdLst>
            <p14:sldId id="258"/>
            <p14:sldId id="256"/>
            <p14:sldId id="260"/>
            <p14:sldId id="286"/>
            <p14:sldId id="302"/>
            <p14:sldId id="289"/>
            <p14:sldId id="292"/>
            <p14:sldId id="293"/>
            <p14:sldId id="294"/>
            <p14:sldId id="266"/>
            <p14:sldId id="267"/>
            <p14:sldId id="268"/>
            <p14:sldId id="298"/>
            <p14:sldId id="300"/>
            <p14:sldId id="281"/>
            <p14:sldId id="282"/>
          </p14:sldIdLst>
        </p14:section>
        <p14:section name="Gestion DE LA CONTINUITE DE SERVICE" id="{D7E9498F-1C2A-4B07-BA03-56D5ECA8A137}">
          <p14:sldIdLst>
            <p14:sldId id="303"/>
            <p14:sldId id="304"/>
            <p14:sldId id="305"/>
          </p14:sldIdLst>
        </p14:section>
        <p14:section name="Gestion des actifs de service et des configurations" id="{36474885-7231-4818-8D9C-9C7B4649BC42}">
          <p14:sldIdLst>
            <p14:sldId id="306"/>
            <p14:sldId id="315"/>
            <p14:sldId id="309"/>
            <p14:sldId id="262"/>
            <p14:sldId id="263"/>
            <p14:sldId id="264"/>
            <p14:sldId id="310"/>
            <p14:sldId id="311"/>
            <p14:sldId id="312"/>
            <p14:sldId id="271"/>
            <p14:sldId id="273"/>
            <p14:sldId id="275"/>
            <p14:sldId id="277"/>
            <p14:sldId id="279"/>
            <p14:sldId id="313"/>
            <p14:sldId id="314"/>
          </p14:sldIdLst>
        </p14:section>
        <p14:section name="Gestion DE LA CAPACITE" id="{1BBBBE74-F309-460C-87B8-E25F554DA710}">
          <p14:sldIdLst>
            <p14:sldId id="316"/>
            <p14:sldId id="317"/>
            <p14:sldId id="318"/>
          </p14:sldIdLst>
        </p14:section>
        <p14:section name="Gestion des Problèmes" id="{13A6D260-CE3C-496D-AA0C-0057D977D893}">
          <p14:sldIdLst>
            <p14:sldId id="320"/>
            <p14:sldId id="319"/>
            <p14:sldId id="323"/>
            <p14:sldId id="324"/>
            <p14:sldId id="325"/>
            <p14:sldId id="326"/>
            <p14:sldId id="328"/>
            <p14:sldId id="329"/>
            <p14:sldId id="307"/>
            <p14:sldId id="308"/>
            <p14:sldId id="330"/>
            <p14:sldId id="331"/>
            <p14:sldId id="332"/>
            <p14:sldId id="333"/>
            <p14:sldId id="335"/>
            <p14:sldId id="338"/>
            <p14:sldId id="339"/>
            <p14:sldId id="340"/>
            <p14:sldId id="341"/>
          </p14:sldIdLst>
        </p14:section>
        <p14:section name="Gestion DES CHANGEMENTS / Mises en production" id="{E40E35DC-883D-4049-AF50-DD5CD6342306}">
          <p14:sldIdLst>
            <p14:sldId id="342"/>
            <p14:sldId id="343"/>
            <p14:sldId id="344"/>
          </p14:sldIdLst>
        </p14:section>
        <p14:section name="Gestion DE LA DEMANDE" id="{E28A487A-5F09-4B4B-888A-265489D7009D}">
          <p14:sldIdLst>
            <p14:sldId id="345"/>
            <p14:sldId id="346"/>
            <p14:sldId id="349"/>
            <p14:sldId id="350"/>
            <p14:sldId id="348"/>
            <p14:sldId id="353"/>
            <p14:sldId id="354"/>
            <p14:sldId id="355"/>
            <p14:sldId id="356"/>
            <p14:sldId id="351"/>
            <p14:sldId id="352"/>
          </p14:sldIdLst>
        </p14:section>
        <p14:section name="Gestion DE LA CONNAISSANCE" id="{32D931FA-E081-4DE5-B16F-811155226B61}">
          <p14:sldIdLst>
            <p14:sldId id="357"/>
            <p14:sldId id="358"/>
            <p14:sldId id="359"/>
          </p14:sldIdLst>
        </p14:section>
      </p14:sectionLst>
    </p:ext>
    <p:ext uri="{EFAFB233-063F-42B5-8137-9DF3F51BA10A}">
      <p15:sldGuideLst xmlns:p15="http://schemas.microsoft.com/office/powerpoint/2012/main">
        <p15:guide id="1" orient="horz" pos="216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091B3B-C3F4-4709-A12E-6EDDC6A66362}" v="108" dt="2020-07-21T15:13:18.25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69" autoAdjust="0"/>
    <p:restoredTop sz="94595" autoAdjust="0"/>
  </p:normalViewPr>
  <p:slideViewPr>
    <p:cSldViewPr>
      <p:cViewPr varScale="1">
        <p:scale>
          <a:sx n="79" d="100"/>
          <a:sy n="79" d="100"/>
        </p:scale>
        <p:origin x="480" y="82"/>
      </p:cViewPr>
      <p:guideLst>
        <p:guide orient="horz" pos="216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customXml" Target="../customXml/item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85"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86"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lippe HUMEAU" userId="b926870f-ca2f-4521-86dd-65f1e028bdb2" providerId="ADAL" clId="{0A091B3B-C3F4-4709-A12E-6EDDC6A66362}"/>
    <pc:docChg chg="undo redo custSel addSld delSld modSld sldOrd modMainMaster addSection modSection">
      <pc:chgData name="Philippe HUMEAU" userId="b926870f-ca2f-4521-86dd-65f1e028bdb2" providerId="ADAL" clId="{0A091B3B-C3F4-4709-A12E-6EDDC6A66362}" dt="2020-07-21T15:13:23.751" v="5134" actId="1076"/>
      <pc:docMkLst>
        <pc:docMk/>
      </pc:docMkLst>
      <pc:sldChg chg="modSp mod">
        <pc:chgData name="Philippe HUMEAU" userId="b926870f-ca2f-4521-86dd-65f1e028bdb2" providerId="ADAL" clId="{0A091B3B-C3F4-4709-A12E-6EDDC6A66362}" dt="2020-07-21T14:45:31.176" v="4865" actId="20577"/>
        <pc:sldMkLst>
          <pc:docMk/>
          <pc:sldMk cId="0" sldId="257"/>
        </pc:sldMkLst>
        <pc:spChg chg="mod">
          <ac:chgData name="Philippe HUMEAU" userId="b926870f-ca2f-4521-86dd-65f1e028bdb2" providerId="ADAL" clId="{0A091B3B-C3F4-4709-A12E-6EDDC6A66362}" dt="2020-07-21T14:45:31.176" v="4865" actId="20577"/>
          <ac:spMkLst>
            <pc:docMk/>
            <pc:sldMk cId="0" sldId="257"/>
            <ac:spMk id="68" creationId="{DFB13677-76A1-4012-857D-12FA6E77475A}"/>
          </ac:spMkLst>
        </pc:spChg>
      </pc:sldChg>
      <pc:sldChg chg="add del">
        <pc:chgData name="Philippe HUMEAU" userId="b926870f-ca2f-4521-86dd-65f1e028bdb2" providerId="ADAL" clId="{0A091B3B-C3F4-4709-A12E-6EDDC6A66362}" dt="2020-07-21T12:57:36.368" v="312" actId="47"/>
        <pc:sldMkLst>
          <pc:docMk/>
          <pc:sldMk cId="0" sldId="259"/>
        </pc:sldMkLst>
      </pc:sldChg>
      <pc:sldChg chg="add del">
        <pc:chgData name="Philippe HUMEAU" userId="b926870f-ca2f-4521-86dd-65f1e028bdb2" providerId="ADAL" clId="{0A091B3B-C3F4-4709-A12E-6EDDC6A66362}" dt="2020-07-21T12:57:37.265" v="313" actId="47"/>
        <pc:sldMkLst>
          <pc:docMk/>
          <pc:sldMk cId="0" sldId="261"/>
        </pc:sldMkLst>
      </pc:sldChg>
      <pc:sldChg chg="add del">
        <pc:chgData name="Philippe HUMEAU" userId="b926870f-ca2f-4521-86dd-65f1e028bdb2" providerId="ADAL" clId="{0A091B3B-C3F4-4709-A12E-6EDDC6A66362}" dt="2020-07-21T13:05:48.431" v="1032" actId="47"/>
        <pc:sldMkLst>
          <pc:docMk/>
          <pc:sldMk cId="0" sldId="265"/>
        </pc:sldMkLst>
      </pc:sldChg>
      <pc:sldChg chg="add del">
        <pc:chgData name="Philippe HUMEAU" userId="b926870f-ca2f-4521-86dd-65f1e028bdb2" providerId="ADAL" clId="{0A091B3B-C3F4-4709-A12E-6EDDC6A66362}" dt="2020-07-21T13:11:16.544" v="1239" actId="47"/>
        <pc:sldMkLst>
          <pc:docMk/>
          <pc:sldMk cId="0" sldId="269"/>
        </pc:sldMkLst>
      </pc:sldChg>
      <pc:sldChg chg="add del">
        <pc:chgData name="Philippe HUMEAU" userId="b926870f-ca2f-4521-86dd-65f1e028bdb2" providerId="ADAL" clId="{0A091B3B-C3F4-4709-A12E-6EDDC6A66362}" dt="2020-07-21T12:59:32.511" v="490" actId="47"/>
        <pc:sldMkLst>
          <pc:docMk/>
          <pc:sldMk cId="0" sldId="287"/>
        </pc:sldMkLst>
      </pc:sldChg>
      <pc:sldChg chg="add del">
        <pc:chgData name="Philippe HUMEAU" userId="b926870f-ca2f-4521-86dd-65f1e028bdb2" providerId="ADAL" clId="{0A091B3B-C3F4-4709-A12E-6EDDC6A66362}" dt="2020-07-21T13:11:51.940" v="1256" actId="47"/>
        <pc:sldMkLst>
          <pc:docMk/>
          <pc:sldMk cId="0" sldId="299"/>
        </pc:sldMkLst>
      </pc:sldChg>
      <pc:sldChg chg="add del">
        <pc:chgData name="Philippe HUMEAU" userId="b926870f-ca2f-4521-86dd-65f1e028bdb2" providerId="ADAL" clId="{0A091B3B-C3F4-4709-A12E-6EDDC6A66362}" dt="2020-07-21T13:11:54.164" v="1257" actId="47"/>
        <pc:sldMkLst>
          <pc:docMk/>
          <pc:sldMk cId="0" sldId="301"/>
        </pc:sldMkLst>
      </pc:sldChg>
      <pc:sldChg chg="modSp add mod">
        <pc:chgData name="Philippe HUMEAU" userId="b926870f-ca2f-4521-86dd-65f1e028bdb2" providerId="ADAL" clId="{0A091B3B-C3F4-4709-A12E-6EDDC6A66362}" dt="2020-07-21T13:09:47.553" v="1202" actId="20577"/>
        <pc:sldMkLst>
          <pc:docMk/>
          <pc:sldMk cId="0" sldId="307"/>
        </pc:sldMkLst>
        <pc:graphicFrameChg chg="mod modGraphic">
          <ac:chgData name="Philippe HUMEAU" userId="b926870f-ca2f-4521-86dd-65f1e028bdb2" providerId="ADAL" clId="{0A091B3B-C3F4-4709-A12E-6EDDC6A66362}" dt="2020-07-21T13:09:47.553" v="1202" actId="20577"/>
          <ac:graphicFrameMkLst>
            <pc:docMk/>
            <pc:sldMk cId="0" sldId="307"/>
            <ac:graphicFrameMk id="5" creationId="{49CCE623-26C7-4C6A-AD3E-257346753438}"/>
          </ac:graphicFrameMkLst>
        </pc:graphicFrameChg>
      </pc:sldChg>
      <pc:sldChg chg="modSp add mod">
        <pc:chgData name="Philippe HUMEAU" userId="b926870f-ca2f-4521-86dd-65f1e028bdb2" providerId="ADAL" clId="{0A091B3B-C3F4-4709-A12E-6EDDC6A66362}" dt="2020-07-21T13:10:04.975" v="1218" actId="20577"/>
        <pc:sldMkLst>
          <pc:docMk/>
          <pc:sldMk cId="0" sldId="308"/>
        </pc:sldMkLst>
        <pc:graphicFrameChg chg="mod modGraphic">
          <ac:chgData name="Philippe HUMEAU" userId="b926870f-ca2f-4521-86dd-65f1e028bdb2" providerId="ADAL" clId="{0A091B3B-C3F4-4709-A12E-6EDDC6A66362}" dt="2020-07-21T13:10:04.975" v="1218" actId="20577"/>
          <ac:graphicFrameMkLst>
            <pc:docMk/>
            <pc:sldMk cId="0" sldId="308"/>
            <ac:graphicFrameMk id="6" creationId="{C1A06A38-03D7-4BB1-9909-14A3059CB9E5}"/>
          </ac:graphicFrameMkLst>
        </pc:graphicFrameChg>
      </pc:sldChg>
      <pc:sldChg chg="modSp mod">
        <pc:chgData name="Philippe HUMEAU" userId="b926870f-ca2f-4521-86dd-65f1e028bdb2" providerId="ADAL" clId="{0A091B3B-C3F4-4709-A12E-6EDDC6A66362}" dt="2020-07-21T12:47:35.669" v="2" actId="20577"/>
        <pc:sldMkLst>
          <pc:docMk/>
          <pc:sldMk cId="0" sldId="309"/>
        </pc:sldMkLst>
        <pc:graphicFrameChg chg="mod modGraphic">
          <ac:chgData name="Philippe HUMEAU" userId="b926870f-ca2f-4521-86dd-65f1e028bdb2" providerId="ADAL" clId="{0A091B3B-C3F4-4709-A12E-6EDDC6A66362}" dt="2020-07-21T12:47:35.669" v="2" actId="20577"/>
          <ac:graphicFrameMkLst>
            <pc:docMk/>
            <pc:sldMk cId="0" sldId="309"/>
            <ac:graphicFrameMk id="6" creationId="{85AC568A-6904-407B-A75E-F288EA05666E}"/>
          </ac:graphicFrameMkLst>
        </pc:graphicFrameChg>
      </pc:sldChg>
      <pc:sldChg chg="modSp mod">
        <pc:chgData name="Philippe HUMEAU" userId="b926870f-ca2f-4521-86dd-65f1e028bdb2" providerId="ADAL" clId="{0A091B3B-C3F4-4709-A12E-6EDDC6A66362}" dt="2020-07-21T12:47:53.324" v="9" actId="20577"/>
        <pc:sldMkLst>
          <pc:docMk/>
          <pc:sldMk cId="0" sldId="310"/>
        </pc:sldMkLst>
        <pc:spChg chg="mod">
          <ac:chgData name="Philippe HUMEAU" userId="b926870f-ca2f-4521-86dd-65f1e028bdb2" providerId="ADAL" clId="{0A091B3B-C3F4-4709-A12E-6EDDC6A66362}" dt="2020-07-21T12:47:53.324" v="9" actId="20577"/>
          <ac:spMkLst>
            <pc:docMk/>
            <pc:sldMk cId="0" sldId="310"/>
            <ac:spMk id="4" creationId="{129C8B0D-1000-4C65-8AF0-FEB3863CA8EF}"/>
          </ac:spMkLst>
        </pc:spChg>
      </pc:sldChg>
      <pc:sldChg chg="modSp add mod">
        <pc:chgData name="Philippe HUMEAU" userId="b926870f-ca2f-4521-86dd-65f1e028bdb2" providerId="ADAL" clId="{0A091B3B-C3F4-4709-A12E-6EDDC6A66362}" dt="2020-07-21T12:49:31.485" v="18" actId="20577"/>
        <pc:sldMkLst>
          <pc:docMk/>
          <pc:sldMk cId="1967695489" sldId="316"/>
        </pc:sldMkLst>
        <pc:spChg chg="mod">
          <ac:chgData name="Philippe HUMEAU" userId="b926870f-ca2f-4521-86dd-65f1e028bdb2" providerId="ADAL" clId="{0A091B3B-C3F4-4709-A12E-6EDDC6A66362}" dt="2020-07-21T12:49:31.485" v="18" actId="20577"/>
          <ac:spMkLst>
            <pc:docMk/>
            <pc:sldMk cId="1967695489" sldId="316"/>
            <ac:spMk id="9" creationId="{6F9694EC-8E77-4168-BE6D-6F2BA93E0A2C}"/>
          </ac:spMkLst>
        </pc:spChg>
      </pc:sldChg>
      <pc:sldChg chg="delSp modSp add mod">
        <pc:chgData name="Philippe HUMEAU" userId="b926870f-ca2f-4521-86dd-65f1e028bdb2" providerId="ADAL" clId="{0A091B3B-C3F4-4709-A12E-6EDDC6A66362}" dt="2020-07-21T12:54:29.141" v="305" actId="20577"/>
        <pc:sldMkLst>
          <pc:docMk/>
          <pc:sldMk cId="4281800274" sldId="317"/>
        </pc:sldMkLst>
        <pc:spChg chg="mod">
          <ac:chgData name="Philippe HUMEAU" userId="b926870f-ca2f-4521-86dd-65f1e028bdb2" providerId="ADAL" clId="{0A091B3B-C3F4-4709-A12E-6EDDC6A66362}" dt="2020-07-21T12:54:29.141" v="305" actId="20577"/>
          <ac:spMkLst>
            <pc:docMk/>
            <pc:sldMk cId="4281800274" sldId="317"/>
            <ac:spMk id="50" creationId="{384DB659-CAD7-45A7-AE94-A51B0A7F53D2}"/>
          </ac:spMkLst>
        </pc:spChg>
        <pc:spChg chg="mod">
          <ac:chgData name="Philippe HUMEAU" userId="b926870f-ca2f-4521-86dd-65f1e028bdb2" providerId="ADAL" clId="{0A091B3B-C3F4-4709-A12E-6EDDC6A66362}" dt="2020-07-21T12:49:39.661" v="26" actId="20577"/>
          <ac:spMkLst>
            <pc:docMk/>
            <pc:sldMk cId="4281800274" sldId="317"/>
            <ac:spMk id="67" creationId="{4B22F507-8992-4CAA-839A-F27B4B5D47A4}"/>
          </ac:spMkLst>
        </pc:spChg>
        <pc:spChg chg="mod">
          <ac:chgData name="Philippe HUMEAU" userId="b926870f-ca2f-4521-86dd-65f1e028bdb2" providerId="ADAL" clId="{0A091B3B-C3F4-4709-A12E-6EDDC6A66362}" dt="2020-07-21T12:51:36.621" v="99" actId="1076"/>
          <ac:spMkLst>
            <pc:docMk/>
            <pc:sldMk cId="4281800274" sldId="317"/>
            <ac:spMk id="88" creationId="{A58C4F0F-863D-4019-8981-E99FA25B0037}"/>
          </ac:spMkLst>
        </pc:spChg>
        <pc:spChg chg="del">
          <ac:chgData name="Philippe HUMEAU" userId="b926870f-ca2f-4521-86dd-65f1e028bdb2" providerId="ADAL" clId="{0A091B3B-C3F4-4709-A12E-6EDDC6A66362}" dt="2020-07-21T12:51:32.094" v="97" actId="478"/>
          <ac:spMkLst>
            <pc:docMk/>
            <pc:sldMk cId="4281800274" sldId="317"/>
            <ac:spMk id="89" creationId="{F6497433-271F-4022-8789-F7DCBCE5A609}"/>
          </ac:spMkLst>
        </pc:spChg>
        <pc:spChg chg="mod">
          <ac:chgData name="Philippe HUMEAU" userId="b926870f-ca2f-4521-86dd-65f1e028bdb2" providerId="ADAL" clId="{0A091B3B-C3F4-4709-A12E-6EDDC6A66362}" dt="2020-07-21T12:51:47.785" v="130" actId="20577"/>
          <ac:spMkLst>
            <pc:docMk/>
            <pc:sldMk cId="4281800274" sldId="317"/>
            <ac:spMk id="92" creationId="{673CB94E-3DC8-4CBD-8370-9F5F0200F931}"/>
          </ac:spMkLst>
        </pc:spChg>
        <pc:cxnChg chg="del">
          <ac:chgData name="Philippe HUMEAU" userId="b926870f-ca2f-4521-86dd-65f1e028bdb2" providerId="ADAL" clId="{0A091B3B-C3F4-4709-A12E-6EDDC6A66362}" dt="2020-07-21T12:51:32.989" v="98" actId="478"/>
          <ac:cxnSpMkLst>
            <pc:docMk/>
            <pc:sldMk cId="4281800274" sldId="317"/>
            <ac:cxnSpMk id="3094" creationId="{3D3B52E6-532F-48FB-89B5-AD4CA916B699}"/>
          </ac:cxnSpMkLst>
        </pc:cxnChg>
        <pc:cxnChg chg="mod">
          <ac:chgData name="Philippe HUMEAU" userId="b926870f-ca2f-4521-86dd-65f1e028bdb2" providerId="ADAL" clId="{0A091B3B-C3F4-4709-A12E-6EDDC6A66362}" dt="2020-07-21T12:51:36.621" v="99" actId="1076"/>
          <ac:cxnSpMkLst>
            <pc:docMk/>
            <pc:sldMk cId="4281800274" sldId="317"/>
            <ac:cxnSpMk id="3095" creationId="{33246D75-2220-4D7E-AF77-E105E2711C5F}"/>
          </ac:cxnSpMkLst>
        </pc:cxnChg>
      </pc:sldChg>
      <pc:sldChg chg="modSp add mod">
        <pc:chgData name="Philippe HUMEAU" userId="b926870f-ca2f-4521-86dd-65f1e028bdb2" providerId="ADAL" clId="{0A091B3B-C3F4-4709-A12E-6EDDC6A66362}" dt="2020-07-21T12:51:17.593" v="96" actId="20577"/>
        <pc:sldMkLst>
          <pc:docMk/>
          <pc:sldMk cId="1438528033" sldId="318"/>
        </pc:sldMkLst>
        <pc:spChg chg="mod">
          <ac:chgData name="Philippe HUMEAU" userId="b926870f-ca2f-4521-86dd-65f1e028bdb2" providerId="ADAL" clId="{0A091B3B-C3F4-4709-A12E-6EDDC6A66362}" dt="2020-07-21T12:51:17.593" v="96" actId="20577"/>
          <ac:spMkLst>
            <pc:docMk/>
            <pc:sldMk cId="1438528033" sldId="318"/>
            <ac:spMk id="2" creationId="{17D2DF89-FAFB-4E7E-9ABD-110A6896AA91}"/>
          </ac:spMkLst>
        </pc:spChg>
      </pc:sldChg>
      <pc:sldChg chg="add ord">
        <pc:chgData name="Philippe HUMEAU" userId="b926870f-ca2f-4521-86dd-65f1e028bdb2" providerId="ADAL" clId="{0A091B3B-C3F4-4709-A12E-6EDDC6A66362}" dt="2020-07-21T12:57:24.164" v="309"/>
        <pc:sldMkLst>
          <pc:docMk/>
          <pc:sldMk cId="0" sldId="319"/>
        </pc:sldMkLst>
      </pc:sldChg>
      <pc:sldChg chg="add">
        <pc:chgData name="Philippe HUMEAU" userId="b926870f-ca2f-4521-86dd-65f1e028bdb2" providerId="ADAL" clId="{0A091B3B-C3F4-4709-A12E-6EDDC6A66362}" dt="2020-07-21T12:57:20.820" v="307"/>
        <pc:sldMkLst>
          <pc:docMk/>
          <pc:sldMk cId="0" sldId="320"/>
        </pc:sldMkLst>
      </pc:sldChg>
      <pc:sldChg chg="add del">
        <pc:chgData name="Philippe HUMEAU" userId="b926870f-ca2f-4521-86dd-65f1e028bdb2" providerId="ADAL" clId="{0A091B3B-C3F4-4709-A12E-6EDDC6A66362}" dt="2020-07-21T12:57:33.967" v="310" actId="47"/>
        <pc:sldMkLst>
          <pc:docMk/>
          <pc:sldMk cId="0" sldId="321"/>
        </pc:sldMkLst>
      </pc:sldChg>
      <pc:sldChg chg="add del">
        <pc:chgData name="Philippe HUMEAU" userId="b926870f-ca2f-4521-86dd-65f1e028bdb2" providerId="ADAL" clId="{0A091B3B-C3F4-4709-A12E-6EDDC6A66362}" dt="2020-07-21T12:57:35.146" v="311" actId="47"/>
        <pc:sldMkLst>
          <pc:docMk/>
          <pc:sldMk cId="0" sldId="322"/>
        </pc:sldMkLst>
      </pc:sldChg>
      <pc:sldChg chg="modSp add mod">
        <pc:chgData name="Philippe HUMEAU" userId="b926870f-ca2f-4521-86dd-65f1e028bdb2" providerId="ADAL" clId="{0A091B3B-C3F4-4709-A12E-6EDDC6A66362}" dt="2020-07-21T12:59:11.930" v="489" actId="20577"/>
        <pc:sldMkLst>
          <pc:docMk/>
          <pc:sldMk cId="0" sldId="323"/>
        </pc:sldMkLst>
        <pc:graphicFrameChg chg="mod modGraphic">
          <ac:chgData name="Philippe HUMEAU" userId="b926870f-ca2f-4521-86dd-65f1e028bdb2" providerId="ADAL" clId="{0A091B3B-C3F4-4709-A12E-6EDDC6A66362}" dt="2020-07-21T12:59:11.930" v="489" actId="20577"/>
          <ac:graphicFrameMkLst>
            <pc:docMk/>
            <pc:sldMk cId="0" sldId="323"/>
            <ac:graphicFrameMk id="6" creationId="{BE77DD4C-C9D8-41EA-8246-0B4FAE70DC2D}"/>
          </ac:graphicFrameMkLst>
        </pc:graphicFrameChg>
      </pc:sldChg>
      <pc:sldChg chg="modSp add mod">
        <pc:chgData name="Philippe HUMEAU" userId="b926870f-ca2f-4521-86dd-65f1e028bdb2" providerId="ADAL" clId="{0A091B3B-C3F4-4709-A12E-6EDDC6A66362}" dt="2020-07-21T13:05:59.609" v="1033"/>
        <pc:sldMkLst>
          <pc:docMk/>
          <pc:sldMk cId="0" sldId="324"/>
        </pc:sldMkLst>
        <pc:graphicFrameChg chg="mod modGraphic">
          <ac:chgData name="Philippe HUMEAU" userId="b926870f-ca2f-4521-86dd-65f1e028bdb2" providerId="ADAL" clId="{0A091B3B-C3F4-4709-A12E-6EDDC6A66362}" dt="2020-07-21T13:05:59.609" v="1033"/>
          <ac:graphicFrameMkLst>
            <pc:docMk/>
            <pc:sldMk cId="0" sldId="324"/>
            <ac:graphicFrameMk id="5" creationId="{08838333-2ED9-4D27-B042-6B1CC8D33844}"/>
          </ac:graphicFrameMkLst>
        </pc:graphicFrameChg>
      </pc:sldChg>
      <pc:sldChg chg="modSp add mod">
        <pc:chgData name="Philippe HUMEAU" userId="b926870f-ca2f-4521-86dd-65f1e028bdb2" providerId="ADAL" clId="{0A091B3B-C3F4-4709-A12E-6EDDC6A66362}" dt="2020-07-21T13:03:24.060" v="926" actId="20577"/>
        <pc:sldMkLst>
          <pc:docMk/>
          <pc:sldMk cId="0" sldId="325"/>
        </pc:sldMkLst>
        <pc:graphicFrameChg chg="mod modGraphic">
          <ac:chgData name="Philippe HUMEAU" userId="b926870f-ca2f-4521-86dd-65f1e028bdb2" providerId="ADAL" clId="{0A091B3B-C3F4-4709-A12E-6EDDC6A66362}" dt="2020-07-21T13:02:33.735" v="793" actId="20577"/>
          <ac:graphicFrameMkLst>
            <pc:docMk/>
            <pc:sldMk cId="0" sldId="325"/>
            <ac:graphicFrameMk id="7" creationId="{E518043E-FC25-438F-84BB-1CBA3C51C9D4}"/>
          </ac:graphicFrameMkLst>
        </pc:graphicFrameChg>
        <pc:graphicFrameChg chg="mod modGraphic">
          <ac:chgData name="Philippe HUMEAU" userId="b926870f-ca2f-4521-86dd-65f1e028bdb2" providerId="ADAL" clId="{0A091B3B-C3F4-4709-A12E-6EDDC6A66362}" dt="2020-07-21T13:03:24.060" v="926" actId="20577"/>
          <ac:graphicFrameMkLst>
            <pc:docMk/>
            <pc:sldMk cId="0" sldId="325"/>
            <ac:graphicFrameMk id="8" creationId="{7275A6BC-8C6A-476C-8F64-7B19A16E4B7B}"/>
          </ac:graphicFrameMkLst>
        </pc:graphicFrameChg>
      </pc:sldChg>
      <pc:sldChg chg="modSp add mod">
        <pc:chgData name="Philippe HUMEAU" userId="b926870f-ca2f-4521-86dd-65f1e028bdb2" providerId="ADAL" clId="{0A091B3B-C3F4-4709-A12E-6EDDC6A66362}" dt="2020-07-21T13:04:30.116" v="1020" actId="20577"/>
        <pc:sldMkLst>
          <pc:docMk/>
          <pc:sldMk cId="0" sldId="326"/>
        </pc:sldMkLst>
        <pc:graphicFrameChg chg="mod modGraphic">
          <ac:chgData name="Philippe HUMEAU" userId="b926870f-ca2f-4521-86dd-65f1e028bdb2" providerId="ADAL" clId="{0A091B3B-C3F4-4709-A12E-6EDDC6A66362}" dt="2020-07-21T13:04:30.116" v="1020" actId="20577"/>
          <ac:graphicFrameMkLst>
            <pc:docMk/>
            <pc:sldMk cId="0" sldId="326"/>
            <ac:graphicFrameMk id="9" creationId="{827233DB-6F77-4573-8A9B-59C0088107DE}"/>
          </ac:graphicFrameMkLst>
        </pc:graphicFrameChg>
      </pc:sldChg>
      <pc:sldChg chg="add del">
        <pc:chgData name="Philippe HUMEAU" userId="b926870f-ca2f-4521-86dd-65f1e028bdb2" providerId="ADAL" clId="{0A091B3B-C3F4-4709-A12E-6EDDC6A66362}" dt="2020-07-21T13:04:42.969" v="1021" actId="47"/>
        <pc:sldMkLst>
          <pc:docMk/>
          <pc:sldMk cId="0" sldId="327"/>
        </pc:sldMkLst>
      </pc:sldChg>
      <pc:sldChg chg="modSp add mod">
        <pc:chgData name="Philippe HUMEAU" userId="b926870f-ca2f-4521-86dd-65f1e028bdb2" providerId="ADAL" clId="{0A091B3B-C3F4-4709-A12E-6EDDC6A66362}" dt="2020-07-21T13:05:22.419" v="1026"/>
        <pc:sldMkLst>
          <pc:docMk/>
          <pc:sldMk cId="0" sldId="328"/>
        </pc:sldMkLst>
        <pc:graphicFrameChg chg="mod modGraphic">
          <ac:chgData name="Philippe HUMEAU" userId="b926870f-ca2f-4521-86dd-65f1e028bdb2" providerId="ADAL" clId="{0A091B3B-C3F4-4709-A12E-6EDDC6A66362}" dt="2020-07-21T13:05:22.419" v="1026"/>
          <ac:graphicFrameMkLst>
            <pc:docMk/>
            <pc:sldMk cId="0" sldId="328"/>
            <ac:graphicFrameMk id="6" creationId="{7EC43872-F81B-4305-98A8-DE72959A037A}"/>
          </ac:graphicFrameMkLst>
        </pc:graphicFrameChg>
      </pc:sldChg>
      <pc:sldChg chg="modSp add mod">
        <pc:chgData name="Philippe HUMEAU" userId="b926870f-ca2f-4521-86dd-65f1e028bdb2" providerId="ADAL" clId="{0A091B3B-C3F4-4709-A12E-6EDDC6A66362}" dt="2020-07-21T13:07:51.250" v="1114" actId="1076"/>
        <pc:sldMkLst>
          <pc:docMk/>
          <pc:sldMk cId="0" sldId="329"/>
        </pc:sldMkLst>
        <pc:spChg chg="mod">
          <ac:chgData name="Philippe HUMEAU" userId="b926870f-ca2f-4521-86dd-65f1e028bdb2" providerId="ADAL" clId="{0A091B3B-C3F4-4709-A12E-6EDDC6A66362}" dt="2020-07-21T13:07:47.195" v="1112" actId="1076"/>
          <ac:spMkLst>
            <pc:docMk/>
            <pc:sldMk cId="0" sldId="329"/>
            <ac:spMk id="14339" creationId="{83D1D8DF-56FF-4BAC-8F69-7B0BC8FAA0C1}"/>
          </ac:spMkLst>
        </pc:spChg>
        <pc:graphicFrameChg chg="mod modGraphic">
          <ac:chgData name="Philippe HUMEAU" userId="b926870f-ca2f-4521-86dd-65f1e028bdb2" providerId="ADAL" clId="{0A091B3B-C3F4-4709-A12E-6EDDC6A66362}" dt="2020-07-21T13:07:48.670" v="1113" actId="1076"/>
          <ac:graphicFrameMkLst>
            <pc:docMk/>
            <pc:sldMk cId="0" sldId="329"/>
            <ac:graphicFrameMk id="5" creationId="{682F5922-60F9-4AE0-A367-77018BA8FD60}"/>
          </ac:graphicFrameMkLst>
        </pc:graphicFrameChg>
        <pc:graphicFrameChg chg="mod modGraphic">
          <ac:chgData name="Philippe HUMEAU" userId="b926870f-ca2f-4521-86dd-65f1e028bdb2" providerId="ADAL" clId="{0A091B3B-C3F4-4709-A12E-6EDDC6A66362}" dt="2020-07-21T13:07:51.250" v="1114" actId="1076"/>
          <ac:graphicFrameMkLst>
            <pc:docMk/>
            <pc:sldMk cId="0" sldId="329"/>
            <ac:graphicFrameMk id="7" creationId="{040B3C87-B96E-4028-93DA-7DEF030EFD9B}"/>
          </ac:graphicFrameMkLst>
        </pc:graphicFrameChg>
      </pc:sldChg>
      <pc:sldChg chg="modSp add mod">
        <pc:chgData name="Philippe HUMEAU" userId="b926870f-ca2f-4521-86dd-65f1e028bdb2" providerId="ADAL" clId="{0A091B3B-C3F4-4709-A12E-6EDDC6A66362}" dt="2020-07-21T13:10:55.514" v="1238" actId="20577"/>
        <pc:sldMkLst>
          <pc:docMk/>
          <pc:sldMk cId="0" sldId="330"/>
        </pc:sldMkLst>
        <pc:graphicFrameChg chg="mod modGraphic">
          <ac:chgData name="Philippe HUMEAU" userId="b926870f-ca2f-4521-86dd-65f1e028bdb2" providerId="ADAL" clId="{0A091B3B-C3F4-4709-A12E-6EDDC6A66362}" dt="2020-07-21T13:10:55.514" v="1238" actId="20577"/>
          <ac:graphicFrameMkLst>
            <pc:docMk/>
            <pc:sldMk cId="0" sldId="330"/>
            <ac:graphicFrameMk id="5" creationId="{69EBFAB8-0ADE-4F90-8221-8E6D65F086BA}"/>
          </ac:graphicFrameMkLst>
        </pc:graphicFrameChg>
      </pc:sldChg>
      <pc:sldChg chg="add">
        <pc:chgData name="Philippe HUMEAU" userId="b926870f-ca2f-4521-86dd-65f1e028bdb2" providerId="ADAL" clId="{0A091B3B-C3F4-4709-A12E-6EDDC6A66362}" dt="2020-07-21T12:57:20.820" v="307"/>
        <pc:sldMkLst>
          <pc:docMk/>
          <pc:sldMk cId="0" sldId="331"/>
        </pc:sldMkLst>
      </pc:sldChg>
      <pc:sldChg chg="modSp add mod">
        <pc:chgData name="Philippe HUMEAU" userId="b926870f-ca2f-4521-86dd-65f1e028bdb2" providerId="ADAL" clId="{0A091B3B-C3F4-4709-A12E-6EDDC6A66362}" dt="2020-07-21T13:11:36.623" v="1252" actId="20577"/>
        <pc:sldMkLst>
          <pc:docMk/>
          <pc:sldMk cId="0" sldId="332"/>
        </pc:sldMkLst>
        <pc:spChg chg="mod">
          <ac:chgData name="Philippe HUMEAU" userId="b926870f-ca2f-4521-86dd-65f1e028bdb2" providerId="ADAL" clId="{0A091B3B-C3F4-4709-A12E-6EDDC6A66362}" dt="2020-07-21T13:11:36.623" v="1252" actId="20577"/>
          <ac:spMkLst>
            <pc:docMk/>
            <pc:sldMk cId="0" sldId="332"/>
            <ac:spMk id="4" creationId="{63FA1E8F-0AB7-4BBB-949F-073C59ABE86B}"/>
          </ac:spMkLst>
        </pc:spChg>
      </pc:sldChg>
      <pc:sldChg chg="modSp add mod">
        <pc:chgData name="Philippe HUMEAU" userId="b926870f-ca2f-4521-86dd-65f1e028bdb2" providerId="ADAL" clId="{0A091B3B-C3F4-4709-A12E-6EDDC6A66362}" dt="2020-07-21T13:11:28.437" v="1246" actId="20577"/>
        <pc:sldMkLst>
          <pc:docMk/>
          <pc:sldMk cId="0" sldId="333"/>
        </pc:sldMkLst>
        <pc:spChg chg="mod">
          <ac:chgData name="Philippe HUMEAU" userId="b926870f-ca2f-4521-86dd-65f1e028bdb2" providerId="ADAL" clId="{0A091B3B-C3F4-4709-A12E-6EDDC6A66362}" dt="2020-07-21T13:11:28.437" v="1246" actId="20577"/>
          <ac:spMkLst>
            <pc:docMk/>
            <pc:sldMk cId="0" sldId="333"/>
            <ac:spMk id="4" creationId="{FDA794ED-316B-46F7-BC7F-4C3BFBC71583}"/>
          </ac:spMkLst>
        </pc:spChg>
      </pc:sldChg>
      <pc:sldChg chg="add del">
        <pc:chgData name="Philippe HUMEAU" userId="b926870f-ca2f-4521-86dd-65f1e028bdb2" providerId="ADAL" clId="{0A091B3B-C3F4-4709-A12E-6EDDC6A66362}" dt="2020-07-21T13:11:40.157" v="1253" actId="47"/>
        <pc:sldMkLst>
          <pc:docMk/>
          <pc:sldMk cId="0" sldId="334"/>
        </pc:sldMkLst>
      </pc:sldChg>
      <pc:sldChg chg="add">
        <pc:chgData name="Philippe HUMEAU" userId="b926870f-ca2f-4521-86dd-65f1e028bdb2" providerId="ADAL" clId="{0A091B3B-C3F4-4709-A12E-6EDDC6A66362}" dt="2020-07-21T12:57:20.820" v="307"/>
        <pc:sldMkLst>
          <pc:docMk/>
          <pc:sldMk cId="0" sldId="335"/>
        </pc:sldMkLst>
      </pc:sldChg>
      <pc:sldChg chg="add del">
        <pc:chgData name="Philippe HUMEAU" userId="b926870f-ca2f-4521-86dd-65f1e028bdb2" providerId="ADAL" clId="{0A091B3B-C3F4-4709-A12E-6EDDC6A66362}" dt="2020-07-21T13:11:42.464" v="1254" actId="47"/>
        <pc:sldMkLst>
          <pc:docMk/>
          <pc:sldMk cId="0" sldId="336"/>
        </pc:sldMkLst>
      </pc:sldChg>
      <pc:sldChg chg="add del">
        <pc:chgData name="Philippe HUMEAU" userId="b926870f-ca2f-4521-86dd-65f1e028bdb2" providerId="ADAL" clId="{0A091B3B-C3F4-4709-A12E-6EDDC6A66362}" dt="2020-07-21T13:11:44.893" v="1255" actId="47"/>
        <pc:sldMkLst>
          <pc:docMk/>
          <pc:sldMk cId="0" sldId="337"/>
        </pc:sldMkLst>
      </pc:sldChg>
      <pc:sldChg chg="add">
        <pc:chgData name="Philippe HUMEAU" userId="b926870f-ca2f-4521-86dd-65f1e028bdb2" providerId="ADAL" clId="{0A091B3B-C3F4-4709-A12E-6EDDC6A66362}" dt="2020-07-21T12:57:20.820" v="307"/>
        <pc:sldMkLst>
          <pc:docMk/>
          <pc:sldMk cId="0" sldId="338"/>
        </pc:sldMkLst>
      </pc:sldChg>
      <pc:sldChg chg="add">
        <pc:chgData name="Philippe HUMEAU" userId="b926870f-ca2f-4521-86dd-65f1e028bdb2" providerId="ADAL" clId="{0A091B3B-C3F4-4709-A12E-6EDDC6A66362}" dt="2020-07-21T12:57:20.820" v="307"/>
        <pc:sldMkLst>
          <pc:docMk/>
          <pc:sldMk cId="0" sldId="339"/>
        </pc:sldMkLst>
      </pc:sldChg>
      <pc:sldChg chg="modSp add mod">
        <pc:chgData name="Philippe HUMEAU" userId="b926870f-ca2f-4521-86dd-65f1e028bdb2" providerId="ADAL" clId="{0A091B3B-C3F4-4709-A12E-6EDDC6A66362}" dt="2020-07-21T13:12:08.456" v="1291" actId="20577"/>
        <pc:sldMkLst>
          <pc:docMk/>
          <pc:sldMk cId="0" sldId="340"/>
        </pc:sldMkLst>
        <pc:spChg chg="mod">
          <ac:chgData name="Philippe HUMEAU" userId="b926870f-ca2f-4521-86dd-65f1e028bdb2" providerId="ADAL" clId="{0A091B3B-C3F4-4709-A12E-6EDDC6A66362}" dt="2020-07-21T13:12:08.456" v="1291" actId="20577"/>
          <ac:spMkLst>
            <pc:docMk/>
            <pc:sldMk cId="0" sldId="340"/>
            <ac:spMk id="31755" creationId="{86A8AFF8-D9CE-495B-B371-AB8BDE71B15B}"/>
          </ac:spMkLst>
        </pc:spChg>
      </pc:sldChg>
      <pc:sldChg chg="add">
        <pc:chgData name="Philippe HUMEAU" userId="b926870f-ca2f-4521-86dd-65f1e028bdb2" providerId="ADAL" clId="{0A091B3B-C3F4-4709-A12E-6EDDC6A66362}" dt="2020-07-21T12:57:20.820" v="307"/>
        <pc:sldMkLst>
          <pc:docMk/>
          <pc:sldMk cId="0" sldId="341"/>
        </pc:sldMkLst>
      </pc:sldChg>
      <pc:sldChg chg="modSp add mod">
        <pc:chgData name="Philippe HUMEAU" userId="b926870f-ca2f-4521-86dd-65f1e028bdb2" providerId="ADAL" clId="{0A091B3B-C3F4-4709-A12E-6EDDC6A66362}" dt="2020-07-21T14:47:32.343" v="4923" actId="20577"/>
        <pc:sldMkLst>
          <pc:docMk/>
          <pc:sldMk cId="574684863" sldId="342"/>
        </pc:sldMkLst>
        <pc:spChg chg="mod">
          <ac:chgData name="Philippe HUMEAU" userId="b926870f-ca2f-4521-86dd-65f1e028bdb2" providerId="ADAL" clId="{0A091B3B-C3F4-4709-A12E-6EDDC6A66362}" dt="2020-07-21T14:47:32.343" v="4923" actId="20577"/>
          <ac:spMkLst>
            <pc:docMk/>
            <pc:sldMk cId="574684863" sldId="342"/>
            <ac:spMk id="9" creationId="{6F9694EC-8E77-4168-BE6D-6F2BA93E0A2C}"/>
          </ac:spMkLst>
        </pc:spChg>
      </pc:sldChg>
      <pc:sldChg chg="new del">
        <pc:chgData name="Philippe HUMEAU" userId="b926870f-ca2f-4521-86dd-65f1e028bdb2" providerId="ADAL" clId="{0A091B3B-C3F4-4709-A12E-6EDDC6A66362}" dt="2020-07-21T13:10:42.096" v="1220" actId="680"/>
        <pc:sldMkLst>
          <pc:docMk/>
          <pc:sldMk cId="2735232521" sldId="342"/>
        </pc:sldMkLst>
      </pc:sldChg>
      <pc:sldChg chg="addSp delSp modSp add mod">
        <pc:chgData name="Philippe HUMEAU" userId="b926870f-ca2f-4521-86dd-65f1e028bdb2" providerId="ADAL" clId="{0A091B3B-C3F4-4709-A12E-6EDDC6A66362}" dt="2020-07-21T13:14:30.195" v="1315" actId="207"/>
        <pc:sldMkLst>
          <pc:docMk/>
          <pc:sldMk cId="1031068538" sldId="343"/>
        </pc:sldMkLst>
        <pc:spChg chg="add mod">
          <ac:chgData name="Philippe HUMEAU" userId="b926870f-ca2f-4521-86dd-65f1e028bdb2" providerId="ADAL" clId="{0A091B3B-C3F4-4709-A12E-6EDDC6A66362}" dt="2020-07-21T13:14:26.495" v="1313" actId="207"/>
          <ac:spMkLst>
            <pc:docMk/>
            <pc:sldMk cId="1031068538" sldId="343"/>
            <ac:spMk id="28" creationId="{8E06B284-3ADE-4CA1-B4A4-E6CEBC59B750}"/>
          </ac:spMkLst>
        </pc:spChg>
        <pc:spChg chg="add mod">
          <ac:chgData name="Philippe HUMEAU" userId="b926870f-ca2f-4521-86dd-65f1e028bdb2" providerId="ADAL" clId="{0A091B3B-C3F4-4709-A12E-6EDDC6A66362}" dt="2020-07-21T13:14:30.195" v="1315" actId="207"/>
          <ac:spMkLst>
            <pc:docMk/>
            <pc:sldMk cId="1031068538" sldId="343"/>
            <ac:spMk id="29" creationId="{0E8DC497-ECBA-4753-AD8B-A68EB1384E54}"/>
          </ac:spMkLst>
        </pc:spChg>
        <pc:spChg chg="add mod">
          <ac:chgData name="Philippe HUMEAU" userId="b926870f-ca2f-4521-86dd-65f1e028bdb2" providerId="ADAL" clId="{0A091B3B-C3F4-4709-A12E-6EDDC6A66362}" dt="2020-07-21T13:14:28.720" v="1314" actId="207"/>
          <ac:spMkLst>
            <pc:docMk/>
            <pc:sldMk cId="1031068538" sldId="343"/>
            <ac:spMk id="30" creationId="{95A28FCC-294B-4DDA-8396-426E2E9B882E}"/>
          </ac:spMkLst>
        </pc:spChg>
        <pc:spChg chg="add mod">
          <ac:chgData name="Philippe HUMEAU" userId="b926870f-ca2f-4521-86dd-65f1e028bdb2" providerId="ADAL" clId="{0A091B3B-C3F4-4709-A12E-6EDDC6A66362}" dt="2020-07-21T13:14:06.185" v="1312" actId="1076"/>
          <ac:spMkLst>
            <pc:docMk/>
            <pc:sldMk cId="1031068538" sldId="343"/>
            <ac:spMk id="31" creationId="{D9340D6C-1C73-4EB0-AC42-6095E7B0BEC4}"/>
          </ac:spMkLst>
        </pc:spChg>
        <pc:spChg chg="add mod">
          <ac:chgData name="Philippe HUMEAU" userId="b926870f-ca2f-4521-86dd-65f1e028bdb2" providerId="ADAL" clId="{0A091B3B-C3F4-4709-A12E-6EDDC6A66362}" dt="2020-07-21T13:14:06.185" v="1312" actId="1076"/>
          <ac:spMkLst>
            <pc:docMk/>
            <pc:sldMk cId="1031068538" sldId="343"/>
            <ac:spMk id="32" creationId="{FED2D720-0BD9-484B-BD77-D75BCA3FD54B}"/>
          </ac:spMkLst>
        </pc:spChg>
        <pc:spChg chg="add mod">
          <ac:chgData name="Philippe HUMEAU" userId="b926870f-ca2f-4521-86dd-65f1e028bdb2" providerId="ADAL" clId="{0A091B3B-C3F4-4709-A12E-6EDDC6A66362}" dt="2020-07-21T13:14:06.185" v="1312" actId="1076"/>
          <ac:spMkLst>
            <pc:docMk/>
            <pc:sldMk cId="1031068538" sldId="343"/>
            <ac:spMk id="33" creationId="{B6CFDB75-9283-4288-A15B-A25DDCC5C444}"/>
          </ac:spMkLst>
        </pc:spChg>
        <pc:spChg chg="add mod">
          <ac:chgData name="Philippe HUMEAU" userId="b926870f-ca2f-4521-86dd-65f1e028bdb2" providerId="ADAL" clId="{0A091B3B-C3F4-4709-A12E-6EDDC6A66362}" dt="2020-07-21T13:14:06.185" v="1312" actId="1076"/>
          <ac:spMkLst>
            <pc:docMk/>
            <pc:sldMk cId="1031068538" sldId="343"/>
            <ac:spMk id="34" creationId="{F435D94B-FF8E-42BD-8465-4EE0F58E25D4}"/>
          </ac:spMkLst>
        </pc:spChg>
        <pc:spChg chg="add mod">
          <ac:chgData name="Philippe HUMEAU" userId="b926870f-ca2f-4521-86dd-65f1e028bdb2" providerId="ADAL" clId="{0A091B3B-C3F4-4709-A12E-6EDDC6A66362}" dt="2020-07-21T13:14:06.185" v="1312" actId="1076"/>
          <ac:spMkLst>
            <pc:docMk/>
            <pc:sldMk cId="1031068538" sldId="343"/>
            <ac:spMk id="35" creationId="{3B9C554A-A8E8-43AD-8EB5-16AB5ECFC684}"/>
          </ac:spMkLst>
        </pc:spChg>
        <pc:spChg chg="add mod">
          <ac:chgData name="Philippe HUMEAU" userId="b926870f-ca2f-4521-86dd-65f1e028bdb2" providerId="ADAL" clId="{0A091B3B-C3F4-4709-A12E-6EDDC6A66362}" dt="2020-07-21T13:14:06.185" v="1312" actId="1076"/>
          <ac:spMkLst>
            <pc:docMk/>
            <pc:sldMk cId="1031068538" sldId="343"/>
            <ac:spMk id="36" creationId="{F68A843E-4C10-4A7B-9137-8D303AFD5420}"/>
          </ac:spMkLst>
        </pc:spChg>
        <pc:spChg chg="add mod">
          <ac:chgData name="Philippe HUMEAU" userId="b926870f-ca2f-4521-86dd-65f1e028bdb2" providerId="ADAL" clId="{0A091B3B-C3F4-4709-A12E-6EDDC6A66362}" dt="2020-07-21T13:14:06.185" v="1312" actId="1076"/>
          <ac:spMkLst>
            <pc:docMk/>
            <pc:sldMk cId="1031068538" sldId="343"/>
            <ac:spMk id="37" creationId="{F2E2C7A3-494D-47C3-9F4C-12589FD25A8D}"/>
          </ac:spMkLst>
        </pc:spChg>
        <pc:spChg chg="add mod">
          <ac:chgData name="Philippe HUMEAU" userId="b926870f-ca2f-4521-86dd-65f1e028bdb2" providerId="ADAL" clId="{0A091B3B-C3F4-4709-A12E-6EDDC6A66362}" dt="2020-07-21T13:14:06.185" v="1312" actId="1076"/>
          <ac:spMkLst>
            <pc:docMk/>
            <pc:sldMk cId="1031068538" sldId="343"/>
            <ac:spMk id="39" creationId="{54AEBC2C-3167-46EC-A40A-4A3E39338037}"/>
          </ac:spMkLst>
        </pc:spChg>
        <pc:spChg chg="mod">
          <ac:chgData name="Philippe HUMEAU" userId="b926870f-ca2f-4521-86dd-65f1e028bdb2" providerId="ADAL" clId="{0A091B3B-C3F4-4709-A12E-6EDDC6A66362}" dt="2020-07-21T13:14:06.185" v="1312" actId="1076"/>
          <ac:spMkLst>
            <pc:docMk/>
            <pc:sldMk cId="1031068538" sldId="343"/>
            <ac:spMk id="41" creationId="{C1242E44-AE21-4B60-BC87-EBAEFB64D67A}"/>
          </ac:spMkLst>
        </pc:spChg>
        <pc:spChg chg="mod">
          <ac:chgData name="Philippe HUMEAU" userId="b926870f-ca2f-4521-86dd-65f1e028bdb2" providerId="ADAL" clId="{0A091B3B-C3F4-4709-A12E-6EDDC6A66362}" dt="2020-07-21T13:14:06.185" v="1312" actId="1076"/>
          <ac:spMkLst>
            <pc:docMk/>
            <pc:sldMk cId="1031068538" sldId="343"/>
            <ac:spMk id="42" creationId="{D0BF6825-84C4-4BE4-BBB6-68414913FE53}"/>
          </ac:spMkLst>
        </pc:spChg>
        <pc:spChg chg="add mod">
          <ac:chgData name="Philippe HUMEAU" userId="b926870f-ca2f-4521-86dd-65f1e028bdb2" providerId="ADAL" clId="{0A091B3B-C3F4-4709-A12E-6EDDC6A66362}" dt="2020-07-21T13:14:06.185" v="1312" actId="1076"/>
          <ac:spMkLst>
            <pc:docMk/>
            <pc:sldMk cId="1031068538" sldId="343"/>
            <ac:spMk id="44" creationId="{0B90B2C3-F137-43A1-B024-26CF07322336}"/>
          </ac:spMkLst>
        </pc:spChg>
        <pc:spChg chg="add mod">
          <ac:chgData name="Philippe HUMEAU" userId="b926870f-ca2f-4521-86dd-65f1e028bdb2" providerId="ADAL" clId="{0A091B3B-C3F4-4709-A12E-6EDDC6A66362}" dt="2020-07-21T13:14:06.185" v="1312" actId="1076"/>
          <ac:spMkLst>
            <pc:docMk/>
            <pc:sldMk cId="1031068538" sldId="343"/>
            <ac:spMk id="45" creationId="{5C807076-B171-4CF8-A745-CE1809E85092}"/>
          </ac:spMkLst>
        </pc:spChg>
        <pc:spChg chg="add mod">
          <ac:chgData name="Philippe HUMEAU" userId="b926870f-ca2f-4521-86dd-65f1e028bdb2" providerId="ADAL" clId="{0A091B3B-C3F4-4709-A12E-6EDDC6A66362}" dt="2020-07-21T13:14:06.185" v="1312" actId="1076"/>
          <ac:spMkLst>
            <pc:docMk/>
            <pc:sldMk cId="1031068538" sldId="343"/>
            <ac:spMk id="46" creationId="{7773619D-A955-4573-9479-E093695F5273}"/>
          </ac:spMkLst>
        </pc:spChg>
        <pc:spChg chg="add mod">
          <ac:chgData name="Philippe HUMEAU" userId="b926870f-ca2f-4521-86dd-65f1e028bdb2" providerId="ADAL" clId="{0A091B3B-C3F4-4709-A12E-6EDDC6A66362}" dt="2020-07-21T13:14:06.185" v="1312" actId="1076"/>
          <ac:spMkLst>
            <pc:docMk/>
            <pc:sldMk cId="1031068538" sldId="343"/>
            <ac:spMk id="47" creationId="{EC26662B-CC0F-4995-98C0-1E32D2B8D572}"/>
          </ac:spMkLst>
        </pc:spChg>
        <pc:spChg chg="del">
          <ac:chgData name="Philippe HUMEAU" userId="b926870f-ca2f-4521-86dd-65f1e028bdb2" providerId="ADAL" clId="{0A091B3B-C3F4-4709-A12E-6EDDC6A66362}" dt="2020-07-21T13:13:55.579" v="1310" actId="478"/>
          <ac:spMkLst>
            <pc:docMk/>
            <pc:sldMk cId="1031068538" sldId="343"/>
            <ac:spMk id="48" creationId="{38E86EF5-5EF0-4BFF-93E9-4AC961FA2E54}"/>
          </ac:spMkLst>
        </pc:spChg>
        <pc:spChg chg="del">
          <ac:chgData name="Philippe HUMEAU" userId="b926870f-ca2f-4521-86dd-65f1e028bdb2" providerId="ADAL" clId="{0A091B3B-C3F4-4709-A12E-6EDDC6A66362}" dt="2020-07-21T13:13:55.579" v="1310" actId="478"/>
          <ac:spMkLst>
            <pc:docMk/>
            <pc:sldMk cId="1031068538" sldId="343"/>
            <ac:spMk id="50" creationId="{384DB659-CAD7-45A7-AE94-A51B0A7F53D2}"/>
          </ac:spMkLst>
        </pc:spChg>
        <pc:spChg chg="add mod">
          <ac:chgData name="Philippe HUMEAU" userId="b926870f-ca2f-4521-86dd-65f1e028bdb2" providerId="ADAL" clId="{0A091B3B-C3F4-4709-A12E-6EDDC6A66362}" dt="2020-07-21T13:14:06.185" v="1312" actId="1076"/>
          <ac:spMkLst>
            <pc:docMk/>
            <pc:sldMk cId="1031068538" sldId="343"/>
            <ac:spMk id="51" creationId="{438A0FD7-9858-4E41-8A7F-E086D6078B30}"/>
          </ac:spMkLst>
        </pc:spChg>
        <pc:spChg chg="del">
          <ac:chgData name="Philippe HUMEAU" userId="b926870f-ca2f-4521-86dd-65f1e028bdb2" providerId="ADAL" clId="{0A091B3B-C3F4-4709-A12E-6EDDC6A66362}" dt="2020-07-21T13:13:55.579" v="1310" actId="478"/>
          <ac:spMkLst>
            <pc:docMk/>
            <pc:sldMk cId="1031068538" sldId="343"/>
            <ac:spMk id="52" creationId="{FFA0FB32-A4E1-48C1-8F7D-E435D47B6D02}"/>
          </ac:spMkLst>
        </pc:spChg>
        <pc:spChg chg="add mod">
          <ac:chgData name="Philippe HUMEAU" userId="b926870f-ca2f-4521-86dd-65f1e028bdb2" providerId="ADAL" clId="{0A091B3B-C3F4-4709-A12E-6EDDC6A66362}" dt="2020-07-21T13:14:06.185" v="1312" actId="1076"/>
          <ac:spMkLst>
            <pc:docMk/>
            <pc:sldMk cId="1031068538" sldId="343"/>
            <ac:spMk id="53" creationId="{A3722A44-E843-4668-B752-E5370EAF005C}"/>
          </ac:spMkLst>
        </pc:spChg>
        <pc:spChg chg="del">
          <ac:chgData name="Philippe HUMEAU" userId="b926870f-ca2f-4521-86dd-65f1e028bdb2" providerId="ADAL" clId="{0A091B3B-C3F4-4709-A12E-6EDDC6A66362}" dt="2020-07-21T13:13:55.579" v="1310" actId="478"/>
          <ac:spMkLst>
            <pc:docMk/>
            <pc:sldMk cId="1031068538" sldId="343"/>
            <ac:spMk id="56" creationId="{0891F104-6F88-4944-A2E5-B5DE8A84C7B1}"/>
          </ac:spMkLst>
        </pc:spChg>
        <pc:spChg chg="add mod">
          <ac:chgData name="Philippe HUMEAU" userId="b926870f-ca2f-4521-86dd-65f1e028bdb2" providerId="ADAL" clId="{0A091B3B-C3F4-4709-A12E-6EDDC6A66362}" dt="2020-07-21T13:14:06.185" v="1312" actId="1076"/>
          <ac:spMkLst>
            <pc:docMk/>
            <pc:sldMk cId="1031068538" sldId="343"/>
            <ac:spMk id="57" creationId="{0AD701AD-3BE8-48A1-974B-45B45358A3CD}"/>
          </ac:spMkLst>
        </pc:spChg>
        <pc:spChg chg="add mod">
          <ac:chgData name="Philippe HUMEAU" userId="b926870f-ca2f-4521-86dd-65f1e028bdb2" providerId="ADAL" clId="{0A091B3B-C3F4-4709-A12E-6EDDC6A66362}" dt="2020-07-21T13:14:06.185" v="1312" actId="1076"/>
          <ac:spMkLst>
            <pc:docMk/>
            <pc:sldMk cId="1031068538" sldId="343"/>
            <ac:spMk id="60" creationId="{5A0C7092-02D4-44B3-9317-5E677D80BDC4}"/>
          </ac:spMkLst>
        </pc:spChg>
        <pc:spChg chg="del">
          <ac:chgData name="Philippe HUMEAU" userId="b926870f-ca2f-4521-86dd-65f1e028bdb2" providerId="ADAL" clId="{0A091B3B-C3F4-4709-A12E-6EDDC6A66362}" dt="2020-07-21T13:13:55.579" v="1310" actId="478"/>
          <ac:spMkLst>
            <pc:docMk/>
            <pc:sldMk cId="1031068538" sldId="343"/>
            <ac:spMk id="61" creationId="{3EB7B1E5-D645-4E41-A0D1-E5BE76B34815}"/>
          </ac:spMkLst>
        </pc:spChg>
        <pc:spChg chg="del">
          <ac:chgData name="Philippe HUMEAU" userId="b926870f-ca2f-4521-86dd-65f1e028bdb2" providerId="ADAL" clId="{0A091B3B-C3F4-4709-A12E-6EDDC6A66362}" dt="2020-07-21T13:13:55.579" v="1310" actId="478"/>
          <ac:spMkLst>
            <pc:docMk/>
            <pc:sldMk cId="1031068538" sldId="343"/>
            <ac:spMk id="64" creationId="{9226CBF5-678D-4F9C-ACB4-9C874F5CBA1D}"/>
          </ac:spMkLst>
        </pc:spChg>
        <pc:spChg chg="del">
          <ac:chgData name="Philippe HUMEAU" userId="b926870f-ca2f-4521-86dd-65f1e028bdb2" providerId="ADAL" clId="{0A091B3B-C3F4-4709-A12E-6EDDC6A66362}" dt="2020-07-21T13:13:55.579" v="1310" actId="478"/>
          <ac:spMkLst>
            <pc:docMk/>
            <pc:sldMk cId="1031068538" sldId="343"/>
            <ac:spMk id="67" creationId="{4B22F507-8992-4CAA-839A-F27B4B5D47A4}"/>
          </ac:spMkLst>
        </pc:spChg>
        <pc:spChg chg="del">
          <ac:chgData name="Philippe HUMEAU" userId="b926870f-ca2f-4521-86dd-65f1e028bdb2" providerId="ADAL" clId="{0A091B3B-C3F4-4709-A12E-6EDDC6A66362}" dt="2020-07-21T13:13:55.579" v="1310" actId="478"/>
          <ac:spMkLst>
            <pc:docMk/>
            <pc:sldMk cId="1031068538" sldId="343"/>
            <ac:spMk id="73" creationId="{BD85A1BF-14FE-4DD9-9EE1-F805380BEF62}"/>
          </ac:spMkLst>
        </pc:spChg>
        <pc:spChg chg="add mod">
          <ac:chgData name="Philippe HUMEAU" userId="b926870f-ca2f-4521-86dd-65f1e028bdb2" providerId="ADAL" clId="{0A091B3B-C3F4-4709-A12E-6EDDC6A66362}" dt="2020-07-21T13:14:06.185" v="1312" actId="1076"/>
          <ac:spMkLst>
            <pc:docMk/>
            <pc:sldMk cId="1031068538" sldId="343"/>
            <ac:spMk id="74" creationId="{D52D5E93-6A8F-40FB-AAB8-81E9D0AC2A17}"/>
          </ac:spMkLst>
        </pc:spChg>
        <pc:spChg chg="add mod">
          <ac:chgData name="Philippe HUMEAU" userId="b926870f-ca2f-4521-86dd-65f1e028bdb2" providerId="ADAL" clId="{0A091B3B-C3F4-4709-A12E-6EDDC6A66362}" dt="2020-07-21T13:14:06.185" v="1312" actId="1076"/>
          <ac:spMkLst>
            <pc:docMk/>
            <pc:sldMk cId="1031068538" sldId="343"/>
            <ac:spMk id="75" creationId="{A1FADA53-A2EE-4C70-83ED-A5A5405694B2}"/>
          </ac:spMkLst>
        </pc:spChg>
        <pc:spChg chg="add mod">
          <ac:chgData name="Philippe HUMEAU" userId="b926870f-ca2f-4521-86dd-65f1e028bdb2" providerId="ADAL" clId="{0A091B3B-C3F4-4709-A12E-6EDDC6A66362}" dt="2020-07-21T13:14:06.185" v="1312" actId="1076"/>
          <ac:spMkLst>
            <pc:docMk/>
            <pc:sldMk cId="1031068538" sldId="343"/>
            <ac:spMk id="77" creationId="{58309491-EF46-4B39-B713-9EC3A4F28448}"/>
          </ac:spMkLst>
        </pc:spChg>
        <pc:spChg chg="add mod">
          <ac:chgData name="Philippe HUMEAU" userId="b926870f-ca2f-4521-86dd-65f1e028bdb2" providerId="ADAL" clId="{0A091B3B-C3F4-4709-A12E-6EDDC6A66362}" dt="2020-07-21T13:14:06.185" v="1312" actId="1076"/>
          <ac:spMkLst>
            <pc:docMk/>
            <pc:sldMk cId="1031068538" sldId="343"/>
            <ac:spMk id="78" creationId="{D254555A-CCBE-468B-AD9F-9F6CD55484C4}"/>
          </ac:spMkLst>
        </pc:spChg>
        <pc:spChg chg="del">
          <ac:chgData name="Philippe HUMEAU" userId="b926870f-ca2f-4521-86dd-65f1e028bdb2" providerId="ADAL" clId="{0A091B3B-C3F4-4709-A12E-6EDDC6A66362}" dt="2020-07-21T13:13:55.579" v="1310" actId="478"/>
          <ac:spMkLst>
            <pc:docMk/>
            <pc:sldMk cId="1031068538" sldId="343"/>
            <ac:spMk id="79" creationId="{0A8AF992-95A1-4255-ADA3-F8040AFF5BD3}"/>
          </ac:spMkLst>
        </pc:spChg>
        <pc:spChg chg="add mod">
          <ac:chgData name="Philippe HUMEAU" userId="b926870f-ca2f-4521-86dd-65f1e028bdb2" providerId="ADAL" clId="{0A091B3B-C3F4-4709-A12E-6EDDC6A66362}" dt="2020-07-21T13:14:06.185" v="1312" actId="1076"/>
          <ac:spMkLst>
            <pc:docMk/>
            <pc:sldMk cId="1031068538" sldId="343"/>
            <ac:spMk id="80" creationId="{76D761ED-4DA9-4804-B4B4-7244A511C68C}"/>
          </ac:spMkLst>
        </pc:spChg>
        <pc:spChg chg="del">
          <ac:chgData name="Philippe HUMEAU" userId="b926870f-ca2f-4521-86dd-65f1e028bdb2" providerId="ADAL" clId="{0A091B3B-C3F4-4709-A12E-6EDDC6A66362}" dt="2020-07-21T13:13:55.579" v="1310" actId="478"/>
          <ac:spMkLst>
            <pc:docMk/>
            <pc:sldMk cId="1031068538" sldId="343"/>
            <ac:spMk id="81" creationId="{24782241-1B72-43C6-8D42-34B9AB4A424F}"/>
          </ac:spMkLst>
        </pc:spChg>
        <pc:spChg chg="add mod">
          <ac:chgData name="Philippe HUMEAU" userId="b926870f-ca2f-4521-86dd-65f1e028bdb2" providerId="ADAL" clId="{0A091B3B-C3F4-4709-A12E-6EDDC6A66362}" dt="2020-07-21T13:14:06.185" v="1312" actId="1076"/>
          <ac:spMkLst>
            <pc:docMk/>
            <pc:sldMk cId="1031068538" sldId="343"/>
            <ac:spMk id="82" creationId="{440E8CC1-FFA0-4527-A99B-1BA70AB9869A}"/>
          </ac:spMkLst>
        </pc:spChg>
        <pc:spChg chg="del">
          <ac:chgData name="Philippe HUMEAU" userId="b926870f-ca2f-4521-86dd-65f1e028bdb2" providerId="ADAL" clId="{0A091B3B-C3F4-4709-A12E-6EDDC6A66362}" dt="2020-07-21T13:13:55.579" v="1310" actId="478"/>
          <ac:spMkLst>
            <pc:docMk/>
            <pc:sldMk cId="1031068538" sldId="343"/>
            <ac:spMk id="83" creationId="{E461F6B3-4FAB-4841-9529-8E19027EE3A1}"/>
          </ac:spMkLst>
        </pc:spChg>
        <pc:spChg chg="del">
          <ac:chgData name="Philippe HUMEAU" userId="b926870f-ca2f-4521-86dd-65f1e028bdb2" providerId="ADAL" clId="{0A091B3B-C3F4-4709-A12E-6EDDC6A66362}" dt="2020-07-21T13:13:55.579" v="1310" actId="478"/>
          <ac:spMkLst>
            <pc:docMk/>
            <pc:sldMk cId="1031068538" sldId="343"/>
            <ac:spMk id="85" creationId="{0279C754-D183-4E4A-AD9D-91C813FDC5BA}"/>
          </ac:spMkLst>
        </pc:spChg>
        <pc:spChg chg="add mod">
          <ac:chgData name="Philippe HUMEAU" userId="b926870f-ca2f-4521-86dd-65f1e028bdb2" providerId="ADAL" clId="{0A091B3B-C3F4-4709-A12E-6EDDC6A66362}" dt="2020-07-21T13:14:06.185" v="1312" actId="1076"/>
          <ac:spMkLst>
            <pc:docMk/>
            <pc:sldMk cId="1031068538" sldId="343"/>
            <ac:spMk id="86" creationId="{13E1C6DC-5209-477B-B53A-85FD993A0470}"/>
          </ac:spMkLst>
        </pc:spChg>
        <pc:spChg chg="add mod">
          <ac:chgData name="Philippe HUMEAU" userId="b926870f-ca2f-4521-86dd-65f1e028bdb2" providerId="ADAL" clId="{0A091B3B-C3F4-4709-A12E-6EDDC6A66362}" dt="2020-07-21T13:14:06.185" v="1312" actId="1076"/>
          <ac:spMkLst>
            <pc:docMk/>
            <pc:sldMk cId="1031068538" sldId="343"/>
            <ac:spMk id="87" creationId="{28E782FD-70CB-4070-BD1D-153E08907061}"/>
          </ac:spMkLst>
        </pc:spChg>
        <pc:spChg chg="del">
          <ac:chgData name="Philippe HUMEAU" userId="b926870f-ca2f-4521-86dd-65f1e028bdb2" providerId="ADAL" clId="{0A091B3B-C3F4-4709-A12E-6EDDC6A66362}" dt="2020-07-21T13:13:55.579" v="1310" actId="478"/>
          <ac:spMkLst>
            <pc:docMk/>
            <pc:sldMk cId="1031068538" sldId="343"/>
            <ac:spMk id="88" creationId="{A58C4F0F-863D-4019-8981-E99FA25B0037}"/>
          </ac:spMkLst>
        </pc:spChg>
        <pc:spChg chg="del">
          <ac:chgData name="Philippe HUMEAU" userId="b926870f-ca2f-4521-86dd-65f1e028bdb2" providerId="ADAL" clId="{0A091B3B-C3F4-4709-A12E-6EDDC6A66362}" dt="2020-07-21T13:13:55.579" v="1310" actId="478"/>
          <ac:spMkLst>
            <pc:docMk/>
            <pc:sldMk cId="1031068538" sldId="343"/>
            <ac:spMk id="90" creationId="{FC2EAF1D-8F4E-40A7-9AFB-0C2E9942EDCA}"/>
          </ac:spMkLst>
        </pc:spChg>
        <pc:spChg chg="add mod">
          <ac:chgData name="Philippe HUMEAU" userId="b926870f-ca2f-4521-86dd-65f1e028bdb2" providerId="ADAL" clId="{0A091B3B-C3F4-4709-A12E-6EDDC6A66362}" dt="2020-07-21T13:14:06.185" v="1312" actId="1076"/>
          <ac:spMkLst>
            <pc:docMk/>
            <pc:sldMk cId="1031068538" sldId="343"/>
            <ac:spMk id="91" creationId="{A6DAA060-072F-44A0-95B6-06AAD09E2815}"/>
          </ac:spMkLst>
        </pc:spChg>
        <pc:spChg chg="del">
          <ac:chgData name="Philippe HUMEAU" userId="b926870f-ca2f-4521-86dd-65f1e028bdb2" providerId="ADAL" clId="{0A091B3B-C3F4-4709-A12E-6EDDC6A66362}" dt="2020-07-21T13:13:55.579" v="1310" actId="478"/>
          <ac:spMkLst>
            <pc:docMk/>
            <pc:sldMk cId="1031068538" sldId="343"/>
            <ac:spMk id="92" creationId="{673CB94E-3DC8-4CBD-8370-9F5F0200F931}"/>
          </ac:spMkLst>
        </pc:spChg>
        <pc:spChg chg="add mod">
          <ac:chgData name="Philippe HUMEAU" userId="b926870f-ca2f-4521-86dd-65f1e028bdb2" providerId="ADAL" clId="{0A091B3B-C3F4-4709-A12E-6EDDC6A66362}" dt="2020-07-21T13:14:06.185" v="1312" actId="1076"/>
          <ac:spMkLst>
            <pc:docMk/>
            <pc:sldMk cId="1031068538" sldId="343"/>
            <ac:spMk id="93" creationId="{739AC6AD-2998-404C-8790-14E8B59160B1}"/>
          </ac:spMkLst>
        </pc:spChg>
        <pc:spChg chg="add mod">
          <ac:chgData name="Philippe HUMEAU" userId="b926870f-ca2f-4521-86dd-65f1e028bdb2" providerId="ADAL" clId="{0A091B3B-C3F4-4709-A12E-6EDDC6A66362}" dt="2020-07-21T13:14:06.185" v="1312" actId="1076"/>
          <ac:spMkLst>
            <pc:docMk/>
            <pc:sldMk cId="1031068538" sldId="343"/>
            <ac:spMk id="94" creationId="{2788C3E1-403B-4BB5-A951-72FA6A22EC93}"/>
          </ac:spMkLst>
        </pc:spChg>
        <pc:spChg chg="add mod">
          <ac:chgData name="Philippe HUMEAU" userId="b926870f-ca2f-4521-86dd-65f1e028bdb2" providerId="ADAL" clId="{0A091B3B-C3F4-4709-A12E-6EDDC6A66362}" dt="2020-07-21T13:14:06.185" v="1312" actId="1076"/>
          <ac:spMkLst>
            <pc:docMk/>
            <pc:sldMk cId="1031068538" sldId="343"/>
            <ac:spMk id="96" creationId="{B8B80961-96C7-4D40-A089-4A64E1270D6A}"/>
          </ac:spMkLst>
        </pc:spChg>
        <pc:spChg chg="add mod">
          <ac:chgData name="Philippe HUMEAU" userId="b926870f-ca2f-4521-86dd-65f1e028bdb2" providerId="ADAL" clId="{0A091B3B-C3F4-4709-A12E-6EDDC6A66362}" dt="2020-07-21T13:14:06.185" v="1312" actId="1076"/>
          <ac:spMkLst>
            <pc:docMk/>
            <pc:sldMk cId="1031068538" sldId="343"/>
            <ac:spMk id="100" creationId="{62F41906-C505-4BF0-AA39-A930FE065694}"/>
          </ac:spMkLst>
        </pc:spChg>
        <pc:spChg chg="add mod">
          <ac:chgData name="Philippe HUMEAU" userId="b926870f-ca2f-4521-86dd-65f1e028bdb2" providerId="ADAL" clId="{0A091B3B-C3F4-4709-A12E-6EDDC6A66362}" dt="2020-07-21T13:14:06.185" v="1312" actId="1076"/>
          <ac:spMkLst>
            <pc:docMk/>
            <pc:sldMk cId="1031068538" sldId="343"/>
            <ac:spMk id="101" creationId="{FDDE78CA-B12D-4A83-BC5A-5B2BB5E7D702}"/>
          </ac:spMkLst>
        </pc:spChg>
        <pc:spChg chg="del">
          <ac:chgData name="Philippe HUMEAU" userId="b926870f-ca2f-4521-86dd-65f1e028bdb2" providerId="ADAL" clId="{0A091B3B-C3F4-4709-A12E-6EDDC6A66362}" dt="2020-07-21T13:13:55.579" v="1310" actId="478"/>
          <ac:spMkLst>
            <pc:docMk/>
            <pc:sldMk cId="1031068538" sldId="343"/>
            <ac:spMk id="102" creationId="{8B766FF5-8C9B-4A0C-A3C1-30EF715B0502}"/>
          </ac:spMkLst>
        </pc:spChg>
        <pc:grpChg chg="add mod">
          <ac:chgData name="Philippe HUMEAU" userId="b926870f-ca2f-4521-86dd-65f1e028bdb2" providerId="ADAL" clId="{0A091B3B-C3F4-4709-A12E-6EDDC6A66362}" dt="2020-07-21T13:14:06.185" v="1312" actId="1076"/>
          <ac:grpSpMkLst>
            <pc:docMk/>
            <pc:sldMk cId="1031068538" sldId="343"/>
            <ac:grpSpMk id="40" creationId="{4CC7B1F4-1880-4402-9A98-0694D6399991}"/>
          </ac:grpSpMkLst>
        </pc:grpChg>
        <pc:grpChg chg="add mod">
          <ac:chgData name="Philippe HUMEAU" userId="b926870f-ca2f-4521-86dd-65f1e028bdb2" providerId="ADAL" clId="{0A091B3B-C3F4-4709-A12E-6EDDC6A66362}" dt="2020-07-21T13:14:06.185" v="1312" actId="1076"/>
          <ac:grpSpMkLst>
            <pc:docMk/>
            <pc:sldMk cId="1031068538" sldId="343"/>
            <ac:grpSpMk id="66" creationId="{33DB52BB-AB60-439F-BD5E-B3CE17B11AFA}"/>
          </ac:grpSpMkLst>
        </pc:grpChg>
        <pc:picChg chg="add mod">
          <ac:chgData name="Philippe HUMEAU" userId="b926870f-ca2f-4521-86dd-65f1e028bdb2" providerId="ADAL" clId="{0A091B3B-C3F4-4709-A12E-6EDDC6A66362}" dt="2020-07-21T13:14:06.185" v="1312" actId="1076"/>
          <ac:picMkLst>
            <pc:docMk/>
            <pc:sldMk cId="1031068538" sldId="343"/>
            <ac:picMk id="58" creationId="{F7AB9507-5C2C-4D80-A375-02FCEC23A3BF}"/>
          </ac:picMkLst>
        </pc:picChg>
        <pc:picChg chg="add mod">
          <ac:chgData name="Philippe HUMEAU" userId="b926870f-ca2f-4521-86dd-65f1e028bdb2" providerId="ADAL" clId="{0A091B3B-C3F4-4709-A12E-6EDDC6A66362}" dt="2020-07-21T13:14:06.185" v="1312" actId="1076"/>
          <ac:picMkLst>
            <pc:docMk/>
            <pc:sldMk cId="1031068538" sldId="343"/>
            <ac:picMk id="59" creationId="{60501129-E0B5-465B-A68F-D1A0E79BC2B7}"/>
          </ac:picMkLst>
        </pc:picChg>
        <pc:picChg chg="mod">
          <ac:chgData name="Philippe HUMEAU" userId="b926870f-ca2f-4521-86dd-65f1e028bdb2" providerId="ADAL" clId="{0A091B3B-C3F4-4709-A12E-6EDDC6A66362}" dt="2020-07-21T13:14:06.185" v="1312" actId="1076"/>
          <ac:picMkLst>
            <pc:docMk/>
            <pc:sldMk cId="1031068538" sldId="343"/>
            <ac:picMk id="68" creationId="{79C06CBF-5CF1-401A-842A-5076F2BF3D9D}"/>
          </ac:picMkLst>
        </pc:picChg>
        <pc:picChg chg="mod">
          <ac:chgData name="Philippe HUMEAU" userId="b926870f-ca2f-4521-86dd-65f1e028bdb2" providerId="ADAL" clId="{0A091B3B-C3F4-4709-A12E-6EDDC6A66362}" dt="2020-07-21T13:14:06.185" v="1312" actId="1076"/>
          <ac:picMkLst>
            <pc:docMk/>
            <pc:sldMk cId="1031068538" sldId="343"/>
            <ac:picMk id="69" creationId="{1AFEFB2C-B177-436C-BF26-8E5D61A98413}"/>
          </ac:picMkLst>
        </pc:picChg>
        <pc:picChg chg="mod">
          <ac:chgData name="Philippe HUMEAU" userId="b926870f-ca2f-4521-86dd-65f1e028bdb2" providerId="ADAL" clId="{0A091B3B-C3F4-4709-A12E-6EDDC6A66362}" dt="2020-07-21T13:14:06.185" v="1312" actId="1076"/>
          <ac:picMkLst>
            <pc:docMk/>
            <pc:sldMk cId="1031068538" sldId="343"/>
            <ac:picMk id="70" creationId="{C90AAA06-F0E7-48C2-A3E8-CC0C3D56F1A0}"/>
          </ac:picMkLst>
        </pc:picChg>
        <pc:picChg chg="mod">
          <ac:chgData name="Philippe HUMEAU" userId="b926870f-ca2f-4521-86dd-65f1e028bdb2" providerId="ADAL" clId="{0A091B3B-C3F4-4709-A12E-6EDDC6A66362}" dt="2020-07-21T13:14:06.185" v="1312" actId="1076"/>
          <ac:picMkLst>
            <pc:docMk/>
            <pc:sldMk cId="1031068538" sldId="343"/>
            <ac:picMk id="71" creationId="{477AE2B9-5AE1-47CC-9ED2-44F7B7D4D6C3}"/>
          </ac:picMkLst>
        </pc:picChg>
        <pc:picChg chg="mod">
          <ac:chgData name="Philippe HUMEAU" userId="b926870f-ca2f-4521-86dd-65f1e028bdb2" providerId="ADAL" clId="{0A091B3B-C3F4-4709-A12E-6EDDC6A66362}" dt="2020-07-21T13:14:06.185" v="1312" actId="1076"/>
          <ac:picMkLst>
            <pc:docMk/>
            <pc:sldMk cId="1031068538" sldId="343"/>
            <ac:picMk id="72" creationId="{ADA62946-CEC6-4157-9AEC-0D1BDAEC6755}"/>
          </ac:picMkLst>
        </pc:picChg>
        <pc:picChg chg="add mod">
          <ac:chgData name="Philippe HUMEAU" userId="b926870f-ca2f-4521-86dd-65f1e028bdb2" providerId="ADAL" clId="{0A091B3B-C3F4-4709-A12E-6EDDC6A66362}" dt="2020-07-21T13:14:06.185" v="1312" actId="1076"/>
          <ac:picMkLst>
            <pc:docMk/>
            <pc:sldMk cId="1031068538" sldId="343"/>
            <ac:picMk id="89" creationId="{59990AC6-37A3-4785-B341-614D92F3006C}"/>
          </ac:picMkLst>
        </pc:picChg>
        <pc:picChg chg="add mod">
          <ac:chgData name="Philippe HUMEAU" userId="b926870f-ca2f-4521-86dd-65f1e028bdb2" providerId="ADAL" clId="{0A091B3B-C3F4-4709-A12E-6EDDC6A66362}" dt="2020-07-21T13:14:06.185" v="1312" actId="1076"/>
          <ac:picMkLst>
            <pc:docMk/>
            <pc:sldMk cId="1031068538" sldId="343"/>
            <ac:picMk id="95" creationId="{B785B2BB-33F1-4969-8AE1-74458AAB9E7A}"/>
          </ac:picMkLst>
        </pc:picChg>
        <pc:cxnChg chg="add mod">
          <ac:chgData name="Philippe HUMEAU" userId="b926870f-ca2f-4521-86dd-65f1e028bdb2" providerId="ADAL" clId="{0A091B3B-C3F4-4709-A12E-6EDDC6A66362}" dt="2020-07-21T13:14:06.185" v="1312" actId="1076"/>
          <ac:cxnSpMkLst>
            <pc:docMk/>
            <pc:sldMk cId="1031068538" sldId="343"/>
            <ac:cxnSpMk id="38" creationId="{E938E2FE-AB1A-4F8B-9508-EFD401D325D0}"/>
          </ac:cxnSpMkLst>
        </pc:cxnChg>
        <pc:cxnChg chg="add mod">
          <ac:chgData name="Philippe HUMEAU" userId="b926870f-ca2f-4521-86dd-65f1e028bdb2" providerId="ADAL" clId="{0A091B3B-C3F4-4709-A12E-6EDDC6A66362}" dt="2020-07-21T13:14:06.185" v="1312" actId="1076"/>
          <ac:cxnSpMkLst>
            <pc:docMk/>
            <pc:sldMk cId="1031068538" sldId="343"/>
            <ac:cxnSpMk id="43" creationId="{A2ECB05D-F3B5-4889-8E2B-88D2B29992D8}"/>
          </ac:cxnSpMkLst>
        </pc:cxnChg>
        <pc:cxnChg chg="add mod">
          <ac:chgData name="Philippe HUMEAU" userId="b926870f-ca2f-4521-86dd-65f1e028bdb2" providerId="ADAL" clId="{0A091B3B-C3F4-4709-A12E-6EDDC6A66362}" dt="2020-07-21T13:14:06.185" v="1312" actId="1076"/>
          <ac:cxnSpMkLst>
            <pc:docMk/>
            <pc:sldMk cId="1031068538" sldId="343"/>
            <ac:cxnSpMk id="54" creationId="{D23CDF6E-22BC-4C85-89C9-489D022C4E12}"/>
          </ac:cxnSpMkLst>
        </pc:cxnChg>
        <pc:cxnChg chg="add mod">
          <ac:chgData name="Philippe HUMEAU" userId="b926870f-ca2f-4521-86dd-65f1e028bdb2" providerId="ADAL" clId="{0A091B3B-C3F4-4709-A12E-6EDDC6A66362}" dt="2020-07-21T13:14:06.185" v="1312" actId="1076"/>
          <ac:cxnSpMkLst>
            <pc:docMk/>
            <pc:sldMk cId="1031068538" sldId="343"/>
            <ac:cxnSpMk id="55" creationId="{E08B1332-1703-4039-81B9-6F3AEF75AD83}"/>
          </ac:cxnSpMkLst>
        </pc:cxnChg>
        <pc:cxnChg chg="add mod">
          <ac:chgData name="Philippe HUMEAU" userId="b926870f-ca2f-4521-86dd-65f1e028bdb2" providerId="ADAL" clId="{0A091B3B-C3F4-4709-A12E-6EDDC6A66362}" dt="2020-07-21T13:14:06.185" v="1312" actId="1076"/>
          <ac:cxnSpMkLst>
            <pc:docMk/>
            <pc:sldMk cId="1031068538" sldId="343"/>
            <ac:cxnSpMk id="62" creationId="{B8BBF546-8513-43A6-A3A0-4226139BF304}"/>
          </ac:cxnSpMkLst>
        </pc:cxnChg>
        <pc:cxnChg chg="add mod">
          <ac:chgData name="Philippe HUMEAU" userId="b926870f-ca2f-4521-86dd-65f1e028bdb2" providerId="ADAL" clId="{0A091B3B-C3F4-4709-A12E-6EDDC6A66362}" dt="2020-07-21T13:14:06.185" v="1312" actId="1076"/>
          <ac:cxnSpMkLst>
            <pc:docMk/>
            <pc:sldMk cId="1031068538" sldId="343"/>
            <ac:cxnSpMk id="63" creationId="{F0559C10-E485-4631-920C-B89AFD8C4C64}"/>
          </ac:cxnSpMkLst>
        </pc:cxnChg>
        <pc:cxnChg chg="add mod">
          <ac:chgData name="Philippe HUMEAU" userId="b926870f-ca2f-4521-86dd-65f1e028bdb2" providerId="ADAL" clId="{0A091B3B-C3F4-4709-A12E-6EDDC6A66362}" dt="2020-07-21T13:14:06.185" v="1312" actId="1076"/>
          <ac:cxnSpMkLst>
            <pc:docMk/>
            <pc:sldMk cId="1031068538" sldId="343"/>
            <ac:cxnSpMk id="65" creationId="{D07A340F-BAAF-43C9-827C-008BC6210022}"/>
          </ac:cxnSpMkLst>
        </pc:cxnChg>
        <pc:cxnChg chg="add mod">
          <ac:chgData name="Philippe HUMEAU" userId="b926870f-ca2f-4521-86dd-65f1e028bdb2" providerId="ADAL" clId="{0A091B3B-C3F4-4709-A12E-6EDDC6A66362}" dt="2020-07-21T13:14:06.185" v="1312" actId="1076"/>
          <ac:cxnSpMkLst>
            <pc:docMk/>
            <pc:sldMk cId="1031068538" sldId="343"/>
            <ac:cxnSpMk id="76" creationId="{D5BC1FEE-10F4-48CB-BEC6-92B2CC92EFD5}"/>
          </ac:cxnSpMkLst>
        </pc:cxnChg>
        <pc:cxnChg chg="add mod">
          <ac:chgData name="Philippe HUMEAU" userId="b926870f-ca2f-4521-86dd-65f1e028bdb2" providerId="ADAL" clId="{0A091B3B-C3F4-4709-A12E-6EDDC6A66362}" dt="2020-07-21T13:14:06.185" v="1312" actId="1076"/>
          <ac:cxnSpMkLst>
            <pc:docMk/>
            <pc:sldMk cId="1031068538" sldId="343"/>
            <ac:cxnSpMk id="84" creationId="{2FCE4128-091C-48B6-B622-67E35D4EC3A8}"/>
          </ac:cxnSpMkLst>
        </pc:cxnChg>
        <pc:cxnChg chg="add mod">
          <ac:chgData name="Philippe HUMEAU" userId="b926870f-ca2f-4521-86dd-65f1e028bdb2" providerId="ADAL" clId="{0A091B3B-C3F4-4709-A12E-6EDDC6A66362}" dt="2020-07-21T13:14:06.185" v="1312" actId="1076"/>
          <ac:cxnSpMkLst>
            <pc:docMk/>
            <pc:sldMk cId="1031068538" sldId="343"/>
            <ac:cxnSpMk id="97" creationId="{F1A267D9-ECC5-43A4-AE5F-BD3F1480066E}"/>
          </ac:cxnSpMkLst>
        </pc:cxnChg>
        <pc:cxnChg chg="add mod">
          <ac:chgData name="Philippe HUMEAU" userId="b926870f-ca2f-4521-86dd-65f1e028bdb2" providerId="ADAL" clId="{0A091B3B-C3F4-4709-A12E-6EDDC6A66362}" dt="2020-07-21T13:14:06.185" v="1312" actId="1076"/>
          <ac:cxnSpMkLst>
            <pc:docMk/>
            <pc:sldMk cId="1031068538" sldId="343"/>
            <ac:cxnSpMk id="98" creationId="{45EA9AF3-3E2B-4868-9B10-7AC8FC502D08}"/>
          </ac:cxnSpMkLst>
        </pc:cxnChg>
        <pc:cxnChg chg="add mod">
          <ac:chgData name="Philippe HUMEAU" userId="b926870f-ca2f-4521-86dd-65f1e028bdb2" providerId="ADAL" clId="{0A091B3B-C3F4-4709-A12E-6EDDC6A66362}" dt="2020-07-21T13:14:06.185" v="1312" actId="1076"/>
          <ac:cxnSpMkLst>
            <pc:docMk/>
            <pc:sldMk cId="1031068538" sldId="343"/>
            <ac:cxnSpMk id="99" creationId="{09922556-E675-405F-8B42-34A2041818B1}"/>
          </ac:cxnSpMkLst>
        </pc:cxnChg>
        <pc:cxnChg chg="del">
          <ac:chgData name="Philippe HUMEAU" userId="b926870f-ca2f-4521-86dd-65f1e028bdb2" providerId="ADAL" clId="{0A091B3B-C3F4-4709-A12E-6EDDC6A66362}" dt="2020-07-21T13:13:55.579" v="1310" actId="478"/>
          <ac:cxnSpMkLst>
            <pc:docMk/>
            <pc:sldMk cId="1031068538" sldId="343"/>
            <ac:cxnSpMk id="3079" creationId="{FBD27E52-617A-43E7-9758-2774361BA6DB}"/>
          </ac:cxnSpMkLst>
        </pc:cxnChg>
        <pc:cxnChg chg="del mod">
          <ac:chgData name="Philippe HUMEAU" userId="b926870f-ca2f-4521-86dd-65f1e028bdb2" providerId="ADAL" clId="{0A091B3B-C3F4-4709-A12E-6EDDC6A66362}" dt="2020-07-21T13:13:55.579" v="1310" actId="478"/>
          <ac:cxnSpMkLst>
            <pc:docMk/>
            <pc:sldMk cId="1031068538" sldId="343"/>
            <ac:cxnSpMk id="3083" creationId="{2A0C1213-8C8A-403A-B454-31DD2EFC0831}"/>
          </ac:cxnSpMkLst>
        </pc:cxnChg>
        <pc:cxnChg chg="del">
          <ac:chgData name="Philippe HUMEAU" userId="b926870f-ca2f-4521-86dd-65f1e028bdb2" providerId="ADAL" clId="{0A091B3B-C3F4-4709-A12E-6EDDC6A66362}" dt="2020-07-21T13:13:55.579" v="1310" actId="478"/>
          <ac:cxnSpMkLst>
            <pc:docMk/>
            <pc:sldMk cId="1031068538" sldId="343"/>
            <ac:cxnSpMk id="3086" creationId="{6BD367DC-5CAE-47BB-A5C4-B1B258CED501}"/>
          </ac:cxnSpMkLst>
        </pc:cxnChg>
        <pc:cxnChg chg="del">
          <ac:chgData name="Philippe HUMEAU" userId="b926870f-ca2f-4521-86dd-65f1e028bdb2" providerId="ADAL" clId="{0A091B3B-C3F4-4709-A12E-6EDDC6A66362}" dt="2020-07-21T13:13:55.579" v="1310" actId="478"/>
          <ac:cxnSpMkLst>
            <pc:docMk/>
            <pc:sldMk cId="1031068538" sldId="343"/>
            <ac:cxnSpMk id="3087" creationId="{5199FDB9-E2E1-44C7-B5DA-F701AB45CB5B}"/>
          </ac:cxnSpMkLst>
        </pc:cxnChg>
        <pc:cxnChg chg="del mod">
          <ac:chgData name="Philippe HUMEAU" userId="b926870f-ca2f-4521-86dd-65f1e028bdb2" providerId="ADAL" clId="{0A091B3B-C3F4-4709-A12E-6EDDC6A66362}" dt="2020-07-21T13:13:55.579" v="1310" actId="478"/>
          <ac:cxnSpMkLst>
            <pc:docMk/>
            <pc:sldMk cId="1031068538" sldId="343"/>
            <ac:cxnSpMk id="3090" creationId="{CF6DEE0E-67EC-4BDC-A627-1760EFDB0DDD}"/>
          </ac:cxnSpMkLst>
        </pc:cxnChg>
        <pc:cxnChg chg="del">
          <ac:chgData name="Philippe HUMEAU" userId="b926870f-ca2f-4521-86dd-65f1e028bdb2" providerId="ADAL" clId="{0A091B3B-C3F4-4709-A12E-6EDDC6A66362}" dt="2020-07-21T13:13:55.579" v="1310" actId="478"/>
          <ac:cxnSpMkLst>
            <pc:docMk/>
            <pc:sldMk cId="1031068538" sldId="343"/>
            <ac:cxnSpMk id="3092" creationId="{CF3B3C4F-79E7-442C-ABDC-7C32D88398E2}"/>
          </ac:cxnSpMkLst>
        </pc:cxnChg>
        <pc:cxnChg chg="del">
          <ac:chgData name="Philippe HUMEAU" userId="b926870f-ca2f-4521-86dd-65f1e028bdb2" providerId="ADAL" clId="{0A091B3B-C3F4-4709-A12E-6EDDC6A66362}" dt="2020-07-21T13:13:55.579" v="1310" actId="478"/>
          <ac:cxnSpMkLst>
            <pc:docMk/>
            <pc:sldMk cId="1031068538" sldId="343"/>
            <ac:cxnSpMk id="3095" creationId="{33246D75-2220-4D7E-AF77-E105E2711C5F}"/>
          </ac:cxnSpMkLst>
        </pc:cxnChg>
        <pc:cxnChg chg="del mod">
          <ac:chgData name="Philippe HUMEAU" userId="b926870f-ca2f-4521-86dd-65f1e028bdb2" providerId="ADAL" clId="{0A091B3B-C3F4-4709-A12E-6EDDC6A66362}" dt="2020-07-21T13:13:55.579" v="1310" actId="478"/>
          <ac:cxnSpMkLst>
            <pc:docMk/>
            <pc:sldMk cId="1031068538" sldId="343"/>
            <ac:cxnSpMk id="3099" creationId="{13790AAF-2E31-4890-8839-C92065F7EAEE}"/>
          </ac:cxnSpMkLst>
        </pc:cxnChg>
        <pc:cxnChg chg="del mod">
          <ac:chgData name="Philippe HUMEAU" userId="b926870f-ca2f-4521-86dd-65f1e028bdb2" providerId="ADAL" clId="{0A091B3B-C3F4-4709-A12E-6EDDC6A66362}" dt="2020-07-21T13:13:55.579" v="1310" actId="478"/>
          <ac:cxnSpMkLst>
            <pc:docMk/>
            <pc:sldMk cId="1031068538" sldId="343"/>
            <ac:cxnSpMk id="3109" creationId="{3F94923A-FF83-4C1A-BC97-C77214EF4327}"/>
          </ac:cxnSpMkLst>
        </pc:cxnChg>
      </pc:sldChg>
      <pc:sldChg chg="modSp add mod">
        <pc:chgData name="Philippe HUMEAU" userId="b926870f-ca2f-4521-86dd-65f1e028bdb2" providerId="ADAL" clId="{0A091B3B-C3F4-4709-A12E-6EDDC6A66362}" dt="2020-07-21T13:15:23.419" v="1333" actId="6549"/>
        <pc:sldMkLst>
          <pc:docMk/>
          <pc:sldMk cId="704707456" sldId="344"/>
        </pc:sldMkLst>
        <pc:spChg chg="mod">
          <ac:chgData name="Philippe HUMEAU" userId="b926870f-ca2f-4521-86dd-65f1e028bdb2" providerId="ADAL" clId="{0A091B3B-C3F4-4709-A12E-6EDDC6A66362}" dt="2020-07-21T13:15:23.419" v="1333" actId="6549"/>
          <ac:spMkLst>
            <pc:docMk/>
            <pc:sldMk cId="704707456" sldId="344"/>
            <ac:spMk id="2" creationId="{17D2DF89-FAFB-4E7E-9ABD-110A6896AA91}"/>
          </ac:spMkLst>
        </pc:spChg>
      </pc:sldChg>
      <pc:sldChg chg="modSp add mod">
        <pc:chgData name="Philippe HUMEAU" userId="b926870f-ca2f-4521-86dd-65f1e028bdb2" providerId="ADAL" clId="{0A091B3B-C3F4-4709-A12E-6EDDC6A66362}" dt="2020-07-21T13:26:47.852" v="1347" actId="20577"/>
        <pc:sldMkLst>
          <pc:docMk/>
          <pc:sldMk cId="3367627371" sldId="345"/>
        </pc:sldMkLst>
        <pc:spChg chg="mod">
          <ac:chgData name="Philippe HUMEAU" userId="b926870f-ca2f-4521-86dd-65f1e028bdb2" providerId="ADAL" clId="{0A091B3B-C3F4-4709-A12E-6EDDC6A66362}" dt="2020-07-21T13:26:47.852" v="1347" actId="20577"/>
          <ac:spMkLst>
            <pc:docMk/>
            <pc:sldMk cId="3367627371" sldId="345"/>
            <ac:spMk id="9" creationId="{6F9694EC-8E77-4168-BE6D-6F2BA93E0A2C}"/>
          </ac:spMkLst>
        </pc:spChg>
      </pc:sldChg>
      <pc:sldChg chg="delSp modSp add mod">
        <pc:chgData name="Philippe HUMEAU" userId="b926870f-ca2f-4521-86dd-65f1e028bdb2" providerId="ADAL" clId="{0A091B3B-C3F4-4709-A12E-6EDDC6A66362}" dt="2020-07-21T13:35:38.743" v="1636" actId="115"/>
        <pc:sldMkLst>
          <pc:docMk/>
          <pc:sldMk cId="3256709862" sldId="346"/>
        </pc:sldMkLst>
        <pc:spChg chg="mod">
          <ac:chgData name="Philippe HUMEAU" userId="b926870f-ca2f-4521-86dd-65f1e028bdb2" providerId="ADAL" clId="{0A091B3B-C3F4-4709-A12E-6EDDC6A66362}" dt="2020-07-21T13:35:38.743" v="1636" actId="115"/>
          <ac:spMkLst>
            <pc:docMk/>
            <pc:sldMk cId="3256709862" sldId="346"/>
            <ac:spMk id="50" creationId="{384DB659-CAD7-45A7-AE94-A51B0A7F53D2}"/>
          </ac:spMkLst>
        </pc:spChg>
        <pc:spChg chg="mod">
          <ac:chgData name="Philippe HUMEAU" userId="b926870f-ca2f-4521-86dd-65f1e028bdb2" providerId="ADAL" clId="{0A091B3B-C3F4-4709-A12E-6EDDC6A66362}" dt="2020-07-21T13:34:33.837" v="1579" actId="20577"/>
          <ac:spMkLst>
            <pc:docMk/>
            <pc:sldMk cId="3256709862" sldId="346"/>
            <ac:spMk id="52" creationId="{FFA0FB32-A4E1-48C1-8F7D-E435D47B6D02}"/>
          </ac:spMkLst>
        </pc:spChg>
        <pc:spChg chg="mod">
          <ac:chgData name="Philippe HUMEAU" userId="b926870f-ca2f-4521-86dd-65f1e028bdb2" providerId="ADAL" clId="{0A091B3B-C3F4-4709-A12E-6EDDC6A66362}" dt="2020-07-21T13:33:59.541" v="1533" actId="6549"/>
          <ac:spMkLst>
            <pc:docMk/>
            <pc:sldMk cId="3256709862" sldId="346"/>
            <ac:spMk id="56" creationId="{0891F104-6F88-4944-A2E5-B5DE8A84C7B1}"/>
          </ac:spMkLst>
        </pc:spChg>
        <pc:spChg chg="mod">
          <ac:chgData name="Philippe HUMEAU" userId="b926870f-ca2f-4521-86dd-65f1e028bdb2" providerId="ADAL" clId="{0A091B3B-C3F4-4709-A12E-6EDDC6A66362}" dt="2020-07-21T13:35:09.412" v="1623" actId="20577"/>
          <ac:spMkLst>
            <pc:docMk/>
            <pc:sldMk cId="3256709862" sldId="346"/>
            <ac:spMk id="64" creationId="{9226CBF5-678D-4F9C-ACB4-9C874F5CBA1D}"/>
          </ac:spMkLst>
        </pc:spChg>
        <pc:spChg chg="mod">
          <ac:chgData name="Philippe HUMEAU" userId="b926870f-ca2f-4521-86dd-65f1e028bdb2" providerId="ADAL" clId="{0A091B3B-C3F4-4709-A12E-6EDDC6A66362}" dt="2020-07-21T13:34:09.334" v="1550" actId="20577"/>
          <ac:spMkLst>
            <pc:docMk/>
            <pc:sldMk cId="3256709862" sldId="346"/>
            <ac:spMk id="67" creationId="{4B22F507-8992-4CAA-839A-F27B4B5D47A4}"/>
          </ac:spMkLst>
        </pc:spChg>
        <pc:spChg chg="mod">
          <ac:chgData name="Philippe HUMEAU" userId="b926870f-ca2f-4521-86dd-65f1e028bdb2" providerId="ADAL" clId="{0A091B3B-C3F4-4709-A12E-6EDDC6A66362}" dt="2020-07-21T13:34:57.422" v="1600" actId="20577"/>
          <ac:spMkLst>
            <pc:docMk/>
            <pc:sldMk cId="3256709862" sldId="346"/>
            <ac:spMk id="73" creationId="{BD85A1BF-14FE-4DD9-9EE1-F805380BEF62}"/>
          </ac:spMkLst>
        </pc:spChg>
        <pc:spChg chg="mod">
          <ac:chgData name="Philippe HUMEAU" userId="b926870f-ca2f-4521-86dd-65f1e028bdb2" providerId="ADAL" clId="{0A091B3B-C3F4-4709-A12E-6EDDC6A66362}" dt="2020-07-21T13:35:17.792" v="1629" actId="20577"/>
          <ac:spMkLst>
            <pc:docMk/>
            <pc:sldMk cId="3256709862" sldId="346"/>
            <ac:spMk id="79" creationId="{0A8AF992-95A1-4255-ADA3-F8040AFF5BD3}"/>
          </ac:spMkLst>
        </pc:spChg>
        <pc:spChg chg="mod">
          <ac:chgData name="Philippe HUMEAU" userId="b926870f-ca2f-4521-86dd-65f1e028bdb2" providerId="ADAL" clId="{0A091B3B-C3F4-4709-A12E-6EDDC6A66362}" dt="2020-07-21T13:35:22.934" v="1634" actId="20577"/>
          <ac:spMkLst>
            <pc:docMk/>
            <pc:sldMk cId="3256709862" sldId="346"/>
            <ac:spMk id="81" creationId="{24782241-1B72-43C6-8D42-34B9AB4A424F}"/>
          </ac:spMkLst>
        </pc:spChg>
        <pc:spChg chg="del">
          <ac:chgData name="Philippe HUMEAU" userId="b926870f-ca2f-4521-86dd-65f1e028bdb2" providerId="ADAL" clId="{0A091B3B-C3F4-4709-A12E-6EDDC6A66362}" dt="2020-07-21T13:30:54.321" v="1460" actId="478"/>
          <ac:spMkLst>
            <pc:docMk/>
            <pc:sldMk cId="3256709862" sldId="346"/>
            <ac:spMk id="83" creationId="{E461F6B3-4FAB-4841-9529-8E19027EE3A1}"/>
          </ac:spMkLst>
        </pc:spChg>
        <pc:spChg chg="del">
          <ac:chgData name="Philippe HUMEAU" userId="b926870f-ca2f-4521-86dd-65f1e028bdb2" providerId="ADAL" clId="{0A091B3B-C3F4-4709-A12E-6EDDC6A66362}" dt="2020-07-21T13:30:54.882" v="1461" actId="478"/>
          <ac:spMkLst>
            <pc:docMk/>
            <pc:sldMk cId="3256709862" sldId="346"/>
            <ac:spMk id="90" creationId="{FC2EAF1D-8F4E-40A7-9AFB-0C2E9942EDCA}"/>
          </ac:spMkLst>
        </pc:spChg>
        <pc:spChg chg="mod">
          <ac:chgData name="Philippe HUMEAU" userId="b926870f-ca2f-4521-86dd-65f1e028bdb2" providerId="ADAL" clId="{0A091B3B-C3F4-4709-A12E-6EDDC6A66362}" dt="2020-07-21T13:34:43.033" v="1581"/>
          <ac:spMkLst>
            <pc:docMk/>
            <pc:sldMk cId="3256709862" sldId="346"/>
            <ac:spMk id="92" creationId="{673CB94E-3DC8-4CBD-8370-9F5F0200F931}"/>
          </ac:spMkLst>
        </pc:spChg>
        <pc:spChg chg="mod">
          <ac:chgData name="Philippe HUMEAU" userId="b926870f-ca2f-4521-86dd-65f1e028bdb2" providerId="ADAL" clId="{0A091B3B-C3F4-4709-A12E-6EDDC6A66362}" dt="2020-07-21T13:31:02.898" v="1469" actId="20577"/>
          <ac:spMkLst>
            <pc:docMk/>
            <pc:sldMk cId="3256709862" sldId="346"/>
            <ac:spMk id="102" creationId="{8B766FF5-8C9B-4A0C-A3C1-30EF715B0502}"/>
          </ac:spMkLst>
        </pc:spChg>
        <pc:cxnChg chg="del mod">
          <ac:chgData name="Philippe HUMEAU" userId="b926870f-ca2f-4521-86dd-65f1e028bdb2" providerId="ADAL" clId="{0A091B3B-C3F4-4709-A12E-6EDDC6A66362}" dt="2020-07-21T13:30:55.343" v="1462" actId="478"/>
          <ac:cxnSpMkLst>
            <pc:docMk/>
            <pc:sldMk cId="3256709862" sldId="346"/>
            <ac:cxnSpMk id="3090" creationId="{CF6DEE0E-67EC-4BDC-A627-1760EFDB0DDD}"/>
          </ac:cxnSpMkLst>
        </pc:cxnChg>
      </pc:sldChg>
      <pc:sldChg chg="add del">
        <pc:chgData name="Philippe HUMEAU" userId="b926870f-ca2f-4521-86dd-65f1e028bdb2" providerId="ADAL" clId="{0A091B3B-C3F4-4709-A12E-6EDDC6A66362}" dt="2020-07-21T13:37:31.082" v="1638" actId="47"/>
        <pc:sldMkLst>
          <pc:docMk/>
          <pc:sldMk cId="3480055435" sldId="347"/>
        </pc:sldMkLst>
      </pc:sldChg>
      <pc:sldChg chg="addSp delSp modSp add mod">
        <pc:chgData name="Philippe HUMEAU" userId="b926870f-ca2f-4521-86dd-65f1e028bdb2" providerId="ADAL" clId="{0A091B3B-C3F4-4709-A12E-6EDDC6A66362}" dt="2020-07-21T14:11:14.028" v="2970"/>
        <pc:sldMkLst>
          <pc:docMk/>
          <pc:sldMk cId="2689346566" sldId="348"/>
        </pc:sldMkLst>
        <pc:spChg chg="mod">
          <ac:chgData name="Philippe HUMEAU" userId="b926870f-ca2f-4521-86dd-65f1e028bdb2" providerId="ADAL" clId="{0A091B3B-C3F4-4709-A12E-6EDDC6A66362}" dt="2020-07-21T13:51:27.508" v="2189" actId="12"/>
          <ac:spMkLst>
            <pc:docMk/>
            <pc:sldMk cId="2689346566" sldId="348"/>
            <ac:spMk id="22" creationId="{49E22EF0-3167-4C43-AFE3-1C720F256BE2}"/>
          </ac:spMkLst>
        </pc:spChg>
        <pc:spChg chg="del">
          <ac:chgData name="Philippe HUMEAU" userId="b926870f-ca2f-4521-86dd-65f1e028bdb2" providerId="ADAL" clId="{0A091B3B-C3F4-4709-A12E-6EDDC6A66362}" dt="2020-07-21T14:00:07.524" v="2561" actId="478"/>
          <ac:spMkLst>
            <pc:docMk/>
            <pc:sldMk cId="2689346566" sldId="348"/>
            <ac:spMk id="23" creationId="{6FD2698C-0E59-4B8C-8787-CDC1173BBA29}"/>
          </ac:spMkLst>
        </pc:spChg>
        <pc:spChg chg="del">
          <ac:chgData name="Philippe HUMEAU" userId="b926870f-ca2f-4521-86dd-65f1e028bdb2" providerId="ADAL" clId="{0A091B3B-C3F4-4709-A12E-6EDDC6A66362}" dt="2020-07-21T14:00:07.524" v="2561" actId="478"/>
          <ac:spMkLst>
            <pc:docMk/>
            <pc:sldMk cId="2689346566" sldId="348"/>
            <ac:spMk id="24" creationId="{752B2E57-5192-4CCB-B797-992B5FD76E67}"/>
          </ac:spMkLst>
        </pc:spChg>
        <pc:spChg chg="del">
          <ac:chgData name="Philippe HUMEAU" userId="b926870f-ca2f-4521-86dd-65f1e028bdb2" providerId="ADAL" clId="{0A091B3B-C3F4-4709-A12E-6EDDC6A66362}" dt="2020-07-21T14:00:07.524" v="2561" actId="478"/>
          <ac:spMkLst>
            <pc:docMk/>
            <pc:sldMk cId="2689346566" sldId="348"/>
            <ac:spMk id="25" creationId="{34469461-C655-4E75-9C54-FD660CEDFF26}"/>
          </ac:spMkLst>
        </pc:spChg>
        <pc:spChg chg="del">
          <ac:chgData name="Philippe HUMEAU" userId="b926870f-ca2f-4521-86dd-65f1e028bdb2" providerId="ADAL" clId="{0A091B3B-C3F4-4709-A12E-6EDDC6A66362}" dt="2020-07-21T14:00:07.524" v="2561" actId="478"/>
          <ac:spMkLst>
            <pc:docMk/>
            <pc:sldMk cId="2689346566" sldId="348"/>
            <ac:spMk id="26" creationId="{2B6CBA83-5F92-454F-9502-4D057AEF5D65}"/>
          </ac:spMkLst>
        </pc:spChg>
        <pc:spChg chg="del">
          <ac:chgData name="Philippe HUMEAU" userId="b926870f-ca2f-4521-86dd-65f1e028bdb2" providerId="ADAL" clId="{0A091B3B-C3F4-4709-A12E-6EDDC6A66362}" dt="2020-07-21T14:00:07.524" v="2561" actId="478"/>
          <ac:spMkLst>
            <pc:docMk/>
            <pc:sldMk cId="2689346566" sldId="348"/>
            <ac:spMk id="27" creationId="{452D4FF1-189F-4C19-A2D7-058EBDB5BD28}"/>
          </ac:spMkLst>
        </pc:spChg>
        <pc:spChg chg="mod">
          <ac:chgData name="Philippe HUMEAU" userId="b926870f-ca2f-4521-86dd-65f1e028bdb2" providerId="ADAL" clId="{0A091B3B-C3F4-4709-A12E-6EDDC6A66362}" dt="2020-07-21T13:50:07.691" v="2153" actId="1076"/>
          <ac:spMkLst>
            <pc:docMk/>
            <pc:sldMk cId="2689346566" sldId="348"/>
            <ac:spMk id="28" creationId="{34475B5B-B400-4578-95A8-E62BEACB344F}"/>
          </ac:spMkLst>
        </pc:spChg>
        <pc:spChg chg="add mod">
          <ac:chgData name="Philippe HUMEAU" userId="b926870f-ca2f-4521-86dd-65f1e028bdb2" providerId="ADAL" clId="{0A091B3B-C3F4-4709-A12E-6EDDC6A66362}" dt="2020-07-21T13:56:18.736" v="2489" actId="1076"/>
          <ac:spMkLst>
            <pc:docMk/>
            <pc:sldMk cId="2689346566" sldId="348"/>
            <ac:spMk id="30" creationId="{8ED828E6-E63E-441D-8B86-549525DE76AF}"/>
          </ac:spMkLst>
        </pc:spChg>
        <pc:spChg chg="mod">
          <ac:chgData name="Philippe HUMEAU" userId="b926870f-ca2f-4521-86dd-65f1e028bdb2" providerId="ADAL" clId="{0A091B3B-C3F4-4709-A12E-6EDDC6A66362}" dt="2020-07-21T13:50:39.554" v="2185" actId="20577"/>
          <ac:spMkLst>
            <pc:docMk/>
            <pc:sldMk cId="2689346566" sldId="348"/>
            <ac:spMk id="31" creationId="{19CF0CAA-C315-4C15-BDBF-B70BC1B02CE2}"/>
          </ac:spMkLst>
        </pc:spChg>
        <pc:spChg chg="del">
          <ac:chgData name="Philippe HUMEAU" userId="b926870f-ca2f-4521-86dd-65f1e028bdb2" providerId="ADAL" clId="{0A091B3B-C3F4-4709-A12E-6EDDC6A66362}" dt="2020-07-21T14:00:07.524" v="2561" actId="478"/>
          <ac:spMkLst>
            <pc:docMk/>
            <pc:sldMk cId="2689346566" sldId="348"/>
            <ac:spMk id="33" creationId="{468CF1AD-28E5-4EE4-A2BF-1DB0798422FF}"/>
          </ac:spMkLst>
        </pc:spChg>
        <pc:spChg chg="del">
          <ac:chgData name="Philippe HUMEAU" userId="b926870f-ca2f-4521-86dd-65f1e028bdb2" providerId="ADAL" clId="{0A091B3B-C3F4-4709-A12E-6EDDC6A66362}" dt="2020-07-21T14:00:07.524" v="2561" actId="478"/>
          <ac:spMkLst>
            <pc:docMk/>
            <pc:sldMk cId="2689346566" sldId="348"/>
            <ac:spMk id="34" creationId="{C6B149BF-AECF-43FA-AE03-8CB58AC7B43C}"/>
          </ac:spMkLst>
        </pc:spChg>
        <pc:spChg chg="del">
          <ac:chgData name="Philippe HUMEAU" userId="b926870f-ca2f-4521-86dd-65f1e028bdb2" providerId="ADAL" clId="{0A091B3B-C3F4-4709-A12E-6EDDC6A66362}" dt="2020-07-21T14:00:07.524" v="2561" actId="478"/>
          <ac:spMkLst>
            <pc:docMk/>
            <pc:sldMk cId="2689346566" sldId="348"/>
            <ac:spMk id="35" creationId="{41BF0B40-3509-446B-9E41-6443BB2F871C}"/>
          </ac:spMkLst>
        </pc:spChg>
        <pc:spChg chg="del">
          <ac:chgData name="Philippe HUMEAU" userId="b926870f-ca2f-4521-86dd-65f1e028bdb2" providerId="ADAL" clId="{0A091B3B-C3F4-4709-A12E-6EDDC6A66362}" dt="2020-07-21T14:00:07.524" v="2561" actId="478"/>
          <ac:spMkLst>
            <pc:docMk/>
            <pc:sldMk cId="2689346566" sldId="348"/>
            <ac:spMk id="36" creationId="{DF6896F1-A398-4700-88AB-B2278263D006}"/>
          </ac:spMkLst>
        </pc:spChg>
        <pc:spChg chg="del">
          <ac:chgData name="Philippe HUMEAU" userId="b926870f-ca2f-4521-86dd-65f1e028bdb2" providerId="ADAL" clId="{0A091B3B-C3F4-4709-A12E-6EDDC6A66362}" dt="2020-07-21T14:00:07.524" v="2561" actId="478"/>
          <ac:spMkLst>
            <pc:docMk/>
            <pc:sldMk cId="2689346566" sldId="348"/>
            <ac:spMk id="37" creationId="{DB60E3F1-5ACE-434F-A927-A1AB65964F5C}"/>
          </ac:spMkLst>
        </pc:spChg>
        <pc:spChg chg="mod">
          <ac:chgData name="Philippe HUMEAU" userId="b926870f-ca2f-4521-86dd-65f1e028bdb2" providerId="ADAL" clId="{0A091B3B-C3F4-4709-A12E-6EDDC6A66362}" dt="2020-07-21T13:56:18.736" v="2489" actId="1076"/>
          <ac:spMkLst>
            <pc:docMk/>
            <pc:sldMk cId="2689346566" sldId="348"/>
            <ac:spMk id="38" creationId="{7A1563C7-D0F6-49E9-AB2B-0B3D5E08FDC0}"/>
          </ac:spMkLst>
        </pc:spChg>
        <pc:spChg chg="mod">
          <ac:chgData name="Philippe HUMEAU" userId="b926870f-ca2f-4521-86dd-65f1e028bdb2" providerId="ADAL" clId="{0A091B3B-C3F4-4709-A12E-6EDDC6A66362}" dt="2020-07-21T14:11:14.028" v="2970"/>
          <ac:spMkLst>
            <pc:docMk/>
            <pc:sldMk cId="2689346566" sldId="348"/>
            <ac:spMk id="39" creationId="{B23AA748-7F7C-41EF-AF51-AA3C6C2B76E7}"/>
          </ac:spMkLst>
        </pc:spChg>
        <pc:spChg chg="mod">
          <ac:chgData name="Philippe HUMEAU" userId="b926870f-ca2f-4521-86dd-65f1e028bdb2" providerId="ADAL" clId="{0A091B3B-C3F4-4709-A12E-6EDDC6A66362}" dt="2020-07-21T13:56:18.736" v="2489" actId="1076"/>
          <ac:spMkLst>
            <pc:docMk/>
            <pc:sldMk cId="2689346566" sldId="348"/>
            <ac:spMk id="40" creationId="{5476D979-9EE7-47CA-A886-D6645497D87E}"/>
          </ac:spMkLst>
        </pc:spChg>
        <pc:spChg chg="del">
          <ac:chgData name="Philippe HUMEAU" userId="b926870f-ca2f-4521-86dd-65f1e028bdb2" providerId="ADAL" clId="{0A091B3B-C3F4-4709-A12E-6EDDC6A66362}" dt="2020-07-21T13:54:02.698" v="2345" actId="478"/>
          <ac:spMkLst>
            <pc:docMk/>
            <pc:sldMk cId="2689346566" sldId="348"/>
            <ac:spMk id="41" creationId="{72CBC1A3-88AA-4378-806B-2657710A21CC}"/>
          </ac:spMkLst>
        </pc:spChg>
        <pc:spChg chg="del">
          <ac:chgData name="Philippe HUMEAU" userId="b926870f-ca2f-4521-86dd-65f1e028bdb2" providerId="ADAL" clId="{0A091B3B-C3F4-4709-A12E-6EDDC6A66362}" dt="2020-07-21T13:53:57.856" v="2342" actId="478"/>
          <ac:spMkLst>
            <pc:docMk/>
            <pc:sldMk cId="2689346566" sldId="348"/>
            <ac:spMk id="42" creationId="{D4DEC6D3-DF8A-481E-9660-B42CFE5F15E5}"/>
          </ac:spMkLst>
        </pc:spChg>
        <pc:spChg chg="mod">
          <ac:chgData name="Philippe HUMEAU" userId="b926870f-ca2f-4521-86dd-65f1e028bdb2" providerId="ADAL" clId="{0A091B3B-C3F4-4709-A12E-6EDDC6A66362}" dt="2020-07-21T13:56:18.736" v="2489" actId="1076"/>
          <ac:spMkLst>
            <pc:docMk/>
            <pc:sldMk cId="2689346566" sldId="348"/>
            <ac:spMk id="43" creationId="{7994827E-BA41-4142-9BB4-13A4BDB92A39}"/>
          </ac:spMkLst>
        </pc:spChg>
        <pc:spChg chg="del">
          <ac:chgData name="Philippe HUMEAU" userId="b926870f-ca2f-4521-86dd-65f1e028bdb2" providerId="ADAL" clId="{0A091B3B-C3F4-4709-A12E-6EDDC6A66362}" dt="2020-07-21T13:54:02.112" v="2344" actId="478"/>
          <ac:spMkLst>
            <pc:docMk/>
            <pc:sldMk cId="2689346566" sldId="348"/>
            <ac:spMk id="44" creationId="{C1976157-7075-4B67-9904-502CC7457ED7}"/>
          </ac:spMkLst>
        </pc:spChg>
        <pc:spChg chg="del">
          <ac:chgData name="Philippe HUMEAU" userId="b926870f-ca2f-4521-86dd-65f1e028bdb2" providerId="ADAL" clId="{0A091B3B-C3F4-4709-A12E-6EDDC6A66362}" dt="2020-07-21T13:54:00.878" v="2343" actId="478"/>
          <ac:spMkLst>
            <pc:docMk/>
            <pc:sldMk cId="2689346566" sldId="348"/>
            <ac:spMk id="45" creationId="{BE9F8552-90CA-4B6E-A994-4394670C0135}"/>
          </ac:spMkLst>
        </pc:spChg>
        <pc:spChg chg="mod">
          <ac:chgData name="Philippe HUMEAU" userId="b926870f-ca2f-4521-86dd-65f1e028bdb2" providerId="ADAL" clId="{0A091B3B-C3F4-4709-A12E-6EDDC6A66362}" dt="2020-07-21T13:56:31.319" v="2493" actId="1076"/>
          <ac:spMkLst>
            <pc:docMk/>
            <pc:sldMk cId="2689346566" sldId="348"/>
            <ac:spMk id="46" creationId="{AE96761E-1543-4DC9-B0AC-19C2872B1B97}"/>
          </ac:spMkLst>
        </pc:spChg>
        <pc:spChg chg="add mod">
          <ac:chgData name="Philippe HUMEAU" userId="b926870f-ca2f-4521-86dd-65f1e028bdb2" providerId="ADAL" clId="{0A091B3B-C3F4-4709-A12E-6EDDC6A66362}" dt="2020-07-21T14:00:07.949" v="2562"/>
          <ac:spMkLst>
            <pc:docMk/>
            <pc:sldMk cId="2689346566" sldId="348"/>
            <ac:spMk id="47" creationId="{5CE18F83-DCEA-4BA3-9DA4-6324FA3B4F34}"/>
          </ac:spMkLst>
        </pc:spChg>
        <pc:spChg chg="add mod">
          <ac:chgData name="Philippe HUMEAU" userId="b926870f-ca2f-4521-86dd-65f1e028bdb2" providerId="ADAL" clId="{0A091B3B-C3F4-4709-A12E-6EDDC6A66362}" dt="2020-07-21T14:00:07.949" v="2562"/>
          <ac:spMkLst>
            <pc:docMk/>
            <pc:sldMk cId="2689346566" sldId="348"/>
            <ac:spMk id="49" creationId="{907BAF8A-00AA-4CCD-9A24-B480CF7BDC47}"/>
          </ac:spMkLst>
        </pc:spChg>
        <pc:spChg chg="add mod">
          <ac:chgData name="Philippe HUMEAU" userId="b926870f-ca2f-4521-86dd-65f1e028bdb2" providerId="ADAL" clId="{0A091B3B-C3F4-4709-A12E-6EDDC6A66362}" dt="2020-07-21T14:11:10.858" v="2969"/>
          <ac:spMkLst>
            <pc:docMk/>
            <pc:sldMk cId="2689346566" sldId="348"/>
            <ac:spMk id="50" creationId="{0572115B-1396-4E80-B3CA-37626FFA9DD4}"/>
          </ac:spMkLst>
        </pc:spChg>
        <pc:spChg chg="add mod">
          <ac:chgData name="Philippe HUMEAU" userId="b926870f-ca2f-4521-86dd-65f1e028bdb2" providerId="ADAL" clId="{0A091B3B-C3F4-4709-A12E-6EDDC6A66362}" dt="2020-07-21T14:00:07.949" v="2562"/>
          <ac:spMkLst>
            <pc:docMk/>
            <pc:sldMk cId="2689346566" sldId="348"/>
            <ac:spMk id="51" creationId="{DD83DBBB-9F1B-4A69-9348-06A1AA39AF4F}"/>
          </ac:spMkLst>
        </pc:spChg>
        <pc:spChg chg="add mod">
          <ac:chgData name="Philippe HUMEAU" userId="b926870f-ca2f-4521-86dd-65f1e028bdb2" providerId="ADAL" clId="{0A091B3B-C3F4-4709-A12E-6EDDC6A66362}" dt="2020-07-21T14:00:07.949" v="2562"/>
          <ac:spMkLst>
            <pc:docMk/>
            <pc:sldMk cId="2689346566" sldId="348"/>
            <ac:spMk id="52" creationId="{9C7A0682-1D61-4462-99C6-7CE2C9633913}"/>
          </ac:spMkLst>
        </pc:spChg>
        <pc:spChg chg="add mod">
          <ac:chgData name="Philippe HUMEAU" userId="b926870f-ca2f-4521-86dd-65f1e028bdb2" providerId="ADAL" clId="{0A091B3B-C3F4-4709-A12E-6EDDC6A66362}" dt="2020-07-21T14:00:07.949" v="2562"/>
          <ac:spMkLst>
            <pc:docMk/>
            <pc:sldMk cId="2689346566" sldId="348"/>
            <ac:spMk id="53" creationId="{44C4C51E-B221-453E-B780-548F7BC8E738}"/>
          </ac:spMkLst>
        </pc:spChg>
        <pc:spChg chg="mod">
          <ac:chgData name="Philippe HUMEAU" userId="b926870f-ca2f-4521-86dd-65f1e028bdb2" providerId="ADAL" clId="{0A091B3B-C3F4-4709-A12E-6EDDC6A66362}" dt="2020-07-21T13:49:35.896" v="2120" actId="20577"/>
          <ac:spMkLst>
            <pc:docMk/>
            <pc:sldMk cId="2689346566" sldId="348"/>
            <ac:spMk id="20494" creationId="{E026AF29-2D85-4AAA-8CE0-8F7CE2676267}"/>
          </ac:spMkLst>
        </pc:spChg>
        <pc:picChg chg="mod">
          <ac:chgData name="Philippe HUMEAU" userId="b926870f-ca2f-4521-86dd-65f1e028bdb2" providerId="ADAL" clId="{0A091B3B-C3F4-4709-A12E-6EDDC6A66362}" dt="2020-07-21T13:50:09.510" v="2154" actId="1076"/>
          <ac:picMkLst>
            <pc:docMk/>
            <pc:sldMk cId="2689346566" sldId="348"/>
            <ac:picMk id="29" creationId="{3CB5C82F-C8E8-4EA6-91DC-FC2B7EDD1128}"/>
          </ac:picMkLst>
        </pc:picChg>
        <pc:cxnChg chg="add mod">
          <ac:chgData name="Philippe HUMEAU" userId="b926870f-ca2f-4521-86dd-65f1e028bdb2" providerId="ADAL" clId="{0A091B3B-C3F4-4709-A12E-6EDDC6A66362}" dt="2020-07-21T13:56:18.736" v="2489" actId="1076"/>
          <ac:cxnSpMkLst>
            <pc:docMk/>
            <pc:sldMk cId="2689346566" sldId="348"/>
            <ac:cxnSpMk id="3" creationId="{C048ABEB-C77D-4D8B-B2FA-87A86AF098C0}"/>
          </ac:cxnSpMkLst>
        </pc:cxnChg>
        <pc:cxnChg chg="add mod">
          <ac:chgData name="Philippe HUMEAU" userId="b926870f-ca2f-4521-86dd-65f1e028bdb2" providerId="ADAL" clId="{0A091B3B-C3F4-4709-A12E-6EDDC6A66362}" dt="2020-07-21T14:00:07.949" v="2562"/>
          <ac:cxnSpMkLst>
            <pc:docMk/>
            <pc:sldMk cId="2689346566" sldId="348"/>
            <ac:cxnSpMk id="48" creationId="{7C712A90-6D0F-4C1A-9CCD-807DD1F67B6A}"/>
          </ac:cxnSpMkLst>
        </pc:cxnChg>
        <pc:cxnChg chg="add mod">
          <ac:chgData name="Philippe HUMEAU" userId="b926870f-ca2f-4521-86dd-65f1e028bdb2" providerId="ADAL" clId="{0A091B3B-C3F4-4709-A12E-6EDDC6A66362}" dt="2020-07-21T14:00:07.949" v="2562"/>
          <ac:cxnSpMkLst>
            <pc:docMk/>
            <pc:sldMk cId="2689346566" sldId="348"/>
            <ac:cxnSpMk id="54" creationId="{2F70CFC2-7E90-4031-B2F1-55DB2B7AC1DD}"/>
          </ac:cxnSpMkLst>
        </pc:cxnChg>
        <pc:cxnChg chg="mod">
          <ac:chgData name="Philippe HUMEAU" userId="b926870f-ca2f-4521-86dd-65f1e028bdb2" providerId="ADAL" clId="{0A091B3B-C3F4-4709-A12E-6EDDC6A66362}" dt="2020-07-21T13:56:23.295" v="2490" actId="14100"/>
          <ac:cxnSpMkLst>
            <pc:docMk/>
            <pc:sldMk cId="2689346566" sldId="348"/>
            <ac:cxnSpMk id="20483" creationId="{2F35E8CA-B021-44AE-AB72-8664DBA37F90}"/>
          </ac:cxnSpMkLst>
        </pc:cxnChg>
      </pc:sldChg>
      <pc:sldChg chg="addSp delSp modSp add mod ord">
        <pc:chgData name="Philippe HUMEAU" userId="b926870f-ca2f-4521-86dd-65f1e028bdb2" providerId="ADAL" clId="{0A091B3B-C3F4-4709-A12E-6EDDC6A66362}" dt="2020-07-21T14:20:17.784" v="3435" actId="20577"/>
        <pc:sldMkLst>
          <pc:docMk/>
          <pc:sldMk cId="3602876266" sldId="349"/>
        </pc:sldMkLst>
        <pc:spChg chg="add del">
          <ac:chgData name="Philippe HUMEAU" userId="b926870f-ca2f-4521-86dd-65f1e028bdb2" providerId="ADAL" clId="{0A091B3B-C3F4-4709-A12E-6EDDC6A66362}" dt="2020-07-21T14:19:53.119" v="3419" actId="22"/>
          <ac:spMkLst>
            <pc:docMk/>
            <pc:sldMk cId="3602876266" sldId="349"/>
            <ac:spMk id="7" creationId="{16D226BE-BE19-4665-A60C-03C98E2BFED4}"/>
          </ac:spMkLst>
        </pc:spChg>
        <pc:spChg chg="add mod">
          <ac:chgData name="Philippe HUMEAU" userId="b926870f-ca2f-4521-86dd-65f1e028bdb2" providerId="ADAL" clId="{0A091B3B-C3F4-4709-A12E-6EDDC6A66362}" dt="2020-07-21T14:20:02.835" v="3422" actId="1076"/>
          <ac:spMkLst>
            <pc:docMk/>
            <pc:sldMk cId="3602876266" sldId="349"/>
            <ac:spMk id="8" creationId="{6759C433-7441-4A9B-A5A8-4127322DD4F6}"/>
          </ac:spMkLst>
        </pc:spChg>
        <pc:spChg chg="mod">
          <ac:chgData name="Philippe HUMEAU" userId="b926870f-ca2f-4521-86dd-65f1e028bdb2" providerId="ADAL" clId="{0A091B3B-C3F4-4709-A12E-6EDDC6A66362}" dt="2020-07-21T13:38:18.184" v="1657" actId="20577"/>
          <ac:spMkLst>
            <pc:docMk/>
            <pc:sldMk cId="3602876266" sldId="349"/>
            <ac:spMk id="16387" creationId="{05A03317-DA60-4C49-8F5D-6425B3A78089}"/>
          </ac:spMkLst>
        </pc:spChg>
        <pc:graphicFrameChg chg="mod modGraphic">
          <ac:chgData name="Philippe HUMEAU" userId="b926870f-ca2f-4521-86dd-65f1e028bdb2" providerId="ADAL" clId="{0A091B3B-C3F4-4709-A12E-6EDDC6A66362}" dt="2020-07-21T14:20:17.784" v="3435" actId="20577"/>
          <ac:graphicFrameMkLst>
            <pc:docMk/>
            <pc:sldMk cId="3602876266" sldId="349"/>
            <ac:graphicFrameMk id="6" creationId="{C1A06A38-03D7-4BB1-9909-14A3059CB9E5}"/>
          </ac:graphicFrameMkLst>
        </pc:graphicFrameChg>
      </pc:sldChg>
      <pc:sldChg chg="add del">
        <pc:chgData name="Philippe HUMEAU" userId="b926870f-ca2f-4521-86dd-65f1e028bdb2" providerId="ADAL" clId="{0A091B3B-C3F4-4709-A12E-6EDDC6A66362}" dt="2020-07-21T13:37:49.087" v="1641"/>
        <pc:sldMkLst>
          <pc:docMk/>
          <pc:sldMk cId="45378655" sldId="350"/>
        </pc:sldMkLst>
      </pc:sldChg>
      <pc:sldChg chg="modSp add mod">
        <pc:chgData name="Philippe HUMEAU" userId="b926870f-ca2f-4521-86dd-65f1e028bdb2" providerId="ADAL" clId="{0A091B3B-C3F4-4709-A12E-6EDDC6A66362}" dt="2020-07-21T13:49:18.739" v="2097" actId="20577"/>
        <pc:sldMkLst>
          <pc:docMk/>
          <pc:sldMk cId="2256501918" sldId="350"/>
        </pc:sldMkLst>
        <pc:spChg chg="mod">
          <ac:chgData name="Philippe HUMEAU" userId="b926870f-ca2f-4521-86dd-65f1e028bdb2" providerId="ADAL" clId="{0A091B3B-C3F4-4709-A12E-6EDDC6A66362}" dt="2020-07-21T13:47:21.146" v="1841" actId="313"/>
          <ac:spMkLst>
            <pc:docMk/>
            <pc:sldMk cId="2256501918" sldId="350"/>
            <ac:spMk id="16387" creationId="{05A03317-DA60-4C49-8F5D-6425B3A78089}"/>
          </ac:spMkLst>
        </pc:spChg>
        <pc:graphicFrameChg chg="modGraphic">
          <ac:chgData name="Philippe HUMEAU" userId="b926870f-ca2f-4521-86dd-65f1e028bdb2" providerId="ADAL" clId="{0A091B3B-C3F4-4709-A12E-6EDDC6A66362}" dt="2020-07-21T13:49:18.739" v="2097" actId="20577"/>
          <ac:graphicFrameMkLst>
            <pc:docMk/>
            <pc:sldMk cId="2256501918" sldId="350"/>
            <ac:graphicFrameMk id="6" creationId="{C1A06A38-03D7-4BB1-9909-14A3059CB9E5}"/>
          </ac:graphicFrameMkLst>
        </pc:graphicFrameChg>
      </pc:sldChg>
      <pc:sldChg chg="add">
        <pc:chgData name="Philippe HUMEAU" userId="b926870f-ca2f-4521-86dd-65f1e028bdb2" providerId="ADAL" clId="{0A091B3B-C3F4-4709-A12E-6EDDC6A66362}" dt="2020-07-21T13:56:40.481" v="2494"/>
        <pc:sldMkLst>
          <pc:docMk/>
          <pc:sldMk cId="376596431" sldId="351"/>
        </pc:sldMkLst>
      </pc:sldChg>
      <pc:sldChg chg="add">
        <pc:chgData name="Philippe HUMEAU" userId="b926870f-ca2f-4521-86dd-65f1e028bdb2" providerId="ADAL" clId="{0A091B3B-C3F4-4709-A12E-6EDDC6A66362}" dt="2020-07-21T13:56:40.481" v="2494"/>
        <pc:sldMkLst>
          <pc:docMk/>
          <pc:sldMk cId="3380342270" sldId="352"/>
        </pc:sldMkLst>
      </pc:sldChg>
      <pc:sldChg chg="addSp delSp modSp add del mod">
        <pc:chgData name="Philippe HUMEAU" userId="b926870f-ca2f-4521-86dd-65f1e028bdb2" providerId="ADAL" clId="{0A091B3B-C3F4-4709-A12E-6EDDC6A66362}" dt="2020-07-21T14:00:20.766" v="2563" actId="47"/>
        <pc:sldMkLst>
          <pc:docMk/>
          <pc:sldMk cId="70367578" sldId="353"/>
        </pc:sldMkLst>
        <pc:spChg chg="del">
          <ac:chgData name="Philippe HUMEAU" userId="b926870f-ca2f-4521-86dd-65f1e028bdb2" providerId="ADAL" clId="{0A091B3B-C3F4-4709-A12E-6EDDC6A66362}" dt="2020-07-21T13:58:25.377" v="2526" actId="478"/>
          <ac:spMkLst>
            <pc:docMk/>
            <pc:sldMk cId="70367578" sldId="353"/>
            <ac:spMk id="23" creationId="{6FD2698C-0E59-4B8C-8787-CDC1173BBA29}"/>
          </ac:spMkLst>
        </pc:spChg>
        <pc:spChg chg="del">
          <ac:chgData name="Philippe HUMEAU" userId="b926870f-ca2f-4521-86dd-65f1e028bdb2" providerId="ADAL" clId="{0A091B3B-C3F4-4709-A12E-6EDDC6A66362}" dt="2020-07-21T13:58:25.377" v="2526" actId="478"/>
          <ac:spMkLst>
            <pc:docMk/>
            <pc:sldMk cId="70367578" sldId="353"/>
            <ac:spMk id="24" creationId="{752B2E57-5192-4CCB-B797-992B5FD76E67}"/>
          </ac:spMkLst>
        </pc:spChg>
        <pc:spChg chg="del">
          <ac:chgData name="Philippe HUMEAU" userId="b926870f-ca2f-4521-86dd-65f1e028bdb2" providerId="ADAL" clId="{0A091B3B-C3F4-4709-A12E-6EDDC6A66362}" dt="2020-07-21T13:58:25.377" v="2526" actId="478"/>
          <ac:spMkLst>
            <pc:docMk/>
            <pc:sldMk cId="70367578" sldId="353"/>
            <ac:spMk id="25" creationId="{34469461-C655-4E75-9C54-FD660CEDFF26}"/>
          </ac:spMkLst>
        </pc:spChg>
        <pc:spChg chg="del">
          <ac:chgData name="Philippe HUMEAU" userId="b926870f-ca2f-4521-86dd-65f1e028bdb2" providerId="ADAL" clId="{0A091B3B-C3F4-4709-A12E-6EDDC6A66362}" dt="2020-07-21T13:58:25.377" v="2526" actId="478"/>
          <ac:spMkLst>
            <pc:docMk/>
            <pc:sldMk cId="70367578" sldId="353"/>
            <ac:spMk id="26" creationId="{2B6CBA83-5F92-454F-9502-4D057AEF5D65}"/>
          </ac:spMkLst>
        </pc:spChg>
        <pc:spChg chg="mod">
          <ac:chgData name="Philippe HUMEAU" userId="b926870f-ca2f-4521-86dd-65f1e028bdb2" providerId="ADAL" clId="{0A091B3B-C3F4-4709-A12E-6EDDC6A66362}" dt="2020-07-21T13:59:59.729" v="2560" actId="14100"/>
          <ac:spMkLst>
            <pc:docMk/>
            <pc:sldMk cId="70367578" sldId="353"/>
            <ac:spMk id="27" creationId="{452D4FF1-189F-4C19-A2D7-058EBDB5BD28}"/>
          </ac:spMkLst>
        </pc:spChg>
        <pc:spChg chg="mod">
          <ac:chgData name="Philippe HUMEAU" userId="b926870f-ca2f-4521-86dd-65f1e028bdb2" providerId="ADAL" clId="{0A091B3B-C3F4-4709-A12E-6EDDC6A66362}" dt="2020-07-21T13:57:30.620" v="2506" actId="14100"/>
          <ac:spMkLst>
            <pc:docMk/>
            <pc:sldMk cId="70367578" sldId="353"/>
            <ac:spMk id="30" creationId="{8ED828E6-E63E-441D-8B86-549525DE76AF}"/>
          </ac:spMkLst>
        </pc:spChg>
        <pc:spChg chg="mod">
          <ac:chgData name="Philippe HUMEAU" userId="b926870f-ca2f-4521-86dd-65f1e028bdb2" providerId="ADAL" clId="{0A091B3B-C3F4-4709-A12E-6EDDC6A66362}" dt="2020-07-21T13:58:18.883" v="2525" actId="1076"/>
          <ac:spMkLst>
            <pc:docMk/>
            <pc:sldMk cId="70367578" sldId="353"/>
            <ac:spMk id="31" creationId="{19CF0CAA-C315-4C15-BDBF-B70BC1B02CE2}"/>
          </ac:spMkLst>
        </pc:spChg>
        <pc:spChg chg="del">
          <ac:chgData name="Philippe HUMEAU" userId="b926870f-ca2f-4521-86dd-65f1e028bdb2" providerId="ADAL" clId="{0A091B3B-C3F4-4709-A12E-6EDDC6A66362}" dt="2020-07-21T13:58:25.377" v="2526" actId="478"/>
          <ac:spMkLst>
            <pc:docMk/>
            <pc:sldMk cId="70367578" sldId="353"/>
            <ac:spMk id="33" creationId="{468CF1AD-28E5-4EE4-A2BF-1DB0798422FF}"/>
          </ac:spMkLst>
        </pc:spChg>
        <pc:spChg chg="del">
          <ac:chgData name="Philippe HUMEAU" userId="b926870f-ca2f-4521-86dd-65f1e028bdb2" providerId="ADAL" clId="{0A091B3B-C3F4-4709-A12E-6EDDC6A66362}" dt="2020-07-21T13:58:27.483" v="2527" actId="478"/>
          <ac:spMkLst>
            <pc:docMk/>
            <pc:sldMk cId="70367578" sldId="353"/>
            <ac:spMk id="34" creationId="{C6B149BF-AECF-43FA-AE03-8CB58AC7B43C}"/>
          </ac:spMkLst>
        </pc:spChg>
        <pc:spChg chg="del">
          <ac:chgData name="Philippe HUMEAU" userId="b926870f-ca2f-4521-86dd-65f1e028bdb2" providerId="ADAL" clId="{0A091B3B-C3F4-4709-A12E-6EDDC6A66362}" dt="2020-07-21T13:58:25.377" v="2526" actId="478"/>
          <ac:spMkLst>
            <pc:docMk/>
            <pc:sldMk cId="70367578" sldId="353"/>
            <ac:spMk id="35" creationId="{41BF0B40-3509-446B-9E41-6443BB2F871C}"/>
          </ac:spMkLst>
        </pc:spChg>
        <pc:spChg chg="del">
          <ac:chgData name="Philippe HUMEAU" userId="b926870f-ca2f-4521-86dd-65f1e028bdb2" providerId="ADAL" clId="{0A091B3B-C3F4-4709-A12E-6EDDC6A66362}" dt="2020-07-21T13:58:25.377" v="2526" actId="478"/>
          <ac:spMkLst>
            <pc:docMk/>
            <pc:sldMk cId="70367578" sldId="353"/>
            <ac:spMk id="36" creationId="{DF6896F1-A398-4700-88AB-B2278263D006}"/>
          </ac:spMkLst>
        </pc:spChg>
        <pc:spChg chg="del">
          <ac:chgData name="Philippe HUMEAU" userId="b926870f-ca2f-4521-86dd-65f1e028bdb2" providerId="ADAL" clId="{0A091B3B-C3F4-4709-A12E-6EDDC6A66362}" dt="2020-07-21T13:58:25.377" v="2526" actId="478"/>
          <ac:spMkLst>
            <pc:docMk/>
            <pc:sldMk cId="70367578" sldId="353"/>
            <ac:spMk id="37" creationId="{DB60E3F1-5ACE-434F-A927-A1AB65964F5C}"/>
          </ac:spMkLst>
        </pc:spChg>
        <pc:spChg chg="mod">
          <ac:chgData name="Philippe HUMEAU" userId="b926870f-ca2f-4521-86dd-65f1e028bdb2" providerId="ADAL" clId="{0A091B3B-C3F4-4709-A12E-6EDDC6A66362}" dt="2020-07-21T13:57:43.528" v="2513" actId="1076"/>
          <ac:spMkLst>
            <pc:docMk/>
            <pc:sldMk cId="70367578" sldId="353"/>
            <ac:spMk id="38" creationId="{7A1563C7-D0F6-49E9-AB2B-0B3D5E08FDC0}"/>
          </ac:spMkLst>
        </pc:spChg>
        <pc:spChg chg="mod">
          <ac:chgData name="Philippe HUMEAU" userId="b926870f-ca2f-4521-86dd-65f1e028bdb2" providerId="ADAL" clId="{0A091B3B-C3F4-4709-A12E-6EDDC6A66362}" dt="2020-07-21T13:57:41.840" v="2512" actId="1076"/>
          <ac:spMkLst>
            <pc:docMk/>
            <pc:sldMk cId="70367578" sldId="353"/>
            <ac:spMk id="39" creationId="{B23AA748-7F7C-41EF-AF51-AA3C6C2B76E7}"/>
          </ac:spMkLst>
        </pc:spChg>
        <pc:spChg chg="mod">
          <ac:chgData name="Philippe HUMEAU" userId="b926870f-ca2f-4521-86dd-65f1e028bdb2" providerId="ADAL" clId="{0A091B3B-C3F4-4709-A12E-6EDDC6A66362}" dt="2020-07-21T13:57:54.215" v="2518" actId="1076"/>
          <ac:spMkLst>
            <pc:docMk/>
            <pc:sldMk cId="70367578" sldId="353"/>
            <ac:spMk id="40" creationId="{5476D979-9EE7-47CA-A886-D6645497D87E}"/>
          </ac:spMkLst>
        </pc:spChg>
        <pc:spChg chg="add mod">
          <ac:chgData name="Philippe HUMEAU" userId="b926870f-ca2f-4521-86dd-65f1e028bdb2" providerId="ADAL" clId="{0A091B3B-C3F4-4709-A12E-6EDDC6A66362}" dt="2020-07-21T13:59:55.674" v="2559" actId="1076"/>
          <ac:spMkLst>
            <pc:docMk/>
            <pc:sldMk cId="70367578" sldId="353"/>
            <ac:spMk id="42" creationId="{9D45B5AC-F8C9-4889-8C93-B0FAC7357DA2}"/>
          </ac:spMkLst>
        </pc:spChg>
        <pc:spChg chg="mod">
          <ac:chgData name="Philippe HUMEAU" userId="b926870f-ca2f-4521-86dd-65f1e028bdb2" providerId="ADAL" clId="{0A091B3B-C3F4-4709-A12E-6EDDC6A66362}" dt="2020-07-21T13:57:39.338" v="2511" actId="1076"/>
          <ac:spMkLst>
            <pc:docMk/>
            <pc:sldMk cId="70367578" sldId="353"/>
            <ac:spMk id="43" creationId="{7994827E-BA41-4142-9BB4-13A4BDB92A39}"/>
          </ac:spMkLst>
        </pc:spChg>
        <pc:spChg chg="add mod">
          <ac:chgData name="Philippe HUMEAU" userId="b926870f-ca2f-4521-86dd-65f1e028bdb2" providerId="ADAL" clId="{0A091B3B-C3F4-4709-A12E-6EDDC6A66362}" dt="2020-07-21T13:59:55.674" v="2559" actId="1076"/>
          <ac:spMkLst>
            <pc:docMk/>
            <pc:sldMk cId="70367578" sldId="353"/>
            <ac:spMk id="44" creationId="{6DD0738E-FDFB-44BD-AC77-F2C6BB4474C3}"/>
          </ac:spMkLst>
        </pc:spChg>
        <pc:spChg chg="add mod">
          <ac:chgData name="Philippe HUMEAU" userId="b926870f-ca2f-4521-86dd-65f1e028bdb2" providerId="ADAL" clId="{0A091B3B-C3F4-4709-A12E-6EDDC6A66362}" dt="2020-07-21T13:59:55.674" v="2559" actId="1076"/>
          <ac:spMkLst>
            <pc:docMk/>
            <pc:sldMk cId="70367578" sldId="353"/>
            <ac:spMk id="45" creationId="{19D52160-0391-416F-89C1-0BE8BCF1B5AB}"/>
          </ac:spMkLst>
        </pc:spChg>
        <pc:spChg chg="del mod">
          <ac:chgData name="Philippe HUMEAU" userId="b926870f-ca2f-4521-86dd-65f1e028bdb2" providerId="ADAL" clId="{0A091B3B-C3F4-4709-A12E-6EDDC6A66362}" dt="2020-07-21T13:58:04.686" v="2521" actId="478"/>
          <ac:spMkLst>
            <pc:docMk/>
            <pc:sldMk cId="70367578" sldId="353"/>
            <ac:spMk id="46" creationId="{AE96761E-1543-4DC9-B0AC-19C2872B1B97}"/>
          </ac:spMkLst>
        </pc:spChg>
        <pc:spChg chg="add mod">
          <ac:chgData name="Philippe HUMEAU" userId="b926870f-ca2f-4521-86dd-65f1e028bdb2" providerId="ADAL" clId="{0A091B3B-C3F4-4709-A12E-6EDDC6A66362}" dt="2020-07-21T13:59:55.674" v="2559" actId="1076"/>
          <ac:spMkLst>
            <pc:docMk/>
            <pc:sldMk cId="70367578" sldId="353"/>
            <ac:spMk id="47" creationId="{60446C88-5832-429B-9B47-C89EAF844BE2}"/>
          </ac:spMkLst>
        </pc:spChg>
        <pc:spChg chg="add mod">
          <ac:chgData name="Philippe HUMEAU" userId="b926870f-ca2f-4521-86dd-65f1e028bdb2" providerId="ADAL" clId="{0A091B3B-C3F4-4709-A12E-6EDDC6A66362}" dt="2020-07-21T13:59:55.674" v="2559" actId="1076"/>
          <ac:spMkLst>
            <pc:docMk/>
            <pc:sldMk cId="70367578" sldId="353"/>
            <ac:spMk id="48" creationId="{773D0352-9FD8-41D6-8EC0-BA62E3AA6844}"/>
          </ac:spMkLst>
        </pc:spChg>
        <pc:cxnChg chg="mod">
          <ac:chgData name="Philippe HUMEAU" userId="b926870f-ca2f-4521-86dd-65f1e028bdb2" providerId="ADAL" clId="{0A091B3B-C3F4-4709-A12E-6EDDC6A66362}" dt="2020-07-21T13:57:54.215" v="2518" actId="1076"/>
          <ac:cxnSpMkLst>
            <pc:docMk/>
            <pc:sldMk cId="70367578" sldId="353"/>
            <ac:cxnSpMk id="3" creationId="{C048ABEB-C77D-4D8B-B2FA-87A86AF098C0}"/>
          </ac:cxnSpMkLst>
        </pc:cxnChg>
        <pc:cxnChg chg="add mod">
          <ac:chgData name="Philippe HUMEAU" userId="b926870f-ca2f-4521-86dd-65f1e028bdb2" providerId="ADAL" clId="{0A091B3B-C3F4-4709-A12E-6EDDC6A66362}" dt="2020-07-21T13:59:55.674" v="2559" actId="1076"/>
          <ac:cxnSpMkLst>
            <pc:docMk/>
            <pc:sldMk cId="70367578" sldId="353"/>
            <ac:cxnSpMk id="41" creationId="{CE619BF5-BE03-4397-A1C8-7F81515ED4E8}"/>
          </ac:cxnSpMkLst>
        </pc:cxnChg>
        <pc:cxnChg chg="add mod">
          <ac:chgData name="Philippe HUMEAU" userId="b926870f-ca2f-4521-86dd-65f1e028bdb2" providerId="ADAL" clId="{0A091B3B-C3F4-4709-A12E-6EDDC6A66362}" dt="2020-07-21T13:59:55.674" v="2559" actId="1076"/>
          <ac:cxnSpMkLst>
            <pc:docMk/>
            <pc:sldMk cId="70367578" sldId="353"/>
            <ac:cxnSpMk id="49" creationId="{DFA0E225-CC44-4CB0-8C7E-6C83A7B7C17E}"/>
          </ac:cxnSpMkLst>
        </pc:cxnChg>
        <pc:cxnChg chg="mod">
          <ac:chgData name="Philippe HUMEAU" userId="b926870f-ca2f-4521-86dd-65f1e028bdb2" providerId="ADAL" clId="{0A091B3B-C3F4-4709-A12E-6EDDC6A66362}" dt="2020-07-21T13:58:15.667" v="2524" actId="14100"/>
          <ac:cxnSpMkLst>
            <pc:docMk/>
            <pc:sldMk cId="70367578" sldId="353"/>
            <ac:cxnSpMk id="20483" creationId="{2F35E8CA-B021-44AE-AB72-8664DBA37F90}"/>
          </ac:cxnSpMkLst>
        </pc:cxnChg>
      </pc:sldChg>
      <pc:sldChg chg="addSp delSp modSp add mod">
        <pc:chgData name="Philippe HUMEAU" userId="b926870f-ca2f-4521-86dd-65f1e028bdb2" providerId="ADAL" clId="{0A091B3B-C3F4-4709-A12E-6EDDC6A66362}" dt="2020-07-21T14:13:42.961" v="3216" actId="20577"/>
        <pc:sldMkLst>
          <pc:docMk/>
          <pc:sldMk cId="3542978599" sldId="353"/>
        </pc:sldMkLst>
        <pc:spChg chg="mod">
          <ac:chgData name="Philippe HUMEAU" userId="b926870f-ca2f-4521-86dd-65f1e028bdb2" providerId="ADAL" clId="{0A091B3B-C3F4-4709-A12E-6EDDC6A66362}" dt="2020-07-21T14:00:45.950" v="2565"/>
          <ac:spMkLst>
            <pc:docMk/>
            <pc:sldMk cId="3542978599" sldId="353"/>
            <ac:spMk id="4" creationId="{63FA1E8F-0AB7-4BBB-949F-073C59ABE86B}"/>
          </ac:spMkLst>
        </pc:spChg>
        <pc:spChg chg="mod">
          <ac:chgData name="Philippe HUMEAU" userId="b926870f-ca2f-4521-86dd-65f1e028bdb2" providerId="ADAL" clId="{0A091B3B-C3F4-4709-A12E-6EDDC6A66362}" dt="2020-07-21T14:11:56.848" v="3020" actId="20577"/>
          <ac:spMkLst>
            <pc:docMk/>
            <pc:sldMk cId="3542978599" sldId="353"/>
            <ac:spMk id="22" creationId="{49E22EF0-3167-4C43-AFE3-1C720F256BE2}"/>
          </ac:spMkLst>
        </pc:spChg>
        <pc:spChg chg="add mod">
          <ac:chgData name="Philippe HUMEAU" userId="b926870f-ca2f-4521-86dd-65f1e028bdb2" providerId="ADAL" clId="{0A091B3B-C3F4-4709-A12E-6EDDC6A66362}" dt="2020-07-21T14:02:15.050" v="2579" actId="1076"/>
          <ac:spMkLst>
            <pc:docMk/>
            <pc:sldMk cId="3542978599" sldId="353"/>
            <ac:spMk id="25" creationId="{FF1A3BFC-87C1-4D53-881B-8A53207B2B41}"/>
          </ac:spMkLst>
        </pc:spChg>
        <pc:spChg chg="add mod">
          <ac:chgData name="Philippe HUMEAU" userId="b926870f-ca2f-4521-86dd-65f1e028bdb2" providerId="ADAL" clId="{0A091B3B-C3F4-4709-A12E-6EDDC6A66362}" dt="2020-07-21T14:09:28.915" v="2928" actId="1076"/>
          <ac:spMkLst>
            <pc:docMk/>
            <pc:sldMk cId="3542978599" sldId="353"/>
            <ac:spMk id="26" creationId="{AD5E3F00-8E9E-4FAB-8165-0A36E5CE2022}"/>
          </ac:spMkLst>
        </pc:spChg>
        <pc:spChg chg="add mod">
          <ac:chgData name="Philippe HUMEAU" userId="b926870f-ca2f-4521-86dd-65f1e028bdb2" providerId="ADAL" clId="{0A091B3B-C3F4-4709-A12E-6EDDC6A66362}" dt="2020-07-21T14:09:32.767" v="2929" actId="1076"/>
          <ac:spMkLst>
            <pc:docMk/>
            <pc:sldMk cId="3542978599" sldId="353"/>
            <ac:spMk id="27" creationId="{B919B0ED-6875-45B2-B5F5-AE37DFCDBAF9}"/>
          </ac:spMkLst>
        </pc:spChg>
        <pc:spChg chg="mod">
          <ac:chgData name="Philippe HUMEAU" userId="b926870f-ca2f-4521-86dd-65f1e028bdb2" providerId="ADAL" clId="{0A091B3B-C3F4-4709-A12E-6EDDC6A66362}" dt="2020-07-21T14:13:42.961" v="3216" actId="20577"/>
          <ac:spMkLst>
            <pc:docMk/>
            <pc:sldMk cId="3542978599" sldId="353"/>
            <ac:spMk id="28" creationId="{34475B5B-B400-4578-95A8-E62BEACB344F}"/>
          </ac:spMkLst>
        </pc:spChg>
        <pc:spChg chg="del">
          <ac:chgData name="Philippe HUMEAU" userId="b926870f-ca2f-4521-86dd-65f1e028bdb2" providerId="ADAL" clId="{0A091B3B-C3F4-4709-A12E-6EDDC6A66362}" dt="2020-07-21T14:03:00.986" v="2612" actId="478"/>
          <ac:spMkLst>
            <pc:docMk/>
            <pc:sldMk cId="3542978599" sldId="353"/>
            <ac:spMk id="30" creationId="{8ED828E6-E63E-441D-8B86-549525DE76AF}"/>
          </ac:spMkLst>
        </pc:spChg>
        <pc:spChg chg="mod">
          <ac:chgData name="Philippe HUMEAU" userId="b926870f-ca2f-4521-86dd-65f1e028bdb2" providerId="ADAL" clId="{0A091B3B-C3F4-4709-A12E-6EDDC6A66362}" dt="2020-07-21T14:13:30.644" v="3190" actId="20577"/>
          <ac:spMkLst>
            <pc:docMk/>
            <pc:sldMk cId="3542978599" sldId="353"/>
            <ac:spMk id="31" creationId="{19CF0CAA-C315-4C15-BDBF-B70BC1B02CE2}"/>
          </ac:spMkLst>
        </pc:spChg>
        <pc:spChg chg="del mod">
          <ac:chgData name="Philippe HUMEAU" userId="b926870f-ca2f-4521-86dd-65f1e028bdb2" providerId="ADAL" clId="{0A091B3B-C3F4-4709-A12E-6EDDC6A66362}" dt="2020-07-21T14:09:22.641" v="2926" actId="478"/>
          <ac:spMkLst>
            <pc:docMk/>
            <pc:sldMk cId="3542978599" sldId="353"/>
            <ac:spMk id="38" creationId="{7A1563C7-D0F6-49E9-AB2B-0B3D5E08FDC0}"/>
          </ac:spMkLst>
        </pc:spChg>
        <pc:spChg chg="del">
          <ac:chgData name="Philippe HUMEAU" userId="b926870f-ca2f-4521-86dd-65f1e028bdb2" providerId="ADAL" clId="{0A091B3B-C3F4-4709-A12E-6EDDC6A66362}" dt="2020-07-21T14:02:58.132" v="2611" actId="478"/>
          <ac:spMkLst>
            <pc:docMk/>
            <pc:sldMk cId="3542978599" sldId="353"/>
            <ac:spMk id="39" creationId="{B23AA748-7F7C-41EF-AF51-AA3C6C2B76E7}"/>
          </ac:spMkLst>
        </pc:spChg>
        <pc:spChg chg="del">
          <ac:chgData name="Philippe HUMEAU" userId="b926870f-ca2f-4521-86dd-65f1e028bdb2" providerId="ADAL" clId="{0A091B3B-C3F4-4709-A12E-6EDDC6A66362}" dt="2020-07-21T14:02:23.669" v="2580" actId="478"/>
          <ac:spMkLst>
            <pc:docMk/>
            <pc:sldMk cId="3542978599" sldId="353"/>
            <ac:spMk id="40" creationId="{5476D979-9EE7-47CA-A886-D6645497D87E}"/>
          </ac:spMkLst>
        </pc:spChg>
        <pc:spChg chg="del">
          <ac:chgData name="Philippe HUMEAU" userId="b926870f-ca2f-4521-86dd-65f1e028bdb2" providerId="ADAL" clId="{0A091B3B-C3F4-4709-A12E-6EDDC6A66362}" dt="2020-07-21T14:03:03.713" v="2613" actId="478"/>
          <ac:spMkLst>
            <pc:docMk/>
            <pc:sldMk cId="3542978599" sldId="353"/>
            <ac:spMk id="43" creationId="{7994827E-BA41-4142-9BB4-13A4BDB92A39}"/>
          </ac:spMkLst>
        </pc:spChg>
        <pc:spChg chg="del">
          <ac:chgData name="Philippe HUMEAU" userId="b926870f-ca2f-4521-86dd-65f1e028bdb2" providerId="ADAL" clId="{0A091B3B-C3F4-4709-A12E-6EDDC6A66362}" dt="2020-07-21T14:02:29.079" v="2582" actId="478"/>
          <ac:spMkLst>
            <pc:docMk/>
            <pc:sldMk cId="3542978599" sldId="353"/>
            <ac:spMk id="46" creationId="{AE96761E-1543-4DC9-B0AC-19C2872B1B97}"/>
          </ac:spMkLst>
        </pc:spChg>
        <pc:spChg chg="mod">
          <ac:chgData name="Philippe HUMEAU" userId="b926870f-ca2f-4521-86dd-65f1e028bdb2" providerId="ADAL" clId="{0A091B3B-C3F4-4709-A12E-6EDDC6A66362}" dt="2020-07-21T14:01:17.595" v="2569" actId="108"/>
          <ac:spMkLst>
            <pc:docMk/>
            <pc:sldMk cId="3542978599" sldId="353"/>
            <ac:spMk id="47" creationId="{5CE18F83-DCEA-4BA3-9DA4-6324FA3B4F34}"/>
          </ac:spMkLst>
        </pc:spChg>
        <pc:spChg chg="mod">
          <ac:chgData name="Philippe HUMEAU" userId="b926870f-ca2f-4521-86dd-65f1e028bdb2" providerId="ADAL" clId="{0A091B3B-C3F4-4709-A12E-6EDDC6A66362}" dt="2020-07-21T14:11:05.705" v="2968"/>
          <ac:spMkLst>
            <pc:docMk/>
            <pc:sldMk cId="3542978599" sldId="353"/>
            <ac:spMk id="50" creationId="{0572115B-1396-4E80-B3CA-37626FFA9DD4}"/>
          </ac:spMkLst>
        </pc:spChg>
        <pc:spChg chg="mod">
          <ac:chgData name="Philippe HUMEAU" userId="b926870f-ca2f-4521-86dd-65f1e028bdb2" providerId="ADAL" clId="{0A091B3B-C3F4-4709-A12E-6EDDC6A66362}" dt="2020-07-21T14:01:16.655" v="2568" actId="108"/>
          <ac:spMkLst>
            <pc:docMk/>
            <pc:sldMk cId="3542978599" sldId="353"/>
            <ac:spMk id="52" creationId="{9C7A0682-1D61-4462-99C6-7CE2C9633913}"/>
          </ac:spMkLst>
        </pc:spChg>
        <pc:spChg chg="mod">
          <ac:chgData name="Philippe HUMEAU" userId="b926870f-ca2f-4521-86dd-65f1e028bdb2" providerId="ADAL" clId="{0A091B3B-C3F4-4709-A12E-6EDDC6A66362}" dt="2020-07-21T14:01:16.234" v="2567" actId="108"/>
          <ac:spMkLst>
            <pc:docMk/>
            <pc:sldMk cId="3542978599" sldId="353"/>
            <ac:spMk id="53" creationId="{44C4C51E-B221-453E-B780-548F7BC8E738}"/>
          </ac:spMkLst>
        </pc:spChg>
        <pc:spChg chg="del">
          <ac:chgData name="Philippe HUMEAU" userId="b926870f-ca2f-4521-86dd-65f1e028bdb2" providerId="ADAL" clId="{0A091B3B-C3F4-4709-A12E-6EDDC6A66362}" dt="2020-07-21T14:01:38.551" v="2570" actId="478"/>
          <ac:spMkLst>
            <pc:docMk/>
            <pc:sldMk cId="3542978599" sldId="353"/>
            <ac:spMk id="20494" creationId="{E026AF29-2D85-4AAA-8CE0-8F7CE2676267}"/>
          </ac:spMkLst>
        </pc:spChg>
        <pc:cxnChg chg="del mod">
          <ac:chgData name="Philippe HUMEAU" userId="b926870f-ca2f-4521-86dd-65f1e028bdb2" providerId="ADAL" clId="{0A091B3B-C3F4-4709-A12E-6EDDC6A66362}" dt="2020-07-21T14:02:26.301" v="2581" actId="478"/>
          <ac:cxnSpMkLst>
            <pc:docMk/>
            <pc:sldMk cId="3542978599" sldId="353"/>
            <ac:cxnSpMk id="3" creationId="{C048ABEB-C77D-4D8B-B2FA-87A86AF098C0}"/>
          </ac:cxnSpMkLst>
        </pc:cxnChg>
      </pc:sldChg>
      <pc:sldChg chg="modSp add mod">
        <pc:chgData name="Philippe HUMEAU" userId="b926870f-ca2f-4521-86dd-65f1e028bdb2" providerId="ADAL" clId="{0A091B3B-C3F4-4709-A12E-6EDDC6A66362}" dt="2020-07-21T14:28:25.062" v="4042" actId="20577"/>
        <pc:sldMkLst>
          <pc:docMk/>
          <pc:sldMk cId="191687169" sldId="354"/>
        </pc:sldMkLst>
        <pc:spChg chg="mod">
          <ac:chgData name="Philippe HUMEAU" userId="b926870f-ca2f-4521-86dd-65f1e028bdb2" providerId="ADAL" clId="{0A091B3B-C3F4-4709-A12E-6EDDC6A66362}" dt="2020-07-21T14:21:40.582" v="3530" actId="20577"/>
          <ac:spMkLst>
            <pc:docMk/>
            <pc:sldMk cId="191687169" sldId="354"/>
            <ac:spMk id="22" creationId="{49E22EF0-3167-4C43-AFE3-1C720F256BE2}"/>
          </ac:spMkLst>
        </pc:spChg>
        <pc:spChg chg="mod">
          <ac:chgData name="Philippe HUMEAU" userId="b926870f-ca2f-4521-86dd-65f1e028bdb2" providerId="ADAL" clId="{0A091B3B-C3F4-4709-A12E-6EDDC6A66362}" dt="2020-07-21T14:10:25.032" v="2948" actId="20577"/>
          <ac:spMkLst>
            <pc:docMk/>
            <pc:sldMk cId="191687169" sldId="354"/>
            <ac:spMk id="25" creationId="{FF1A3BFC-87C1-4D53-881B-8A53207B2B41}"/>
          </ac:spMkLst>
        </pc:spChg>
        <pc:spChg chg="mod">
          <ac:chgData name="Philippe HUMEAU" userId="b926870f-ca2f-4521-86dd-65f1e028bdb2" providerId="ADAL" clId="{0A091B3B-C3F4-4709-A12E-6EDDC6A66362}" dt="2020-07-21T14:15:31.438" v="3346" actId="20577"/>
          <ac:spMkLst>
            <pc:docMk/>
            <pc:sldMk cId="191687169" sldId="354"/>
            <ac:spMk id="26" creationId="{AD5E3F00-8E9E-4FAB-8165-0A36E5CE2022}"/>
          </ac:spMkLst>
        </pc:spChg>
        <pc:spChg chg="mod">
          <ac:chgData name="Philippe HUMEAU" userId="b926870f-ca2f-4521-86dd-65f1e028bdb2" providerId="ADAL" clId="{0A091B3B-C3F4-4709-A12E-6EDDC6A66362}" dt="2020-07-21T14:21:04.214" v="3509" actId="20577"/>
          <ac:spMkLst>
            <pc:docMk/>
            <pc:sldMk cId="191687169" sldId="354"/>
            <ac:spMk id="27" creationId="{B919B0ED-6875-45B2-B5F5-AE37DFCDBAF9}"/>
          </ac:spMkLst>
        </pc:spChg>
        <pc:spChg chg="mod">
          <ac:chgData name="Philippe HUMEAU" userId="b926870f-ca2f-4521-86dd-65f1e028bdb2" providerId="ADAL" clId="{0A091B3B-C3F4-4709-A12E-6EDDC6A66362}" dt="2020-07-21T14:28:25.062" v="4042" actId="20577"/>
          <ac:spMkLst>
            <pc:docMk/>
            <pc:sldMk cId="191687169" sldId="354"/>
            <ac:spMk id="28" creationId="{34475B5B-B400-4578-95A8-E62BEACB344F}"/>
          </ac:spMkLst>
        </pc:spChg>
        <pc:spChg chg="mod">
          <ac:chgData name="Philippe HUMEAU" userId="b926870f-ca2f-4521-86dd-65f1e028bdb2" providerId="ADAL" clId="{0A091B3B-C3F4-4709-A12E-6EDDC6A66362}" dt="2020-07-21T14:14:18.392" v="3265" actId="20577"/>
          <ac:spMkLst>
            <pc:docMk/>
            <pc:sldMk cId="191687169" sldId="354"/>
            <ac:spMk id="31" creationId="{19CF0CAA-C315-4C15-BDBF-B70BC1B02CE2}"/>
          </ac:spMkLst>
        </pc:spChg>
        <pc:spChg chg="mod">
          <ac:chgData name="Philippe HUMEAU" userId="b926870f-ca2f-4521-86dd-65f1e028bdb2" providerId="ADAL" clId="{0A091B3B-C3F4-4709-A12E-6EDDC6A66362}" dt="2020-07-21T14:10:52.602" v="2965" actId="108"/>
          <ac:spMkLst>
            <pc:docMk/>
            <pc:sldMk cId="191687169" sldId="354"/>
            <ac:spMk id="49" creationId="{907BAF8A-00AA-4CCD-9A24-B480CF7BDC47}"/>
          </ac:spMkLst>
        </pc:spChg>
        <pc:spChg chg="mod">
          <ac:chgData name="Philippe HUMEAU" userId="b926870f-ca2f-4521-86dd-65f1e028bdb2" providerId="ADAL" clId="{0A091B3B-C3F4-4709-A12E-6EDDC6A66362}" dt="2020-07-21T14:10:47.332" v="2964" actId="108"/>
          <ac:spMkLst>
            <pc:docMk/>
            <pc:sldMk cId="191687169" sldId="354"/>
            <ac:spMk id="50" creationId="{0572115B-1396-4E80-B3CA-37626FFA9DD4}"/>
          </ac:spMkLst>
        </pc:spChg>
        <pc:picChg chg="mod">
          <ac:chgData name="Philippe HUMEAU" userId="b926870f-ca2f-4521-86dd-65f1e028bdb2" providerId="ADAL" clId="{0A091B3B-C3F4-4709-A12E-6EDDC6A66362}" dt="2020-07-21T14:13:59.655" v="3219" actId="1076"/>
          <ac:picMkLst>
            <pc:docMk/>
            <pc:sldMk cId="191687169" sldId="354"/>
            <ac:picMk id="29" creationId="{3CB5C82F-C8E8-4EA6-91DC-FC2B7EDD1128}"/>
          </ac:picMkLst>
        </pc:picChg>
      </pc:sldChg>
      <pc:sldChg chg="addSp delSp modSp add mod">
        <pc:chgData name="Philippe HUMEAU" userId="b926870f-ca2f-4521-86dd-65f1e028bdb2" providerId="ADAL" clId="{0A091B3B-C3F4-4709-A12E-6EDDC6A66362}" dt="2020-07-21T14:30:45.775" v="4138" actId="1076"/>
        <pc:sldMkLst>
          <pc:docMk/>
          <pc:sldMk cId="473187973" sldId="355"/>
        </pc:sldMkLst>
        <pc:spChg chg="add mod ord">
          <ac:chgData name="Philippe HUMEAU" userId="b926870f-ca2f-4521-86dd-65f1e028bdb2" providerId="ADAL" clId="{0A091B3B-C3F4-4709-A12E-6EDDC6A66362}" dt="2020-07-21T14:27:34.586" v="3980" actId="1076"/>
          <ac:spMkLst>
            <pc:docMk/>
            <pc:sldMk cId="473187973" sldId="355"/>
            <ac:spMk id="20" creationId="{08830100-6BFF-46A3-A006-B738731D13CB}"/>
          </ac:spMkLst>
        </pc:spChg>
        <pc:spChg chg="mod">
          <ac:chgData name="Philippe HUMEAU" userId="b926870f-ca2f-4521-86dd-65f1e028bdb2" providerId="ADAL" clId="{0A091B3B-C3F4-4709-A12E-6EDDC6A66362}" dt="2020-07-21T14:30:39.220" v="4137" actId="20577"/>
          <ac:spMkLst>
            <pc:docMk/>
            <pc:sldMk cId="473187973" sldId="355"/>
            <ac:spMk id="22" creationId="{49E22EF0-3167-4C43-AFE3-1C720F256BE2}"/>
          </ac:spMkLst>
        </pc:spChg>
        <pc:spChg chg="mod">
          <ac:chgData name="Philippe HUMEAU" userId="b926870f-ca2f-4521-86dd-65f1e028bdb2" providerId="ADAL" clId="{0A091B3B-C3F4-4709-A12E-6EDDC6A66362}" dt="2020-07-21T14:23:14.911" v="3616" actId="6549"/>
          <ac:spMkLst>
            <pc:docMk/>
            <pc:sldMk cId="473187973" sldId="355"/>
            <ac:spMk id="25" creationId="{FF1A3BFC-87C1-4D53-881B-8A53207B2B41}"/>
          </ac:spMkLst>
        </pc:spChg>
        <pc:spChg chg="mod ord">
          <ac:chgData name="Philippe HUMEAU" userId="b926870f-ca2f-4521-86dd-65f1e028bdb2" providerId="ADAL" clId="{0A091B3B-C3F4-4709-A12E-6EDDC6A66362}" dt="2020-07-21T14:27:24.223" v="3978"/>
          <ac:spMkLst>
            <pc:docMk/>
            <pc:sldMk cId="473187973" sldId="355"/>
            <ac:spMk id="26" creationId="{AD5E3F00-8E9E-4FAB-8165-0A36E5CE2022}"/>
          </ac:spMkLst>
        </pc:spChg>
        <pc:spChg chg="mod ord">
          <ac:chgData name="Philippe HUMEAU" userId="b926870f-ca2f-4521-86dd-65f1e028bdb2" providerId="ADAL" clId="{0A091B3B-C3F4-4709-A12E-6EDDC6A66362}" dt="2020-07-21T14:27:39.051" v="3981" actId="1076"/>
          <ac:spMkLst>
            <pc:docMk/>
            <pc:sldMk cId="473187973" sldId="355"/>
            <ac:spMk id="27" creationId="{B919B0ED-6875-45B2-B5F5-AE37DFCDBAF9}"/>
          </ac:spMkLst>
        </pc:spChg>
        <pc:spChg chg="mod">
          <ac:chgData name="Philippe HUMEAU" userId="b926870f-ca2f-4521-86dd-65f1e028bdb2" providerId="ADAL" clId="{0A091B3B-C3F4-4709-A12E-6EDDC6A66362}" dt="2020-07-21T14:30:45.775" v="4138" actId="1076"/>
          <ac:spMkLst>
            <pc:docMk/>
            <pc:sldMk cId="473187973" sldId="355"/>
            <ac:spMk id="28" creationId="{34475B5B-B400-4578-95A8-E62BEACB344F}"/>
          </ac:spMkLst>
        </pc:spChg>
        <pc:spChg chg="mod">
          <ac:chgData name="Philippe HUMEAU" userId="b926870f-ca2f-4521-86dd-65f1e028bdb2" providerId="ADAL" clId="{0A091B3B-C3F4-4709-A12E-6EDDC6A66362}" dt="2020-07-21T14:27:57.384" v="4040" actId="20577"/>
          <ac:spMkLst>
            <pc:docMk/>
            <pc:sldMk cId="473187973" sldId="355"/>
            <ac:spMk id="31" creationId="{19CF0CAA-C315-4C15-BDBF-B70BC1B02CE2}"/>
          </ac:spMkLst>
        </pc:spChg>
        <pc:spChg chg="mod">
          <ac:chgData name="Philippe HUMEAU" userId="b926870f-ca2f-4521-86dd-65f1e028bdb2" providerId="ADAL" clId="{0A091B3B-C3F4-4709-A12E-6EDDC6A66362}" dt="2020-07-21T14:21:21.272" v="3512" actId="108"/>
          <ac:spMkLst>
            <pc:docMk/>
            <pc:sldMk cId="473187973" sldId="355"/>
            <ac:spMk id="50" creationId="{0572115B-1396-4E80-B3CA-37626FFA9DD4}"/>
          </ac:spMkLst>
        </pc:spChg>
        <pc:spChg chg="mod">
          <ac:chgData name="Philippe HUMEAU" userId="b926870f-ca2f-4521-86dd-65f1e028bdb2" providerId="ADAL" clId="{0A091B3B-C3F4-4709-A12E-6EDDC6A66362}" dt="2020-07-21T14:21:15.923" v="3511" actId="108"/>
          <ac:spMkLst>
            <pc:docMk/>
            <pc:sldMk cId="473187973" sldId="355"/>
            <ac:spMk id="53" creationId="{44C4C51E-B221-453E-B780-548F7BC8E738}"/>
          </ac:spMkLst>
        </pc:spChg>
        <pc:cxnChg chg="add mod">
          <ac:chgData name="Philippe HUMEAU" userId="b926870f-ca2f-4521-86dd-65f1e028bdb2" providerId="ADAL" clId="{0A091B3B-C3F4-4709-A12E-6EDDC6A66362}" dt="2020-07-21T14:27:10.979" v="3973" actId="108"/>
          <ac:cxnSpMkLst>
            <pc:docMk/>
            <pc:sldMk cId="473187973" sldId="355"/>
            <ac:cxnSpMk id="3" creationId="{3948795B-3172-433D-91C1-AF553469CDBA}"/>
          </ac:cxnSpMkLst>
        </pc:cxnChg>
        <pc:cxnChg chg="add mod">
          <ac:chgData name="Philippe HUMEAU" userId="b926870f-ca2f-4521-86dd-65f1e028bdb2" providerId="ADAL" clId="{0A091B3B-C3F4-4709-A12E-6EDDC6A66362}" dt="2020-07-21T14:27:12.111" v="3974" actId="108"/>
          <ac:cxnSpMkLst>
            <pc:docMk/>
            <pc:sldMk cId="473187973" sldId="355"/>
            <ac:cxnSpMk id="30" creationId="{94B4E888-AB6C-433F-9A5D-BEB33FD4A966}"/>
          </ac:cxnSpMkLst>
        </pc:cxnChg>
        <pc:cxnChg chg="del mod">
          <ac:chgData name="Philippe HUMEAU" userId="b926870f-ca2f-4521-86dd-65f1e028bdb2" providerId="ADAL" clId="{0A091B3B-C3F4-4709-A12E-6EDDC6A66362}" dt="2020-07-21T14:27:15.396" v="3975" actId="478"/>
          <ac:cxnSpMkLst>
            <pc:docMk/>
            <pc:sldMk cId="473187973" sldId="355"/>
            <ac:cxnSpMk id="20483" creationId="{2F35E8CA-B021-44AE-AB72-8664DBA37F90}"/>
          </ac:cxnSpMkLst>
        </pc:cxnChg>
      </pc:sldChg>
      <pc:sldChg chg="addSp delSp modSp add mod">
        <pc:chgData name="Philippe HUMEAU" userId="b926870f-ca2f-4521-86dd-65f1e028bdb2" providerId="ADAL" clId="{0A091B3B-C3F4-4709-A12E-6EDDC6A66362}" dt="2020-07-21T14:33:30.882" v="4351" actId="20577"/>
        <pc:sldMkLst>
          <pc:docMk/>
          <pc:sldMk cId="3914222718" sldId="356"/>
        </pc:sldMkLst>
        <pc:spChg chg="del">
          <ac:chgData name="Philippe HUMEAU" userId="b926870f-ca2f-4521-86dd-65f1e028bdb2" providerId="ADAL" clId="{0A091B3B-C3F4-4709-A12E-6EDDC6A66362}" dt="2020-07-21T14:31:17.578" v="4141" actId="478"/>
          <ac:spMkLst>
            <pc:docMk/>
            <pc:sldMk cId="3914222718" sldId="356"/>
            <ac:spMk id="20" creationId="{08830100-6BFF-46A3-A006-B738731D13CB}"/>
          </ac:spMkLst>
        </pc:spChg>
        <pc:spChg chg="mod">
          <ac:chgData name="Philippe HUMEAU" userId="b926870f-ca2f-4521-86dd-65f1e028bdb2" providerId="ADAL" clId="{0A091B3B-C3F4-4709-A12E-6EDDC6A66362}" dt="2020-07-21T14:32:25.429" v="4241" actId="20577"/>
          <ac:spMkLst>
            <pc:docMk/>
            <pc:sldMk cId="3914222718" sldId="356"/>
            <ac:spMk id="22" creationId="{49E22EF0-3167-4C43-AFE3-1C720F256BE2}"/>
          </ac:spMkLst>
        </pc:spChg>
        <pc:spChg chg="add mod">
          <ac:chgData name="Philippe HUMEAU" userId="b926870f-ca2f-4521-86dd-65f1e028bdb2" providerId="ADAL" clId="{0A091B3B-C3F4-4709-A12E-6EDDC6A66362}" dt="2020-07-21T14:31:51.125" v="4180" actId="20577"/>
          <ac:spMkLst>
            <pc:docMk/>
            <pc:sldMk cId="3914222718" sldId="356"/>
            <ac:spMk id="24" creationId="{25551209-3ABC-4FFA-AC67-035918D19696}"/>
          </ac:spMkLst>
        </pc:spChg>
        <pc:spChg chg="mod">
          <ac:chgData name="Philippe HUMEAU" userId="b926870f-ca2f-4521-86dd-65f1e028bdb2" providerId="ADAL" clId="{0A091B3B-C3F4-4709-A12E-6EDDC6A66362}" dt="2020-07-21T14:29:46.715" v="4071" actId="20577"/>
          <ac:spMkLst>
            <pc:docMk/>
            <pc:sldMk cId="3914222718" sldId="356"/>
            <ac:spMk id="25" creationId="{FF1A3BFC-87C1-4D53-881B-8A53207B2B41}"/>
          </ac:spMkLst>
        </pc:spChg>
        <pc:spChg chg="del">
          <ac:chgData name="Philippe HUMEAU" userId="b926870f-ca2f-4521-86dd-65f1e028bdb2" providerId="ADAL" clId="{0A091B3B-C3F4-4709-A12E-6EDDC6A66362}" dt="2020-07-21T14:31:17.578" v="4141" actId="478"/>
          <ac:spMkLst>
            <pc:docMk/>
            <pc:sldMk cId="3914222718" sldId="356"/>
            <ac:spMk id="26" creationId="{AD5E3F00-8E9E-4FAB-8165-0A36E5CE2022}"/>
          </ac:spMkLst>
        </pc:spChg>
        <pc:spChg chg="del">
          <ac:chgData name="Philippe HUMEAU" userId="b926870f-ca2f-4521-86dd-65f1e028bdb2" providerId="ADAL" clId="{0A091B3B-C3F4-4709-A12E-6EDDC6A66362}" dt="2020-07-21T14:31:17.578" v="4141" actId="478"/>
          <ac:spMkLst>
            <pc:docMk/>
            <pc:sldMk cId="3914222718" sldId="356"/>
            <ac:spMk id="27" creationId="{B919B0ED-6875-45B2-B5F5-AE37DFCDBAF9}"/>
          </ac:spMkLst>
        </pc:spChg>
        <pc:spChg chg="mod">
          <ac:chgData name="Philippe HUMEAU" userId="b926870f-ca2f-4521-86dd-65f1e028bdb2" providerId="ADAL" clId="{0A091B3B-C3F4-4709-A12E-6EDDC6A66362}" dt="2020-07-21T14:31:13.317" v="4140" actId="1076"/>
          <ac:spMkLst>
            <pc:docMk/>
            <pc:sldMk cId="3914222718" sldId="356"/>
            <ac:spMk id="28" creationId="{34475B5B-B400-4578-95A8-E62BEACB344F}"/>
          </ac:spMkLst>
        </pc:spChg>
        <pc:spChg chg="mod">
          <ac:chgData name="Philippe HUMEAU" userId="b926870f-ca2f-4521-86dd-65f1e028bdb2" providerId="ADAL" clId="{0A091B3B-C3F4-4709-A12E-6EDDC6A66362}" dt="2020-07-21T14:33:30.882" v="4351" actId="20577"/>
          <ac:spMkLst>
            <pc:docMk/>
            <pc:sldMk cId="3914222718" sldId="356"/>
            <ac:spMk id="31" creationId="{19CF0CAA-C315-4C15-BDBF-B70BC1B02CE2}"/>
          </ac:spMkLst>
        </pc:spChg>
        <pc:spChg chg="add mod">
          <ac:chgData name="Philippe HUMEAU" userId="b926870f-ca2f-4521-86dd-65f1e028bdb2" providerId="ADAL" clId="{0A091B3B-C3F4-4709-A12E-6EDDC6A66362}" dt="2020-07-21T14:33:00.939" v="4318" actId="20577"/>
          <ac:spMkLst>
            <pc:docMk/>
            <pc:sldMk cId="3914222718" sldId="356"/>
            <ac:spMk id="32" creationId="{BBF21DD3-5A9C-4D95-9FFA-F31894F9DCE3}"/>
          </ac:spMkLst>
        </pc:spChg>
        <pc:spChg chg="mod">
          <ac:chgData name="Philippe HUMEAU" userId="b926870f-ca2f-4521-86dd-65f1e028bdb2" providerId="ADAL" clId="{0A091B3B-C3F4-4709-A12E-6EDDC6A66362}" dt="2020-07-21T14:29:31.105" v="4065" actId="108"/>
          <ac:spMkLst>
            <pc:docMk/>
            <pc:sldMk cId="3914222718" sldId="356"/>
            <ac:spMk id="52" creationId="{9C7A0682-1D61-4462-99C6-7CE2C9633913}"/>
          </ac:spMkLst>
        </pc:spChg>
        <pc:spChg chg="mod">
          <ac:chgData name="Philippe HUMEAU" userId="b926870f-ca2f-4521-86dd-65f1e028bdb2" providerId="ADAL" clId="{0A091B3B-C3F4-4709-A12E-6EDDC6A66362}" dt="2020-07-21T14:29:34.365" v="4066" actId="108"/>
          <ac:spMkLst>
            <pc:docMk/>
            <pc:sldMk cId="3914222718" sldId="356"/>
            <ac:spMk id="53" creationId="{44C4C51E-B221-453E-B780-548F7BC8E738}"/>
          </ac:spMkLst>
        </pc:spChg>
        <pc:cxnChg chg="del">
          <ac:chgData name="Philippe HUMEAU" userId="b926870f-ca2f-4521-86dd-65f1e028bdb2" providerId="ADAL" clId="{0A091B3B-C3F4-4709-A12E-6EDDC6A66362}" dt="2020-07-21T14:31:17.578" v="4141" actId="478"/>
          <ac:cxnSpMkLst>
            <pc:docMk/>
            <pc:sldMk cId="3914222718" sldId="356"/>
            <ac:cxnSpMk id="3" creationId="{3948795B-3172-433D-91C1-AF553469CDBA}"/>
          </ac:cxnSpMkLst>
        </pc:cxnChg>
        <pc:cxnChg chg="add mod">
          <ac:chgData name="Philippe HUMEAU" userId="b926870f-ca2f-4521-86dd-65f1e028bdb2" providerId="ADAL" clId="{0A091B3B-C3F4-4709-A12E-6EDDC6A66362}" dt="2020-07-21T14:31:24.351" v="4144" actId="14100"/>
          <ac:cxnSpMkLst>
            <pc:docMk/>
            <pc:sldMk cId="3914222718" sldId="356"/>
            <ac:cxnSpMk id="23" creationId="{470FB1C5-2087-4E52-8A55-B32B629792FB}"/>
          </ac:cxnSpMkLst>
        </pc:cxnChg>
        <pc:cxnChg chg="del">
          <ac:chgData name="Philippe HUMEAU" userId="b926870f-ca2f-4521-86dd-65f1e028bdb2" providerId="ADAL" clId="{0A091B3B-C3F4-4709-A12E-6EDDC6A66362}" dt="2020-07-21T14:31:17.578" v="4141" actId="478"/>
          <ac:cxnSpMkLst>
            <pc:docMk/>
            <pc:sldMk cId="3914222718" sldId="356"/>
            <ac:cxnSpMk id="30" creationId="{94B4E888-AB6C-433F-9A5D-BEB33FD4A966}"/>
          </ac:cxnSpMkLst>
        </pc:cxnChg>
      </pc:sldChg>
      <pc:sldChg chg="modSp add mod">
        <pc:chgData name="Philippe HUMEAU" userId="b926870f-ca2f-4521-86dd-65f1e028bdb2" providerId="ADAL" clId="{0A091B3B-C3F4-4709-A12E-6EDDC6A66362}" dt="2020-07-21T14:34:17.236" v="4370" actId="20577"/>
        <pc:sldMkLst>
          <pc:docMk/>
          <pc:sldMk cId="2404050806" sldId="357"/>
        </pc:sldMkLst>
        <pc:spChg chg="mod">
          <ac:chgData name="Philippe HUMEAU" userId="b926870f-ca2f-4521-86dd-65f1e028bdb2" providerId="ADAL" clId="{0A091B3B-C3F4-4709-A12E-6EDDC6A66362}" dt="2020-07-21T14:34:17.236" v="4370" actId="20577"/>
          <ac:spMkLst>
            <pc:docMk/>
            <pc:sldMk cId="2404050806" sldId="357"/>
            <ac:spMk id="9" creationId="{6F9694EC-8E77-4168-BE6D-6F2BA93E0A2C}"/>
          </ac:spMkLst>
        </pc:spChg>
      </pc:sldChg>
      <pc:sldChg chg="addSp delSp modSp add mod">
        <pc:chgData name="Philippe HUMEAU" userId="b926870f-ca2f-4521-86dd-65f1e028bdb2" providerId="ADAL" clId="{0A091B3B-C3F4-4709-A12E-6EDDC6A66362}" dt="2020-07-21T14:40:07.918" v="4492" actId="14100"/>
        <pc:sldMkLst>
          <pc:docMk/>
          <pc:sldMk cId="3525537940" sldId="358"/>
        </pc:sldMkLst>
        <pc:spChg chg="del">
          <ac:chgData name="Philippe HUMEAU" userId="b926870f-ca2f-4521-86dd-65f1e028bdb2" providerId="ADAL" clId="{0A091B3B-C3F4-4709-A12E-6EDDC6A66362}" dt="2020-07-21T14:34:22.970" v="4371" actId="478"/>
          <ac:spMkLst>
            <pc:docMk/>
            <pc:sldMk cId="3525537940" sldId="358"/>
            <ac:spMk id="28" creationId="{8E06B284-3ADE-4CA1-B4A4-E6CEBC59B750}"/>
          </ac:spMkLst>
        </pc:spChg>
        <pc:spChg chg="del">
          <ac:chgData name="Philippe HUMEAU" userId="b926870f-ca2f-4521-86dd-65f1e028bdb2" providerId="ADAL" clId="{0A091B3B-C3F4-4709-A12E-6EDDC6A66362}" dt="2020-07-21T14:34:22.970" v="4371" actId="478"/>
          <ac:spMkLst>
            <pc:docMk/>
            <pc:sldMk cId="3525537940" sldId="358"/>
            <ac:spMk id="29" creationId="{0E8DC497-ECBA-4753-AD8B-A68EB1384E54}"/>
          </ac:spMkLst>
        </pc:spChg>
        <pc:spChg chg="del">
          <ac:chgData name="Philippe HUMEAU" userId="b926870f-ca2f-4521-86dd-65f1e028bdb2" providerId="ADAL" clId="{0A091B3B-C3F4-4709-A12E-6EDDC6A66362}" dt="2020-07-21T14:34:22.970" v="4371" actId="478"/>
          <ac:spMkLst>
            <pc:docMk/>
            <pc:sldMk cId="3525537940" sldId="358"/>
            <ac:spMk id="30" creationId="{95A28FCC-294B-4DDA-8396-426E2E9B882E}"/>
          </ac:spMkLst>
        </pc:spChg>
        <pc:spChg chg="del">
          <ac:chgData name="Philippe HUMEAU" userId="b926870f-ca2f-4521-86dd-65f1e028bdb2" providerId="ADAL" clId="{0A091B3B-C3F4-4709-A12E-6EDDC6A66362}" dt="2020-07-21T14:34:22.970" v="4371" actId="478"/>
          <ac:spMkLst>
            <pc:docMk/>
            <pc:sldMk cId="3525537940" sldId="358"/>
            <ac:spMk id="31" creationId="{D9340D6C-1C73-4EB0-AC42-6095E7B0BEC4}"/>
          </ac:spMkLst>
        </pc:spChg>
        <pc:spChg chg="del">
          <ac:chgData name="Philippe HUMEAU" userId="b926870f-ca2f-4521-86dd-65f1e028bdb2" providerId="ADAL" clId="{0A091B3B-C3F4-4709-A12E-6EDDC6A66362}" dt="2020-07-21T14:34:22.970" v="4371" actId="478"/>
          <ac:spMkLst>
            <pc:docMk/>
            <pc:sldMk cId="3525537940" sldId="358"/>
            <ac:spMk id="32" creationId="{FED2D720-0BD9-484B-BD77-D75BCA3FD54B}"/>
          </ac:spMkLst>
        </pc:spChg>
        <pc:spChg chg="del">
          <ac:chgData name="Philippe HUMEAU" userId="b926870f-ca2f-4521-86dd-65f1e028bdb2" providerId="ADAL" clId="{0A091B3B-C3F4-4709-A12E-6EDDC6A66362}" dt="2020-07-21T14:34:22.970" v="4371" actId="478"/>
          <ac:spMkLst>
            <pc:docMk/>
            <pc:sldMk cId="3525537940" sldId="358"/>
            <ac:spMk id="33" creationId="{B6CFDB75-9283-4288-A15B-A25DDCC5C444}"/>
          </ac:spMkLst>
        </pc:spChg>
        <pc:spChg chg="del">
          <ac:chgData name="Philippe HUMEAU" userId="b926870f-ca2f-4521-86dd-65f1e028bdb2" providerId="ADAL" clId="{0A091B3B-C3F4-4709-A12E-6EDDC6A66362}" dt="2020-07-21T14:34:22.970" v="4371" actId="478"/>
          <ac:spMkLst>
            <pc:docMk/>
            <pc:sldMk cId="3525537940" sldId="358"/>
            <ac:spMk id="34" creationId="{F435D94B-FF8E-42BD-8465-4EE0F58E25D4}"/>
          </ac:spMkLst>
        </pc:spChg>
        <pc:spChg chg="del">
          <ac:chgData name="Philippe HUMEAU" userId="b926870f-ca2f-4521-86dd-65f1e028bdb2" providerId="ADAL" clId="{0A091B3B-C3F4-4709-A12E-6EDDC6A66362}" dt="2020-07-21T14:34:22.970" v="4371" actId="478"/>
          <ac:spMkLst>
            <pc:docMk/>
            <pc:sldMk cId="3525537940" sldId="358"/>
            <ac:spMk id="35" creationId="{3B9C554A-A8E8-43AD-8EB5-16AB5ECFC684}"/>
          </ac:spMkLst>
        </pc:spChg>
        <pc:spChg chg="del">
          <ac:chgData name="Philippe HUMEAU" userId="b926870f-ca2f-4521-86dd-65f1e028bdb2" providerId="ADAL" clId="{0A091B3B-C3F4-4709-A12E-6EDDC6A66362}" dt="2020-07-21T14:34:22.970" v="4371" actId="478"/>
          <ac:spMkLst>
            <pc:docMk/>
            <pc:sldMk cId="3525537940" sldId="358"/>
            <ac:spMk id="36" creationId="{F68A843E-4C10-4A7B-9137-8D303AFD5420}"/>
          </ac:spMkLst>
        </pc:spChg>
        <pc:spChg chg="del">
          <ac:chgData name="Philippe HUMEAU" userId="b926870f-ca2f-4521-86dd-65f1e028bdb2" providerId="ADAL" clId="{0A091B3B-C3F4-4709-A12E-6EDDC6A66362}" dt="2020-07-21T14:34:22.970" v="4371" actId="478"/>
          <ac:spMkLst>
            <pc:docMk/>
            <pc:sldMk cId="3525537940" sldId="358"/>
            <ac:spMk id="37" creationId="{F2E2C7A3-494D-47C3-9F4C-12589FD25A8D}"/>
          </ac:spMkLst>
        </pc:spChg>
        <pc:spChg chg="del">
          <ac:chgData name="Philippe HUMEAU" userId="b926870f-ca2f-4521-86dd-65f1e028bdb2" providerId="ADAL" clId="{0A091B3B-C3F4-4709-A12E-6EDDC6A66362}" dt="2020-07-21T14:34:22.970" v="4371" actId="478"/>
          <ac:spMkLst>
            <pc:docMk/>
            <pc:sldMk cId="3525537940" sldId="358"/>
            <ac:spMk id="39" creationId="{54AEBC2C-3167-46EC-A40A-4A3E39338037}"/>
          </ac:spMkLst>
        </pc:spChg>
        <pc:spChg chg="del">
          <ac:chgData name="Philippe HUMEAU" userId="b926870f-ca2f-4521-86dd-65f1e028bdb2" providerId="ADAL" clId="{0A091B3B-C3F4-4709-A12E-6EDDC6A66362}" dt="2020-07-21T14:34:22.970" v="4371" actId="478"/>
          <ac:spMkLst>
            <pc:docMk/>
            <pc:sldMk cId="3525537940" sldId="358"/>
            <ac:spMk id="44" creationId="{0B90B2C3-F137-43A1-B024-26CF07322336}"/>
          </ac:spMkLst>
        </pc:spChg>
        <pc:spChg chg="del">
          <ac:chgData name="Philippe HUMEAU" userId="b926870f-ca2f-4521-86dd-65f1e028bdb2" providerId="ADAL" clId="{0A091B3B-C3F4-4709-A12E-6EDDC6A66362}" dt="2020-07-21T14:34:22.970" v="4371" actId="478"/>
          <ac:spMkLst>
            <pc:docMk/>
            <pc:sldMk cId="3525537940" sldId="358"/>
            <ac:spMk id="45" creationId="{5C807076-B171-4CF8-A745-CE1809E85092}"/>
          </ac:spMkLst>
        </pc:spChg>
        <pc:spChg chg="del">
          <ac:chgData name="Philippe HUMEAU" userId="b926870f-ca2f-4521-86dd-65f1e028bdb2" providerId="ADAL" clId="{0A091B3B-C3F4-4709-A12E-6EDDC6A66362}" dt="2020-07-21T14:34:22.970" v="4371" actId="478"/>
          <ac:spMkLst>
            <pc:docMk/>
            <pc:sldMk cId="3525537940" sldId="358"/>
            <ac:spMk id="46" creationId="{7773619D-A955-4573-9479-E093695F5273}"/>
          </ac:spMkLst>
        </pc:spChg>
        <pc:spChg chg="del">
          <ac:chgData name="Philippe HUMEAU" userId="b926870f-ca2f-4521-86dd-65f1e028bdb2" providerId="ADAL" clId="{0A091B3B-C3F4-4709-A12E-6EDDC6A66362}" dt="2020-07-21T14:34:22.970" v="4371" actId="478"/>
          <ac:spMkLst>
            <pc:docMk/>
            <pc:sldMk cId="3525537940" sldId="358"/>
            <ac:spMk id="47" creationId="{EC26662B-CC0F-4995-98C0-1E32D2B8D572}"/>
          </ac:spMkLst>
        </pc:spChg>
        <pc:spChg chg="del">
          <ac:chgData name="Philippe HUMEAU" userId="b926870f-ca2f-4521-86dd-65f1e028bdb2" providerId="ADAL" clId="{0A091B3B-C3F4-4709-A12E-6EDDC6A66362}" dt="2020-07-21T14:34:22.970" v="4371" actId="478"/>
          <ac:spMkLst>
            <pc:docMk/>
            <pc:sldMk cId="3525537940" sldId="358"/>
            <ac:spMk id="51" creationId="{438A0FD7-9858-4E41-8A7F-E086D6078B30}"/>
          </ac:spMkLst>
        </pc:spChg>
        <pc:spChg chg="del">
          <ac:chgData name="Philippe HUMEAU" userId="b926870f-ca2f-4521-86dd-65f1e028bdb2" providerId="ADAL" clId="{0A091B3B-C3F4-4709-A12E-6EDDC6A66362}" dt="2020-07-21T14:34:22.970" v="4371" actId="478"/>
          <ac:spMkLst>
            <pc:docMk/>
            <pc:sldMk cId="3525537940" sldId="358"/>
            <ac:spMk id="53" creationId="{A3722A44-E843-4668-B752-E5370EAF005C}"/>
          </ac:spMkLst>
        </pc:spChg>
        <pc:spChg chg="del">
          <ac:chgData name="Philippe HUMEAU" userId="b926870f-ca2f-4521-86dd-65f1e028bdb2" providerId="ADAL" clId="{0A091B3B-C3F4-4709-A12E-6EDDC6A66362}" dt="2020-07-21T14:34:22.970" v="4371" actId="478"/>
          <ac:spMkLst>
            <pc:docMk/>
            <pc:sldMk cId="3525537940" sldId="358"/>
            <ac:spMk id="57" creationId="{0AD701AD-3BE8-48A1-974B-45B45358A3CD}"/>
          </ac:spMkLst>
        </pc:spChg>
        <pc:spChg chg="del">
          <ac:chgData name="Philippe HUMEAU" userId="b926870f-ca2f-4521-86dd-65f1e028bdb2" providerId="ADAL" clId="{0A091B3B-C3F4-4709-A12E-6EDDC6A66362}" dt="2020-07-21T14:34:22.970" v="4371" actId="478"/>
          <ac:spMkLst>
            <pc:docMk/>
            <pc:sldMk cId="3525537940" sldId="358"/>
            <ac:spMk id="60" creationId="{5A0C7092-02D4-44B3-9317-5E677D80BDC4}"/>
          </ac:spMkLst>
        </pc:spChg>
        <pc:spChg chg="add mod">
          <ac:chgData name="Philippe HUMEAU" userId="b926870f-ca2f-4521-86dd-65f1e028bdb2" providerId="ADAL" clId="{0A091B3B-C3F4-4709-A12E-6EDDC6A66362}" dt="2020-07-21T14:37:52.770" v="4375" actId="14100"/>
          <ac:spMkLst>
            <pc:docMk/>
            <pc:sldMk cId="3525537940" sldId="358"/>
            <ac:spMk id="64" creationId="{98132F2E-C4CD-43FB-9A37-A33061A7E9D1}"/>
          </ac:spMkLst>
        </pc:spChg>
        <pc:spChg chg="del">
          <ac:chgData name="Philippe HUMEAU" userId="b926870f-ca2f-4521-86dd-65f1e028bdb2" providerId="ADAL" clId="{0A091B3B-C3F4-4709-A12E-6EDDC6A66362}" dt="2020-07-21T14:34:22.970" v="4371" actId="478"/>
          <ac:spMkLst>
            <pc:docMk/>
            <pc:sldMk cId="3525537940" sldId="358"/>
            <ac:spMk id="74" creationId="{D52D5E93-6A8F-40FB-AAB8-81E9D0AC2A17}"/>
          </ac:spMkLst>
        </pc:spChg>
        <pc:spChg chg="del">
          <ac:chgData name="Philippe HUMEAU" userId="b926870f-ca2f-4521-86dd-65f1e028bdb2" providerId="ADAL" clId="{0A091B3B-C3F4-4709-A12E-6EDDC6A66362}" dt="2020-07-21T14:34:22.970" v="4371" actId="478"/>
          <ac:spMkLst>
            <pc:docMk/>
            <pc:sldMk cId="3525537940" sldId="358"/>
            <ac:spMk id="75" creationId="{A1FADA53-A2EE-4C70-83ED-A5A5405694B2}"/>
          </ac:spMkLst>
        </pc:spChg>
        <pc:spChg chg="del">
          <ac:chgData name="Philippe HUMEAU" userId="b926870f-ca2f-4521-86dd-65f1e028bdb2" providerId="ADAL" clId="{0A091B3B-C3F4-4709-A12E-6EDDC6A66362}" dt="2020-07-21T14:34:22.970" v="4371" actId="478"/>
          <ac:spMkLst>
            <pc:docMk/>
            <pc:sldMk cId="3525537940" sldId="358"/>
            <ac:spMk id="77" creationId="{58309491-EF46-4B39-B713-9EC3A4F28448}"/>
          </ac:spMkLst>
        </pc:spChg>
        <pc:spChg chg="del">
          <ac:chgData name="Philippe HUMEAU" userId="b926870f-ca2f-4521-86dd-65f1e028bdb2" providerId="ADAL" clId="{0A091B3B-C3F4-4709-A12E-6EDDC6A66362}" dt="2020-07-21T14:34:22.970" v="4371" actId="478"/>
          <ac:spMkLst>
            <pc:docMk/>
            <pc:sldMk cId="3525537940" sldId="358"/>
            <ac:spMk id="78" creationId="{D254555A-CCBE-468B-AD9F-9F6CD55484C4}"/>
          </ac:spMkLst>
        </pc:spChg>
        <pc:spChg chg="del">
          <ac:chgData name="Philippe HUMEAU" userId="b926870f-ca2f-4521-86dd-65f1e028bdb2" providerId="ADAL" clId="{0A091B3B-C3F4-4709-A12E-6EDDC6A66362}" dt="2020-07-21T14:34:22.970" v="4371" actId="478"/>
          <ac:spMkLst>
            <pc:docMk/>
            <pc:sldMk cId="3525537940" sldId="358"/>
            <ac:spMk id="80" creationId="{76D761ED-4DA9-4804-B4B4-7244A511C68C}"/>
          </ac:spMkLst>
        </pc:spChg>
        <pc:spChg chg="del">
          <ac:chgData name="Philippe HUMEAU" userId="b926870f-ca2f-4521-86dd-65f1e028bdb2" providerId="ADAL" clId="{0A091B3B-C3F4-4709-A12E-6EDDC6A66362}" dt="2020-07-21T14:34:22.970" v="4371" actId="478"/>
          <ac:spMkLst>
            <pc:docMk/>
            <pc:sldMk cId="3525537940" sldId="358"/>
            <ac:spMk id="82" creationId="{440E8CC1-FFA0-4527-A99B-1BA70AB9869A}"/>
          </ac:spMkLst>
        </pc:spChg>
        <pc:spChg chg="del">
          <ac:chgData name="Philippe HUMEAU" userId="b926870f-ca2f-4521-86dd-65f1e028bdb2" providerId="ADAL" clId="{0A091B3B-C3F4-4709-A12E-6EDDC6A66362}" dt="2020-07-21T14:34:22.970" v="4371" actId="478"/>
          <ac:spMkLst>
            <pc:docMk/>
            <pc:sldMk cId="3525537940" sldId="358"/>
            <ac:spMk id="86" creationId="{13E1C6DC-5209-477B-B53A-85FD993A0470}"/>
          </ac:spMkLst>
        </pc:spChg>
        <pc:spChg chg="del">
          <ac:chgData name="Philippe HUMEAU" userId="b926870f-ca2f-4521-86dd-65f1e028bdb2" providerId="ADAL" clId="{0A091B3B-C3F4-4709-A12E-6EDDC6A66362}" dt="2020-07-21T14:34:22.970" v="4371" actId="478"/>
          <ac:spMkLst>
            <pc:docMk/>
            <pc:sldMk cId="3525537940" sldId="358"/>
            <ac:spMk id="87" creationId="{28E782FD-70CB-4070-BD1D-153E08907061}"/>
          </ac:spMkLst>
        </pc:spChg>
        <pc:spChg chg="del">
          <ac:chgData name="Philippe HUMEAU" userId="b926870f-ca2f-4521-86dd-65f1e028bdb2" providerId="ADAL" clId="{0A091B3B-C3F4-4709-A12E-6EDDC6A66362}" dt="2020-07-21T14:34:22.970" v="4371" actId="478"/>
          <ac:spMkLst>
            <pc:docMk/>
            <pc:sldMk cId="3525537940" sldId="358"/>
            <ac:spMk id="91" creationId="{A6DAA060-072F-44A0-95B6-06AAD09E2815}"/>
          </ac:spMkLst>
        </pc:spChg>
        <pc:spChg chg="del">
          <ac:chgData name="Philippe HUMEAU" userId="b926870f-ca2f-4521-86dd-65f1e028bdb2" providerId="ADAL" clId="{0A091B3B-C3F4-4709-A12E-6EDDC6A66362}" dt="2020-07-21T14:34:22.970" v="4371" actId="478"/>
          <ac:spMkLst>
            <pc:docMk/>
            <pc:sldMk cId="3525537940" sldId="358"/>
            <ac:spMk id="93" creationId="{739AC6AD-2998-404C-8790-14E8B59160B1}"/>
          </ac:spMkLst>
        </pc:spChg>
        <pc:spChg chg="del">
          <ac:chgData name="Philippe HUMEAU" userId="b926870f-ca2f-4521-86dd-65f1e028bdb2" providerId="ADAL" clId="{0A091B3B-C3F4-4709-A12E-6EDDC6A66362}" dt="2020-07-21T14:34:22.970" v="4371" actId="478"/>
          <ac:spMkLst>
            <pc:docMk/>
            <pc:sldMk cId="3525537940" sldId="358"/>
            <ac:spMk id="94" creationId="{2788C3E1-403B-4BB5-A951-72FA6A22EC93}"/>
          </ac:spMkLst>
        </pc:spChg>
        <pc:spChg chg="del">
          <ac:chgData name="Philippe HUMEAU" userId="b926870f-ca2f-4521-86dd-65f1e028bdb2" providerId="ADAL" clId="{0A091B3B-C3F4-4709-A12E-6EDDC6A66362}" dt="2020-07-21T14:34:22.970" v="4371" actId="478"/>
          <ac:spMkLst>
            <pc:docMk/>
            <pc:sldMk cId="3525537940" sldId="358"/>
            <ac:spMk id="96" creationId="{B8B80961-96C7-4D40-A089-4A64E1270D6A}"/>
          </ac:spMkLst>
        </pc:spChg>
        <pc:spChg chg="del">
          <ac:chgData name="Philippe HUMEAU" userId="b926870f-ca2f-4521-86dd-65f1e028bdb2" providerId="ADAL" clId="{0A091B3B-C3F4-4709-A12E-6EDDC6A66362}" dt="2020-07-21T14:34:22.970" v="4371" actId="478"/>
          <ac:spMkLst>
            <pc:docMk/>
            <pc:sldMk cId="3525537940" sldId="358"/>
            <ac:spMk id="100" creationId="{62F41906-C505-4BF0-AA39-A930FE065694}"/>
          </ac:spMkLst>
        </pc:spChg>
        <pc:spChg chg="del">
          <ac:chgData name="Philippe HUMEAU" userId="b926870f-ca2f-4521-86dd-65f1e028bdb2" providerId="ADAL" clId="{0A091B3B-C3F4-4709-A12E-6EDDC6A66362}" dt="2020-07-21T14:34:22.970" v="4371" actId="478"/>
          <ac:spMkLst>
            <pc:docMk/>
            <pc:sldMk cId="3525537940" sldId="358"/>
            <ac:spMk id="101" creationId="{FDDE78CA-B12D-4A83-BC5A-5B2BB5E7D702}"/>
          </ac:spMkLst>
        </pc:spChg>
        <pc:grpChg chg="del">
          <ac:chgData name="Philippe HUMEAU" userId="b926870f-ca2f-4521-86dd-65f1e028bdb2" providerId="ADAL" clId="{0A091B3B-C3F4-4709-A12E-6EDDC6A66362}" dt="2020-07-21T14:34:22.970" v="4371" actId="478"/>
          <ac:grpSpMkLst>
            <pc:docMk/>
            <pc:sldMk cId="3525537940" sldId="358"/>
            <ac:grpSpMk id="40" creationId="{4CC7B1F4-1880-4402-9A98-0694D6399991}"/>
          </ac:grpSpMkLst>
        </pc:grpChg>
        <pc:grpChg chg="del">
          <ac:chgData name="Philippe HUMEAU" userId="b926870f-ca2f-4521-86dd-65f1e028bdb2" providerId="ADAL" clId="{0A091B3B-C3F4-4709-A12E-6EDDC6A66362}" dt="2020-07-21T14:34:22.970" v="4371" actId="478"/>
          <ac:grpSpMkLst>
            <pc:docMk/>
            <pc:sldMk cId="3525537940" sldId="358"/>
            <ac:grpSpMk id="66" creationId="{33DB52BB-AB60-439F-BD5E-B3CE17B11AFA}"/>
          </ac:grpSpMkLst>
        </pc:grpChg>
        <pc:picChg chg="del">
          <ac:chgData name="Philippe HUMEAU" userId="b926870f-ca2f-4521-86dd-65f1e028bdb2" providerId="ADAL" clId="{0A091B3B-C3F4-4709-A12E-6EDDC6A66362}" dt="2020-07-21T14:34:22.970" v="4371" actId="478"/>
          <ac:picMkLst>
            <pc:docMk/>
            <pc:sldMk cId="3525537940" sldId="358"/>
            <ac:picMk id="58" creationId="{F7AB9507-5C2C-4D80-A375-02FCEC23A3BF}"/>
          </ac:picMkLst>
        </pc:picChg>
        <pc:picChg chg="del">
          <ac:chgData name="Philippe HUMEAU" userId="b926870f-ca2f-4521-86dd-65f1e028bdb2" providerId="ADAL" clId="{0A091B3B-C3F4-4709-A12E-6EDDC6A66362}" dt="2020-07-21T14:34:22.970" v="4371" actId="478"/>
          <ac:picMkLst>
            <pc:docMk/>
            <pc:sldMk cId="3525537940" sldId="358"/>
            <ac:picMk id="59" creationId="{60501129-E0B5-465B-A68F-D1A0E79BC2B7}"/>
          </ac:picMkLst>
        </pc:picChg>
        <pc:picChg chg="add mod">
          <ac:chgData name="Philippe HUMEAU" userId="b926870f-ca2f-4521-86dd-65f1e028bdb2" providerId="ADAL" clId="{0A091B3B-C3F4-4709-A12E-6EDDC6A66362}" dt="2020-07-21T14:40:07.918" v="4492" actId="14100"/>
          <ac:picMkLst>
            <pc:docMk/>
            <pc:sldMk cId="3525537940" sldId="358"/>
            <ac:picMk id="67" creationId="{2D8E47DD-A69B-4828-B808-EEB846ABD3BE}"/>
          </ac:picMkLst>
        </pc:picChg>
        <pc:picChg chg="del">
          <ac:chgData name="Philippe HUMEAU" userId="b926870f-ca2f-4521-86dd-65f1e028bdb2" providerId="ADAL" clId="{0A091B3B-C3F4-4709-A12E-6EDDC6A66362}" dt="2020-07-21T14:34:22.970" v="4371" actId="478"/>
          <ac:picMkLst>
            <pc:docMk/>
            <pc:sldMk cId="3525537940" sldId="358"/>
            <ac:picMk id="89" creationId="{59990AC6-37A3-4785-B341-614D92F3006C}"/>
          </ac:picMkLst>
        </pc:picChg>
        <pc:picChg chg="del">
          <ac:chgData name="Philippe HUMEAU" userId="b926870f-ca2f-4521-86dd-65f1e028bdb2" providerId="ADAL" clId="{0A091B3B-C3F4-4709-A12E-6EDDC6A66362}" dt="2020-07-21T14:34:22.970" v="4371" actId="478"/>
          <ac:picMkLst>
            <pc:docMk/>
            <pc:sldMk cId="3525537940" sldId="358"/>
            <ac:picMk id="95" creationId="{B785B2BB-33F1-4969-8AE1-74458AAB9E7A}"/>
          </ac:picMkLst>
        </pc:picChg>
        <pc:cxnChg chg="del">
          <ac:chgData name="Philippe HUMEAU" userId="b926870f-ca2f-4521-86dd-65f1e028bdb2" providerId="ADAL" clId="{0A091B3B-C3F4-4709-A12E-6EDDC6A66362}" dt="2020-07-21T14:34:22.970" v="4371" actId="478"/>
          <ac:cxnSpMkLst>
            <pc:docMk/>
            <pc:sldMk cId="3525537940" sldId="358"/>
            <ac:cxnSpMk id="38" creationId="{E938E2FE-AB1A-4F8B-9508-EFD401D325D0}"/>
          </ac:cxnSpMkLst>
        </pc:cxnChg>
        <pc:cxnChg chg="del">
          <ac:chgData name="Philippe HUMEAU" userId="b926870f-ca2f-4521-86dd-65f1e028bdb2" providerId="ADAL" clId="{0A091B3B-C3F4-4709-A12E-6EDDC6A66362}" dt="2020-07-21T14:34:22.970" v="4371" actId="478"/>
          <ac:cxnSpMkLst>
            <pc:docMk/>
            <pc:sldMk cId="3525537940" sldId="358"/>
            <ac:cxnSpMk id="43" creationId="{A2ECB05D-F3B5-4889-8E2B-88D2B29992D8}"/>
          </ac:cxnSpMkLst>
        </pc:cxnChg>
        <pc:cxnChg chg="del">
          <ac:chgData name="Philippe HUMEAU" userId="b926870f-ca2f-4521-86dd-65f1e028bdb2" providerId="ADAL" clId="{0A091B3B-C3F4-4709-A12E-6EDDC6A66362}" dt="2020-07-21T14:34:22.970" v="4371" actId="478"/>
          <ac:cxnSpMkLst>
            <pc:docMk/>
            <pc:sldMk cId="3525537940" sldId="358"/>
            <ac:cxnSpMk id="54" creationId="{D23CDF6E-22BC-4C85-89C9-489D022C4E12}"/>
          </ac:cxnSpMkLst>
        </pc:cxnChg>
        <pc:cxnChg chg="del">
          <ac:chgData name="Philippe HUMEAU" userId="b926870f-ca2f-4521-86dd-65f1e028bdb2" providerId="ADAL" clId="{0A091B3B-C3F4-4709-A12E-6EDDC6A66362}" dt="2020-07-21T14:34:22.970" v="4371" actId="478"/>
          <ac:cxnSpMkLst>
            <pc:docMk/>
            <pc:sldMk cId="3525537940" sldId="358"/>
            <ac:cxnSpMk id="55" creationId="{E08B1332-1703-4039-81B9-6F3AEF75AD83}"/>
          </ac:cxnSpMkLst>
        </pc:cxnChg>
        <pc:cxnChg chg="del">
          <ac:chgData name="Philippe HUMEAU" userId="b926870f-ca2f-4521-86dd-65f1e028bdb2" providerId="ADAL" clId="{0A091B3B-C3F4-4709-A12E-6EDDC6A66362}" dt="2020-07-21T14:34:22.970" v="4371" actId="478"/>
          <ac:cxnSpMkLst>
            <pc:docMk/>
            <pc:sldMk cId="3525537940" sldId="358"/>
            <ac:cxnSpMk id="62" creationId="{B8BBF546-8513-43A6-A3A0-4226139BF304}"/>
          </ac:cxnSpMkLst>
        </pc:cxnChg>
        <pc:cxnChg chg="del">
          <ac:chgData name="Philippe HUMEAU" userId="b926870f-ca2f-4521-86dd-65f1e028bdb2" providerId="ADAL" clId="{0A091B3B-C3F4-4709-A12E-6EDDC6A66362}" dt="2020-07-21T14:34:22.970" v="4371" actId="478"/>
          <ac:cxnSpMkLst>
            <pc:docMk/>
            <pc:sldMk cId="3525537940" sldId="358"/>
            <ac:cxnSpMk id="63" creationId="{F0559C10-E485-4631-920C-B89AFD8C4C64}"/>
          </ac:cxnSpMkLst>
        </pc:cxnChg>
        <pc:cxnChg chg="del">
          <ac:chgData name="Philippe HUMEAU" userId="b926870f-ca2f-4521-86dd-65f1e028bdb2" providerId="ADAL" clId="{0A091B3B-C3F4-4709-A12E-6EDDC6A66362}" dt="2020-07-21T14:34:22.970" v="4371" actId="478"/>
          <ac:cxnSpMkLst>
            <pc:docMk/>
            <pc:sldMk cId="3525537940" sldId="358"/>
            <ac:cxnSpMk id="65" creationId="{D07A340F-BAAF-43C9-827C-008BC6210022}"/>
          </ac:cxnSpMkLst>
        </pc:cxnChg>
        <pc:cxnChg chg="del">
          <ac:chgData name="Philippe HUMEAU" userId="b926870f-ca2f-4521-86dd-65f1e028bdb2" providerId="ADAL" clId="{0A091B3B-C3F4-4709-A12E-6EDDC6A66362}" dt="2020-07-21T14:34:22.970" v="4371" actId="478"/>
          <ac:cxnSpMkLst>
            <pc:docMk/>
            <pc:sldMk cId="3525537940" sldId="358"/>
            <ac:cxnSpMk id="76" creationId="{D5BC1FEE-10F4-48CB-BEC6-92B2CC92EFD5}"/>
          </ac:cxnSpMkLst>
        </pc:cxnChg>
        <pc:cxnChg chg="del">
          <ac:chgData name="Philippe HUMEAU" userId="b926870f-ca2f-4521-86dd-65f1e028bdb2" providerId="ADAL" clId="{0A091B3B-C3F4-4709-A12E-6EDDC6A66362}" dt="2020-07-21T14:34:22.970" v="4371" actId="478"/>
          <ac:cxnSpMkLst>
            <pc:docMk/>
            <pc:sldMk cId="3525537940" sldId="358"/>
            <ac:cxnSpMk id="84" creationId="{2FCE4128-091C-48B6-B622-67E35D4EC3A8}"/>
          </ac:cxnSpMkLst>
        </pc:cxnChg>
        <pc:cxnChg chg="del">
          <ac:chgData name="Philippe HUMEAU" userId="b926870f-ca2f-4521-86dd-65f1e028bdb2" providerId="ADAL" clId="{0A091B3B-C3F4-4709-A12E-6EDDC6A66362}" dt="2020-07-21T14:34:22.970" v="4371" actId="478"/>
          <ac:cxnSpMkLst>
            <pc:docMk/>
            <pc:sldMk cId="3525537940" sldId="358"/>
            <ac:cxnSpMk id="97" creationId="{F1A267D9-ECC5-43A4-AE5F-BD3F1480066E}"/>
          </ac:cxnSpMkLst>
        </pc:cxnChg>
        <pc:cxnChg chg="del">
          <ac:chgData name="Philippe HUMEAU" userId="b926870f-ca2f-4521-86dd-65f1e028bdb2" providerId="ADAL" clId="{0A091B3B-C3F4-4709-A12E-6EDDC6A66362}" dt="2020-07-21T14:34:22.970" v="4371" actId="478"/>
          <ac:cxnSpMkLst>
            <pc:docMk/>
            <pc:sldMk cId="3525537940" sldId="358"/>
            <ac:cxnSpMk id="98" creationId="{45EA9AF3-3E2B-4868-9B10-7AC8FC502D08}"/>
          </ac:cxnSpMkLst>
        </pc:cxnChg>
        <pc:cxnChg chg="del">
          <ac:chgData name="Philippe HUMEAU" userId="b926870f-ca2f-4521-86dd-65f1e028bdb2" providerId="ADAL" clId="{0A091B3B-C3F4-4709-A12E-6EDDC6A66362}" dt="2020-07-21T14:34:22.970" v="4371" actId="478"/>
          <ac:cxnSpMkLst>
            <pc:docMk/>
            <pc:sldMk cId="3525537940" sldId="358"/>
            <ac:cxnSpMk id="99" creationId="{09922556-E675-405F-8B42-34A2041818B1}"/>
          </ac:cxnSpMkLst>
        </pc:cxnChg>
      </pc:sldChg>
      <pc:sldChg chg="modSp add mod">
        <pc:chgData name="Philippe HUMEAU" userId="b926870f-ca2f-4521-86dd-65f1e028bdb2" providerId="ADAL" clId="{0A091B3B-C3F4-4709-A12E-6EDDC6A66362}" dt="2020-07-21T14:41:57.337" v="4793" actId="20577"/>
        <pc:sldMkLst>
          <pc:docMk/>
          <pc:sldMk cId="1719480627" sldId="359"/>
        </pc:sldMkLst>
        <pc:spChg chg="mod">
          <ac:chgData name="Philippe HUMEAU" userId="b926870f-ca2f-4521-86dd-65f1e028bdb2" providerId="ADAL" clId="{0A091B3B-C3F4-4709-A12E-6EDDC6A66362}" dt="2020-07-21T14:41:57.337" v="4793" actId="20577"/>
          <ac:spMkLst>
            <pc:docMk/>
            <pc:sldMk cId="1719480627" sldId="359"/>
            <ac:spMk id="2" creationId="{17D2DF89-FAFB-4E7E-9ABD-110A6896AA91}"/>
          </ac:spMkLst>
        </pc:spChg>
      </pc:sldChg>
      <pc:sldChg chg="addSp delSp modSp new mod">
        <pc:chgData name="Philippe HUMEAU" userId="b926870f-ca2f-4521-86dd-65f1e028bdb2" providerId="ADAL" clId="{0A091B3B-C3F4-4709-A12E-6EDDC6A66362}" dt="2020-07-21T14:53:22.311" v="5131" actId="1076"/>
        <pc:sldMkLst>
          <pc:docMk/>
          <pc:sldMk cId="1909027454" sldId="360"/>
        </pc:sldMkLst>
        <pc:spChg chg="del">
          <ac:chgData name="Philippe HUMEAU" userId="b926870f-ca2f-4521-86dd-65f1e028bdb2" providerId="ADAL" clId="{0A091B3B-C3F4-4709-A12E-6EDDC6A66362}" dt="2020-07-21T14:42:51.972" v="4795" actId="478"/>
          <ac:spMkLst>
            <pc:docMk/>
            <pc:sldMk cId="1909027454" sldId="360"/>
            <ac:spMk id="2" creationId="{025766E3-8E98-42E4-83EA-E0642D53D2BC}"/>
          </ac:spMkLst>
        </pc:spChg>
        <pc:spChg chg="del">
          <ac:chgData name="Philippe HUMEAU" userId="b926870f-ca2f-4521-86dd-65f1e028bdb2" providerId="ADAL" clId="{0A091B3B-C3F4-4709-A12E-6EDDC6A66362}" dt="2020-07-21T14:42:51.972" v="4795" actId="478"/>
          <ac:spMkLst>
            <pc:docMk/>
            <pc:sldMk cId="1909027454" sldId="360"/>
            <ac:spMk id="3" creationId="{35196697-45FF-4E36-B852-5C70305F4157}"/>
          </ac:spMkLst>
        </pc:spChg>
        <pc:spChg chg="add mod">
          <ac:chgData name="Philippe HUMEAU" userId="b926870f-ca2f-4521-86dd-65f1e028bdb2" providerId="ADAL" clId="{0A091B3B-C3F4-4709-A12E-6EDDC6A66362}" dt="2020-07-21T14:50:21.812" v="4986" actId="122"/>
          <ac:spMkLst>
            <pc:docMk/>
            <pc:sldMk cId="1909027454" sldId="360"/>
            <ac:spMk id="5" creationId="{205FA7A2-F0C9-41E4-9BE3-9C18650D3CED}"/>
          </ac:spMkLst>
        </pc:spChg>
        <pc:spChg chg="add del mod">
          <ac:chgData name="Philippe HUMEAU" userId="b926870f-ca2f-4521-86dd-65f1e028bdb2" providerId="ADAL" clId="{0A091B3B-C3F4-4709-A12E-6EDDC6A66362}" dt="2020-07-21T14:53:07.985" v="5125" actId="478"/>
          <ac:spMkLst>
            <pc:docMk/>
            <pc:sldMk cId="1909027454" sldId="360"/>
            <ac:spMk id="6" creationId="{27429664-893B-4EFA-B681-0BA76DFC16F7}"/>
          </ac:spMkLst>
        </pc:spChg>
        <pc:graphicFrameChg chg="add mod modGraphic">
          <ac:chgData name="Philippe HUMEAU" userId="b926870f-ca2f-4521-86dd-65f1e028bdb2" providerId="ADAL" clId="{0A091B3B-C3F4-4709-A12E-6EDDC6A66362}" dt="2020-07-21T14:53:22.311" v="5131" actId="1076"/>
          <ac:graphicFrameMkLst>
            <pc:docMk/>
            <pc:sldMk cId="1909027454" sldId="360"/>
            <ac:graphicFrameMk id="4" creationId="{56A88343-5344-47A6-B08D-7224CD8DB0D3}"/>
          </ac:graphicFrameMkLst>
        </pc:graphicFrameChg>
      </pc:sldChg>
      <pc:sldMasterChg chg="addSp modSp mod">
        <pc:chgData name="Philippe HUMEAU" userId="b926870f-ca2f-4521-86dd-65f1e028bdb2" providerId="ADAL" clId="{0A091B3B-C3F4-4709-A12E-6EDDC6A66362}" dt="2020-07-21T15:13:23.751" v="5134" actId="1076"/>
        <pc:sldMasterMkLst>
          <pc:docMk/>
          <pc:sldMasterMk cId="0" sldId="2147483648"/>
        </pc:sldMasterMkLst>
        <pc:picChg chg="add mod">
          <ac:chgData name="Philippe HUMEAU" userId="b926870f-ca2f-4521-86dd-65f1e028bdb2" providerId="ADAL" clId="{0A091B3B-C3F4-4709-A12E-6EDDC6A66362}" dt="2020-07-21T15:13:23.751" v="5134" actId="1076"/>
          <ac:picMkLst>
            <pc:docMk/>
            <pc:sldMasterMk cId="0" sldId="2147483648"/>
            <ac:picMk id="7" creationId="{36B8C17C-F113-49D5-9216-18C80C972CC7}"/>
          </ac:picMkLst>
        </pc:pic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24FE17-1352-4F6C-AD83-2DBCA035503E}" type="doc">
      <dgm:prSet loTypeId="urn:microsoft.com/office/officeart/2005/8/layout/cycle3" loCatId="cycle" qsTypeId="urn:microsoft.com/office/officeart/2005/8/quickstyle/simple1" qsCatId="simple" csTypeId="urn:microsoft.com/office/officeart/2005/8/colors/accent0_3" csCatId="mainScheme" phldr="1"/>
      <dgm:spPr/>
      <dgm:t>
        <a:bodyPr/>
        <a:lstStyle/>
        <a:p>
          <a:endParaRPr lang="fr-FR"/>
        </a:p>
      </dgm:t>
    </dgm:pt>
    <dgm:pt modelId="{BE029103-1256-486E-8DCE-006EBF3AFFB5}">
      <dgm:prSet phldrT="[Texte]"/>
      <dgm:spPr>
        <a:xfrm>
          <a:off x="3580458" y="907"/>
          <a:ext cx="1743489" cy="871744"/>
        </a:xfrm>
      </dgm:spPr>
      <dgm:t>
        <a:bodyPr/>
        <a:lstStyle/>
        <a:p>
          <a:pPr rtl="0"/>
          <a:r>
            <a:rPr lang="fr-FR" b="1" i="0" u="none" strike="noStrike" cap="none">
              <a:latin typeface="Calibri"/>
              <a:ea typeface="+mn-ea"/>
              <a:cs typeface="Calibri"/>
              <a:sym typeface="Arial"/>
            </a:rPr>
            <a:t>Planifier la gestion des configurations</a:t>
          </a:r>
          <a:endParaRPr lang="fr-FR" dirty="0">
            <a:latin typeface="Arial"/>
            <a:ea typeface="+mn-ea"/>
            <a:cs typeface="+mn-cs"/>
          </a:endParaRPr>
        </a:p>
      </dgm:t>
    </dgm:pt>
    <dgm:pt modelId="{AC9A70A6-8EB3-4528-9730-B0E86296B8EB}" type="parTrans" cxnId="{A70A6320-7F4A-44EB-8D5B-0DD4EE1EA1E1}">
      <dgm:prSet/>
      <dgm:spPr/>
      <dgm:t>
        <a:bodyPr/>
        <a:lstStyle/>
        <a:p>
          <a:endParaRPr lang="fr-FR"/>
        </a:p>
      </dgm:t>
    </dgm:pt>
    <dgm:pt modelId="{6A5FCB2C-BB3D-4456-BD50-A16165D77BBF}" type="sibTrans" cxnId="{A70A6320-7F4A-44EB-8D5B-0DD4EE1EA1E1}">
      <dgm:prSet/>
      <dgm:spPr>
        <a:xfrm>
          <a:off x="2170781" y="-4533"/>
          <a:ext cx="4562843" cy="4562843"/>
        </a:xfrm>
      </dgm:spPr>
      <dgm:t>
        <a:bodyPr/>
        <a:lstStyle/>
        <a:p>
          <a:endParaRPr lang="fr-FR"/>
        </a:p>
      </dgm:t>
    </dgm:pt>
    <dgm:pt modelId="{B190735C-A92B-47D7-BEBE-A41BAEAD43E1}">
      <dgm:prSet phldrT="[Texte]"/>
      <dgm:spPr>
        <a:xfrm>
          <a:off x="5183516" y="926433"/>
          <a:ext cx="1743489" cy="871744"/>
        </a:xfrm>
      </dgm:spPr>
      <dgm:t>
        <a:bodyPr/>
        <a:lstStyle/>
        <a:p>
          <a:pPr rtl="0"/>
          <a:r>
            <a:rPr lang="fr-FR" b="1" i="0" u="none" strike="noStrike" cap="none">
              <a:latin typeface="Calibri"/>
              <a:ea typeface="+mn-ea"/>
              <a:cs typeface="Calibri"/>
            </a:rPr>
            <a:t>Structurer la CMDB</a:t>
          </a:r>
          <a:endParaRPr lang="fr-FR" dirty="0">
            <a:latin typeface="Arial"/>
            <a:ea typeface="+mn-ea"/>
            <a:cs typeface="+mn-cs"/>
          </a:endParaRPr>
        </a:p>
      </dgm:t>
    </dgm:pt>
    <dgm:pt modelId="{5D71A7AA-ED69-40F6-8F01-F7F86EB63B1B}" type="parTrans" cxnId="{9254611C-AE88-41F1-82AA-FD8B1DC8FF33}">
      <dgm:prSet/>
      <dgm:spPr/>
      <dgm:t>
        <a:bodyPr/>
        <a:lstStyle/>
        <a:p>
          <a:endParaRPr lang="fr-FR"/>
        </a:p>
      </dgm:t>
    </dgm:pt>
    <dgm:pt modelId="{12B0F162-1A0A-499F-8B10-7C8CE61DD503}" type="sibTrans" cxnId="{9254611C-AE88-41F1-82AA-FD8B1DC8FF33}">
      <dgm:prSet/>
      <dgm:spPr/>
      <dgm:t>
        <a:bodyPr/>
        <a:lstStyle/>
        <a:p>
          <a:endParaRPr lang="fr-FR"/>
        </a:p>
      </dgm:t>
    </dgm:pt>
    <dgm:pt modelId="{07D9C323-6361-4D21-A83D-5552A587C51B}">
      <dgm:prSet phldrT="[Texte]"/>
      <dgm:spPr>
        <a:xfrm>
          <a:off x="5435196" y="2508694"/>
          <a:ext cx="1743489" cy="871744"/>
        </a:xfrm>
      </dgm:spPr>
      <dgm:t>
        <a:bodyPr/>
        <a:lstStyle/>
        <a:p>
          <a:pPr rtl="0"/>
          <a:r>
            <a:rPr lang="fr-FR" b="1" i="0" u="none" strike="noStrike" cap="none">
              <a:latin typeface="Calibri"/>
              <a:ea typeface="+mn-ea"/>
              <a:cs typeface="Calibri"/>
            </a:rPr>
            <a:t>Mettre à jour les CI de façon contrôlée</a:t>
          </a:r>
          <a:endParaRPr lang="fr-FR" dirty="0">
            <a:latin typeface="Arial"/>
            <a:ea typeface="+mn-ea"/>
            <a:cs typeface="+mn-cs"/>
          </a:endParaRPr>
        </a:p>
      </dgm:t>
    </dgm:pt>
    <dgm:pt modelId="{D78276DB-F2EC-4FFE-B672-392A9CF8A0B4}" type="parTrans" cxnId="{C51C3D9C-02F3-4BCC-89FF-759D4F7D0530}">
      <dgm:prSet/>
      <dgm:spPr/>
      <dgm:t>
        <a:bodyPr/>
        <a:lstStyle/>
        <a:p>
          <a:endParaRPr lang="fr-FR"/>
        </a:p>
      </dgm:t>
    </dgm:pt>
    <dgm:pt modelId="{8D8667E3-BAAC-48B7-8217-E01423F7E6C1}" type="sibTrans" cxnId="{C51C3D9C-02F3-4BCC-89FF-759D4F7D0530}">
      <dgm:prSet/>
      <dgm:spPr/>
      <dgm:t>
        <a:bodyPr/>
        <a:lstStyle/>
        <a:p>
          <a:endParaRPr lang="fr-FR"/>
        </a:p>
      </dgm:t>
    </dgm:pt>
    <dgm:pt modelId="{5FD81D11-D79C-4A43-8D60-3DAA7F9AD316}">
      <dgm:prSet phldrT="[Texte]"/>
      <dgm:spPr>
        <a:xfrm>
          <a:off x="3735257" y="3703920"/>
          <a:ext cx="1743489" cy="871744"/>
        </a:xfrm>
      </dgm:spPr>
      <dgm:t>
        <a:bodyPr/>
        <a:lstStyle/>
        <a:p>
          <a:pPr rtl="0"/>
          <a:r>
            <a:rPr lang="fr-FR" b="1" i="0" u="none" strike="noStrike" cap="none">
              <a:latin typeface="Calibri"/>
              <a:ea typeface="+mn-ea"/>
              <a:cs typeface="Calibri"/>
            </a:rPr>
            <a:t>Détecter et traiter les incohérences</a:t>
          </a:r>
          <a:endParaRPr lang="fr-FR" dirty="0">
            <a:latin typeface="Arial"/>
            <a:ea typeface="+mn-ea"/>
            <a:cs typeface="+mn-cs"/>
          </a:endParaRPr>
        </a:p>
      </dgm:t>
    </dgm:pt>
    <dgm:pt modelId="{D40FD02B-9DA1-4EB9-B9A9-E5D2608BB2CE}" type="parTrans" cxnId="{4AEE1236-67E1-4960-922C-2E3D95DF1C32}">
      <dgm:prSet/>
      <dgm:spPr/>
      <dgm:t>
        <a:bodyPr/>
        <a:lstStyle/>
        <a:p>
          <a:endParaRPr lang="fr-FR"/>
        </a:p>
      </dgm:t>
    </dgm:pt>
    <dgm:pt modelId="{542F0B8B-309E-4971-ACFD-DD0575977A42}" type="sibTrans" cxnId="{4AEE1236-67E1-4960-922C-2E3D95DF1C32}">
      <dgm:prSet/>
      <dgm:spPr/>
      <dgm:t>
        <a:bodyPr/>
        <a:lstStyle/>
        <a:p>
          <a:endParaRPr lang="fr-FR"/>
        </a:p>
      </dgm:t>
    </dgm:pt>
    <dgm:pt modelId="{1BF65EEA-5067-4AC6-BECE-8911FD1D66B4}">
      <dgm:prSet phldrT="[Texte]"/>
      <dgm:spPr>
        <a:xfrm>
          <a:off x="1881872" y="1144801"/>
          <a:ext cx="1743489" cy="871744"/>
        </a:xfrm>
      </dgm:spPr>
      <dgm:t>
        <a:bodyPr/>
        <a:lstStyle/>
        <a:p>
          <a:pPr rtl="0"/>
          <a:r>
            <a:rPr lang="fr-FR" b="1" i="0" u="none" strike="noStrike" cap="none">
              <a:latin typeface="Calibri"/>
              <a:ea typeface="+mn-ea"/>
              <a:cs typeface="Calibri"/>
            </a:rPr>
            <a:t>Auditer et vérifier la CMDB</a:t>
          </a:r>
          <a:endParaRPr lang="fr-FR" dirty="0">
            <a:latin typeface="Arial"/>
            <a:ea typeface="+mn-ea"/>
            <a:cs typeface="+mn-cs"/>
          </a:endParaRPr>
        </a:p>
      </dgm:t>
    </dgm:pt>
    <dgm:pt modelId="{0E951DA5-9172-4118-A36C-23CBF0199F61}" type="parTrans" cxnId="{BF38F09D-8E54-44A3-B5BE-D8098CEA98C4}">
      <dgm:prSet/>
      <dgm:spPr/>
      <dgm:t>
        <a:bodyPr/>
        <a:lstStyle/>
        <a:p>
          <a:endParaRPr lang="fr-FR"/>
        </a:p>
      </dgm:t>
    </dgm:pt>
    <dgm:pt modelId="{EAAB008E-5573-42DF-890A-A339DF24C26F}" type="sibTrans" cxnId="{BF38F09D-8E54-44A3-B5BE-D8098CEA98C4}">
      <dgm:prSet/>
      <dgm:spPr/>
      <dgm:t>
        <a:bodyPr/>
        <a:lstStyle/>
        <a:p>
          <a:endParaRPr lang="fr-FR"/>
        </a:p>
      </dgm:t>
    </dgm:pt>
    <dgm:pt modelId="{1DFF2C01-B0A1-41DB-8D63-F45F06B993FA}">
      <dgm:prSet/>
      <dgm:spPr>
        <a:xfrm>
          <a:off x="1881119" y="2507917"/>
          <a:ext cx="1743489" cy="871744"/>
        </a:xfrm>
      </dgm:spPr>
      <dgm:t>
        <a:bodyPr/>
        <a:lstStyle/>
        <a:p>
          <a:pPr rtl="0"/>
          <a:r>
            <a:rPr lang="fr-FR" b="1" i="0" u="none" strike="noStrike" cap="none">
              <a:latin typeface="Calibri"/>
              <a:ea typeface="+mn-ea"/>
              <a:cs typeface="Calibri"/>
            </a:rPr>
            <a:t>Mettre à disposition les informations sur les CI</a:t>
          </a:r>
          <a:endParaRPr lang="fr-FR" dirty="0">
            <a:latin typeface="Arial"/>
            <a:ea typeface="+mn-ea"/>
            <a:cs typeface="+mn-cs"/>
          </a:endParaRPr>
        </a:p>
      </dgm:t>
    </dgm:pt>
    <dgm:pt modelId="{255BC43B-C823-4B52-A4C0-A31FEF0F70FF}" type="parTrans" cxnId="{55467958-C11F-4ABD-AFD1-A94FC7330888}">
      <dgm:prSet/>
      <dgm:spPr/>
      <dgm:t>
        <a:bodyPr/>
        <a:lstStyle/>
        <a:p>
          <a:endParaRPr lang="fr-FR"/>
        </a:p>
      </dgm:t>
    </dgm:pt>
    <dgm:pt modelId="{ED0114FC-0E74-46BC-A549-5D564126A3F5}" type="sibTrans" cxnId="{55467958-C11F-4ABD-AFD1-A94FC7330888}">
      <dgm:prSet/>
      <dgm:spPr/>
      <dgm:t>
        <a:bodyPr/>
        <a:lstStyle/>
        <a:p>
          <a:endParaRPr lang="fr-FR"/>
        </a:p>
      </dgm:t>
    </dgm:pt>
    <dgm:pt modelId="{C31FB912-2899-42E3-82F0-CAEBF11129F3}" type="pres">
      <dgm:prSet presAssocID="{9924FE17-1352-4F6C-AD83-2DBCA035503E}" presName="Name0" presStyleCnt="0">
        <dgm:presLayoutVars>
          <dgm:dir/>
          <dgm:resizeHandles val="exact"/>
        </dgm:presLayoutVars>
      </dgm:prSet>
      <dgm:spPr/>
      <dgm:t>
        <a:bodyPr/>
        <a:lstStyle/>
        <a:p>
          <a:endParaRPr lang="fr-FR"/>
        </a:p>
      </dgm:t>
    </dgm:pt>
    <dgm:pt modelId="{13749CC1-8FDF-4557-8E9A-F24B27FD8F2E}" type="pres">
      <dgm:prSet presAssocID="{9924FE17-1352-4F6C-AD83-2DBCA035503E}" presName="cycle" presStyleCnt="0"/>
      <dgm:spPr/>
    </dgm:pt>
    <dgm:pt modelId="{0D07FB85-1C5F-46A7-B916-0EE5EAB4B2B4}" type="pres">
      <dgm:prSet presAssocID="{BE029103-1256-486E-8DCE-006EBF3AFFB5}" presName="nodeFirstNode" presStyleLbl="node1" presStyleIdx="0" presStyleCnt="6">
        <dgm:presLayoutVars>
          <dgm:bulletEnabled val="1"/>
        </dgm:presLayoutVars>
      </dgm:prSet>
      <dgm:spPr>
        <a:prstGeom prst="roundRect">
          <a:avLst/>
        </a:prstGeom>
      </dgm:spPr>
      <dgm:t>
        <a:bodyPr/>
        <a:lstStyle/>
        <a:p>
          <a:endParaRPr lang="fr-FR"/>
        </a:p>
      </dgm:t>
    </dgm:pt>
    <dgm:pt modelId="{1792A4EC-D9D8-4E54-B26E-7EC3CBFC9440}" type="pres">
      <dgm:prSet presAssocID="{6A5FCB2C-BB3D-4456-BD50-A16165D77BBF}" presName="sibTransFirstNode" presStyleLbl="bgShp" presStyleIdx="0" presStyleCnt="1"/>
      <dgm:spPr>
        <a:prstGeom prst="circularArrow">
          <a:avLst>
            <a:gd name="adj1" fmla="val 5274"/>
            <a:gd name="adj2" fmla="val 312630"/>
            <a:gd name="adj3" fmla="val 14219243"/>
            <a:gd name="adj4" fmla="val 17132221"/>
            <a:gd name="adj5" fmla="val 5477"/>
          </a:avLst>
        </a:prstGeom>
      </dgm:spPr>
      <dgm:t>
        <a:bodyPr/>
        <a:lstStyle/>
        <a:p>
          <a:endParaRPr lang="fr-FR"/>
        </a:p>
      </dgm:t>
    </dgm:pt>
    <dgm:pt modelId="{5AF79B08-9A29-4782-8D7E-DCBEE9006D02}" type="pres">
      <dgm:prSet presAssocID="{B190735C-A92B-47D7-BEBE-A41BAEAD43E1}" presName="nodeFollowingNodes" presStyleLbl="node1" presStyleIdx="1" presStyleCnt="6">
        <dgm:presLayoutVars>
          <dgm:bulletEnabled val="1"/>
        </dgm:presLayoutVars>
      </dgm:prSet>
      <dgm:spPr>
        <a:prstGeom prst="roundRect">
          <a:avLst/>
        </a:prstGeom>
      </dgm:spPr>
      <dgm:t>
        <a:bodyPr/>
        <a:lstStyle/>
        <a:p>
          <a:endParaRPr lang="fr-FR"/>
        </a:p>
      </dgm:t>
    </dgm:pt>
    <dgm:pt modelId="{9DAA75BF-F3D3-45DD-A32E-FF96E4FBDAE1}" type="pres">
      <dgm:prSet presAssocID="{07D9C323-6361-4D21-A83D-5552A587C51B}" presName="nodeFollowingNodes" presStyleLbl="node1" presStyleIdx="2" presStyleCnt="6" custRadScaleRad="106295" custRadScaleInc="-20420">
        <dgm:presLayoutVars>
          <dgm:bulletEnabled val="1"/>
        </dgm:presLayoutVars>
      </dgm:prSet>
      <dgm:spPr>
        <a:prstGeom prst="roundRect">
          <a:avLst/>
        </a:prstGeom>
      </dgm:spPr>
      <dgm:t>
        <a:bodyPr/>
        <a:lstStyle/>
        <a:p>
          <a:endParaRPr lang="fr-FR"/>
        </a:p>
      </dgm:t>
    </dgm:pt>
    <dgm:pt modelId="{57FA7A2D-15FB-488E-994A-1231D4F85600}" type="pres">
      <dgm:prSet presAssocID="{5FD81D11-D79C-4A43-8D60-3DAA7F9AD316}" presName="nodeFollowingNodes" presStyleLbl="node1" presStyleIdx="3" presStyleCnt="6" custRadScaleRad="102005" custRadScaleInc="-9144">
        <dgm:presLayoutVars>
          <dgm:bulletEnabled val="1"/>
        </dgm:presLayoutVars>
      </dgm:prSet>
      <dgm:spPr>
        <a:prstGeom prst="roundRect">
          <a:avLst/>
        </a:prstGeom>
      </dgm:spPr>
      <dgm:t>
        <a:bodyPr/>
        <a:lstStyle/>
        <a:p>
          <a:endParaRPr lang="fr-FR"/>
        </a:p>
      </dgm:t>
    </dgm:pt>
    <dgm:pt modelId="{AD7D0782-70AC-48F1-9B1A-C27C3B944828}" type="pres">
      <dgm:prSet presAssocID="{1DFF2C01-B0A1-41DB-8D63-F45F06B993FA}" presName="nodeFollowingNodes" presStyleLbl="node1" presStyleIdx="4" presStyleCnt="6" custRadScaleRad="98406" custRadScaleInc="17292">
        <dgm:presLayoutVars>
          <dgm:bulletEnabled val="1"/>
        </dgm:presLayoutVars>
      </dgm:prSet>
      <dgm:spPr>
        <a:prstGeom prst="roundRect">
          <a:avLst/>
        </a:prstGeom>
      </dgm:spPr>
      <dgm:t>
        <a:bodyPr/>
        <a:lstStyle/>
        <a:p>
          <a:endParaRPr lang="fr-FR"/>
        </a:p>
      </dgm:t>
    </dgm:pt>
    <dgm:pt modelId="{18E34228-5AD9-49D2-839B-18BC66A4E3DE}" type="pres">
      <dgm:prSet presAssocID="{1BF65EEA-5067-4AC6-BECE-8911FD1D66B4}" presName="nodeFollowingNodes" presStyleLbl="node1" presStyleIdx="5" presStyleCnt="6" custRadScaleRad="99398" custRadScaleInc="-14383">
        <dgm:presLayoutVars>
          <dgm:bulletEnabled val="1"/>
        </dgm:presLayoutVars>
      </dgm:prSet>
      <dgm:spPr>
        <a:prstGeom prst="roundRect">
          <a:avLst/>
        </a:prstGeom>
      </dgm:spPr>
      <dgm:t>
        <a:bodyPr/>
        <a:lstStyle/>
        <a:p>
          <a:endParaRPr lang="fr-FR"/>
        </a:p>
      </dgm:t>
    </dgm:pt>
  </dgm:ptLst>
  <dgm:cxnLst>
    <dgm:cxn modelId="{A70A6320-7F4A-44EB-8D5B-0DD4EE1EA1E1}" srcId="{9924FE17-1352-4F6C-AD83-2DBCA035503E}" destId="{BE029103-1256-486E-8DCE-006EBF3AFFB5}" srcOrd="0" destOrd="0" parTransId="{AC9A70A6-8EB3-4528-9730-B0E86296B8EB}" sibTransId="{6A5FCB2C-BB3D-4456-BD50-A16165D77BBF}"/>
    <dgm:cxn modelId="{55467958-C11F-4ABD-AFD1-A94FC7330888}" srcId="{9924FE17-1352-4F6C-AD83-2DBCA035503E}" destId="{1DFF2C01-B0A1-41DB-8D63-F45F06B993FA}" srcOrd="4" destOrd="0" parTransId="{255BC43B-C823-4B52-A4C0-A31FEF0F70FF}" sibTransId="{ED0114FC-0E74-46BC-A549-5D564126A3F5}"/>
    <dgm:cxn modelId="{990A877E-4BED-449B-B576-6B1C124FB39C}" type="presOf" srcId="{9924FE17-1352-4F6C-AD83-2DBCA035503E}" destId="{C31FB912-2899-42E3-82F0-CAEBF11129F3}" srcOrd="0" destOrd="0" presId="urn:microsoft.com/office/officeart/2005/8/layout/cycle3"/>
    <dgm:cxn modelId="{270A372C-6F88-4710-9EAA-2BFE398E9867}" type="presOf" srcId="{07D9C323-6361-4D21-A83D-5552A587C51B}" destId="{9DAA75BF-F3D3-45DD-A32E-FF96E4FBDAE1}" srcOrd="0" destOrd="0" presId="urn:microsoft.com/office/officeart/2005/8/layout/cycle3"/>
    <dgm:cxn modelId="{BF38F09D-8E54-44A3-B5BE-D8098CEA98C4}" srcId="{9924FE17-1352-4F6C-AD83-2DBCA035503E}" destId="{1BF65EEA-5067-4AC6-BECE-8911FD1D66B4}" srcOrd="5" destOrd="0" parTransId="{0E951DA5-9172-4118-A36C-23CBF0199F61}" sibTransId="{EAAB008E-5573-42DF-890A-A339DF24C26F}"/>
    <dgm:cxn modelId="{65695054-588C-4786-B8E6-E4ABE13FD066}" type="presOf" srcId="{B190735C-A92B-47D7-BEBE-A41BAEAD43E1}" destId="{5AF79B08-9A29-4782-8D7E-DCBEE9006D02}" srcOrd="0" destOrd="0" presId="urn:microsoft.com/office/officeart/2005/8/layout/cycle3"/>
    <dgm:cxn modelId="{60FE2692-612A-4F2D-B415-D272E99438C0}" type="presOf" srcId="{1BF65EEA-5067-4AC6-BECE-8911FD1D66B4}" destId="{18E34228-5AD9-49D2-839B-18BC66A4E3DE}" srcOrd="0" destOrd="0" presId="urn:microsoft.com/office/officeart/2005/8/layout/cycle3"/>
    <dgm:cxn modelId="{166E7AD6-7E18-4E08-84CF-66A21BEC38CD}" type="presOf" srcId="{BE029103-1256-486E-8DCE-006EBF3AFFB5}" destId="{0D07FB85-1C5F-46A7-B916-0EE5EAB4B2B4}" srcOrd="0" destOrd="0" presId="urn:microsoft.com/office/officeart/2005/8/layout/cycle3"/>
    <dgm:cxn modelId="{2C2B722B-5C0D-4E42-A1AD-7341234DBC0D}" type="presOf" srcId="{1DFF2C01-B0A1-41DB-8D63-F45F06B993FA}" destId="{AD7D0782-70AC-48F1-9B1A-C27C3B944828}" srcOrd="0" destOrd="0" presId="urn:microsoft.com/office/officeart/2005/8/layout/cycle3"/>
    <dgm:cxn modelId="{0637C7D2-B31D-4D46-A6A1-94D986A32325}" type="presOf" srcId="{6A5FCB2C-BB3D-4456-BD50-A16165D77BBF}" destId="{1792A4EC-D9D8-4E54-B26E-7EC3CBFC9440}" srcOrd="0" destOrd="0" presId="urn:microsoft.com/office/officeart/2005/8/layout/cycle3"/>
    <dgm:cxn modelId="{C51C3D9C-02F3-4BCC-89FF-759D4F7D0530}" srcId="{9924FE17-1352-4F6C-AD83-2DBCA035503E}" destId="{07D9C323-6361-4D21-A83D-5552A587C51B}" srcOrd="2" destOrd="0" parTransId="{D78276DB-F2EC-4FFE-B672-392A9CF8A0B4}" sibTransId="{8D8667E3-BAAC-48B7-8217-E01423F7E6C1}"/>
    <dgm:cxn modelId="{9254611C-AE88-41F1-82AA-FD8B1DC8FF33}" srcId="{9924FE17-1352-4F6C-AD83-2DBCA035503E}" destId="{B190735C-A92B-47D7-BEBE-A41BAEAD43E1}" srcOrd="1" destOrd="0" parTransId="{5D71A7AA-ED69-40F6-8F01-F7F86EB63B1B}" sibTransId="{12B0F162-1A0A-499F-8B10-7C8CE61DD503}"/>
    <dgm:cxn modelId="{4AEE1236-67E1-4960-922C-2E3D95DF1C32}" srcId="{9924FE17-1352-4F6C-AD83-2DBCA035503E}" destId="{5FD81D11-D79C-4A43-8D60-3DAA7F9AD316}" srcOrd="3" destOrd="0" parTransId="{D40FD02B-9DA1-4EB9-B9A9-E5D2608BB2CE}" sibTransId="{542F0B8B-309E-4971-ACFD-DD0575977A42}"/>
    <dgm:cxn modelId="{768EFF9A-1C1B-4173-A4B4-2AD3EE3FAD90}" type="presOf" srcId="{5FD81D11-D79C-4A43-8D60-3DAA7F9AD316}" destId="{57FA7A2D-15FB-488E-994A-1231D4F85600}" srcOrd="0" destOrd="0" presId="urn:microsoft.com/office/officeart/2005/8/layout/cycle3"/>
    <dgm:cxn modelId="{F7F4118B-806A-480F-8DB8-A8BCE0298C91}" type="presParOf" srcId="{C31FB912-2899-42E3-82F0-CAEBF11129F3}" destId="{13749CC1-8FDF-4557-8E9A-F24B27FD8F2E}" srcOrd="0" destOrd="0" presId="urn:microsoft.com/office/officeart/2005/8/layout/cycle3"/>
    <dgm:cxn modelId="{848085B1-E3C3-46DB-B591-3321E3DCE005}" type="presParOf" srcId="{13749CC1-8FDF-4557-8E9A-F24B27FD8F2E}" destId="{0D07FB85-1C5F-46A7-B916-0EE5EAB4B2B4}" srcOrd="0" destOrd="0" presId="urn:microsoft.com/office/officeart/2005/8/layout/cycle3"/>
    <dgm:cxn modelId="{7F7689AF-3A54-4DE0-8400-703365D5D838}" type="presParOf" srcId="{13749CC1-8FDF-4557-8E9A-F24B27FD8F2E}" destId="{1792A4EC-D9D8-4E54-B26E-7EC3CBFC9440}" srcOrd="1" destOrd="0" presId="urn:microsoft.com/office/officeart/2005/8/layout/cycle3"/>
    <dgm:cxn modelId="{92673EF9-69AA-4AD4-B906-1F52FF42D785}" type="presParOf" srcId="{13749CC1-8FDF-4557-8E9A-F24B27FD8F2E}" destId="{5AF79B08-9A29-4782-8D7E-DCBEE9006D02}" srcOrd="2" destOrd="0" presId="urn:microsoft.com/office/officeart/2005/8/layout/cycle3"/>
    <dgm:cxn modelId="{DB035AFE-4B98-42AA-9CBD-1A2D7BAE050C}" type="presParOf" srcId="{13749CC1-8FDF-4557-8E9A-F24B27FD8F2E}" destId="{9DAA75BF-F3D3-45DD-A32E-FF96E4FBDAE1}" srcOrd="3" destOrd="0" presId="urn:microsoft.com/office/officeart/2005/8/layout/cycle3"/>
    <dgm:cxn modelId="{1C8DF2BE-E895-4E3A-BD7D-F1F02D496190}" type="presParOf" srcId="{13749CC1-8FDF-4557-8E9A-F24B27FD8F2E}" destId="{57FA7A2D-15FB-488E-994A-1231D4F85600}" srcOrd="4" destOrd="0" presId="urn:microsoft.com/office/officeart/2005/8/layout/cycle3"/>
    <dgm:cxn modelId="{BD259F64-90AB-43CC-8B14-28CB3D004568}" type="presParOf" srcId="{13749CC1-8FDF-4557-8E9A-F24B27FD8F2E}" destId="{AD7D0782-70AC-48F1-9B1A-C27C3B944828}" srcOrd="5" destOrd="0" presId="urn:microsoft.com/office/officeart/2005/8/layout/cycle3"/>
    <dgm:cxn modelId="{7C346EA9-0A39-491F-992D-AF89725AC96A}" type="presParOf" srcId="{13749CC1-8FDF-4557-8E9A-F24B27FD8F2E}" destId="{18E34228-5AD9-49D2-839B-18BC66A4E3DE}" srcOrd="6"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92A4EC-D9D8-4E54-B26E-7EC3CBFC9440}">
      <dsp:nvSpPr>
        <dsp:cNvPr id="0" name=""/>
        <dsp:cNvSpPr/>
      </dsp:nvSpPr>
      <dsp:spPr>
        <a:xfrm>
          <a:off x="2170781" y="-4533"/>
          <a:ext cx="4562843" cy="4562843"/>
        </a:xfrm>
        <a:prstGeom prst="circularArrow">
          <a:avLst>
            <a:gd name="adj1" fmla="val 5274"/>
            <a:gd name="adj2" fmla="val 312630"/>
            <a:gd name="adj3" fmla="val 14219243"/>
            <a:gd name="adj4" fmla="val 17132221"/>
            <a:gd name="adj5" fmla="val 5477"/>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07FB85-1C5F-46A7-B916-0EE5EAB4B2B4}">
      <dsp:nvSpPr>
        <dsp:cNvPr id="0" name=""/>
        <dsp:cNvSpPr/>
      </dsp:nvSpPr>
      <dsp:spPr>
        <a:xfrm>
          <a:off x="3580458" y="907"/>
          <a:ext cx="1743489" cy="871744"/>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b="1" i="0" u="none" strike="noStrike" kern="1200" cap="none">
              <a:latin typeface="Calibri"/>
              <a:ea typeface="+mn-ea"/>
              <a:cs typeface="Calibri"/>
              <a:sym typeface="Arial"/>
            </a:rPr>
            <a:t>Planifier la gestion des configurations</a:t>
          </a:r>
          <a:endParaRPr lang="fr-FR" sz="1400" kern="1200" dirty="0">
            <a:latin typeface="Arial"/>
            <a:ea typeface="+mn-ea"/>
            <a:cs typeface="+mn-cs"/>
          </a:endParaRPr>
        </a:p>
      </dsp:txBody>
      <dsp:txXfrm>
        <a:off x="3623013" y="43462"/>
        <a:ext cx="1658379" cy="786634"/>
      </dsp:txXfrm>
    </dsp:sp>
    <dsp:sp modelId="{5AF79B08-9A29-4782-8D7E-DCBEE9006D02}">
      <dsp:nvSpPr>
        <dsp:cNvPr id="0" name=""/>
        <dsp:cNvSpPr/>
      </dsp:nvSpPr>
      <dsp:spPr>
        <a:xfrm>
          <a:off x="5183516" y="926433"/>
          <a:ext cx="1743489" cy="871744"/>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b="1" i="0" u="none" strike="noStrike" kern="1200" cap="none">
              <a:latin typeface="Calibri"/>
              <a:ea typeface="+mn-ea"/>
              <a:cs typeface="Calibri"/>
            </a:rPr>
            <a:t>Structurer la CMDB</a:t>
          </a:r>
          <a:endParaRPr lang="fr-FR" sz="1400" kern="1200" dirty="0">
            <a:latin typeface="Arial"/>
            <a:ea typeface="+mn-ea"/>
            <a:cs typeface="+mn-cs"/>
          </a:endParaRPr>
        </a:p>
      </dsp:txBody>
      <dsp:txXfrm>
        <a:off x="5226071" y="968988"/>
        <a:ext cx="1658379" cy="786634"/>
      </dsp:txXfrm>
    </dsp:sp>
    <dsp:sp modelId="{9DAA75BF-F3D3-45DD-A32E-FF96E4FBDAE1}">
      <dsp:nvSpPr>
        <dsp:cNvPr id="0" name=""/>
        <dsp:cNvSpPr/>
      </dsp:nvSpPr>
      <dsp:spPr>
        <a:xfrm>
          <a:off x="5435196" y="2508694"/>
          <a:ext cx="1743489" cy="871744"/>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b="1" i="0" u="none" strike="noStrike" kern="1200" cap="none">
              <a:latin typeface="Calibri"/>
              <a:ea typeface="+mn-ea"/>
              <a:cs typeface="Calibri"/>
            </a:rPr>
            <a:t>Mettre à jour les CI de façon contrôlée</a:t>
          </a:r>
          <a:endParaRPr lang="fr-FR" sz="1400" kern="1200" dirty="0">
            <a:latin typeface="Arial"/>
            <a:ea typeface="+mn-ea"/>
            <a:cs typeface="+mn-cs"/>
          </a:endParaRPr>
        </a:p>
      </dsp:txBody>
      <dsp:txXfrm>
        <a:off x="5477751" y="2551249"/>
        <a:ext cx="1658379" cy="786634"/>
      </dsp:txXfrm>
    </dsp:sp>
    <dsp:sp modelId="{57FA7A2D-15FB-488E-994A-1231D4F85600}">
      <dsp:nvSpPr>
        <dsp:cNvPr id="0" name=""/>
        <dsp:cNvSpPr/>
      </dsp:nvSpPr>
      <dsp:spPr>
        <a:xfrm>
          <a:off x="3735257" y="3703920"/>
          <a:ext cx="1743489" cy="871744"/>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b="1" i="0" u="none" strike="noStrike" kern="1200" cap="none">
              <a:latin typeface="Calibri"/>
              <a:ea typeface="+mn-ea"/>
              <a:cs typeface="Calibri"/>
            </a:rPr>
            <a:t>Détecter et traiter les incohérences</a:t>
          </a:r>
          <a:endParaRPr lang="fr-FR" sz="1400" kern="1200" dirty="0">
            <a:latin typeface="Arial"/>
            <a:ea typeface="+mn-ea"/>
            <a:cs typeface="+mn-cs"/>
          </a:endParaRPr>
        </a:p>
      </dsp:txBody>
      <dsp:txXfrm>
        <a:off x="3777812" y="3746475"/>
        <a:ext cx="1658379" cy="786634"/>
      </dsp:txXfrm>
    </dsp:sp>
    <dsp:sp modelId="{AD7D0782-70AC-48F1-9B1A-C27C3B944828}">
      <dsp:nvSpPr>
        <dsp:cNvPr id="0" name=""/>
        <dsp:cNvSpPr/>
      </dsp:nvSpPr>
      <dsp:spPr>
        <a:xfrm>
          <a:off x="1881119" y="2507917"/>
          <a:ext cx="1743489" cy="871744"/>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b="1" i="0" u="none" strike="noStrike" kern="1200" cap="none">
              <a:latin typeface="Calibri"/>
              <a:ea typeface="+mn-ea"/>
              <a:cs typeface="Calibri"/>
            </a:rPr>
            <a:t>Mettre à disposition les informations sur les CI</a:t>
          </a:r>
          <a:endParaRPr lang="fr-FR" sz="1400" kern="1200" dirty="0">
            <a:latin typeface="Arial"/>
            <a:ea typeface="+mn-ea"/>
            <a:cs typeface="+mn-cs"/>
          </a:endParaRPr>
        </a:p>
      </dsp:txBody>
      <dsp:txXfrm>
        <a:off x="1923674" y="2550472"/>
        <a:ext cx="1658379" cy="786634"/>
      </dsp:txXfrm>
    </dsp:sp>
    <dsp:sp modelId="{18E34228-5AD9-49D2-839B-18BC66A4E3DE}">
      <dsp:nvSpPr>
        <dsp:cNvPr id="0" name=""/>
        <dsp:cNvSpPr/>
      </dsp:nvSpPr>
      <dsp:spPr>
        <a:xfrm>
          <a:off x="1881872" y="1144801"/>
          <a:ext cx="1743489" cy="871744"/>
        </a:xfrm>
        <a:prstGeom prst="roundRect">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fr-FR" sz="1400" b="1" i="0" u="none" strike="noStrike" kern="1200" cap="none">
              <a:latin typeface="Calibri"/>
              <a:ea typeface="+mn-ea"/>
              <a:cs typeface="Calibri"/>
            </a:rPr>
            <a:t>Auditer et vérifier la CMDB</a:t>
          </a:r>
          <a:endParaRPr lang="fr-FR" sz="1400" kern="1200" dirty="0">
            <a:latin typeface="Arial"/>
            <a:ea typeface="+mn-ea"/>
            <a:cs typeface="+mn-cs"/>
          </a:endParaRPr>
        </a:p>
      </dsp:txBody>
      <dsp:txXfrm>
        <a:off x="1924427" y="1187356"/>
        <a:ext cx="1658379" cy="786634"/>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914281" y="2130922"/>
            <a:ext cx="10361851" cy="1470366"/>
          </a:xfrm>
        </p:spPr>
        <p:txBody>
          <a:bodyPr/>
          <a:lstStyle/>
          <a:p>
            <a:r>
              <a:rPr lang="fr-FR"/>
              <a:t>Modifiez le style du titre</a:t>
            </a:r>
          </a:p>
        </p:txBody>
      </p:sp>
      <p:sp>
        <p:nvSpPr>
          <p:cNvPr id="3" name="Sous-titre 2"/>
          <p:cNvSpPr>
            <a:spLocks noGrp="1"/>
          </p:cNvSpPr>
          <p:nvPr>
            <p:ph type="subTitle" idx="1"/>
          </p:nvPr>
        </p:nvSpPr>
        <p:spPr>
          <a:xfrm>
            <a:off x="1828562" y="3887100"/>
            <a:ext cx="8533289" cy="1753006"/>
          </a:xfrm>
        </p:spPr>
        <p:txBody>
          <a:bodyPr/>
          <a:lstStyle>
            <a:lvl1pPr marL="0" indent="0" algn="ctr">
              <a:buNone/>
              <a:defRPr>
                <a:solidFill>
                  <a:schemeClr val="tx1">
                    <a:tint val="75000"/>
                  </a:schemeClr>
                </a:solidFill>
              </a:defRPr>
            </a:lvl1pPr>
            <a:lvl2pPr marL="519488" indent="0" algn="ctr">
              <a:buNone/>
              <a:defRPr>
                <a:solidFill>
                  <a:schemeClr val="tx1">
                    <a:tint val="75000"/>
                  </a:schemeClr>
                </a:solidFill>
              </a:defRPr>
            </a:lvl2pPr>
            <a:lvl3pPr marL="1038977" indent="0" algn="ctr">
              <a:buNone/>
              <a:defRPr>
                <a:solidFill>
                  <a:schemeClr val="tx1">
                    <a:tint val="75000"/>
                  </a:schemeClr>
                </a:solidFill>
              </a:defRPr>
            </a:lvl3pPr>
            <a:lvl4pPr marL="1558465" indent="0" algn="ctr">
              <a:buNone/>
              <a:defRPr>
                <a:solidFill>
                  <a:schemeClr val="tx1">
                    <a:tint val="75000"/>
                  </a:schemeClr>
                </a:solidFill>
              </a:defRPr>
            </a:lvl4pPr>
            <a:lvl5pPr marL="2077952" indent="0" algn="ctr">
              <a:buNone/>
              <a:defRPr>
                <a:solidFill>
                  <a:schemeClr val="tx1">
                    <a:tint val="75000"/>
                  </a:schemeClr>
                </a:solidFill>
              </a:defRPr>
            </a:lvl5pPr>
            <a:lvl6pPr marL="2597440" indent="0" algn="ctr">
              <a:buNone/>
              <a:defRPr>
                <a:solidFill>
                  <a:schemeClr val="tx1">
                    <a:tint val="75000"/>
                  </a:schemeClr>
                </a:solidFill>
              </a:defRPr>
            </a:lvl6pPr>
            <a:lvl7pPr marL="3116929" indent="0" algn="ctr">
              <a:buNone/>
              <a:defRPr>
                <a:solidFill>
                  <a:schemeClr val="tx1">
                    <a:tint val="75000"/>
                  </a:schemeClr>
                </a:solidFill>
              </a:defRPr>
            </a:lvl7pPr>
            <a:lvl8pPr marL="3636417" indent="0" algn="ctr">
              <a:buNone/>
              <a:defRPr>
                <a:solidFill>
                  <a:schemeClr val="tx1">
                    <a:tint val="75000"/>
                  </a:schemeClr>
                </a:solidFill>
              </a:defRPr>
            </a:lvl8pPr>
            <a:lvl9pPr marL="4155905" indent="0" algn="ctr">
              <a:buNone/>
              <a:defRPr>
                <a:solidFill>
                  <a:schemeClr val="tx1">
                    <a:tint val="75000"/>
                  </a:schemeClr>
                </a:solidFill>
              </a:defRPr>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52C55F08-28F2-4486-A1C7-D3A5F250758C}"/>
              </a:ext>
            </a:extLst>
          </p:cNvPr>
          <p:cNvSpPr>
            <a:spLocks noGrp="1"/>
          </p:cNvSpPr>
          <p:nvPr>
            <p:ph type="dt" sz="half" idx="10"/>
          </p:nvPr>
        </p:nvSpPr>
        <p:spPr/>
        <p:txBody>
          <a:bodyPr/>
          <a:lstStyle>
            <a:lvl1pPr>
              <a:defRPr/>
            </a:lvl1pPr>
          </a:lstStyle>
          <a:p>
            <a:pPr>
              <a:defRPr/>
            </a:pPr>
            <a:fld id="{CF1AA916-3953-456B-B600-1A72DA93200E}" type="datetimeFigureOut">
              <a:rPr lang="fr-FR"/>
              <a:pPr>
                <a:defRPr/>
              </a:pPr>
              <a:t>26/08/2021</a:t>
            </a:fld>
            <a:endParaRPr lang="fr-FR"/>
          </a:p>
        </p:txBody>
      </p:sp>
      <p:sp>
        <p:nvSpPr>
          <p:cNvPr id="5" name="Espace réservé du pied de page 4">
            <a:extLst>
              <a:ext uri="{FF2B5EF4-FFF2-40B4-BE49-F238E27FC236}">
                <a16:creationId xmlns:a16="http://schemas.microsoft.com/office/drawing/2014/main" id="{4306953C-F9FD-49C4-96B1-238FBF5E8DDC}"/>
              </a:ext>
            </a:extLst>
          </p:cNvPr>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a:extLst>
              <a:ext uri="{FF2B5EF4-FFF2-40B4-BE49-F238E27FC236}">
                <a16:creationId xmlns:a16="http://schemas.microsoft.com/office/drawing/2014/main" id="{DBFDDF3F-324E-40C7-8D86-2471B27F9F1A}"/>
              </a:ext>
            </a:extLst>
          </p:cNvPr>
          <p:cNvSpPr>
            <a:spLocks noGrp="1"/>
          </p:cNvSpPr>
          <p:nvPr>
            <p:ph type="sldNum" sz="quarter" idx="12"/>
          </p:nvPr>
        </p:nvSpPr>
        <p:spPr/>
        <p:txBody>
          <a:bodyPr/>
          <a:lstStyle>
            <a:lvl1pPr>
              <a:defRPr/>
            </a:lvl1pPr>
          </a:lstStyle>
          <a:p>
            <a:pPr>
              <a:defRPr/>
            </a:pPr>
            <a:fld id="{6D60C880-C6B0-4320-AB3B-B82B4653B0EF}" type="slidenum">
              <a:rPr lang="fr-FR" altLang="fr-FR"/>
              <a:pPr>
                <a:defRPr/>
              </a:pPr>
              <a:t>‹N°›</a:t>
            </a:fld>
            <a:endParaRPr lang="fr-FR" altLang="fr-FR"/>
          </a:p>
        </p:txBody>
      </p:sp>
    </p:spTree>
    <p:extLst>
      <p:ext uri="{BB962C8B-B14F-4D97-AF65-F5344CB8AC3E}">
        <p14:creationId xmlns:p14="http://schemas.microsoft.com/office/powerpoint/2010/main" val="1680032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2152B15-DF72-4B94-89F5-B0E2E8C81747}"/>
              </a:ext>
            </a:extLst>
          </p:cNvPr>
          <p:cNvSpPr>
            <a:spLocks noGrp="1"/>
          </p:cNvSpPr>
          <p:nvPr>
            <p:ph type="dt" sz="half" idx="10"/>
          </p:nvPr>
        </p:nvSpPr>
        <p:spPr/>
        <p:txBody>
          <a:bodyPr/>
          <a:lstStyle>
            <a:lvl1pPr>
              <a:defRPr/>
            </a:lvl1pPr>
          </a:lstStyle>
          <a:p>
            <a:pPr>
              <a:defRPr/>
            </a:pPr>
            <a:fld id="{779C0D69-31B9-4FEF-82CE-8DA8B4670576}" type="datetimeFigureOut">
              <a:rPr lang="fr-FR"/>
              <a:pPr>
                <a:defRPr/>
              </a:pPr>
              <a:t>26/08/2021</a:t>
            </a:fld>
            <a:endParaRPr lang="fr-FR"/>
          </a:p>
        </p:txBody>
      </p:sp>
      <p:sp>
        <p:nvSpPr>
          <p:cNvPr id="5" name="Espace réservé du pied de page 4">
            <a:extLst>
              <a:ext uri="{FF2B5EF4-FFF2-40B4-BE49-F238E27FC236}">
                <a16:creationId xmlns:a16="http://schemas.microsoft.com/office/drawing/2014/main" id="{E9FBE752-0F99-4DAD-B8A7-0E10643BD5C3}"/>
              </a:ext>
            </a:extLst>
          </p:cNvPr>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a:extLst>
              <a:ext uri="{FF2B5EF4-FFF2-40B4-BE49-F238E27FC236}">
                <a16:creationId xmlns:a16="http://schemas.microsoft.com/office/drawing/2014/main" id="{ED5A6F48-D07E-482C-AD59-6AD4B0AB598A}"/>
              </a:ext>
            </a:extLst>
          </p:cNvPr>
          <p:cNvSpPr>
            <a:spLocks noGrp="1"/>
          </p:cNvSpPr>
          <p:nvPr>
            <p:ph type="sldNum" sz="quarter" idx="12"/>
          </p:nvPr>
        </p:nvSpPr>
        <p:spPr/>
        <p:txBody>
          <a:bodyPr/>
          <a:lstStyle>
            <a:lvl1pPr>
              <a:defRPr/>
            </a:lvl1pPr>
          </a:lstStyle>
          <a:p>
            <a:pPr>
              <a:defRPr/>
            </a:pPr>
            <a:fld id="{A7A975A2-F884-4940-A662-9D7F3725123C}" type="slidenum">
              <a:rPr lang="fr-FR" altLang="fr-FR"/>
              <a:pPr>
                <a:defRPr/>
              </a:pPr>
              <a:t>‹N°›</a:t>
            </a:fld>
            <a:endParaRPr lang="fr-FR" altLang="fr-FR"/>
          </a:p>
        </p:txBody>
      </p:sp>
    </p:spTree>
    <p:extLst>
      <p:ext uri="{BB962C8B-B14F-4D97-AF65-F5344CB8AC3E}">
        <p14:creationId xmlns:p14="http://schemas.microsoft.com/office/powerpoint/2010/main" val="3969965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962959" y="4407923"/>
            <a:ext cx="10361851" cy="1362390"/>
          </a:xfrm>
        </p:spPr>
        <p:txBody>
          <a:bodyPr anchor="t"/>
          <a:lstStyle>
            <a:lvl1pPr algn="l">
              <a:defRPr sz="4500" b="1" cap="all"/>
            </a:lvl1pPr>
          </a:lstStyle>
          <a:p>
            <a:r>
              <a:rPr lang="fr-FR"/>
              <a:t>Modifiez le style du titre</a:t>
            </a:r>
          </a:p>
        </p:txBody>
      </p:sp>
      <p:sp>
        <p:nvSpPr>
          <p:cNvPr id="3" name="Espace réservé du texte 2"/>
          <p:cNvSpPr>
            <a:spLocks noGrp="1"/>
          </p:cNvSpPr>
          <p:nvPr>
            <p:ph type="body" idx="1"/>
          </p:nvPr>
        </p:nvSpPr>
        <p:spPr>
          <a:xfrm>
            <a:off x="962959" y="2907386"/>
            <a:ext cx="10361851" cy="1500534"/>
          </a:xfrm>
        </p:spPr>
        <p:txBody>
          <a:bodyPr anchor="b"/>
          <a:lstStyle>
            <a:lvl1pPr marL="0" indent="0">
              <a:buNone/>
              <a:defRPr sz="2300">
                <a:solidFill>
                  <a:schemeClr val="tx1">
                    <a:tint val="75000"/>
                  </a:schemeClr>
                </a:solidFill>
              </a:defRPr>
            </a:lvl1pPr>
            <a:lvl2pPr marL="519488" indent="0">
              <a:buNone/>
              <a:defRPr sz="2000">
                <a:solidFill>
                  <a:schemeClr val="tx1">
                    <a:tint val="75000"/>
                  </a:schemeClr>
                </a:solidFill>
              </a:defRPr>
            </a:lvl2pPr>
            <a:lvl3pPr marL="1038977" indent="0">
              <a:buNone/>
              <a:defRPr sz="1900">
                <a:solidFill>
                  <a:schemeClr val="tx1">
                    <a:tint val="75000"/>
                  </a:schemeClr>
                </a:solidFill>
              </a:defRPr>
            </a:lvl3pPr>
            <a:lvl4pPr marL="1558465" indent="0">
              <a:buNone/>
              <a:defRPr sz="1600">
                <a:solidFill>
                  <a:schemeClr val="tx1">
                    <a:tint val="75000"/>
                  </a:schemeClr>
                </a:solidFill>
              </a:defRPr>
            </a:lvl4pPr>
            <a:lvl5pPr marL="2077952" indent="0">
              <a:buNone/>
              <a:defRPr sz="1600">
                <a:solidFill>
                  <a:schemeClr val="tx1">
                    <a:tint val="75000"/>
                  </a:schemeClr>
                </a:solidFill>
              </a:defRPr>
            </a:lvl5pPr>
            <a:lvl6pPr marL="2597440" indent="0">
              <a:buNone/>
              <a:defRPr sz="1600">
                <a:solidFill>
                  <a:schemeClr val="tx1">
                    <a:tint val="75000"/>
                  </a:schemeClr>
                </a:solidFill>
              </a:defRPr>
            </a:lvl6pPr>
            <a:lvl7pPr marL="3116929" indent="0">
              <a:buNone/>
              <a:defRPr sz="1600">
                <a:solidFill>
                  <a:schemeClr val="tx1">
                    <a:tint val="75000"/>
                  </a:schemeClr>
                </a:solidFill>
              </a:defRPr>
            </a:lvl7pPr>
            <a:lvl8pPr marL="3636417" indent="0">
              <a:buNone/>
              <a:defRPr sz="1600">
                <a:solidFill>
                  <a:schemeClr val="tx1">
                    <a:tint val="75000"/>
                  </a:schemeClr>
                </a:solidFill>
              </a:defRPr>
            </a:lvl8pPr>
            <a:lvl9pPr marL="4155905" indent="0">
              <a:buNone/>
              <a:defRPr sz="1600">
                <a:solidFill>
                  <a:schemeClr val="tx1">
                    <a:tint val="75000"/>
                  </a:schemeClr>
                </a:solidFill>
              </a:defRPr>
            </a:lvl9pPr>
          </a:lstStyle>
          <a:p>
            <a:pPr lvl="0"/>
            <a:r>
              <a:rPr lang="fr-FR"/>
              <a:t>Modifiez les styles du texte du masque</a:t>
            </a:r>
          </a:p>
        </p:txBody>
      </p:sp>
      <p:sp>
        <p:nvSpPr>
          <p:cNvPr id="4" name="Espace réservé de la date 3">
            <a:extLst>
              <a:ext uri="{FF2B5EF4-FFF2-40B4-BE49-F238E27FC236}">
                <a16:creationId xmlns:a16="http://schemas.microsoft.com/office/drawing/2014/main" id="{DD912345-E0BB-413B-9728-C1182618FC73}"/>
              </a:ext>
            </a:extLst>
          </p:cNvPr>
          <p:cNvSpPr>
            <a:spLocks noGrp="1"/>
          </p:cNvSpPr>
          <p:nvPr>
            <p:ph type="dt" sz="half" idx="10"/>
          </p:nvPr>
        </p:nvSpPr>
        <p:spPr/>
        <p:txBody>
          <a:bodyPr/>
          <a:lstStyle>
            <a:lvl1pPr>
              <a:defRPr/>
            </a:lvl1pPr>
          </a:lstStyle>
          <a:p>
            <a:pPr>
              <a:defRPr/>
            </a:pPr>
            <a:fld id="{318D1F78-8FDE-4C80-93E6-10A27015BA62}" type="datetimeFigureOut">
              <a:rPr lang="fr-FR"/>
              <a:pPr>
                <a:defRPr/>
              </a:pPr>
              <a:t>26/08/2021</a:t>
            </a:fld>
            <a:endParaRPr lang="fr-FR"/>
          </a:p>
        </p:txBody>
      </p:sp>
      <p:sp>
        <p:nvSpPr>
          <p:cNvPr id="5" name="Espace réservé du pied de page 4">
            <a:extLst>
              <a:ext uri="{FF2B5EF4-FFF2-40B4-BE49-F238E27FC236}">
                <a16:creationId xmlns:a16="http://schemas.microsoft.com/office/drawing/2014/main" id="{DA108B57-21A4-481B-9594-97AA19BF2519}"/>
              </a:ext>
            </a:extLst>
          </p:cNvPr>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a:extLst>
              <a:ext uri="{FF2B5EF4-FFF2-40B4-BE49-F238E27FC236}">
                <a16:creationId xmlns:a16="http://schemas.microsoft.com/office/drawing/2014/main" id="{F41F2FB5-6530-4709-AE0F-305AC28D75E8}"/>
              </a:ext>
            </a:extLst>
          </p:cNvPr>
          <p:cNvSpPr>
            <a:spLocks noGrp="1"/>
          </p:cNvSpPr>
          <p:nvPr>
            <p:ph type="sldNum" sz="quarter" idx="12"/>
          </p:nvPr>
        </p:nvSpPr>
        <p:spPr/>
        <p:txBody>
          <a:bodyPr/>
          <a:lstStyle>
            <a:lvl1pPr>
              <a:defRPr/>
            </a:lvl1pPr>
          </a:lstStyle>
          <a:p>
            <a:pPr>
              <a:defRPr/>
            </a:pPr>
            <a:fld id="{0CB34122-3E6C-42D1-86CC-7817B2692D49}" type="slidenum">
              <a:rPr lang="fr-FR" altLang="fr-FR"/>
              <a:pPr>
                <a:defRPr/>
              </a:pPr>
              <a:t>‹N°›</a:t>
            </a:fld>
            <a:endParaRPr lang="fr-FR" altLang="fr-FR"/>
          </a:p>
        </p:txBody>
      </p:sp>
    </p:spTree>
    <p:extLst>
      <p:ext uri="{BB962C8B-B14F-4D97-AF65-F5344CB8AC3E}">
        <p14:creationId xmlns:p14="http://schemas.microsoft.com/office/powerpoint/2010/main" val="3367576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609521" y="1600573"/>
            <a:ext cx="5384099" cy="4527011"/>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96793" y="1600573"/>
            <a:ext cx="5384099" cy="4527011"/>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3">
            <a:extLst>
              <a:ext uri="{FF2B5EF4-FFF2-40B4-BE49-F238E27FC236}">
                <a16:creationId xmlns:a16="http://schemas.microsoft.com/office/drawing/2014/main" id="{BDCE424B-2813-4E3B-8F24-2B485312AFAB}"/>
              </a:ext>
            </a:extLst>
          </p:cNvPr>
          <p:cNvSpPr>
            <a:spLocks noGrp="1"/>
          </p:cNvSpPr>
          <p:nvPr>
            <p:ph type="dt" sz="half" idx="10"/>
          </p:nvPr>
        </p:nvSpPr>
        <p:spPr/>
        <p:txBody>
          <a:bodyPr/>
          <a:lstStyle>
            <a:lvl1pPr>
              <a:defRPr/>
            </a:lvl1pPr>
          </a:lstStyle>
          <a:p>
            <a:pPr>
              <a:defRPr/>
            </a:pPr>
            <a:fld id="{5BA0D529-D823-44C4-A633-F946B6287C76}" type="datetimeFigureOut">
              <a:rPr lang="fr-FR"/>
              <a:pPr>
                <a:defRPr/>
              </a:pPr>
              <a:t>26/08/2021</a:t>
            </a:fld>
            <a:endParaRPr lang="fr-FR"/>
          </a:p>
        </p:txBody>
      </p:sp>
      <p:sp>
        <p:nvSpPr>
          <p:cNvPr id="6" name="Espace réservé du pied de page 4">
            <a:extLst>
              <a:ext uri="{FF2B5EF4-FFF2-40B4-BE49-F238E27FC236}">
                <a16:creationId xmlns:a16="http://schemas.microsoft.com/office/drawing/2014/main" id="{DF317168-4AC8-49C0-B881-6A8CDEF046AE}"/>
              </a:ext>
            </a:extLst>
          </p:cNvPr>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a:extLst>
              <a:ext uri="{FF2B5EF4-FFF2-40B4-BE49-F238E27FC236}">
                <a16:creationId xmlns:a16="http://schemas.microsoft.com/office/drawing/2014/main" id="{324BB1F1-F46C-4985-BE75-31DF62D358AF}"/>
              </a:ext>
            </a:extLst>
          </p:cNvPr>
          <p:cNvSpPr>
            <a:spLocks noGrp="1"/>
          </p:cNvSpPr>
          <p:nvPr>
            <p:ph type="sldNum" sz="quarter" idx="12"/>
          </p:nvPr>
        </p:nvSpPr>
        <p:spPr/>
        <p:txBody>
          <a:bodyPr/>
          <a:lstStyle>
            <a:lvl1pPr>
              <a:defRPr/>
            </a:lvl1pPr>
          </a:lstStyle>
          <a:p>
            <a:pPr>
              <a:defRPr/>
            </a:pPr>
            <a:fld id="{7AB1AD42-825C-4B62-988D-946C61C851A1}" type="slidenum">
              <a:rPr lang="fr-FR" altLang="fr-FR"/>
              <a:pPr>
                <a:defRPr/>
              </a:pPr>
              <a:t>‹N°›</a:t>
            </a:fld>
            <a:endParaRPr lang="fr-FR" altLang="fr-FR"/>
          </a:p>
        </p:txBody>
      </p:sp>
    </p:spTree>
    <p:extLst>
      <p:ext uri="{BB962C8B-B14F-4D97-AF65-F5344CB8AC3E}">
        <p14:creationId xmlns:p14="http://schemas.microsoft.com/office/powerpoint/2010/main" val="2827954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609521" y="1535470"/>
            <a:ext cx="5386216" cy="639911"/>
          </a:xfrm>
        </p:spPr>
        <p:txBody>
          <a:bodyPr anchor="b"/>
          <a:lstStyle>
            <a:lvl1pPr marL="0" indent="0">
              <a:buNone/>
              <a:defRPr sz="2700" b="1"/>
            </a:lvl1pPr>
            <a:lvl2pPr marL="519488" indent="0">
              <a:buNone/>
              <a:defRPr sz="2300" b="1"/>
            </a:lvl2pPr>
            <a:lvl3pPr marL="1038977" indent="0">
              <a:buNone/>
              <a:defRPr sz="2000" b="1"/>
            </a:lvl3pPr>
            <a:lvl4pPr marL="1558465" indent="0">
              <a:buNone/>
              <a:defRPr sz="1900" b="1"/>
            </a:lvl4pPr>
            <a:lvl5pPr marL="2077952" indent="0">
              <a:buNone/>
              <a:defRPr sz="1900" b="1"/>
            </a:lvl5pPr>
            <a:lvl6pPr marL="2597440" indent="0">
              <a:buNone/>
              <a:defRPr sz="1900" b="1"/>
            </a:lvl6pPr>
            <a:lvl7pPr marL="3116929" indent="0">
              <a:buNone/>
              <a:defRPr sz="1900" b="1"/>
            </a:lvl7pPr>
            <a:lvl8pPr marL="3636417" indent="0">
              <a:buNone/>
              <a:defRPr sz="1900" b="1"/>
            </a:lvl8pPr>
            <a:lvl9pPr marL="4155905" indent="0">
              <a:buNone/>
              <a:defRPr sz="1900" b="1"/>
            </a:lvl9pPr>
          </a:lstStyle>
          <a:p>
            <a:pPr lvl="0"/>
            <a:r>
              <a:rPr lang="fr-FR"/>
              <a:t>Modifiez les styles du texte du masque</a:t>
            </a:r>
          </a:p>
        </p:txBody>
      </p:sp>
      <p:sp>
        <p:nvSpPr>
          <p:cNvPr id="4" name="Espace réservé du contenu 3"/>
          <p:cNvSpPr>
            <a:spLocks noGrp="1"/>
          </p:cNvSpPr>
          <p:nvPr>
            <p:ph sz="half" idx="2"/>
          </p:nvPr>
        </p:nvSpPr>
        <p:spPr>
          <a:xfrm>
            <a:off x="609521" y="2175378"/>
            <a:ext cx="5386216" cy="3952203"/>
          </a:xfrm>
        </p:spPr>
        <p:txBody>
          <a:bodyPr/>
          <a:lstStyle>
            <a:lvl1pPr>
              <a:defRPr sz="2700"/>
            </a:lvl1pPr>
            <a:lvl2pPr>
              <a:defRPr sz="2300"/>
            </a:lvl2pPr>
            <a:lvl3pPr>
              <a:defRPr sz="2000"/>
            </a:lvl3pPr>
            <a:lvl4pPr>
              <a:defRPr sz="1900"/>
            </a:lvl4pPr>
            <a:lvl5pPr>
              <a:defRPr sz="1900"/>
            </a:lvl5pPr>
            <a:lvl6pPr>
              <a:defRPr sz="1900"/>
            </a:lvl6pPr>
            <a:lvl7pPr>
              <a:defRPr sz="1900"/>
            </a:lvl7pPr>
            <a:lvl8pPr>
              <a:defRPr sz="1900"/>
            </a:lvl8pPr>
            <a:lvl9pPr>
              <a:defRPr sz="19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92565" y="1535470"/>
            <a:ext cx="5388332" cy="639911"/>
          </a:xfrm>
        </p:spPr>
        <p:txBody>
          <a:bodyPr anchor="b"/>
          <a:lstStyle>
            <a:lvl1pPr marL="0" indent="0">
              <a:buNone/>
              <a:defRPr sz="2700" b="1"/>
            </a:lvl1pPr>
            <a:lvl2pPr marL="519488" indent="0">
              <a:buNone/>
              <a:defRPr sz="2300" b="1"/>
            </a:lvl2pPr>
            <a:lvl3pPr marL="1038977" indent="0">
              <a:buNone/>
              <a:defRPr sz="2000" b="1"/>
            </a:lvl3pPr>
            <a:lvl4pPr marL="1558465" indent="0">
              <a:buNone/>
              <a:defRPr sz="1900" b="1"/>
            </a:lvl4pPr>
            <a:lvl5pPr marL="2077952" indent="0">
              <a:buNone/>
              <a:defRPr sz="1900" b="1"/>
            </a:lvl5pPr>
            <a:lvl6pPr marL="2597440" indent="0">
              <a:buNone/>
              <a:defRPr sz="1900" b="1"/>
            </a:lvl6pPr>
            <a:lvl7pPr marL="3116929" indent="0">
              <a:buNone/>
              <a:defRPr sz="1900" b="1"/>
            </a:lvl7pPr>
            <a:lvl8pPr marL="3636417" indent="0">
              <a:buNone/>
              <a:defRPr sz="1900" b="1"/>
            </a:lvl8pPr>
            <a:lvl9pPr marL="4155905" indent="0">
              <a:buNone/>
              <a:defRPr sz="1900" b="1"/>
            </a:lvl9pPr>
          </a:lstStyle>
          <a:p>
            <a:pPr lvl="0"/>
            <a:r>
              <a:rPr lang="fr-FR"/>
              <a:t>Modifiez les styles du texte du masque</a:t>
            </a:r>
          </a:p>
        </p:txBody>
      </p:sp>
      <p:sp>
        <p:nvSpPr>
          <p:cNvPr id="6" name="Espace réservé du contenu 5"/>
          <p:cNvSpPr>
            <a:spLocks noGrp="1"/>
          </p:cNvSpPr>
          <p:nvPr>
            <p:ph sz="quarter" idx="4"/>
          </p:nvPr>
        </p:nvSpPr>
        <p:spPr>
          <a:xfrm>
            <a:off x="6192565" y="2175378"/>
            <a:ext cx="5388332" cy="3952203"/>
          </a:xfrm>
        </p:spPr>
        <p:txBody>
          <a:bodyPr/>
          <a:lstStyle>
            <a:lvl1pPr>
              <a:defRPr sz="2700"/>
            </a:lvl1pPr>
            <a:lvl2pPr>
              <a:defRPr sz="2300"/>
            </a:lvl2pPr>
            <a:lvl3pPr>
              <a:defRPr sz="2000"/>
            </a:lvl3pPr>
            <a:lvl4pPr>
              <a:defRPr sz="1900"/>
            </a:lvl4pPr>
            <a:lvl5pPr>
              <a:defRPr sz="1900"/>
            </a:lvl5pPr>
            <a:lvl6pPr>
              <a:defRPr sz="1900"/>
            </a:lvl6pPr>
            <a:lvl7pPr>
              <a:defRPr sz="1900"/>
            </a:lvl7pPr>
            <a:lvl8pPr>
              <a:defRPr sz="1900"/>
            </a:lvl8pPr>
            <a:lvl9pPr>
              <a:defRPr sz="19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3">
            <a:extLst>
              <a:ext uri="{FF2B5EF4-FFF2-40B4-BE49-F238E27FC236}">
                <a16:creationId xmlns:a16="http://schemas.microsoft.com/office/drawing/2014/main" id="{B40E4A22-7375-4827-899E-AE9ADC555CA6}"/>
              </a:ext>
            </a:extLst>
          </p:cNvPr>
          <p:cNvSpPr>
            <a:spLocks noGrp="1"/>
          </p:cNvSpPr>
          <p:nvPr>
            <p:ph type="dt" sz="half" idx="10"/>
          </p:nvPr>
        </p:nvSpPr>
        <p:spPr/>
        <p:txBody>
          <a:bodyPr/>
          <a:lstStyle>
            <a:lvl1pPr>
              <a:defRPr/>
            </a:lvl1pPr>
          </a:lstStyle>
          <a:p>
            <a:pPr>
              <a:defRPr/>
            </a:pPr>
            <a:fld id="{94C865F0-409A-46E9-9356-1657A5DDC782}" type="datetimeFigureOut">
              <a:rPr lang="fr-FR"/>
              <a:pPr>
                <a:defRPr/>
              </a:pPr>
              <a:t>26/08/2021</a:t>
            </a:fld>
            <a:endParaRPr lang="fr-FR"/>
          </a:p>
        </p:txBody>
      </p:sp>
      <p:sp>
        <p:nvSpPr>
          <p:cNvPr id="8" name="Espace réservé du pied de page 4">
            <a:extLst>
              <a:ext uri="{FF2B5EF4-FFF2-40B4-BE49-F238E27FC236}">
                <a16:creationId xmlns:a16="http://schemas.microsoft.com/office/drawing/2014/main" id="{BECAB5B9-013E-46D9-93AD-A5CB8B957A07}"/>
              </a:ext>
            </a:extLst>
          </p:cNvPr>
          <p:cNvSpPr>
            <a:spLocks noGrp="1"/>
          </p:cNvSpPr>
          <p:nvPr>
            <p:ph type="ftr" sz="quarter" idx="11"/>
          </p:nvPr>
        </p:nvSpPr>
        <p:spPr/>
        <p:txBody>
          <a:bodyPr/>
          <a:lstStyle>
            <a:lvl1pPr>
              <a:defRPr/>
            </a:lvl1pPr>
          </a:lstStyle>
          <a:p>
            <a:pPr>
              <a:defRPr/>
            </a:pPr>
            <a:endParaRPr lang="fr-FR"/>
          </a:p>
        </p:txBody>
      </p:sp>
      <p:sp>
        <p:nvSpPr>
          <p:cNvPr id="9" name="Espace réservé du numéro de diapositive 5">
            <a:extLst>
              <a:ext uri="{FF2B5EF4-FFF2-40B4-BE49-F238E27FC236}">
                <a16:creationId xmlns:a16="http://schemas.microsoft.com/office/drawing/2014/main" id="{1A87F8D6-00D4-4C9D-8700-A4F573A03493}"/>
              </a:ext>
            </a:extLst>
          </p:cNvPr>
          <p:cNvSpPr>
            <a:spLocks noGrp="1"/>
          </p:cNvSpPr>
          <p:nvPr>
            <p:ph type="sldNum" sz="quarter" idx="12"/>
          </p:nvPr>
        </p:nvSpPr>
        <p:spPr/>
        <p:txBody>
          <a:bodyPr/>
          <a:lstStyle>
            <a:lvl1pPr>
              <a:defRPr/>
            </a:lvl1pPr>
          </a:lstStyle>
          <a:p>
            <a:pPr>
              <a:defRPr/>
            </a:pPr>
            <a:fld id="{59C73653-76AF-4BEC-BB94-9280AA246529}" type="slidenum">
              <a:rPr lang="fr-FR" altLang="fr-FR"/>
              <a:pPr>
                <a:defRPr/>
              </a:pPr>
              <a:t>‹N°›</a:t>
            </a:fld>
            <a:endParaRPr lang="fr-FR" altLang="fr-FR"/>
          </a:p>
        </p:txBody>
      </p:sp>
    </p:spTree>
    <p:extLst>
      <p:ext uri="{BB962C8B-B14F-4D97-AF65-F5344CB8AC3E}">
        <p14:creationId xmlns:p14="http://schemas.microsoft.com/office/powerpoint/2010/main" val="1901629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3">
            <a:extLst>
              <a:ext uri="{FF2B5EF4-FFF2-40B4-BE49-F238E27FC236}">
                <a16:creationId xmlns:a16="http://schemas.microsoft.com/office/drawing/2014/main" id="{763B167B-0B0B-4931-A67E-CB1B518E4C4D}"/>
              </a:ext>
            </a:extLst>
          </p:cNvPr>
          <p:cNvSpPr>
            <a:spLocks noGrp="1"/>
          </p:cNvSpPr>
          <p:nvPr>
            <p:ph type="dt" sz="half" idx="10"/>
          </p:nvPr>
        </p:nvSpPr>
        <p:spPr/>
        <p:txBody>
          <a:bodyPr/>
          <a:lstStyle>
            <a:lvl1pPr>
              <a:defRPr/>
            </a:lvl1pPr>
          </a:lstStyle>
          <a:p>
            <a:pPr>
              <a:defRPr/>
            </a:pPr>
            <a:fld id="{1EDAF070-FAE7-4100-B01A-B836D620439F}" type="datetimeFigureOut">
              <a:rPr lang="fr-FR"/>
              <a:pPr>
                <a:defRPr/>
              </a:pPr>
              <a:t>26/08/2021</a:t>
            </a:fld>
            <a:endParaRPr lang="fr-FR"/>
          </a:p>
        </p:txBody>
      </p:sp>
      <p:sp>
        <p:nvSpPr>
          <p:cNvPr id="4" name="Espace réservé du pied de page 4">
            <a:extLst>
              <a:ext uri="{FF2B5EF4-FFF2-40B4-BE49-F238E27FC236}">
                <a16:creationId xmlns:a16="http://schemas.microsoft.com/office/drawing/2014/main" id="{1AC3110E-E0D1-44B9-AB1E-72501AF8BF0E}"/>
              </a:ext>
            </a:extLst>
          </p:cNvPr>
          <p:cNvSpPr>
            <a:spLocks noGrp="1"/>
          </p:cNvSpPr>
          <p:nvPr>
            <p:ph type="ftr" sz="quarter" idx="11"/>
          </p:nvPr>
        </p:nvSpPr>
        <p:spPr/>
        <p:txBody>
          <a:bodyPr/>
          <a:lstStyle>
            <a:lvl1pPr>
              <a:defRPr/>
            </a:lvl1pPr>
          </a:lstStyle>
          <a:p>
            <a:pPr>
              <a:defRPr/>
            </a:pPr>
            <a:endParaRPr lang="fr-FR"/>
          </a:p>
        </p:txBody>
      </p:sp>
      <p:sp>
        <p:nvSpPr>
          <p:cNvPr id="5" name="Espace réservé du numéro de diapositive 5">
            <a:extLst>
              <a:ext uri="{FF2B5EF4-FFF2-40B4-BE49-F238E27FC236}">
                <a16:creationId xmlns:a16="http://schemas.microsoft.com/office/drawing/2014/main" id="{818737D5-497E-4961-94DD-0807F4D09D5D}"/>
              </a:ext>
            </a:extLst>
          </p:cNvPr>
          <p:cNvSpPr>
            <a:spLocks noGrp="1"/>
          </p:cNvSpPr>
          <p:nvPr>
            <p:ph type="sldNum" sz="quarter" idx="12"/>
          </p:nvPr>
        </p:nvSpPr>
        <p:spPr/>
        <p:txBody>
          <a:bodyPr/>
          <a:lstStyle>
            <a:lvl1pPr>
              <a:defRPr/>
            </a:lvl1pPr>
          </a:lstStyle>
          <a:p>
            <a:pPr>
              <a:defRPr/>
            </a:pPr>
            <a:fld id="{FDE15B60-89F2-47ED-A32E-D0748B820D3A}" type="slidenum">
              <a:rPr lang="fr-FR" altLang="fr-FR"/>
              <a:pPr>
                <a:defRPr/>
              </a:pPr>
              <a:t>‹N°›</a:t>
            </a:fld>
            <a:endParaRPr lang="fr-FR" altLang="fr-FR"/>
          </a:p>
        </p:txBody>
      </p:sp>
    </p:spTree>
    <p:extLst>
      <p:ext uri="{BB962C8B-B14F-4D97-AF65-F5344CB8AC3E}">
        <p14:creationId xmlns:p14="http://schemas.microsoft.com/office/powerpoint/2010/main" val="1924325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a:extLst>
              <a:ext uri="{FF2B5EF4-FFF2-40B4-BE49-F238E27FC236}">
                <a16:creationId xmlns:a16="http://schemas.microsoft.com/office/drawing/2014/main" id="{6629EDED-9EAF-4EB0-8793-0605732D585F}"/>
              </a:ext>
            </a:extLst>
          </p:cNvPr>
          <p:cNvSpPr>
            <a:spLocks noGrp="1"/>
          </p:cNvSpPr>
          <p:nvPr>
            <p:ph type="dt" sz="half" idx="10"/>
          </p:nvPr>
        </p:nvSpPr>
        <p:spPr/>
        <p:txBody>
          <a:bodyPr/>
          <a:lstStyle>
            <a:lvl1pPr>
              <a:defRPr/>
            </a:lvl1pPr>
          </a:lstStyle>
          <a:p>
            <a:pPr>
              <a:defRPr/>
            </a:pPr>
            <a:fld id="{DB085A0B-0E8A-4D92-BEED-951C72F386EB}" type="datetimeFigureOut">
              <a:rPr lang="fr-FR"/>
              <a:pPr>
                <a:defRPr/>
              </a:pPr>
              <a:t>26/08/2021</a:t>
            </a:fld>
            <a:endParaRPr lang="fr-FR"/>
          </a:p>
        </p:txBody>
      </p:sp>
      <p:sp>
        <p:nvSpPr>
          <p:cNvPr id="3" name="Espace réservé du pied de page 4">
            <a:extLst>
              <a:ext uri="{FF2B5EF4-FFF2-40B4-BE49-F238E27FC236}">
                <a16:creationId xmlns:a16="http://schemas.microsoft.com/office/drawing/2014/main" id="{FEDE4FB8-AC11-4B63-8461-5C3BC30C3035}"/>
              </a:ext>
            </a:extLst>
          </p:cNvPr>
          <p:cNvSpPr>
            <a:spLocks noGrp="1"/>
          </p:cNvSpPr>
          <p:nvPr>
            <p:ph type="ftr" sz="quarter" idx="11"/>
          </p:nvPr>
        </p:nvSpPr>
        <p:spPr/>
        <p:txBody>
          <a:bodyPr/>
          <a:lstStyle>
            <a:lvl1pPr>
              <a:defRPr/>
            </a:lvl1pPr>
          </a:lstStyle>
          <a:p>
            <a:pPr>
              <a:defRPr/>
            </a:pPr>
            <a:endParaRPr lang="fr-FR"/>
          </a:p>
        </p:txBody>
      </p:sp>
      <p:sp>
        <p:nvSpPr>
          <p:cNvPr id="4" name="Espace réservé du numéro de diapositive 5">
            <a:extLst>
              <a:ext uri="{FF2B5EF4-FFF2-40B4-BE49-F238E27FC236}">
                <a16:creationId xmlns:a16="http://schemas.microsoft.com/office/drawing/2014/main" id="{03A422DB-A440-4609-A415-A008C715CDE3}"/>
              </a:ext>
            </a:extLst>
          </p:cNvPr>
          <p:cNvSpPr>
            <a:spLocks noGrp="1"/>
          </p:cNvSpPr>
          <p:nvPr>
            <p:ph type="sldNum" sz="quarter" idx="12"/>
          </p:nvPr>
        </p:nvSpPr>
        <p:spPr/>
        <p:txBody>
          <a:bodyPr/>
          <a:lstStyle>
            <a:lvl1pPr>
              <a:defRPr/>
            </a:lvl1pPr>
          </a:lstStyle>
          <a:p>
            <a:pPr>
              <a:defRPr/>
            </a:pPr>
            <a:fld id="{098C411A-D0E6-4928-ACF3-A8FA1FE7818A}" type="slidenum">
              <a:rPr lang="fr-FR" altLang="fr-FR"/>
              <a:pPr>
                <a:defRPr/>
              </a:pPr>
              <a:t>‹N°›</a:t>
            </a:fld>
            <a:endParaRPr lang="fr-FR" altLang="fr-FR"/>
          </a:p>
        </p:txBody>
      </p:sp>
    </p:spTree>
    <p:extLst>
      <p:ext uri="{BB962C8B-B14F-4D97-AF65-F5344CB8AC3E}">
        <p14:creationId xmlns:p14="http://schemas.microsoft.com/office/powerpoint/2010/main" val="947893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609525" y="273114"/>
            <a:ext cx="4010562" cy="1162320"/>
          </a:xfrm>
        </p:spPr>
        <p:txBody>
          <a:bodyPr anchor="b"/>
          <a:lstStyle>
            <a:lvl1pPr algn="l">
              <a:defRPr sz="2300" b="1"/>
            </a:lvl1pPr>
          </a:lstStyle>
          <a:p>
            <a:r>
              <a:rPr lang="fr-FR"/>
              <a:t>Modifiez le style du titre</a:t>
            </a:r>
          </a:p>
        </p:txBody>
      </p:sp>
      <p:sp>
        <p:nvSpPr>
          <p:cNvPr id="3" name="Espace réservé du contenu 2"/>
          <p:cNvSpPr>
            <a:spLocks noGrp="1"/>
          </p:cNvSpPr>
          <p:nvPr>
            <p:ph idx="1"/>
          </p:nvPr>
        </p:nvSpPr>
        <p:spPr>
          <a:xfrm>
            <a:off x="4766114" y="273117"/>
            <a:ext cx="6814779" cy="5854469"/>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609525" y="1435437"/>
            <a:ext cx="4010562" cy="4692149"/>
          </a:xfrm>
        </p:spPr>
        <p:txBody>
          <a:bodyPr/>
          <a:lstStyle>
            <a:lvl1pPr marL="0" indent="0">
              <a:buNone/>
              <a:defRPr sz="1600"/>
            </a:lvl1pPr>
            <a:lvl2pPr marL="519488" indent="0">
              <a:buNone/>
              <a:defRPr sz="1300"/>
            </a:lvl2pPr>
            <a:lvl3pPr marL="1038977" indent="0">
              <a:buNone/>
              <a:defRPr sz="1200"/>
            </a:lvl3pPr>
            <a:lvl4pPr marL="1558465" indent="0">
              <a:buNone/>
              <a:defRPr sz="1100"/>
            </a:lvl4pPr>
            <a:lvl5pPr marL="2077952" indent="0">
              <a:buNone/>
              <a:defRPr sz="1100"/>
            </a:lvl5pPr>
            <a:lvl6pPr marL="2597440" indent="0">
              <a:buNone/>
              <a:defRPr sz="1100"/>
            </a:lvl6pPr>
            <a:lvl7pPr marL="3116929" indent="0">
              <a:buNone/>
              <a:defRPr sz="1100"/>
            </a:lvl7pPr>
            <a:lvl8pPr marL="3636417" indent="0">
              <a:buNone/>
              <a:defRPr sz="1100"/>
            </a:lvl8pPr>
            <a:lvl9pPr marL="4155905" indent="0">
              <a:buNone/>
              <a:defRPr sz="1100"/>
            </a:lvl9pPr>
          </a:lstStyle>
          <a:p>
            <a:pPr lvl="0"/>
            <a:r>
              <a:rPr lang="fr-FR"/>
              <a:t>Modifiez les styles du texte du masque</a:t>
            </a:r>
          </a:p>
        </p:txBody>
      </p:sp>
      <p:sp>
        <p:nvSpPr>
          <p:cNvPr id="5" name="Espace réservé de la date 3">
            <a:extLst>
              <a:ext uri="{FF2B5EF4-FFF2-40B4-BE49-F238E27FC236}">
                <a16:creationId xmlns:a16="http://schemas.microsoft.com/office/drawing/2014/main" id="{4E0413E7-EDEB-4E8C-B6A7-383ECA8B0C73}"/>
              </a:ext>
            </a:extLst>
          </p:cNvPr>
          <p:cNvSpPr>
            <a:spLocks noGrp="1"/>
          </p:cNvSpPr>
          <p:nvPr>
            <p:ph type="dt" sz="half" idx="10"/>
          </p:nvPr>
        </p:nvSpPr>
        <p:spPr/>
        <p:txBody>
          <a:bodyPr/>
          <a:lstStyle>
            <a:lvl1pPr>
              <a:defRPr/>
            </a:lvl1pPr>
          </a:lstStyle>
          <a:p>
            <a:pPr>
              <a:defRPr/>
            </a:pPr>
            <a:fld id="{76CA4104-BDAF-4B6B-AAA6-2876AED277CC}" type="datetimeFigureOut">
              <a:rPr lang="fr-FR"/>
              <a:pPr>
                <a:defRPr/>
              </a:pPr>
              <a:t>26/08/2021</a:t>
            </a:fld>
            <a:endParaRPr lang="fr-FR"/>
          </a:p>
        </p:txBody>
      </p:sp>
      <p:sp>
        <p:nvSpPr>
          <p:cNvPr id="6" name="Espace réservé du pied de page 4">
            <a:extLst>
              <a:ext uri="{FF2B5EF4-FFF2-40B4-BE49-F238E27FC236}">
                <a16:creationId xmlns:a16="http://schemas.microsoft.com/office/drawing/2014/main" id="{F6BEEF60-885C-407F-B716-991A11AB3B20}"/>
              </a:ext>
            </a:extLst>
          </p:cNvPr>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a:extLst>
              <a:ext uri="{FF2B5EF4-FFF2-40B4-BE49-F238E27FC236}">
                <a16:creationId xmlns:a16="http://schemas.microsoft.com/office/drawing/2014/main" id="{29A0205E-1749-43FA-BAB0-07ED0310C78B}"/>
              </a:ext>
            </a:extLst>
          </p:cNvPr>
          <p:cNvSpPr>
            <a:spLocks noGrp="1"/>
          </p:cNvSpPr>
          <p:nvPr>
            <p:ph type="sldNum" sz="quarter" idx="12"/>
          </p:nvPr>
        </p:nvSpPr>
        <p:spPr/>
        <p:txBody>
          <a:bodyPr/>
          <a:lstStyle>
            <a:lvl1pPr>
              <a:defRPr/>
            </a:lvl1pPr>
          </a:lstStyle>
          <a:p>
            <a:pPr>
              <a:defRPr/>
            </a:pPr>
            <a:fld id="{CAB9FBA6-5498-4C50-9816-AA41E7025E14}" type="slidenum">
              <a:rPr lang="fr-FR" altLang="fr-FR"/>
              <a:pPr>
                <a:defRPr/>
              </a:pPr>
              <a:t>‹N°›</a:t>
            </a:fld>
            <a:endParaRPr lang="fr-FR" altLang="fr-FR"/>
          </a:p>
        </p:txBody>
      </p:sp>
    </p:spTree>
    <p:extLst>
      <p:ext uri="{BB962C8B-B14F-4D97-AF65-F5344CB8AC3E}">
        <p14:creationId xmlns:p14="http://schemas.microsoft.com/office/powerpoint/2010/main" val="3608385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389406" y="4801713"/>
            <a:ext cx="7314248" cy="566870"/>
          </a:xfrm>
        </p:spPr>
        <p:txBody>
          <a:bodyPr anchor="b"/>
          <a:lstStyle>
            <a:lvl1pPr algn="l">
              <a:defRPr sz="2300" b="1"/>
            </a:lvl1pPr>
          </a:lstStyle>
          <a:p>
            <a:r>
              <a:rPr lang="fr-FR"/>
              <a:t>Modifiez le style du titre</a:t>
            </a:r>
          </a:p>
        </p:txBody>
      </p:sp>
      <p:sp>
        <p:nvSpPr>
          <p:cNvPr id="3" name="Espace réservé pour une image  2"/>
          <p:cNvSpPr>
            <a:spLocks noGrp="1"/>
          </p:cNvSpPr>
          <p:nvPr>
            <p:ph type="pic" idx="1"/>
          </p:nvPr>
        </p:nvSpPr>
        <p:spPr>
          <a:xfrm>
            <a:off x="2389406" y="612916"/>
            <a:ext cx="7314248" cy="4115753"/>
          </a:xfrm>
        </p:spPr>
        <p:txBody>
          <a:bodyPr rtlCol="0">
            <a:normAutofit/>
          </a:bodyPr>
          <a:lstStyle>
            <a:lvl1pPr marL="0" indent="0">
              <a:buNone/>
              <a:defRPr sz="3600"/>
            </a:lvl1pPr>
            <a:lvl2pPr marL="519488" indent="0">
              <a:buNone/>
              <a:defRPr sz="3200"/>
            </a:lvl2pPr>
            <a:lvl3pPr marL="1038977" indent="0">
              <a:buNone/>
              <a:defRPr sz="2700"/>
            </a:lvl3pPr>
            <a:lvl4pPr marL="1558465" indent="0">
              <a:buNone/>
              <a:defRPr sz="2300"/>
            </a:lvl4pPr>
            <a:lvl5pPr marL="2077952" indent="0">
              <a:buNone/>
              <a:defRPr sz="2300"/>
            </a:lvl5pPr>
            <a:lvl6pPr marL="2597440" indent="0">
              <a:buNone/>
              <a:defRPr sz="2300"/>
            </a:lvl6pPr>
            <a:lvl7pPr marL="3116929" indent="0">
              <a:buNone/>
              <a:defRPr sz="2300"/>
            </a:lvl7pPr>
            <a:lvl8pPr marL="3636417" indent="0">
              <a:buNone/>
              <a:defRPr sz="2300"/>
            </a:lvl8pPr>
            <a:lvl9pPr marL="4155905" indent="0">
              <a:buNone/>
              <a:defRPr sz="2300"/>
            </a:lvl9pPr>
          </a:lstStyle>
          <a:p>
            <a:pPr lvl="0"/>
            <a:endParaRPr lang="fr-FR" noProof="0"/>
          </a:p>
        </p:txBody>
      </p:sp>
      <p:sp>
        <p:nvSpPr>
          <p:cNvPr id="4" name="Espace réservé du texte 3"/>
          <p:cNvSpPr>
            <a:spLocks noGrp="1"/>
          </p:cNvSpPr>
          <p:nvPr>
            <p:ph type="body" sz="half" idx="2"/>
          </p:nvPr>
        </p:nvSpPr>
        <p:spPr>
          <a:xfrm>
            <a:off x="2389406" y="5368584"/>
            <a:ext cx="7314248" cy="805049"/>
          </a:xfrm>
        </p:spPr>
        <p:txBody>
          <a:bodyPr/>
          <a:lstStyle>
            <a:lvl1pPr marL="0" indent="0">
              <a:buNone/>
              <a:defRPr sz="1600"/>
            </a:lvl1pPr>
            <a:lvl2pPr marL="519488" indent="0">
              <a:buNone/>
              <a:defRPr sz="1300"/>
            </a:lvl2pPr>
            <a:lvl3pPr marL="1038977" indent="0">
              <a:buNone/>
              <a:defRPr sz="1200"/>
            </a:lvl3pPr>
            <a:lvl4pPr marL="1558465" indent="0">
              <a:buNone/>
              <a:defRPr sz="1100"/>
            </a:lvl4pPr>
            <a:lvl5pPr marL="2077952" indent="0">
              <a:buNone/>
              <a:defRPr sz="1100"/>
            </a:lvl5pPr>
            <a:lvl6pPr marL="2597440" indent="0">
              <a:buNone/>
              <a:defRPr sz="1100"/>
            </a:lvl6pPr>
            <a:lvl7pPr marL="3116929" indent="0">
              <a:buNone/>
              <a:defRPr sz="1100"/>
            </a:lvl7pPr>
            <a:lvl8pPr marL="3636417" indent="0">
              <a:buNone/>
              <a:defRPr sz="1100"/>
            </a:lvl8pPr>
            <a:lvl9pPr marL="4155905" indent="0">
              <a:buNone/>
              <a:defRPr sz="1100"/>
            </a:lvl9pPr>
          </a:lstStyle>
          <a:p>
            <a:pPr lvl="0"/>
            <a:r>
              <a:rPr lang="fr-FR"/>
              <a:t>Modifiez les styles du texte du masque</a:t>
            </a:r>
          </a:p>
        </p:txBody>
      </p:sp>
      <p:sp>
        <p:nvSpPr>
          <p:cNvPr id="5" name="Espace réservé de la date 3">
            <a:extLst>
              <a:ext uri="{FF2B5EF4-FFF2-40B4-BE49-F238E27FC236}">
                <a16:creationId xmlns:a16="http://schemas.microsoft.com/office/drawing/2014/main" id="{23626EC8-34EB-4B8D-9D3C-6134A6B8A4C5}"/>
              </a:ext>
            </a:extLst>
          </p:cNvPr>
          <p:cNvSpPr>
            <a:spLocks noGrp="1"/>
          </p:cNvSpPr>
          <p:nvPr>
            <p:ph type="dt" sz="half" idx="10"/>
          </p:nvPr>
        </p:nvSpPr>
        <p:spPr/>
        <p:txBody>
          <a:bodyPr/>
          <a:lstStyle>
            <a:lvl1pPr>
              <a:defRPr/>
            </a:lvl1pPr>
          </a:lstStyle>
          <a:p>
            <a:pPr>
              <a:defRPr/>
            </a:pPr>
            <a:fld id="{5DD428C3-A950-4DED-BB47-83853B1A35A5}" type="datetimeFigureOut">
              <a:rPr lang="fr-FR"/>
              <a:pPr>
                <a:defRPr/>
              </a:pPr>
              <a:t>26/08/2021</a:t>
            </a:fld>
            <a:endParaRPr lang="fr-FR"/>
          </a:p>
        </p:txBody>
      </p:sp>
      <p:sp>
        <p:nvSpPr>
          <p:cNvPr id="6" name="Espace réservé du pied de page 4">
            <a:extLst>
              <a:ext uri="{FF2B5EF4-FFF2-40B4-BE49-F238E27FC236}">
                <a16:creationId xmlns:a16="http://schemas.microsoft.com/office/drawing/2014/main" id="{21857EAD-366A-4E63-A1E2-AD3B2912DE83}"/>
              </a:ext>
            </a:extLst>
          </p:cNvPr>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a:extLst>
              <a:ext uri="{FF2B5EF4-FFF2-40B4-BE49-F238E27FC236}">
                <a16:creationId xmlns:a16="http://schemas.microsoft.com/office/drawing/2014/main" id="{E5125493-E9C4-4AE8-B337-743F774E1606}"/>
              </a:ext>
            </a:extLst>
          </p:cNvPr>
          <p:cNvSpPr>
            <a:spLocks noGrp="1"/>
          </p:cNvSpPr>
          <p:nvPr>
            <p:ph type="sldNum" sz="quarter" idx="12"/>
          </p:nvPr>
        </p:nvSpPr>
        <p:spPr/>
        <p:txBody>
          <a:bodyPr/>
          <a:lstStyle>
            <a:lvl1pPr>
              <a:defRPr/>
            </a:lvl1pPr>
          </a:lstStyle>
          <a:p>
            <a:pPr>
              <a:defRPr/>
            </a:pPr>
            <a:fld id="{1368C8D6-AA9C-4A57-BD1B-D6AD8E625248}" type="slidenum">
              <a:rPr lang="fr-FR" altLang="fr-FR"/>
              <a:pPr>
                <a:defRPr/>
              </a:pPr>
              <a:t>‹N°›</a:t>
            </a:fld>
            <a:endParaRPr lang="fr-FR" altLang="fr-FR"/>
          </a:p>
        </p:txBody>
      </p:sp>
    </p:spTree>
    <p:extLst>
      <p:ext uri="{BB962C8B-B14F-4D97-AF65-F5344CB8AC3E}">
        <p14:creationId xmlns:p14="http://schemas.microsoft.com/office/powerpoint/2010/main" val="1019364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F8F4303-EFB8-49CF-ACBE-76523F567F6B}"/>
              </a:ext>
            </a:extLst>
          </p:cNvPr>
          <p:cNvSpPr>
            <a:spLocks noGrp="1"/>
          </p:cNvSpPr>
          <p:nvPr>
            <p:ph type="dt" sz="half" idx="10"/>
          </p:nvPr>
        </p:nvSpPr>
        <p:spPr/>
        <p:txBody>
          <a:bodyPr/>
          <a:lstStyle>
            <a:lvl1pPr>
              <a:defRPr/>
            </a:lvl1pPr>
          </a:lstStyle>
          <a:p>
            <a:pPr>
              <a:defRPr/>
            </a:pPr>
            <a:fld id="{DB2547B9-67AD-4E55-AD65-6050F82DBB1F}" type="datetimeFigureOut">
              <a:rPr lang="fr-FR"/>
              <a:pPr>
                <a:defRPr/>
              </a:pPr>
              <a:t>26/08/2021</a:t>
            </a:fld>
            <a:endParaRPr lang="fr-FR"/>
          </a:p>
        </p:txBody>
      </p:sp>
      <p:sp>
        <p:nvSpPr>
          <p:cNvPr id="5" name="Espace réservé du pied de page 4">
            <a:extLst>
              <a:ext uri="{FF2B5EF4-FFF2-40B4-BE49-F238E27FC236}">
                <a16:creationId xmlns:a16="http://schemas.microsoft.com/office/drawing/2014/main" id="{11FE0AC2-6BE6-496C-9B77-A31F7860B407}"/>
              </a:ext>
            </a:extLst>
          </p:cNvPr>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a:extLst>
              <a:ext uri="{FF2B5EF4-FFF2-40B4-BE49-F238E27FC236}">
                <a16:creationId xmlns:a16="http://schemas.microsoft.com/office/drawing/2014/main" id="{3059A41F-692B-4951-B5A5-B415568E29B2}"/>
              </a:ext>
            </a:extLst>
          </p:cNvPr>
          <p:cNvSpPr>
            <a:spLocks noGrp="1"/>
          </p:cNvSpPr>
          <p:nvPr>
            <p:ph type="sldNum" sz="quarter" idx="12"/>
          </p:nvPr>
        </p:nvSpPr>
        <p:spPr/>
        <p:txBody>
          <a:bodyPr/>
          <a:lstStyle>
            <a:lvl1pPr>
              <a:defRPr/>
            </a:lvl1pPr>
          </a:lstStyle>
          <a:p>
            <a:pPr>
              <a:defRPr/>
            </a:pPr>
            <a:fld id="{6A5D9CF5-F40B-4FCD-93E0-2BEDB5BE6F03}" type="slidenum">
              <a:rPr lang="fr-FR" altLang="fr-FR"/>
              <a:pPr>
                <a:defRPr/>
              </a:pPr>
              <a:t>‹N°›</a:t>
            </a:fld>
            <a:endParaRPr lang="fr-FR" altLang="fr-FR"/>
          </a:p>
        </p:txBody>
      </p:sp>
    </p:spTree>
    <p:extLst>
      <p:ext uri="{BB962C8B-B14F-4D97-AF65-F5344CB8AC3E}">
        <p14:creationId xmlns:p14="http://schemas.microsoft.com/office/powerpoint/2010/main" val="1526876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838049" y="274704"/>
            <a:ext cx="2742843" cy="5852880"/>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609521" y="274704"/>
            <a:ext cx="8025355" cy="585288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1C360FE-3B47-476B-B860-CC102C260C02}"/>
              </a:ext>
            </a:extLst>
          </p:cNvPr>
          <p:cNvSpPr>
            <a:spLocks noGrp="1"/>
          </p:cNvSpPr>
          <p:nvPr>
            <p:ph type="dt" sz="half" idx="10"/>
          </p:nvPr>
        </p:nvSpPr>
        <p:spPr/>
        <p:txBody>
          <a:bodyPr/>
          <a:lstStyle>
            <a:lvl1pPr>
              <a:defRPr/>
            </a:lvl1pPr>
          </a:lstStyle>
          <a:p>
            <a:pPr>
              <a:defRPr/>
            </a:pPr>
            <a:fld id="{4990F217-25E7-4ED4-9CD8-7A681A05097D}" type="datetimeFigureOut">
              <a:rPr lang="fr-FR"/>
              <a:pPr>
                <a:defRPr/>
              </a:pPr>
              <a:t>26/08/2021</a:t>
            </a:fld>
            <a:endParaRPr lang="fr-FR"/>
          </a:p>
        </p:txBody>
      </p:sp>
      <p:sp>
        <p:nvSpPr>
          <p:cNvPr id="5" name="Espace réservé du pied de page 4">
            <a:extLst>
              <a:ext uri="{FF2B5EF4-FFF2-40B4-BE49-F238E27FC236}">
                <a16:creationId xmlns:a16="http://schemas.microsoft.com/office/drawing/2014/main" id="{FCA34912-9D8F-435B-9E6B-C76B41BB11A9}"/>
              </a:ext>
            </a:extLst>
          </p:cNvPr>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a:extLst>
              <a:ext uri="{FF2B5EF4-FFF2-40B4-BE49-F238E27FC236}">
                <a16:creationId xmlns:a16="http://schemas.microsoft.com/office/drawing/2014/main" id="{DE8B403B-5DB5-495A-975E-4A0912F01FE1}"/>
              </a:ext>
            </a:extLst>
          </p:cNvPr>
          <p:cNvSpPr>
            <a:spLocks noGrp="1"/>
          </p:cNvSpPr>
          <p:nvPr>
            <p:ph type="sldNum" sz="quarter" idx="12"/>
          </p:nvPr>
        </p:nvSpPr>
        <p:spPr/>
        <p:txBody>
          <a:bodyPr/>
          <a:lstStyle>
            <a:lvl1pPr>
              <a:defRPr/>
            </a:lvl1pPr>
          </a:lstStyle>
          <a:p>
            <a:pPr>
              <a:defRPr/>
            </a:pPr>
            <a:fld id="{74FAD93B-D142-443C-B15A-2BAA20CD52D7}" type="slidenum">
              <a:rPr lang="fr-FR" altLang="fr-FR"/>
              <a:pPr>
                <a:defRPr/>
              </a:pPr>
              <a:t>‹N°›</a:t>
            </a:fld>
            <a:endParaRPr lang="fr-FR" altLang="fr-FR"/>
          </a:p>
        </p:txBody>
      </p:sp>
    </p:spTree>
    <p:extLst>
      <p:ext uri="{BB962C8B-B14F-4D97-AF65-F5344CB8AC3E}">
        <p14:creationId xmlns:p14="http://schemas.microsoft.com/office/powerpoint/2010/main" val="2132675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Espace réservé du titre 1">
            <a:extLst>
              <a:ext uri="{FF2B5EF4-FFF2-40B4-BE49-F238E27FC236}">
                <a16:creationId xmlns:a16="http://schemas.microsoft.com/office/drawing/2014/main" id="{DB529CC3-C3DB-448F-8EF2-F51FC67CAE5B}"/>
              </a:ext>
            </a:extLst>
          </p:cNvPr>
          <p:cNvSpPr>
            <a:spLocks noGrp="1"/>
          </p:cNvSpPr>
          <p:nvPr>
            <p:ph type="title"/>
          </p:nvPr>
        </p:nvSpPr>
        <p:spPr bwMode="auto">
          <a:xfrm>
            <a:off x="609600" y="274638"/>
            <a:ext cx="109712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3897" tIns="51949" rIns="103897" bIns="51949" numCol="1" anchor="ctr" anchorCtr="0" compatLnSpc="1">
            <a:prstTxWarp prst="textNoShape">
              <a:avLst/>
            </a:prstTxWarp>
          </a:bodyPr>
          <a:lstStyle/>
          <a:p>
            <a:pPr lvl="0"/>
            <a:r>
              <a:rPr lang="fr-FR" altLang="fr-FR"/>
              <a:t>Modifiez le style du titre</a:t>
            </a:r>
          </a:p>
        </p:txBody>
      </p:sp>
      <p:sp>
        <p:nvSpPr>
          <p:cNvPr id="1027" name="Espace réservé du texte 2">
            <a:extLst>
              <a:ext uri="{FF2B5EF4-FFF2-40B4-BE49-F238E27FC236}">
                <a16:creationId xmlns:a16="http://schemas.microsoft.com/office/drawing/2014/main" id="{23571D4E-E1FF-4B62-9C39-59A76BEE0518}"/>
              </a:ext>
            </a:extLst>
          </p:cNvPr>
          <p:cNvSpPr>
            <a:spLocks noGrp="1"/>
          </p:cNvSpPr>
          <p:nvPr>
            <p:ph type="body" idx="1"/>
          </p:nvPr>
        </p:nvSpPr>
        <p:spPr bwMode="auto">
          <a:xfrm>
            <a:off x="609600" y="1600200"/>
            <a:ext cx="10971213" cy="452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3897" tIns="51949" rIns="103897" bIns="51949" numCol="1" anchor="t" anchorCtr="0" compatLnSpc="1">
            <a:prstTxWarp prst="textNoShape">
              <a:avLst/>
            </a:prstTxWarp>
          </a:bodyPr>
          <a:lstStyle/>
          <a:p>
            <a:pPr lvl="0"/>
            <a:r>
              <a:rPr lang="fr-FR" altLang="fr-FR"/>
              <a:t>Modifiez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4" name="Espace réservé de la date 3">
            <a:extLst>
              <a:ext uri="{FF2B5EF4-FFF2-40B4-BE49-F238E27FC236}">
                <a16:creationId xmlns:a16="http://schemas.microsoft.com/office/drawing/2014/main" id="{D4156FA4-C438-4D24-9841-09540288612D}"/>
              </a:ext>
            </a:extLst>
          </p:cNvPr>
          <p:cNvSpPr>
            <a:spLocks noGrp="1"/>
          </p:cNvSpPr>
          <p:nvPr>
            <p:ph type="dt" sz="half" idx="2"/>
          </p:nvPr>
        </p:nvSpPr>
        <p:spPr>
          <a:xfrm>
            <a:off x="609600" y="6357938"/>
            <a:ext cx="2844800" cy="365125"/>
          </a:xfrm>
          <a:prstGeom prst="rect">
            <a:avLst/>
          </a:prstGeom>
        </p:spPr>
        <p:txBody>
          <a:bodyPr vert="horz" lIns="103897" tIns="51949" rIns="103897" bIns="51949" rtlCol="0" anchor="ctr"/>
          <a:lstStyle>
            <a:lvl1pPr algn="l" defTabSz="1038977" eaLnBrk="1" fontAlgn="auto" hangingPunct="1">
              <a:spcBef>
                <a:spcPts val="0"/>
              </a:spcBef>
              <a:spcAft>
                <a:spcPts val="0"/>
              </a:spcAft>
              <a:defRPr sz="1300">
                <a:solidFill>
                  <a:schemeClr val="tx1">
                    <a:tint val="75000"/>
                  </a:schemeClr>
                </a:solidFill>
                <a:latin typeface="+mn-lt"/>
                <a:cs typeface="+mn-cs"/>
              </a:defRPr>
            </a:lvl1pPr>
          </a:lstStyle>
          <a:p>
            <a:pPr>
              <a:defRPr/>
            </a:pPr>
            <a:fld id="{3A116395-9A3A-4C1C-BF01-909AE7507B30}" type="datetimeFigureOut">
              <a:rPr lang="fr-FR"/>
              <a:pPr>
                <a:defRPr/>
              </a:pPr>
              <a:t>26/08/2021</a:t>
            </a:fld>
            <a:endParaRPr lang="fr-FR"/>
          </a:p>
        </p:txBody>
      </p:sp>
      <p:sp>
        <p:nvSpPr>
          <p:cNvPr id="5" name="Espace réservé du pied de page 4">
            <a:extLst>
              <a:ext uri="{FF2B5EF4-FFF2-40B4-BE49-F238E27FC236}">
                <a16:creationId xmlns:a16="http://schemas.microsoft.com/office/drawing/2014/main" id="{423B881F-1C42-4C13-A9B3-12116C9EF9D3}"/>
              </a:ext>
            </a:extLst>
          </p:cNvPr>
          <p:cNvSpPr>
            <a:spLocks noGrp="1"/>
          </p:cNvSpPr>
          <p:nvPr>
            <p:ph type="ftr" sz="quarter" idx="3"/>
          </p:nvPr>
        </p:nvSpPr>
        <p:spPr>
          <a:xfrm>
            <a:off x="4165600" y="6357938"/>
            <a:ext cx="3859213" cy="365125"/>
          </a:xfrm>
          <a:prstGeom prst="rect">
            <a:avLst/>
          </a:prstGeom>
        </p:spPr>
        <p:txBody>
          <a:bodyPr vert="horz" lIns="103897" tIns="51949" rIns="103897" bIns="51949" rtlCol="0" anchor="ctr"/>
          <a:lstStyle>
            <a:lvl1pPr algn="ctr" defTabSz="1038977" eaLnBrk="1" fontAlgn="auto" hangingPunct="1">
              <a:spcBef>
                <a:spcPts val="0"/>
              </a:spcBef>
              <a:spcAft>
                <a:spcPts val="0"/>
              </a:spcAft>
              <a:defRPr sz="1300">
                <a:solidFill>
                  <a:schemeClr val="tx1">
                    <a:tint val="75000"/>
                  </a:schemeClr>
                </a:solidFill>
                <a:latin typeface="+mn-lt"/>
                <a:cs typeface="+mn-cs"/>
              </a:defRPr>
            </a:lvl1pPr>
          </a:lstStyle>
          <a:p>
            <a:pPr>
              <a:defRPr/>
            </a:pPr>
            <a:endParaRPr lang="fr-FR"/>
          </a:p>
        </p:txBody>
      </p:sp>
      <p:sp>
        <p:nvSpPr>
          <p:cNvPr id="6" name="Espace réservé du numéro de diapositive 5">
            <a:extLst>
              <a:ext uri="{FF2B5EF4-FFF2-40B4-BE49-F238E27FC236}">
                <a16:creationId xmlns:a16="http://schemas.microsoft.com/office/drawing/2014/main" id="{3BC53008-32F1-4A91-95A9-8026D4DC52C6}"/>
              </a:ext>
            </a:extLst>
          </p:cNvPr>
          <p:cNvSpPr>
            <a:spLocks noGrp="1"/>
          </p:cNvSpPr>
          <p:nvPr>
            <p:ph type="sldNum" sz="quarter" idx="4"/>
          </p:nvPr>
        </p:nvSpPr>
        <p:spPr>
          <a:xfrm>
            <a:off x="8736013" y="6357938"/>
            <a:ext cx="2844800" cy="365125"/>
          </a:xfrm>
          <a:prstGeom prst="rect">
            <a:avLst/>
          </a:prstGeom>
        </p:spPr>
        <p:txBody>
          <a:bodyPr vert="horz" wrap="square" lIns="103897" tIns="51949" rIns="103897" bIns="51949" numCol="1" anchor="ctr" anchorCtr="0" compatLnSpc="1">
            <a:prstTxWarp prst="textNoShape">
              <a:avLst/>
            </a:prstTxWarp>
          </a:bodyPr>
          <a:lstStyle>
            <a:lvl1pPr algn="r" eaLnBrk="1" hangingPunct="1">
              <a:defRPr sz="1300" smtClean="0">
                <a:solidFill>
                  <a:srgbClr val="898989"/>
                </a:solidFill>
              </a:defRPr>
            </a:lvl1pPr>
          </a:lstStyle>
          <a:p>
            <a:pPr>
              <a:defRPr/>
            </a:pPr>
            <a:fld id="{7209F7A6-72A4-4E1A-8A38-F983FD8C7C79}" type="slidenum">
              <a:rPr lang="fr-FR" altLang="fr-FR"/>
              <a:pPr>
                <a:defRPr/>
              </a:pPr>
              <a:t>‹N°›</a:t>
            </a:fld>
            <a:endParaRPr lang="fr-FR" altLang="fr-FR"/>
          </a:p>
        </p:txBody>
      </p:sp>
      <p:pic>
        <p:nvPicPr>
          <p:cNvPr id="7" name="Image 6">
            <a:extLst>
              <a:ext uri="{FF2B5EF4-FFF2-40B4-BE49-F238E27FC236}">
                <a16:creationId xmlns:a16="http://schemas.microsoft.com/office/drawing/2014/main" id="{36B8C17C-F113-49D5-9216-18C80C972CC7}"/>
              </a:ext>
            </a:extLst>
          </p:cNvPr>
          <p:cNvPicPr>
            <a:picLocks noChangeAspect="1"/>
          </p:cNvPicPr>
          <p:nvPr userDrawn="1"/>
        </p:nvPicPr>
        <p:blipFill>
          <a:blip r:embed="rId13"/>
          <a:stretch>
            <a:fillRect/>
          </a:stretch>
        </p:blipFill>
        <p:spPr>
          <a:xfrm>
            <a:off x="10775726" y="6127750"/>
            <a:ext cx="1286191" cy="67472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038225" rtl="0" eaLnBrk="0" fontAlgn="base" hangingPunct="0">
        <a:spcBef>
          <a:spcPct val="0"/>
        </a:spcBef>
        <a:spcAft>
          <a:spcPct val="0"/>
        </a:spcAft>
        <a:defRPr sz="4900" kern="1200">
          <a:solidFill>
            <a:schemeClr val="tx1"/>
          </a:solidFill>
          <a:latin typeface="+mj-lt"/>
          <a:ea typeface="+mj-ea"/>
          <a:cs typeface="+mj-cs"/>
        </a:defRPr>
      </a:lvl1pPr>
      <a:lvl2pPr algn="ctr" defTabSz="1038225" rtl="0" eaLnBrk="0" fontAlgn="base" hangingPunct="0">
        <a:spcBef>
          <a:spcPct val="0"/>
        </a:spcBef>
        <a:spcAft>
          <a:spcPct val="0"/>
        </a:spcAft>
        <a:defRPr sz="4900">
          <a:solidFill>
            <a:schemeClr val="tx1"/>
          </a:solidFill>
          <a:latin typeface="Calibri" pitchFamily="34" charset="0"/>
        </a:defRPr>
      </a:lvl2pPr>
      <a:lvl3pPr algn="ctr" defTabSz="1038225" rtl="0" eaLnBrk="0" fontAlgn="base" hangingPunct="0">
        <a:spcBef>
          <a:spcPct val="0"/>
        </a:spcBef>
        <a:spcAft>
          <a:spcPct val="0"/>
        </a:spcAft>
        <a:defRPr sz="4900">
          <a:solidFill>
            <a:schemeClr val="tx1"/>
          </a:solidFill>
          <a:latin typeface="Calibri" pitchFamily="34" charset="0"/>
        </a:defRPr>
      </a:lvl3pPr>
      <a:lvl4pPr algn="ctr" defTabSz="1038225" rtl="0" eaLnBrk="0" fontAlgn="base" hangingPunct="0">
        <a:spcBef>
          <a:spcPct val="0"/>
        </a:spcBef>
        <a:spcAft>
          <a:spcPct val="0"/>
        </a:spcAft>
        <a:defRPr sz="4900">
          <a:solidFill>
            <a:schemeClr val="tx1"/>
          </a:solidFill>
          <a:latin typeface="Calibri" pitchFamily="34" charset="0"/>
        </a:defRPr>
      </a:lvl4pPr>
      <a:lvl5pPr algn="ctr" defTabSz="1038225" rtl="0" eaLnBrk="0" fontAlgn="base" hangingPunct="0">
        <a:spcBef>
          <a:spcPct val="0"/>
        </a:spcBef>
        <a:spcAft>
          <a:spcPct val="0"/>
        </a:spcAft>
        <a:defRPr sz="4900">
          <a:solidFill>
            <a:schemeClr val="tx1"/>
          </a:solidFill>
          <a:latin typeface="Calibri" pitchFamily="34" charset="0"/>
        </a:defRPr>
      </a:lvl5pPr>
      <a:lvl6pPr marL="457200" algn="ctr" defTabSz="1038225" rtl="0" fontAlgn="base">
        <a:spcBef>
          <a:spcPct val="0"/>
        </a:spcBef>
        <a:spcAft>
          <a:spcPct val="0"/>
        </a:spcAft>
        <a:defRPr sz="4900">
          <a:solidFill>
            <a:schemeClr val="tx1"/>
          </a:solidFill>
          <a:latin typeface="Calibri" pitchFamily="34" charset="0"/>
        </a:defRPr>
      </a:lvl6pPr>
      <a:lvl7pPr marL="914400" algn="ctr" defTabSz="1038225" rtl="0" fontAlgn="base">
        <a:spcBef>
          <a:spcPct val="0"/>
        </a:spcBef>
        <a:spcAft>
          <a:spcPct val="0"/>
        </a:spcAft>
        <a:defRPr sz="4900">
          <a:solidFill>
            <a:schemeClr val="tx1"/>
          </a:solidFill>
          <a:latin typeface="Calibri" pitchFamily="34" charset="0"/>
        </a:defRPr>
      </a:lvl7pPr>
      <a:lvl8pPr marL="1371600" algn="ctr" defTabSz="1038225" rtl="0" fontAlgn="base">
        <a:spcBef>
          <a:spcPct val="0"/>
        </a:spcBef>
        <a:spcAft>
          <a:spcPct val="0"/>
        </a:spcAft>
        <a:defRPr sz="4900">
          <a:solidFill>
            <a:schemeClr val="tx1"/>
          </a:solidFill>
          <a:latin typeface="Calibri" pitchFamily="34" charset="0"/>
        </a:defRPr>
      </a:lvl8pPr>
      <a:lvl9pPr marL="1828800" algn="ctr" defTabSz="1038225" rtl="0" fontAlgn="base">
        <a:spcBef>
          <a:spcPct val="0"/>
        </a:spcBef>
        <a:spcAft>
          <a:spcPct val="0"/>
        </a:spcAft>
        <a:defRPr sz="4900">
          <a:solidFill>
            <a:schemeClr val="tx1"/>
          </a:solidFill>
          <a:latin typeface="Calibri" pitchFamily="34" charset="0"/>
        </a:defRPr>
      </a:lvl9pPr>
    </p:titleStyle>
    <p:bodyStyle>
      <a:lvl1pPr marL="388938" indent="-388938" algn="l" defTabSz="1038225" rtl="0" eaLnBrk="0" fontAlgn="base" hangingPunct="0">
        <a:spcBef>
          <a:spcPct val="20000"/>
        </a:spcBef>
        <a:spcAft>
          <a:spcPct val="0"/>
        </a:spcAft>
        <a:buFont typeface="Arial" panose="020B0604020202020204" pitchFamily="34" charset="0"/>
        <a:buChar char="•"/>
        <a:defRPr sz="3600" kern="1200">
          <a:solidFill>
            <a:schemeClr val="tx1"/>
          </a:solidFill>
          <a:latin typeface="+mn-lt"/>
          <a:ea typeface="+mn-ea"/>
          <a:cs typeface="+mn-cs"/>
        </a:defRPr>
      </a:lvl1pPr>
      <a:lvl2pPr marL="842963" indent="-323850" algn="l" defTabSz="1038225"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2pPr>
      <a:lvl3pPr marL="1298575" indent="-258763" algn="l" defTabSz="1038225" rtl="0" eaLnBrk="0" fontAlgn="base" hangingPunct="0">
        <a:spcBef>
          <a:spcPct val="20000"/>
        </a:spcBef>
        <a:spcAft>
          <a:spcPct val="0"/>
        </a:spcAft>
        <a:buFont typeface="Arial" panose="020B0604020202020204" pitchFamily="34" charset="0"/>
        <a:buChar char="•"/>
        <a:defRPr sz="2700" kern="1200">
          <a:solidFill>
            <a:schemeClr val="tx1"/>
          </a:solidFill>
          <a:latin typeface="+mn-lt"/>
          <a:ea typeface="+mn-ea"/>
          <a:cs typeface="+mn-cs"/>
        </a:defRPr>
      </a:lvl3pPr>
      <a:lvl4pPr marL="1817688" indent="-258763" algn="l" defTabSz="1038225" rtl="0" eaLnBrk="0" fontAlgn="base"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defRPr>
      </a:lvl4pPr>
      <a:lvl5pPr marL="2336800" indent="-258763" algn="l" defTabSz="1038225" rtl="0" eaLnBrk="0" fontAlgn="base" hangingPunct="0">
        <a:spcBef>
          <a:spcPct val="20000"/>
        </a:spcBef>
        <a:spcAft>
          <a:spcPct val="0"/>
        </a:spcAft>
        <a:buFont typeface="Arial" panose="020B0604020202020204" pitchFamily="34" charset="0"/>
        <a:buChar char="»"/>
        <a:defRPr sz="2300" kern="1200">
          <a:solidFill>
            <a:schemeClr val="tx1"/>
          </a:solidFill>
          <a:latin typeface="+mn-lt"/>
          <a:ea typeface="+mn-ea"/>
          <a:cs typeface="+mn-cs"/>
        </a:defRPr>
      </a:lvl5pPr>
      <a:lvl6pPr marL="2857185" indent="-259744" algn="l" defTabSz="1038977"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376673" indent="-259744" algn="l" defTabSz="1038977"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896161" indent="-259744" algn="l" defTabSz="1038977"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15650" indent="-259744" algn="l" defTabSz="1038977"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p:bodyStyle>
    <p:otherStyle>
      <a:defPPr>
        <a:defRPr lang="fr-FR"/>
      </a:defPPr>
      <a:lvl1pPr marL="0" algn="l" defTabSz="1038977" rtl="0" eaLnBrk="1" latinLnBrk="0" hangingPunct="1">
        <a:defRPr sz="2000" kern="1200">
          <a:solidFill>
            <a:schemeClr val="tx1"/>
          </a:solidFill>
          <a:latin typeface="+mn-lt"/>
          <a:ea typeface="+mn-ea"/>
          <a:cs typeface="+mn-cs"/>
        </a:defRPr>
      </a:lvl1pPr>
      <a:lvl2pPr marL="519488" algn="l" defTabSz="1038977" rtl="0" eaLnBrk="1" latinLnBrk="0" hangingPunct="1">
        <a:defRPr sz="2000" kern="1200">
          <a:solidFill>
            <a:schemeClr val="tx1"/>
          </a:solidFill>
          <a:latin typeface="+mn-lt"/>
          <a:ea typeface="+mn-ea"/>
          <a:cs typeface="+mn-cs"/>
        </a:defRPr>
      </a:lvl2pPr>
      <a:lvl3pPr marL="1038977" algn="l" defTabSz="1038977" rtl="0" eaLnBrk="1" latinLnBrk="0" hangingPunct="1">
        <a:defRPr sz="2000" kern="1200">
          <a:solidFill>
            <a:schemeClr val="tx1"/>
          </a:solidFill>
          <a:latin typeface="+mn-lt"/>
          <a:ea typeface="+mn-ea"/>
          <a:cs typeface="+mn-cs"/>
        </a:defRPr>
      </a:lvl3pPr>
      <a:lvl4pPr marL="1558465" algn="l" defTabSz="1038977" rtl="0" eaLnBrk="1" latinLnBrk="0" hangingPunct="1">
        <a:defRPr sz="2000" kern="1200">
          <a:solidFill>
            <a:schemeClr val="tx1"/>
          </a:solidFill>
          <a:latin typeface="+mn-lt"/>
          <a:ea typeface="+mn-ea"/>
          <a:cs typeface="+mn-cs"/>
        </a:defRPr>
      </a:lvl4pPr>
      <a:lvl5pPr marL="2077952" algn="l" defTabSz="1038977" rtl="0" eaLnBrk="1" latinLnBrk="0" hangingPunct="1">
        <a:defRPr sz="2000" kern="1200">
          <a:solidFill>
            <a:schemeClr val="tx1"/>
          </a:solidFill>
          <a:latin typeface="+mn-lt"/>
          <a:ea typeface="+mn-ea"/>
          <a:cs typeface="+mn-cs"/>
        </a:defRPr>
      </a:lvl5pPr>
      <a:lvl6pPr marL="2597440" algn="l" defTabSz="1038977" rtl="0" eaLnBrk="1" latinLnBrk="0" hangingPunct="1">
        <a:defRPr sz="2000" kern="1200">
          <a:solidFill>
            <a:schemeClr val="tx1"/>
          </a:solidFill>
          <a:latin typeface="+mn-lt"/>
          <a:ea typeface="+mn-ea"/>
          <a:cs typeface="+mn-cs"/>
        </a:defRPr>
      </a:lvl6pPr>
      <a:lvl7pPr marL="3116929" algn="l" defTabSz="1038977" rtl="0" eaLnBrk="1" latinLnBrk="0" hangingPunct="1">
        <a:defRPr sz="2000" kern="1200">
          <a:solidFill>
            <a:schemeClr val="tx1"/>
          </a:solidFill>
          <a:latin typeface="+mn-lt"/>
          <a:ea typeface="+mn-ea"/>
          <a:cs typeface="+mn-cs"/>
        </a:defRPr>
      </a:lvl7pPr>
      <a:lvl8pPr marL="3636417" algn="l" defTabSz="1038977" rtl="0" eaLnBrk="1" latinLnBrk="0" hangingPunct="1">
        <a:defRPr sz="2000" kern="1200">
          <a:solidFill>
            <a:schemeClr val="tx1"/>
          </a:solidFill>
          <a:latin typeface="+mn-lt"/>
          <a:ea typeface="+mn-ea"/>
          <a:cs typeface="+mn-cs"/>
        </a:defRPr>
      </a:lvl8pPr>
      <a:lvl9pPr marL="4155905" algn="l" defTabSz="1038977"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re 5">
            <a:extLst>
              <a:ext uri="{FF2B5EF4-FFF2-40B4-BE49-F238E27FC236}">
                <a16:creationId xmlns:a16="http://schemas.microsoft.com/office/drawing/2014/main" id="{B1E7273A-25DC-418F-9F21-6A2E391D2BC9}"/>
              </a:ext>
            </a:extLst>
          </p:cNvPr>
          <p:cNvSpPr txBox="1">
            <a:spLocks/>
          </p:cNvSpPr>
          <p:nvPr/>
        </p:nvSpPr>
        <p:spPr bwMode="auto">
          <a:xfrm>
            <a:off x="0" y="-3175"/>
            <a:ext cx="6454775" cy="388938"/>
          </a:xfrm>
          <a:prstGeom prst="rect">
            <a:avLst/>
          </a:prstGeom>
          <a:solidFill>
            <a:srgbClr val="3C3732">
              <a:lumMod val="20000"/>
              <a:lumOff val="80000"/>
            </a:srgbClr>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tx2"/>
                </a:solidFill>
                <a:latin typeface="Arial"/>
              </a:rPr>
              <a:t>Cartographie des processus</a:t>
            </a:r>
          </a:p>
        </p:txBody>
      </p:sp>
      <p:sp>
        <p:nvSpPr>
          <p:cNvPr id="2" name="Flèche : droite 1">
            <a:extLst>
              <a:ext uri="{FF2B5EF4-FFF2-40B4-BE49-F238E27FC236}">
                <a16:creationId xmlns:a16="http://schemas.microsoft.com/office/drawing/2014/main" id="{08F2216D-77BB-425D-A293-E96F133A11EC}"/>
              </a:ext>
            </a:extLst>
          </p:cNvPr>
          <p:cNvSpPr/>
          <p:nvPr/>
        </p:nvSpPr>
        <p:spPr>
          <a:xfrm rot="16200000">
            <a:off x="4132262" y="2727326"/>
            <a:ext cx="3673475" cy="3060700"/>
          </a:xfrm>
          <a:prstGeom prst="rightArrow">
            <a:avLst>
              <a:gd name="adj1" fmla="val 71961"/>
              <a:gd name="adj2" fmla="val 52901"/>
            </a:avLst>
          </a:prstGeom>
          <a:noFill/>
          <a:ln w="31750">
            <a:solidFill>
              <a:schemeClr val="tx2"/>
            </a:solidFill>
            <a:round/>
            <a:headEnd/>
            <a:tailEnd/>
          </a:ln>
        </p:spPr>
        <p:txBody>
          <a:bodyPr/>
          <a:lstStyle/>
          <a:p>
            <a:pPr algn="ctr" defTabSz="966788" eaLnBrk="1" fontAlgn="auto" hangingPunct="1">
              <a:spcBef>
                <a:spcPts val="0"/>
              </a:spcBef>
              <a:spcAft>
                <a:spcPts val="0"/>
              </a:spcAft>
              <a:defRPr/>
            </a:pPr>
            <a:endParaRPr lang="fr-FR" b="1" kern="0" dirty="0">
              <a:solidFill>
                <a:schemeClr val="tx2"/>
              </a:solidFill>
              <a:latin typeface="Arial" panose="020B0604020202020204" pitchFamily="34" charset="0"/>
            </a:endParaRPr>
          </a:p>
        </p:txBody>
      </p:sp>
      <p:sp>
        <p:nvSpPr>
          <p:cNvPr id="3" name="ZoneTexte 2">
            <a:extLst>
              <a:ext uri="{FF2B5EF4-FFF2-40B4-BE49-F238E27FC236}">
                <a16:creationId xmlns:a16="http://schemas.microsoft.com/office/drawing/2014/main" id="{4BD54BF3-8262-4AD3-8E82-DA7629FD4847}"/>
              </a:ext>
            </a:extLst>
          </p:cNvPr>
          <p:cNvSpPr txBox="1"/>
          <p:nvPr/>
        </p:nvSpPr>
        <p:spPr>
          <a:xfrm>
            <a:off x="4943475" y="3848100"/>
            <a:ext cx="2016125" cy="1323975"/>
          </a:xfrm>
          <a:prstGeom prst="rect">
            <a:avLst/>
          </a:prstGeom>
          <a:noFill/>
        </p:spPr>
        <p:txBody>
          <a:bodyPr>
            <a:spAutoFit/>
          </a:bodyPr>
          <a:lstStyle/>
          <a:p>
            <a:pPr algn="ctr" eaLnBrk="1" hangingPunct="1">
              <a:defRPr/>
            </a:pPr>
            <a:r>
              <a:rPr lang="fr-FR" b="1" kern="0" dirty="0">
                <a:solidFill>
                  <a:schemeClr val="tx2"/>
                </a:solidFill>
                <a:latin typeface="Arial" panose="020B0604020202020204" pitchFamily="34" charset="0"/>
              </a:rPr>
              <a:t>Services Informatiques délivrés aux utilisateurs</a:t>
            </a:r>
          </a:p>
        </p:txBody>
      </p:sp>
      <p:cxnSp>
        <p:nvCxnSpPr>
          <p:cNvPr id="5" name="Connecteur droit avec flèche 4">
            <a:extLst>
              <a:ext uri="{FF2B5EF4-FFF2-40B4-BE49-F238E27FC236}">
                <a16:creationId xmlns:a16="http://schemas.microsoft.com/office/drawing/2014/main" id="{9DB6E6A9-BA72-400B-9605-32F5C0A33E6F}"/>
              </a:ext>
            </a:extLst>
          </p:cNvPr>
          <p:cNvCxnSpPr>
            <a:cxnSpLocks/>
            <a:stCxn id="2" idx="3"/>
            <a:endCxn id="8" idx="2"/>
          </p:cNvCxnSpPr>
          <p:nvPr/>
        </p:nvCxnSpPr>
        <p:spPr>
          <a:xfrm flipH="1" flipV="1">
            <a:off x="5969000" y="1484313"/>
            <a:ext cx="0" cy="9366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Rectangle : coins arrondis 6">
            <a:extLst>
              <a:ext uri="{FF2B5EF4-FFF2-40B4-BE49-F238E27FC236}">
                <a16:creationId xmlns:a16="http://schemas.microsoft.com/office/drawing/2014/main" id="{F7900E31-9E82-4B04-B342-B3861521151E}"/>
              </a:ext>
            </a:extLst>
          </p:cNvPr>
          <p:cNvSpPr/>
          <p:nvPr/>
        </p:nvSpPr>
        <p:spPr>
          <a:xfrm>
            <a:off x="5284788" y="1793875"/>
            <a:ext cx="1368425" cy="388938"/>
          </a:xfrm>
          <a:prstGeom prst="roundRec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Création de valeur</a:t>
            </a:r>
          </a:p>
        </p:txBody>
      </p:sp>
      <p:sp>
        <p:nvSpPr>
          <p:cNvPr id="8" name="Flèche : pentagone 7">
            <a:extLst>
              <a:ext uri="{FF2B5EF4-FFF2-40B4-BE49-F238E27FC236}">
                <a16:creationId xmlns:a16="http://schemas.microsoft.com/office/drawing/2014/main" id="{00DDEBE1-D8A6-4C0D-8EFD-D3A955625707}"/>
              </a:ext>
            </a:extLst>
          </p:cNvPr>
          <p:cNvSpPr/>
          <p:nvPr/>
        </p:nvSpPr>
        <p:spPr>
          <a:xfrm>
            <a:off x="5176838" y="765175"/>
            <a:ext cx="1944687" cy="719138"/>
          </a:xfrm>
          <a:prstGeom prst="homePlate">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Processus métiers</a:t>
            </a:r>
          </a:p>
        </p:txBody>
      </p:sp>
      <p:sp>
        <p:nvSpPr>
          <p:cNvPr id="10" name="Rectangle : coins arrondis 9">
            <a:extLst>
              <a:ext uri="{FF2B5EF4-FFF2-40B4-BE49-F238E27FC236}">
                <a16:creationId xmlns:a16="http://schemas.microsoft.com/office/drawing/2014/main" id="{916A3903-DD91-41C6-BF93-81FD4F70A3A6}"/>
              </a:ext>
            </a:extLst>
          </p:cNvPr>
          <p:cNvSpPr/>
          <p:nvPr/>
        </p:nvSpPr>
        <p:spPr>
          <a:xfrm>
            <a:off x="9623425" y="2278063"/>
            <a:ext cx="2014538" cy="7699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FR" sz="1600" dirty="0"/>
              <a:t>Gestion des incidents</a:t>
            </a:r>
          </a:p>
        </p:txBody>
      </p:sp>
      <p:cxnSp>
        <p:nvCxnSpPr>
          <p:cNvPr id="12" name="Connecteur droit avec flèche 11">
            <a:extLst>
              <a:ext uri="{FF2B5EF4-FFF2-40B4-BE49-F238E27FC236}">
                <a16:creationId xmlns:a16="http://schemas.microsoft.com/office/drawing/2014/main" id="{EE3F019D-D383-4452-99CC-C451803828C9}"/>
              </a:ext>
            </a:extLst>
          </p:cNvPr>
          <p:cNvCxnSpPr>
            <a:cxnSpLocks/>
            <a:stCxn id="10" idx="1"/>
          </p:cNvCxnSpPr>
          <p:nvPr/>
        </p:nvCxnSpPr>
        <p:spPr>
          <a:xfrm flipH="1">
            <a:off x="6599238" y="2663825"/>
            <a:ext cx="30241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Rectangle : coins arrondis 53">
            <a:extLst>
              <a:ext uri="{FF2B5EF4-FFF2-40B4-BE49-F238E27FC236}">
                <a16:creationId xmlns:a16="http://schemas.microsoft.com/office/drawing/2014/main" id="{724CEE8A-E878-4DCB-A9EB-4E4C5E050839}"/>
              </a:ext>
            </a:extLst>
          </p:cNvPr>
          <p:cNvSpPr/>
          <p:nvPr/>
        </p:nvSpPr>
        <p:spPr>
          <a:xfrm>
            <a:off x="8094663" y="2366963"/>
            <a:ext cx="1293812" cy="592137"/>
          </a:xfrm>
          <a:prstGeom prst="roundRec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Restaurer le service au si vite que possible</a:t>
            </a:r>
          </a:p>
        </p:txBody>
      </p:sp>
      <p:sp>
        <p:nvSpPr>
          <p:cNvPr id="55" name="Rectangle : coins arrondis 54">
            <a:extLst>
              <a:ext uri="{FF2B5EF4-FFF2-40B4-BE49-F238E27FC236}">
                <a16:creationId xmlns:a16="http://schemas.microsoft.com/office/drawing/2014/main" id="{1BFD6938-9704-4F8A-A54B-CFC1B71EA808}"/>
              </a:ext>
            </a:extLst>
          </p:cNvPr>
          <p:cNvSpPr/>
          <p:nvPr/>
        </p:nvSpPr>
        <p:spPr>
          <a:xfrm>
            <a:off x="9623425" y="3360738"/>
            <a:ext cx="2014538" cy="771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FR" sz="1600" dirty="0"/>
              <a:t>Gestion de la continuité de service</a:t>
            </a:r>
          </a:p>
        </p:txBody>
      </p:sp>
      <p:cxnSp>
        <p:nvCxnSpPr>
          <p:cNvPr id="57" name="Connecteur droit avec flèche 56">
            <a:extLst>
              <a:ext uri="{FF2B5EF4-FFF2-40B4-BE49-F238E27FC236}">
                <a16:creationId xmlns:a16="http://schemas.microsoft.com/office/drawing/2014/main" id="{88FDB9EB-1E72-4F7F-B86C-442BA454F6D2}"/>
              </a:ext>
            </a:extLst>
          </p:cNvPr>
          <p:cNvCxnSpPr>
            <a:cxnSpLocks/>
            <a:stCxn id="55" idx="1"/>
          </p:cNvCxnSpPr>
          <p:nvPr/>
        </p:nvCxnSpPr>
        <p:spPr>
          <a:xfrm flipH="1">
            <a:off x="7678738" y="3746500"/>
            <a:ext cx="19446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Rectangle : coins arrondis 57">
            <a:extLst>
              <a:ext uri="{FF2B5EF4-FFF2-40B4-BE49-F238E27FC236}">
                <a16:creationId xmlns:a16="http://schemas.microsoft.com/office/drawing/2014/main" id="{919ED123-3E2A-42C8-9349-3122E95F27CD}"/>
              </a:ext>
            </a:extLst>
          </p:cNvPr>
          <p:cNvSpPr/>
          <p:nvPr/>
        </p:nvSpPr>
        <p:spPr>
          <a:xfrm>
            <a:off x="8094663" y="3451225"/>
            <a:ext cx="1293812" cy="590550"/>
          </a:xfrm>
          <a:prstGeom prst="roundRec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Continuer à délivrer le service en cas de sinistre</a:t>
            </a:r>
          </a:p>
        </p:txBody>
      </p:sp>
      <p:sp>
        <p:nvSpPr>
          <p:cNvPr id="59" name="Rectangle : coins arrondis 58">
            <a:extLst>
              <a:ext uri="{FF2B5EF4-FFF2-40B4-BE49-F238E27FC236}">
                <a16:creationId xmlns:a16="http://schemas.microsoft.com/office/drawing/2014/main" id="{14D69F87-E546-43FE-8662-FAEF7E64B703}"/>
              </a:ext>
            </a:extLst>
          </p:cNvPr>
          <p:cNvSpPr/>
          <p:nvPr/>
        </p:nvSpPr>
        <p:spPr>
          <a:xfrm>
            <a:off x="9623425" y="5527675"/>
            <a:ext cx="2014538" cy="771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FR" sz="1600" dirty="0"/>
              <a:t>Gestion des configurations</a:t>
            </a:r>
          </a:p>
        </p:txBody>
      </p:sp>
      <p:cxnSp>
        <p:nvCxnSpPr>
          <p:cNvPr id="60" name="Connecteur droit avec flèche 59">
            <a:extLst>
              <a:ext uri="{FF2B5EF4-FFF2-40B4-BE49-F238E27FC236}">
                <a16:creationId xmlns:a16="http://schemas.microsoft.com/office/drawing/2014/main" id="{5DCAB22E-DCD3-420C-8850-C813782E4649}"/>
              </a:ext>
            </a:extLst>
          </p:cNvPr>
          <p:cNvCxnSpPr>
            <a:cxnSpLocks/>
            <a:stCxn id="59" idx="1"/>
          </p:cNvCxnSpPr>
          <p:nvPr/>
        </p:nvCxnSpPr>
        <p:spPr>
          <a:xfrm flipH="1">
            <a:off x="7686675" y="5913438"/>
            <a:ext cx="19367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Rectangle : coins arrondis 61">
            <a:extLst>
              <a:ext uri="{FF2B5EF4-FFF2-40B4-BE49-F238E27FC236}">
                <a16:creationId xmlns:a16="http://schemas.microsoft.com/office/drawing/2014/main" id="{87EE8C27-F501-4072-950C-76007B62AB24}"/>
              </a:ext>
            </a:extLst>
          </p:cNvPr>
          <p:cNvSpPr/>
          <p:nvPr/>
        </p:nvSpPr>
        <p:spPr>
          <a:xfrm>
            <a:off x="8112125" y="5538788"/>
            <a:ext cx="1293813" cy="771525"/>
          </a:xfrm>
          <a:prstGeom prst="roundRec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Représenter logiquement l’infrastructure physique</a:t>
            </a:r>
          </a:p>
        </p:txBody>
      </p:sp>
      <p:sp>
        <p:nvSpPr>
          <p:cNvPr id="63" name="Rectangle : coins arrondis 62">
            <a:extLst>
              <a:ext uri="{FF2B5EF4-FFF2-40B4-BE49-F238E27FC236}">
                <a16:creationId xmlns:a16="http://schemas.microsoft.com/office/drawing/2014/main" id="{5E54263C-2EE8-428A-B82F-0801EAE84BAF}"/>
              </a:ext>
            </a:extLst>
          </p:cNvPr>
          <p:cNvSpPr/>
          <p:nvPr/>
        </p:nvSpPr>
        <p:spPr>
          <a:xfrm>
            <a:off x="9623425" y="4468813"/>
            <a:ext cx="2014538" cy="7699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FR" sz="1600" dirty="0"/>
              <a:t>Gestion de la  capacité</a:t>
            </a:r>
          </a:p>
        </p:txBody>
      </p:sp>
      <p:cxnSp>
        <p:nvCxnSpPr>
          <p:cNvPr id="65" name="Connecteur droit avec flèche 64">
            <a:extLst>
              <a:ext uri="{FF2B5EF4-FFF2-40B4-BE49-F238E27FC236}">
                <a16:creationId xmlns:a16="http://schemas.microsoft.com/office/drawing/2014/main" id="{1E755D33-4170-4CE9-BA0B-617016C168BD}"/>
              </a:ext>
            </a:extLst>
          </p:cNvPr>
          <p:cNvCxnSpPr>
            <a:cxnSpLocks/>
            <a:stCxn id="63" idx="1"/>
          </p:cNvCxnSpPr>
          <p:nvPr/>
        </p:nvCxnSpPr>
        <p:spPr>
          <a:xfrm flipH="1">
            <a:off x="7678738" y="4852988"/>
            <a:ext cx="19446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Rectangle : coins arrondis 65">
            <a:extLst>
              <a:ext uri="{FF2B5EF4-FFF2-40B4-BE49-F238E27FC236}">
                <a16:creationId xmlns:a16="http://schemas.microsoft.com/office/drawing/2014/main" id="{CF1EE1D9-FE3E-48E3-B266-DA57A58303C5}"/>
              </a:ext>
            </a:extLst>
          </p:cNvPr>
          <p:cNvSpPr/>
          <p:nvPr/>
        </p:nvSpPr>
        <p:spPr>
          <a:xfrm>
            <a:off x="8094663" y="4557713"/>
            <a:ext cx="1293812" cy="592137"/>
          </a:xfrm>
          <a:prstGeom prst="roundRec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Adapter la performances des services</a:t>
            </a:r>
          </a:p>
        </p:txBody>
      </p:sp>
      <p:sp>
        <p:nvSpPr>
          <p:cNvPr id="68" name="Rectangle : coins arrondis 67">
            <a:extLst>
              <a:ext uri="{FF2B5EF4-FFF2-40B4-BE49-F238E27FC236}">
                <a16:creationId xmlns:a16="http://schemas.microsoft.com/office/drawing/2014/main" id="{DFB13677-76A1-4012-857D-12FA6E77475A}"/>
              </a:ext>
            </a:extLst>
          </p:cNvPr>
          <p:cNvSpPr/>
          <p:nvPr/>
        </p:nvSpPr>
        <p:spPr>
          <a:xfrm>
            <a:off x="309563" y="2278063"/>
            <a:ext cx="2014537" cy="7699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FR" sz="1600" dirty="0"/>
              <a:t>Gestion des changements / mises </a:t>
            </a:r>
            <a:br>
              <a:rPr lang="fr-FR" sz="1600" dirty="0"/>
            </a:br>
            <a:r>
              <a:rPr lang="fr-FR" sz="1600" dirty="0"/>
              <a:t>en production</a:t>
            </a:r>
          </a:p>
        </p:txBody>
      </p:sp>
      <p:cxnSp>
        <p:nvCxnSpPr>
          <p:cNvPr id="69" name="Connecteur droit avec flèche 68">
            <a:extLst>
              <a:ext uri="{FF2B5EF4-FFF2-40B4-BE49-F238E27FC236}">
                <a16:creationId xmlns:a16="http://schemas.microsoft.com/office/drawing/2014/main" id="{64043576-55E0-447A-BAD7-B0B9A557B626}"/>
              </a:ext>
            </a:extLst>
          </p:cNvPr>
          <p:cNvCxnSpPr>
            <a:cxnSpLocks/>
            <a:stCxn id="68" idx="3"/>
          </p:cNvCxnSpPr>
          <p:nvPr/>
        </p:nvCxnSpPr>
        <p:spPr>
          <a:xfrm>
            <a:off x="2324100" y="2663825"/>
            <a:ext cx="26193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Rectangle : coins arrondis 69">
            <a:extLst>
              <a:ext uri="{FF2B5EF4-FFF2-40B4-BE49-F238E27FC236}">
                <a16:creationId xmlns:a16="http://schemas.microsoft.com/office/drawing/2014/main" id="{16E10A6F-E014-4363-895A-82725D9BF933}"/>
              </a:ext>
            </a:extLst>
          </p:cNvPr>
          <p:cNvSpPr/>
          <p:nvPr/>
        </p:nvSpPr>
        <p:spPr>
          <a:xfrm>
            <a:off x="2736850" y="2343150"/>
            <a:ext cx="1295400" cy="676275"/>
          </a:xfrm>
          <a:prstGeom prst="roundRec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Mettre à disposition les évolutions des services</a:t>
            </a:r>
          </a:p>
        </p:txBody>
      </p:sp>
      <p:sp>
        <p:nvSpPr>
          <p:cNvPr id="71" name="Rectangle : coins arrondis 70">
            <a:extLst>
              <a:ext uri="{FF2B5EF4-FFF2-40B4-BE49-F238E27FC236}">
                <a16:creationId xmlns:a16="http://schemas.microsoft.com/office/drawing/2014/main" id="{4B513516-973D-4EB2-AAF4-C6DAE0461045}"/>
              </a:ext>
            </a:extLst>
          </p:cNvPr>
          <p:cNvSpPr/>
          <p:nvPr/>
        </p:nvSpPr>
        <p:spPr>
          <a:xfrm>
            <a:off x="309563" y="4419600"/>
            <a:ext cx="2014537" cy="771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FR" sz="1600" dirty="0"/>
              <a:t>Gestion de la connaissance</a:t>
            </a:r>
          </a:p>
        </p:txBody>
      </p:sp>
      <p:cxnSp>
        <p:nvCxnSpPr>
          <p:cNvPr id="72" name="Connecteur droit avec flèche 71">
            <a:extLst>
              <a:ext uri="{FF2B5EF4-FFF2-40B4-BE49-F238E27FC236}">
                <a16:creationId xmlns:a16="http://schemas.microsoft.com/office/drawing/2014/main" id="{BC8E66BF-1A3E-4C52-8AFF-40B4425BF074}"/>
              </a:ext>
            </a:extLst>
          </p:cNvPr>
          <p:cNvCxnSpPr>
            <a:cxnSpLocks/>
            <a:stCxn id="71" idx="3"/>
          </p:cNvCxnSpPr>
          <p:nvPr/>
        </p:nvCxnSpPr>
        <p:spPr>
          <a:xfrm>
            <a:off x="2324100" y="4805363"/>
            <a:ext cx="19716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Rectangle : coins arrondis 73">
            <a:extLst>
              <a:ext uri="{FF2B5EF4-FFF2-40B4-BE49-F238E27FC236}">
                <a16:creationId xmlns:a16="http://schemas.microsoft.com/office/drawing/2014/main" id="{2E4BB9DF-C48B-4050-82EB-68E4C38F1C8B}"/>
              </a:ext>
            </a:extLst>
          </p:cNvPr>
          <p:cNvSpPr/>
          <p:nvPr/>
        </p:nvSpPr>
        <p:spPr>
          <a:xfrm>
            <a:off x="2676525" y="4478338"/>
            <a:ext cx="1295400" cy="663575"/>
          </a:xfrm>
          <a:prstGeom prst="roundRec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Disposer des bonnes informations pour décider</a:t>
            </a:r>
          </a:p>
        </p:txBody>
      </p:sp>
      <p:sp>
        <p:nvSpPr>
          <p:cNvPr id="75" name="Rectangle : coins arrondis 74">
            <a:extLst>
              <a:ext uri="{FF2B5EF4-FFF2-40B4-BE49-F238E27FC236}">
                <a16:creationId xmlns:a16="http://schemas.microsoft.com/office/drawing/2014/main" id="{C09638DF-B08E-477C-9D2E-3A9FD67EC98C}"/>
              </a:ext>
            </a:extLst>
          </p:cNvPr>
          <p:cNvSpPr/>
          <p:nvPr/>
        </p:nvSpPr>
        <p:spPr>
          <a:xfrm>
            <a:off x="309563" y="5527675"/>
            <a:ext cx="2014537" cy="771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FR" sz="1600" dirty="0"/>
              <a:t>Gestion de la demande</a:t>
            </a:r>
          </a:p>
        </p:txBody>
      </p:sp>
      <p:cxnSp>
        <p:nvCxnSpPr>
          <p:cNvPr id="76" name="Connecteur droit avec flèche 75">
            <a:extLst>
              <a:ext uri="{FF2B5EF4-FFF2-40B4-BE49-F238E27FC236}">
                <a16:creationId xmlns:a16="http://schemas.microsoft.com/office/drawing/2014/main" id="{2D8E5267-4328-4E30-B7BC-F287B4BBADD2}"/>
              </a:ext>
            </a:extLst>
          </p:cNvPr>
          <p:cNvCxnSpPr>
            <a:cxnSpLocks/>
            <a:stCxn id="75" idx="3"/>
          </p:cNvCxnSpPr>
          <p:nvPr/>
        </p:nvCxnSpPr>
        <p:spPr>
          <a:xfrm>
            <a:off x="2324100" y="5913438"/>
            <a:ext cx="20431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Rectangle : coins arrondis 76">
            <a:extLst>
              <a:ext uri="{FF2B5EF4-FFF2-40B4-BE49-F238E27FC236}">
                <a16:creationId xmlns:a16="http://schemas.microsoft.com/office/drawing/2014/main" id="{B3A9FFDE-940D-4932-8B87-57E2A66AA61C}"/>
              </a:ext>
            </a:extLst>
          </p:cNvPr>
          <p:cNvSpPr/>
          <p:nvPr/>
        </p:nvSpPr>
        <p:spPr>
          <a:xfrm>
            <a:off x="2682875" y="5527675"/>
            <a:ext cx="1295400" cy="771525"/>
          </a:xfrm>
          <a:prstGeom prst="roundRec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Comprendre et répondre aux besoins des métiers</a:t>
            </a:r>
          </a:p>
        </p:txBody>
      </p:sp>
      <p:sp>
        <p:nvSpPr>
          <p:cNvPr id="78" name="Rectangle : coins arrondis 77">
            <a:extLst>
              <a:ext uri="{FF2B5EF4-FFF2-40B4-BE49-F238E27FC236}">
                <a16:creationId xmlns:a16="http://schemas.microsoft.com/office/drawing/2014/main" id="{BAFD2D4F-56D2-49AD-A0A1-71F9607ECB31}"/>
              </a:ext>
            </a:extLst>
          </p:cNvPr>
          <p:cNvSpPr/>
          <p:nvPr/>
        </p:nvSpPr>
        <p:spPr>
          <a:xfrm>
            <a:off x="315913" y="3355975"/>
            <a:ext cx="2014537" cy="7715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FR" sz="1600" dirty="0"/>
              <a:t>Gestion des problèmes</a:t>
            </a:r>
          </a:p>
        </p:txBody>
      </p:sp>
      <p:cxnSp>
        <p:nvCxnSpPr>
          <p:cNvPr id="80" name="Connecteur droit avec flèche 79">
            <a:extLst>
              <a:ext uri="{FF2B5EF4-FFF2-40B4-BE49-F238E27FC236}">
                <a16:creationId xmlns:a16="http://schemas.microsoft.com/office/drawing/2014/main" id="{9892D4C6-331A-461D-8A5F-6E3DD79479A3}"/>
              </a:ext>
            </a:extLst>
          </p:cNvPr>
          <p:cNvCxnSpPr>
            <a:cxnSpLocks/>
            <a:stCxn id="78" idx="3"/>
          </p:cNvCxnSpPr>
          <p:nvPr/>
        </p:nvCxnSpPr>
        <p:spPr>
          <a:xfrm>
            <a:off x="2330450" y="3741738"/>
            <a:ext cx="19653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Rectangle : coins arrondis 81">
            <a:extLst>
              <a:ext uri="{FF2B5EF4-FFF2-40B4-BE49-F238E27FC236}">
                <a16:creationId xmlns:a16="http://schemas.microsoft.com/office/drawing/2014/main" id="{CAC0E0A1-3DE7-499F-8D24-D6923816A5C2}"/>
              </a:ext>
            </a:extLst>
          </p:cNvPr>
          <p:cNvSpPr/>
          <p:nvPr/>
        </p:nvSpPr>
        <p:spPr>
          <a:xfrm>
            <a:off x="2676525" y="3446463"/>
            <a:ext cx="1295400" cy="590550"/>
          </a:xfrm>
          <a:prstGeom prst="roundRec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Empêcher la réapparition des incidents</a:t>
            </a:r>
          </a:p>
        </p:txBody>
      </p:sp>
      <p:grpSp>
        <p:nvGrpSpPr>
          <p:cNvPr id="2080" name="Groupe 36">
            <a:extLst>
              <a:ext uri="{FF2B5EF4-FFF2-40B4-BE49-F238E27FC236}">
                <a16:creationId xmlns:a16="http://schemas.microsoft.com/office/drawing/2014/main" id="{ABDBA880-B588-478E-82DA-1B7CBD92C903}"/>
              </a:ext>
            </a:extLst>
          </p:cNvPr>
          <p:cNvGrpSpPr>
            <a:grpSpLocks/>
          </p:cNvGrpSpPr>
          <p:nvPr/>
        </p:nvGrpSpPr>
        <p:grpSpPr bwMode="auto">
          <a:xfrm>
            <a:off x="9839325" y="200025"/>
            <a:ext cx="2141538" cy="1169988"/>
            <a:chOff x="8111430" y="117426"/>
            <a:chExt cx="2140907" cy="1169551"/>
          </a:xfrm>
        </p:grpSpPr>
        <p:sp>
          <p:nvSpPr>
            <p:cNvPr id="35" name="ZoneTexte 34">
              <a:extLst>
                <a:ext uri="{FF2B5EF4-FFF2-40B4-BE49-F238E27FC236}">
                  <a16:creationId xmlns:a16="http://schemas.microsoft.com/office/drawing/2014/main" id="{F6DB5EFE-25FD-4547-B6F0-EC3689BD1053}"/>
                </a:ext>
              </a:extLst>
            </p:cNvPr>
            <p:cNvSpPr txBox="1"/>
            <p:nvPr/>
          </p:nvSpPr>
          <p:spPr>
            <a:xfrm>
              <a:off x="8111430" y="117426"/>
              <a:ext cx="2140907" cy="1169551"/>
            </a:xfrm>
            <a:prstGeom prst="rect">
              <a:avLst/>
            </a:prstGeom>
            <a:noFill/>
          </p:spPr>
          <p:txBody>
            <a:bodyPr wrap="none">
              <a:spAutoFit/>
            </a:bodyPr>
            <a:lstStyle/>
            <a:p>
              <a:pPr eaLnBrk="1" hangingPunct="1">
                <a:defRPr/>
              </a:pPr>
              <a:r>
                <a:rPr lang="fr-FR" sz="1400" dirty="0"/>
                <a:t>Options / processus</a:t>
              </a:r>
            </a:p>
            <a:p>
              <a:pPr marL="342900" indent="-342900" eaLnBrk="1" hangingPunct="1">
                <a:buFontTx/>
                <a:buChar char="-"/>
                <a:defRPr/>
              </a:pPr>
              <a:r>
                <a:rPr lang="fr-FR" sz="1400" dirty="0"/>
                <a:t>Sécurité</a:t>
              </a:r>
            </a:p>
            <a:p>
              <a:pPr marL="342900" indent="-342900" eaLnBrk="1" hangingPunct="1">
                <a:buFontTx/>
                <a:buChar char="-"/>
                <a:defRPr/>
              </a:pPr>
              <a:r>
                <a:rPr lang="fr-FR" sz="1400" dirty="0"/>
                <a:t>Cloud et virtualisation</a:t>
              </a:r>
            </a:p>
            <a:p>
              <a:pPr marL="342900" indent="-342900" eaLnBrk="1" hangingPunct="1">
                <a:buFontTx/>
                <a:buChar char="-"/>
                <a:defRPr/>
              </a:pPr>
              <a:r>
                <a:rPr lang="fr-FR" sz="1400" dirty="0"/>
                <a:t>Expert dev</a:t>
              </a:r>
            </a:p>
            <a:p>
              <a:pPr marL="342900" indent="-342900" eaLnBrk="1" hangingPunct="1">
                <a:buFontTx/>
                <a:buChar char="-"/>
                <a:defRPr/>
              </a:pPr>
              <a:r>
                <a:rPr lang="fr-FR" sz="1400" dirty="0"/>
                <a:t>Gestion de la data</a:t>
              </a:r>
            </a:p>
          </p:txBody>
        </p:sp>
        <p:sp>
          <p:nvSpPr>
            <p:cNvPr id="36" name="Ellipse 35">
              <a:extLst>
                <a:ext uri="{FF2B5EF4-FFF2-40B4-BE49-F238E27FC236}">
                  <a16:creationId xmlns:a16="http://schemas.microsoft.com/office/drawing/2014/main" id="{3568A994-D2D4-47A4-82D9-9EC88ECF78C2}"/>
                </a:ext>
              </a:extLst>
            </p:cNvPr>
            <p:cNvSpPr/>
            <p:nvPr/>
          </p:nvSpPr>
          <p:spPr>
            <a:xfrm>
              <a:off x="8184433" y="406243"/>
              <a:ext cx="142833" cy="16345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
          <p:nvSpPr>
            <p:cNvPr id="101" name="Ellipse 100">
              <a:extLst>
                <a:ext uri="{FF2B5EF4-FFF2-40B4-BE49-F238E27FC236}">
                  <a16:creationId xmlns:a16="http://schemas.microsoft.com/office/drawing/2014/main" id="{FF48B61A-3F70-4B59-811A-6339351EF9AE}"/>
                </a:ext>
              </a:extLst>
            </p:cNvPr>
            <p:cNvSpPr/>
            <p:nvPr/>
          </p:nvSpPr>
          <p:spPr>
            <a:xfrm>
              <a:off x="8184433" y="622062"/>
              <a:ext cx="142833" cy="16345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
          <p:nvSpPr>
            <p:cNvPr id="104" name="Ellipse 103">
              <a:extLst>
                <a:ext uri="{FF2B5EF4-FFF2-40B4-BE49-F238E27FC236}">
                  <a16:creationId xmlns:a16="http://schemas.microsoft.com/office/drawing/2014/main" id="{9A29094B-0CAF-4BA3-A971-BB5D7A657503}"/>
                </a:ext>
              </a:extLst>
            </p:cNvPr>
            <p:cNvSpPr/>
            <p:nvPr/>
          </p:nvSpPr>
          <p:spPr>
            <a:xfrm>
              <a:off x="8184433" y="842643"/>
              <a:ext cx="142833" cy="163451"/>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
          <p:nvSpPr>
            <p:cNvPr id="106" name="Ellipse 105">
              <a:extLst>
                <a:ext uri="{FF2B5EF4-FFF2-40B4-BE49-F238E27FC236}">
                  <a16:creationId xmlns:a16="http://schemas.microsoft.com/office/drawing/2014/main" id="{6298A7E3-0241-4AFF-97BC-FEF0BA52856E}"/>
                </a:ext>
              </a:extLst>
            </p:cNvPr>
            <p:cNvSpPr/>
            <p:nvPr/>
          </p:nvSpPr>
          <p:spPr>
            <a:xfrm>
              <a:off x="8184433" y="1058462"/>
              <a:ext cx="142833" cy="1634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grpSp>
      <p:sp>
        <p:nvSpPr>
          <p:cNvPr id="107" name="Ellipse 106">
            <a:extLst>
              <a:ext uri="{FF2B5EF4-FFF2-40B4-BE49-F238E27FC236}">
                <a16:creationId xmlns:a16="http://schemas.microsoft.com/office/drawing/2014/main" id="{621D5CCF-6C00-4492-B6EB-B32D86E6F6AE}"/>
              </a:ext>
            </a:extLst>
          </p:cNvPr>
          <p:cNvSpPr/>
          <p:nvPr/>
        </p:nvSpPr>
        <p:spPr>
          <a:xfrm>
            <a:off x="11441113" y="2395538"/>
            <a:ext cx="144462" cy="16351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
        <p:nvSpPr>
          <p:cNvPr id="108" name="Ellipse 107">
            <a:extLst>
              <a:ext uri="{FF2B5EF4-FFF2-40B4-BE49-F238E27FC236}">
                <a16:creationId xmlns:a16="http://schemas.microsoft.com/office/drawing/2014/main" id="{47FAE59D-A7FA-4EFF-AA7D-DBDC65C235B4}"/>
              </a:ext>
            </a:extLst>
          </p:cNvPr>
          <p:cNvSpPr/>
          <p:nvPr/>
        </p:nvSpPr>
        <p:spPr>
          <a:xfrm>
            <a:off x="11441113" y="3446463"/>
            <a:ext cx="144462" cy="16351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
        <p:nvSpPr>
          <p:cNvPr id="109" name="Ellipse 108">
            <a:extLst>
              <a:ext uri="{FF2B5EF4-FFF2-40B4-BE49-F238E27FC236}">
                <a16:creationId xmlns:a16="http://schemas.microsoft.com/office/drawing/2014/main" id="{A63CD16B-65A7-4831-89B3-D68D492C37C1}"/>
              </a:ext>
            </a:extLst>
          </p:cNvPr>
          <p:cNvSpPr/>
          <p:nvPr/>
        </p:nvSpPr>
        <p:spPr>
          <a:xfrm>
            <a:off x="11444288" y="4557713"/>
            <a:ext cx="142875" cy="16351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
        <p:nvSpPr>
          <p:cNvPr id="110" name="Ellipse 109">
            <a:extLst>
              <a:ext uri="{FF2B5EF4-FFF2-40B4-BE49-F238E27FC236}">
                <a16:creationId xmlns:a16="http://schemas.microsoft.com/office/drawing/2014/main" id="{16855417-51B2-481F-8243-F7DC39E82521}"/>
              </a:ext>
            </a:extLst>
          </p:cNvPr>
          <p:cNvSpPr/>
          <p:nvPr/>
        </p:nvSpPr>
        <p:spPr>
          <a:xfrm>
            <a:off x="11441113" y="5595938"/>
            <a:ext cx="144462" cy="16351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
        <p:nvSpPr>
          <p:cNvPr id="111" name="Ellipse 110">
            <a:extLst>
              <a:ext uri="{FF2B5EF4-FFF2-40B4-BE49-F238E27FC236}">
                <a16:creationId xmlns:a16="http://schemas.microsoft.com/office/drawing/2014/main" id="{E400CF28-ED56-41BC-AD1D-6CF227133318}"/>
              </a:ext>
            </a:extLst>
          </p:cNvPr>
          <p:cNvSpPr/>
          <p:nvPr/>
        </p:nvSpPr>
        <p:spPr>
          <a:xfrm>
            <a:off x="2111375" y="2320925"/>
            <a:ext cx="142875" cy="163513"/>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
        <p:nvSpPr>
          <p:cNvPr id="112" name="Ellipse 111">
            <a:extLst>
              <a:ext uri="{FF2B5EF4-FFF2-40B4-BE49-F238E27FC236}">
                <a16:creationId xmlns:a16="http://schemas.microsoft.com/office/drawing/2014/main" id="{396820D3-DA2C-4A25-9694-9899DCA5E479}"/>
              </a:ext>
            </a:extLst>
          </p:cNvPr>
          <p:cNvSpPr/>
          <p:nvPr/>
        </p:nvSpPr>
        <p:spPr>
          <a:xfrm>
            <a:off x="2111375" y="3430588"/>
            <a:ext cx="142875" cy="163512"/>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
        <p:nvSpPr>
          <p:cNvPr id="113" name="Ellipse 112">
            <a:extLst>
              <a:ext uri="{FF2B5EF4-FFF2-40B4-BE49-F238E27FC236}">
                <a16:creationId xmlns:a16="http://schemas.microsoft.com/office/drawing/2014/main" id="{7010EDDD-0847-4185-9214-BE77BC3EE178}"/>
              </a:ext>
            </a:extLst>
          </p:cNvPr>
          <p:cNvSpPr/>
          <p:nvPr/>
        </p:nvSpPr>
        <p:spPr>
          <a:xfrm>
            <a:off x="2085975" y="4498975"/>
            <a:ext cx="142875" cy="163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
        <p:nvSpPr>
          <p:cNvPr id="114" name="Ellipse 113">
            <a:extLst>
              <a:ext uri="{FF2B5EF4-FFF2-40B4-BE49-F238E27FC236}">
                <a16:creationId xmlns:a16="http://schemas.microsoft.com/office/drawing/2014/main" id="{A251A813-64F8-43D9-A61D-4BD391AD9C42}"/>
              </a:ext>
            </a:extLst>
          </p:cNvPr>
          <p:cNvSpPr/>
          <p:nvPr/>
        </p:nvSpPr>
        <p:spPr>
          <a:xfrm>
            <a:off x="2111375" y="5592763"/>
            <a:ext cx="142875" cy="16351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4">
            <a:extLst>
              <a:ext uri="{FF2B5EF4-FFF2-40B4-BE49-F238E27FC236}">
                <a16:creationId xmlns:a16="http://schemas.microsoft.com/office/drawing/2014/main" id="{56A88343-5344-47A6-B08D-7224CD8DB0D3}"/>
              </a:ext>
            </a:extLst>
          </p:cNvPr>
          <p:cNvGraphicFramePr>
            <a:graphicFrameLocks noGrp="1"/>
          </p:cNvGraphicFramePr>
          <p:nvPr>
            <p:extLst>
              <p:ext uri="{D42A27DB-BD31-4B8C-83A1-F6EECF244321}">
                <p14:modId xmlns:p14="http://schemas.microsoft.com/office/powerpoint/2010/main" val="1831078468"/>
              </p:ext>
            </p:extLst>
          </p:nvPr>
        </p:nvGraphicFramePr>
        <p:xfrm>
          <a:off x="1198662" y="1197546"/>
          <a:ext cx="9392065" cy="3624112"/>
        </p:xfrm>
        <a:graphic>
          <a:graphicData uri="http://schemas.openxmlformats.org/drawingml/2006/table">
            <a:tbl>
              <a:tblPr firstRow="1" bandRow="1">
                <a:tableStyleId>{5C22544A-7EE6-4342-B048-85BDC9FD1C3A}</a:tableStyleId>
              </a:tblPr>
              <a:tblGrid>
                <a:gridCol w="3744416">
                  <a:extLst>
                    <a:ext uri="{9D8B030D-6E8A-4147-A177-3AD203B41FA5}">
                      <a16:colId xmlns:a16="http://schemas.microsoft.com/office/drawing/2014/main" val="2739969690"/>
                    </a:ext>
                  </a:extLst>
                </a:gridCol>
                <a:gridCol w="2952328">
                  <a:extLst>
                    <a:ext uri="{9D8B030D-6E8A-4147-A177-3AD203B41FA5}">
                      <a16:colId xmlns:a16="http://schemas.microsoft.com/office/drawing/2014/main" val="25381999"/>
                    </a:ext>
                  </a:extLst>
                </a:gridCol>
                <a:gridCol w="2695321">
                  <a:extLst>
                    <a:ext uri="{9D8B030D-6E8A-4147-A177-3AD203B41FA5}">
                      <a16:colId xmlns:a16="http://schemas.microsoft.com/office/drawing/2014/main" val="871508597"/>
                    </a:ext>
                  </a:extLst>
                </a:gridCol>
              </a:tblGrid>
              <a:tr h="355655">
                <a:tc>
                  <a:txBody>
                    <a:bodyPr/>
                    <a:lstStyle/>
                    <a:p>
                      <a:pPr algn="ctr"/>
                      <a:r>
                        <a:rPr lang="fr-FR" sz="1600" dirty="0"/>
                        <a:t>Processus</a:t>
                      </a:r>
                    </a:p>
                  </a:txBody>
                  <a:tcPr/>
                </a:tc>
                <a:tc>
                  <a:txBody>
                    <a:bodyPr/>
                    <a:lstStyle/>
                    <a:p>
                      <a:pPr algn="ctr"/>
                      <a:r>
                        <a:rPr lang="fr-FR" sz="1600" dirty="0"/>
                        <a:t>Statut</a:t>
                      </a:r>
                    </a:p>
                  </a:txBody>
                  <a:tcPr/>
                </a:tc>
                <a:tc>
                  <a:txBody>
                    <a:bodyPr/>
                    <a:lstStyle/>
                    <a:p>
                      <a:pPr algn="ctr"/>
                      <a:r>
                        <a:rPr lang="fr-FR" sz="1600" dirty="0"/>
                        <a:t>Option</a:t>
                      </a:r>
                    </a:p>
                  </a:txBody>
                  <a:tcPr/>
                </a:tc>
                <a:extLst>
                  <a:ext uri="{0D108BD9-81ED-4DB2-BD59-A6C34878D82A}">
                    <a16:rowId xmlns:a16="http://schemas.microsoft.com/office/drawing/2014/main" val="1764547716"/>
                  </a:ext>
                </a:extLst>
              </a:tr>
              <a:tr h="355655">
                <a:tc>
                  <a:txBody>
                    <a:bodyPr/>
                    <a:lstStyle/>
                    <a:p>
                      <a:pPr algn="l" eaLnBrk="1" hangingPunct="1">
                        <a:defRPr/>
                      </a:pPr>
                      <a:r>
                        <a:rPr lang="fr-FR" sz="1600" dirty="0"/>
                        <a:t>Gestion des incidents</a:t>
                      </a:r>
                    </a:p>
                  </a:txBody>
                  <a:tcPr/>
                </a:tc>
                <a:tc>
                  <a:txBody>
                    <a:bodyPr/>
                    <a:lstStyle/>
                    <a:p>
                      <a:r>
                        <a:rPr lang="fr-FR" sz="1600" dirty="0"/>
                        <a:t>Déployé</a:t>
                      </a:r>
                    </a:p>
                  </a:txBody>
                  <a:tcPr/>
                </a:tc>
                <a:tc rowSpan="2">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r>
                        <a:rPr lang="fr-FR" sz="1600" dirty="0"/>
                        <a:t>Sécurité</a:t>
                      </a:r>
                    </a:p>
                  </a:txBody>
                  <a:tcPr anchor="ctr"/>
                </a:tc>
                <a:extLst>
                  <a:ext uri="{0D108BD9-81ED-4DB2-BD59-A6C34878D82A}">
                    <a16:rowId xmlns:a16="http://schemas.microsoft.com/office/drawing/2014/main" val="1338331641"/>
                  </a:ext>
                </a:extLst>
              </a:tr>
              <a:tr h="355655">
                <a:tc>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r>
                        <a:rPr lang="fr-FR" sz="1600" dirty="0"/>
                        <a:t>Gestion de la continuité de service</a:t>
                      </a:r>
                    </a:p>
                  </a:txBody>
                  <a:tcPr/>
                </a:tc>
                <a:tc>
                  <a:txBody>
                    <a:bodyPr/>
                    <a:lstStyle/>
                    <a:p>
                      <a:r>
                        <a:rPr lang="fr-FR" sz="1600" dirty="0"/>
                        <a:t>En réflexion</a:t>
                      </a:r>
                    </a:p>
                  </a:txBody>
                  <a:tcPr/>
                </a:tc>
                <a:tc vMerge="1">
                  <a:txBody>
                    <a:bodyPr/>
                    <a:lstStyle/>
                    <a:p>
                      <a:endParaRPr lang="fr-FR" sz="1600" dirty="0"/>
                    </a:p>
                  </a:txBody>
                  <a:tcPr/>
                </a:tc>
                <a:extLst>
                  <a:ext uri="{0D108BD9-81ED-4DB2-BD59-A6C34878D82A}">
                    <a16:rowId xmlns:a16="http://schemas.microsoft.com/office/drawing/2014/main" val="496870938"/>
                  </a:ext>
                </a:extLst>
              </a:tr>
              <a:tr h="355655">
                <a:tc>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r>
                        <a:rPr lang="fr-FR" sz="1600" dirty="0"/>
                        <a:t>Gestion de la  capacité</a:t>
                      </a:r>
                    </a:p>
                  </a:txBody>
                  <a:tcPr/>
                </a:tc>
                <a:tc>
                  <a:txBody>
                    <a:bodyPr/>
                    <a:lstStyle/>
                    <a:p>
                      <a:r>
                        <a:rPr lang="fr-FR" sz="1600" dirty="0"/>
                        <a:t>En réflexion</a:t>
                      </a:r>
                    </a:p>
                  </a:txBody>
                  <a:tcPr/>
                </a:tc>
                <a:tc rowSpan="2">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r>
                        <a:rPr lang="fr-FR" sz="1600" dirty="0"/>
                        <a:t>Cloud et virtualisation</a:t>
                      </a:r>
                    </a:p>
                  </a:txBody>
                  <a:tcPr anchor="ctr"/>
                </a:tc>
                <a:extLst>
                  <a:ext uri="{0D108BD9-81ED-4DB2-BD59-A6C34878D82A}">
                    <a16:rowId xmlns:a16="http://schemas.microsoft.com/office/drawing/2014/main" val="3193013903"/>
                  </a:ext>
                </a:extLst>
              </a:tr>
              <a:tr h="355655">
                <a:tc>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r>
                        <a:rPr lang="fr-FR" sz="1600" dirty="0"/>
                        <a:t>Gestion des configurations</a:t>
                      </a:r>
                    </a:p>
                  </a:txBody>
                  <a:tcPr/>
                </a:tc>
                <a:tc>
                  <a:txBody>
                    <a:bodyPr/>
                    <a:lstStyle/>
                    <a:p>
                      <a:r>
                        <a:rPr lang="fr-FR" sz="1600" dirty="0"/>
                        <a:t>Partiellement déployé</a:t>
                      </a:r>
                    </a:p>
                  </a:txBody>
                  <a:tcPr/>
                </a:tc>
                <a:tc vMerge="1">
                  <a:txBody>
                    <a:bodyPr/>
                    <a:lstStyle/>
                    <a:p>
                      <a:endParaRPr lang="fr-FR" sz="1600" dirty="0"/>
                    </a:p>
                  </a:txBody>
                  <a:tcPr/>
                </a:tc>
                <a:extLst>
                  <a:ext uri="{0D108BD9-81ED-4DB2-BD59-A6C34878D82A}">
                    <a16:rowId xmlns:a16="http://schemas.microsoft.com/office/drawing/2014/main" val="1101885020"/>
                  </a:ext>
                </a:extLst>
              </a:tr>
              <a:tr h="555407">
                <a:tc>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r>
                        <a:rPr lang="fr-FR" sz="1600" dirty="0"/>
                        <a:t>Gestion des changements / mises </a:t>
                      </a:r>
                      <a:br>
                        <a:rPr lang="fr-FR" sz="1600" dirty="0"/>
                      </a:br>
                      <a:r>
                        <a:rPr lang="fr-FR" sz="1600" dirty="0"/>
                        <a:t>en production</a:t>
                      </a:r>
                    </a:p>
                  </a:txBody>
                  <a:tcPr/>
                </a:tc>
                <a:tc>
                  <a:txBody>
                    <a:bodyPr/>
                    <a:lstStyle/>
                    <a:p>
                      <a:r>
                        <a:rPr lang="fr-FR" sz="1600" dirty="0"/>
                        <a:t>En réflexion</a:t>
                      </a:r>
                    </a:p>
                  </a:txBody>
                  <a:tcPr/>
                </a:tc>
                <a:tc rowSpan="2">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r>
                        <a:rPr lang="fr-FR" sz="1600" dirty="0"/>
                        <a:t>Expert dev</a:t>
                      </a:r>
                    </a:p>
                  </a:txBody>
                  <a:tcPr anchor="ctr"/>
                </a:tc>
                <a:extLst>
                  <a:ext uri="{0D108BD9-81ED-4DB2-BD59-A6C34878D82A}">
                    <a16:rowId xmlns:a16="http://schemas.microsoft.com/office/drawing/2014/main" val="811296270"/>
                  </a:ext>
                </a:extLst>
              </a:tr>
              <a:tr h="355655">
                <a:tc>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r>
                        <a:rPr lang="fr-FR" sz="1600"/>
                        <a:t>Gestion des problèmes</a:t>
                      </a:r>
                      <a:endParaRPr lang="fr-FR" sz="1600" dirty="0"/>
                    </a:p>
                  </a:txBody>
                  <a:tcPr/>
                </a:tc>
                <a:tc>
                  <a:txBody>
                    <a:bodyPr/>
                    <a:lstStyle/>
                    <a:p>
                      <a:r>
                        <a:rPr lang="fr-FR" sz="1600" dirty="0"/>
                        <a:t>Partiellement déployé</a:t>
                      </a:r>
                    </a:p>
                  </a:txBody>
                  <a:tcPr/>
                </a:tc>
                <a:tc vMerge="1">
                  <a:txBody>
                    <a:bodyPr/>
                    <a:lstStyle/>
                    <a:p>
                      <a:endParaRPr lang="fr-FR" sz="1600" dirty="0"/>
                    </a:p>
                  </a:txBody>
                  <a:tcPr/>
                </a:tc>
                <a:extLst>
                  <a:ext uri="{0D108BD9-81ED-4DB2-BD59-A6C34878D82A}">
                    <a16:rowId xmlns:a16="http://schemas.microsoft.com/office/drawing/2014/main" val="2651859653"/>
                  </a:ext>
                </a:extLst>
              </a:tr>
              <a:tr h="355655">
                <a:tc>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r>
                        <a:rPr lang="fr-FR" sz="1600" dirty="0"/>
                        <a:t>Gestion de la connaissance</a:t>
                      </a:r>
                    </a:p>
                  </a:txBody>
                  <a:tcPr/>
                </a:tc>
                <a:tc>
                  <a:txBody>
                    <a:bodyPr/>
                    <a:lstStyle/>
                    <a:p>
                      <a:r>
                        <a:rPr lang="fr-FR" sz="1600" dirty="0"/>
                        <a:t>En réflexion</a:t>
                      </a:r>
                    </a:p>
                  </a:txBody>
                  <a:tcPr/>
                </a:tc>
                <a:tc rowSpan="2">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r>
                        <a:rPr lang="fr-FR" sz="1600" dirty="0"/>
                        <a:t>Gestion de la data</a:t>
                      </a:r>
                    </a:p>
                  </a:txBody>
                  <a:tcPr anchor="ctr"/>
                </a:tc>
                <a:extLst>
                  <a:ext uri="{0D108BD9-81ED-4DB2-BD59-A6C34878D82A}">
                    <a16:rowId xmlns:a16="http://schemas.microsoft.com/office/drawing/2014/main" val="4241787172"/>
                  </a:ext>
                </a:extLst>
              </a:tr>
              <a:tr h="555407">
                <a:tc>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r>
                        <a:rPr lang="fr-FR" sz="1600" dirty="0"/>
                        <a:t>Gestion de la demande</a:t>
                      </a:r>
                    </a:p>
                  </a:txBody>
                  <a:tcPr/>
                </a:tc>
                <a:tc>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r>
                        <a:rPr lang="fr-FR" sz="1600" dirty="0"/>
                        <a:t>Partiellement déployé</a:t>
                      </a:r>
                    </a:p>
                  </a:txBody>
                  <a:tcPr/>
                </a:tc>
                <a:tc vMerge="1">
                  <a:txBody>
                    <a:bodyPr/>
                    <a:lstStyle/>
                    <a:p>
                      <a:endParaRPr lang="fr-FR" sz="1600" dirty="0"/>
                    </a:p>
                  </a:txBody>
                  <a:tcPr/>
                </a:tc>
                <a:extLst>
                  <a:ext uri="{0D108BD9-81ED-4DB2-BD59-A6C34878D82A}">
                    <a16:rowId xmlns:a16="http://schemas.microsoft.com/office/drawing/2014/main" val="2180861004"/>
                  </a:ext>
                </a:extLst>
              </a:tr>
            </a:tbl>
          </a:graphicData>
        </a:graphic>
      </p:graphicFrame>
      <p:sp>
        <p:nvSpPr>
          <p:cNvPr id="5" name="Titre 5">
            <a:extLst>
              <a:ext uri="{FF2B5EF4-FFF2-40B4-BE49-F238E27FC236}">
                <a16:creationId xmlns:a16="http://schemas.microsoft.com/office/drawing/2014/main" id="{205FA7A2-F0C9-41E4-9BE3-9C18650D3CED}"/>
              </a:ext>
            </a:extLst>
          </p:cNvPr>
          <p:cNvSpPr txBox="1">
            <a:spLocks/>
          </p:cNvSpPr>
          <p:nvPr/>
        </p:nvSpPr>
        <p:spPr bwMode="auto">
          <a:xfrm>
            <a:off x="0" y="-3175"/>
            <a:ext cx="12190413" cy="388938"/>
          </a:xfrm>
          <a:prstGeom prst="rect">
            <a:avLst/>
          </a:prstGeom>
          <a:solidFill>
            <a:srgbClr val="3C3732">
              <a:lumMod val="20000"/>
              <a:lumOff val="80000"/>
            </a:srgbClr>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algn="ctr" defTabSz="914400">
              <a:defRPr/>
            </a:pPr>
            <a:r>
              <a:rPr lang="fr-FR" dirty="0">
                <a:solidFill>
                  <a:schemeClr val="tx2"/>
                </a:solidFill>
                <a:latin typeface="Arial"/>
              </a:rPr>
              <a:t>Situation actuelle de la mise en œuvre des processus</a:t>
            </a:r>
          </a:p>
        </p:txBody>
      </p:sp>
    </p:spTree>
    <p:extLst>
      <p:ext uri="{BB962C8B-B14F-4D97-AF65-F5344CB8AC3E}">
        <p14:creationId xmlns:p14="http://schemas.microsoft.com/office/powerpoint/2010/main" val="1909027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2">
            <a:extLst>
              <a:ext uri="{FF2B5EF4-FFF2-40B4-BE49-F238E27FC236}">
                <a16:creationId xmlns:a16="http://schemas.microsoft.com/office/drawing/2014/main" id="{38348DF4-3B7F-4F23-974C-B0250B3FC3F7}"/>
              </a:ext>
            </a:extLst>
          </p:cNvPr>
          <p:cNvSpPr txBox="1">
            <a:spLocks/>
          </p:cNvSpPr>
          <p:nvPr/>
        </p:nvSpPr>
        <p:spPr bwMode="auto">
          <a:xfrm>
            <a:off x="561975" y="585788"/>
            <a:ext cx="11069638" cy="1403350"/>
          </a:xfrm>
          <a:prstGeom prst="rect">
            <a:avLst/>
          </a:prstGeom>
          <a:solidFill>
            <a:schemeClr val="tx2"/>
          </a:solidFill>
          <a:ln w="9525">
            <a:noFill/>
            <a:miter lim="800000"/>
            <a:headEnd/>
            <a:tailEnd/>
          </a:ln>
        </p:spPr>
        <p:txBody>
          <a:bodyPr lIns="180000" tIns="36000" rIns="180000" bIns="36000">
            <a:spAutoFit/>
          </a:bodyPr>
          <a:lstStyle>
            <a:lvl1pPr algn="l" rtl="0" eaLnBrk="1" fontAlgn="base" hangingPunct="1">
              <a:lnSpc>
                <a:spcPct val="90000"/>
              </a:lnSpc>
              <a:spcBef>
                <a:spcPct val="0"/>
              </a:spcBef>
              <a:spcAft>
                <a:spcPct val="0"/>
              </a:spcAft>
              <a:defRPr sz="4800" b="0" kern="1200" cap="all" baseline="0">
                <a:solidFill>
                  <a:srgbClr val="FFFFFF"/>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sz="3600">
                <a:latin typeface="Arial"/>
              </a:rPr>
              <a:t>Support de description du processus</a:t>
            </a:r>
            <a:r>
              <a:rPr lang="fr-FR">
                <a:latin typeface="Arial"/>
              </a:rPr>
              <a:t/>
            </a:r>
            <a:br>
              <a:rPr lang="fr-FR">
                <a:latin typeface="Arial"/>
              </a:rPr>
            </a:br>
            <a:r>
              <a:rPr lang="fr-FR" sz="2400">
                <a:latin typeface="Arial"/>
              </a:rPr>
              <a:t>Principes, Règles, Activités</a:t>
            </a:r>
            <a:endParaRPr lang="fr-FR" sz="1600" dirty="0">
              <a:latin typeface="Arial"/>
            </a:endParaRPr>
          </a:p>
        </p:txBody>
      </p:sp>
      <p:sp>
        <p:nvSpPr>
          <p:cNvPr id="9" name="Espace réservé du texte 3">
            <a:extLst>
              <a:ext uri="{FF2B5EF4-FFF2-40B4-BE49-F238E27FC236}">
                <a16:creationId xmlns:a16="http://schemas.microsoft.com/office/drawing/2014/main" id="{6F9694EC-8E77-4168-BE6D-6F2BA93E0A2C}"/>
              </a:ext>
            </a:extLst>
          </p:cNvPr>
          <p:cNvSpPr txBox="1">
            <a:spLocks/>
          </p:cNvSpPr>
          <p:nvPr/>
        </p:nvSpPr>
        <p:spPr bwMode="auto">
          <a:xfrm>
            <a:off x="561975" y="2386013"/>
            <a:ext cx="11069638" cy="1674305"/>
          </a:xfrm>
          <a:prstGeom prst="rect">
            <a:avLst/>
          </a:prstGeom>
          <a:solidFill>
            <a:schemeClr val="bg2"/>
          </a:solidFill>
          <a:ln w="9525">
            <a:noFill/>
            <a:miter lim="800000"/>
            <a:headEnd/>
            <a:tailEnd/>
          </a:ln>
        </p:spPr>
        <p:txBody>
          <a:bodyPr lIns="0" tIns="0" rIns="0" bIns="0">
            <a:spAutoFit/>
          </a:bodyPr>
          <a:lstStyle>
            <a:lvl1pPr marL="0" indent="0" algn="l" rtl="0" eaLnBrk="1" fontAlgn="base" hangingPunct="1">
              <a:spcBef>
                <a:spcPct val="20000"/>
              </a:spcBef>
              <a:spcAft>
                <a:spcPct val="0"/>
              </a:spcAft>
              <a:buClr>
                <a:schemeClr val="accent1"/>
              </a:buClr>
              <a:defRPr sz="3200" b="0" kern="1200" cap="all" baseline="0">
                <a:solidFill>
                  <a:srgbClr val="FFFFFF"/>
                </a:solidFill>
                <a:latin typeface="+mn-lt"/>
                <a:ea typeface="+mn-ea"/>
                <a:cs typeface="+mn-cs"/>
              </a:defRPr>
            </a:lvl1pPr>
            <a:lvl2pPr marL="519488" indent="-259744" algn="l" rtl="0" eaLnBrk="1" fontAlgn="base" hangingPunct="1">
              <a:spcBef>
                <a:spcPct val="20000"/>
              </a:spcBef>
              <a:spcAft>
                <a:spcPct val="0"/>
              </a:spcAft>
              <a:buClr>
                <a:schemeClr val="accent1"/>
              </a:buClr>
              <a:buSzPct val="110000"/>
              <a:buFont typeface="Arial" pitchFamily="34" charset="0"/>
              <a:buChar char="•"/>
              <a:defRPr sz="3200" b="0" kern="1200">
                <a:solidFill>
                  <a:srgbClr val="FFFFFF"/>
                </a:solidFill>
                <a:latin typeface="+mn-lt"/>
                <a:ea typeface="+mn-ea"/>
                <a:cs typeface="+mn-cs"/>
              </a:defRPr>
            </a:lvl2pPr>
            <a:lvl3pPr marL="1038977" indent="-259744" algn="l" rtl="0" eaLnBrk="1" fontAlgn="base" hangingPunct="1">
              <a:spcBef>
                <a:spcPct val="20000"/>
              </a:spcBef>
              <a:spcAft>
                <a:spcPct val="0"/>
              </a:spcAft>
              <a:buClr>
                <a:schemeClr val="tx1"/>
              </a:buClr>
              <a:buFont typeface="Arial" pitchFamily="34" charset="0"/>
              <a:buChar char="•"/>
              <a:defRPr sz="3200" b="0" kern="1200">
                <a:solidFill>
                  <a:srgbClr val="FFFFFF"/>
                </a:solidFill>
                <a:latin typeface="+mn-lt"/>
                <a:ea typeface="+mn-ea"/>
                <a:cs typeface="+mn-cs"/>
              </a:defRPr>
            </a:lvl3pPr>
            <a:lvl4pPr marL="1563877" indent="-263352"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4pPr>
            <a:lvl5pPr marL="2339502" indent="-261548"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a:lstStyle>
          <a:p>
            <a:pPr defTabSz="914400">
              <a:buClr>
                <a:srgbClr val="009AA6"/>
              </a:buClr>
              <a:defRPr/>
            </a:pPr>
            <a:r>
              <a:rPr lang="fr-FR" dirty="0">
                <a:solidFill>
                  <a:schemeClr val="tx2"/>
                </a:solidFill>
                <a:latin typeface="Arial"/>
              </a:rPr>
              <a:t>Processus: Gestion des INCIDENTS</a:t>
            </a:r>
          </a:p>
          <a:p>
            <a:pPr defTabSz="914400">
              <a:buClr>
                <a:srgbClr val="009AA6"/>
              </a:buClr>
              <a:defRPr/>
            </a:pPr>
            <a:endParaRPr lang="fr-FR" dirty="0">
              <a:solidFill>
                <a:schemeClr val="tx2"/>
              </a:solidFill>
              <a:latin typeface="Arial"/>
            </a:endParaRPr>
          </a:p>
          <a:p>
            <a:pPr defTabSz="914400">
              <a:buClr>
                <a:srgbClr val="009AA6"/>
              </a:buClr>
              <a:defRPr/>
            </a:pPr>
            <a:endParaRPr lang="fr-FR" dirty="0">
              <a:solidFill>
                <a:schemeClr val="tx2"/>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re 5">
            <a:extLst>
              <a:ext uri="{FF2B5EF4-FFF2-40B4-BE49-F238E27FC236}">
                <a16:creationId xmlns:a16="http://schemas.microsoft.com/office/drawing/2014/main" id="{8791602A-393F-446F-8194-E5D523863061}"/>
              </a:ext>
            </a:extLst>
          </p:cNvPr>
          <p:cNvSpPr txBox="1">
            <a:spLocks/>
          </p:cNvSpPr>
          <p:nvPr/>
        </p:nvSpPr>
        <p:spPr bwMode="auto">
          <a:xfrm>
            <a:off x="0" y="-3175"/>
            <a:ext cx="3724275" cy="831850"/>
          </a:xfrm>
          <a:prstGeom prst="rect">
            <a:avLst/>
          </a:prstGeom>
          <a:solidFill>
            <a:srgbClr val="3C3732">
              <a:lumMod val="20000"/>
              <a:lumOff val="80000"/>
            </a:srgbClr>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tx2"/>
                </a:solidFill>
                <a:latin typeface="Arial"/>
              </a:rPr>
              <a:t>Carte d’environnement</a:t>
            </a:r>
          </a:p>
        </p:txBody>
      </p:sp>
      <p:sp>
        <p:nvSpPr>
          <p:cNvPr id="48" name="Ellipse 47">
            <a:extLst>
              <a:ext uri="{FF2B5EF4-FFF2-40B4-BE49-F238E27FC236}">
                <a16:creationId xmlns:a16="http://schemas.microsoft.com/office/drawing/2014/main" id="{38E86EF5-5EF0-4BFF-93E9-4AC961FA2E54}"/>
              </a:ext>
            </a:extLst>
          </p:cNvPr>
          <p:cNvSpPr/>
          <p:nvPr/>
        </p:nvSpPr>
        <p:spPr>
          <a:xfrm>
            <a:off x="3984625" y="754063"/>
            <a:ext cx="1839913" cy="549275"/>
          </a:xfrm>
          <a:prstGeom prst="ellipse">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Utilisateurs</a:t>
            </a:r>
          </a:p>
        </p:txBody>
      </p:sp>
      <p:sp>
        <p:nvSpPr>
          <p:cNvPr id="50" name="AutoShape 11">
            <a:extLst>
              <a:ext uri="{FF2B5EF4-FFF2-40B4-BE49-F238E27FC236}">
                <a16:creationId xmlns:a16="http://schemas.microsoft.com/office/drawing/2014/main" id="{384DB659-CAD7-45A7-AE94-A51B0A7F53D2}"/>
              </a:ext>
            </a:extLst>
          </p:cNvPr>
          <p:cNvSpPr>
            <a:spLocks noChangeArrowheads="1"/>
          </p:cNvSpPr>
          <p:nvPr/>
        </p:nvSpPr>
        <p:spPr bwMode="auto">
          <a:xfrm>
            <a:off x="3394075" y="2179638"/>
            <a:ext cx="5459413" cy="3090862"/>
          </a:xfrm>
          <a:prstGeom prst="roundRect">
            <a:avLst>
              <a:gd name="adj" fmla="val 2728"/>
            </a:avLst>
          </a:prstGeom>
          <a:noFill/>
          <a:ln w="31750">
            <a:solidFill>
              <a:schemeClr val="tx2"/>
            </a:solidFill>
            <a:round/>
            <a:headEnd/>
            <a:tailEnd/>
          </a:ln>
        </p:spPr>
        <p:txBody>
          <a:bodyP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2000" b="1" kern="0" dirty="0">
                <a:solidFill>
                  <a:schemeClr val="tx2"/>
                </a:solidFill>
              </a:rPr>
              <a:t>Gestion des incidents </a:t>
            </a:r>
            <a:endParaRPr lang="fr-FR" altLang="fr-FR" sz="1400" b="1" u="sng" kern="0" dirty="0">
              <a:solidFill>
                <a:schemeClr val="tx2"/>
              </a:solidFill>
            </a:endParaRPr>
          </a:p>
          <a:p>
            <a:pPr algn="ctr" eaLnBrk="1" fontAlgn="auto" hangingPunct="1">
              <a:spcBef>
                <a:spcPts val="0"/>
              </a:spcBef>
              <a:spcAft>
                <a:spcPts val="0"/>
              </a:spcAft>
              <a:defRPr/>
            </a:pPr>
            <a:endParaRPr lang="fr-FR" altLang="fr-FR" sz="1400" kern="0" dirty="0">
              <a:solidFill>
                <a:schemeClr val="tx2"/>
              </a:solidFill>
            </a:endParaRPr>
          </a:p>
          <a:p>
            <a:pPr algn="ctr" eaLnBrk="1" fontAlgn="auto" hangingPunct="1">
              <a:spcBef>
                <a:spcPts val="0"/>
              </a:spcBef>
              <a:spcAft>
                <a:spcPts val="0"/>
              </a:spcAft>
              <a:defRPr/>
            </a:pPr>
            <a:r>
              <a:rPr lang="fr-FR" altLang="fr-FR" sz="1400" kern="0" dirty="0">
                <a:solidFill>
                  <a:schemeClr val="tx2"/>
                </a:solidFill>
              </a:rPr>
              <a:t>Le but de la gestion des incidents est de restaurer le niveau de service convenu avec l’utilisateur-client, aussi vite que possible et en accord avec ce qui a été convenu</a:t>
            </a:r>
          </a:p>
          <a:p>
            <a:pPr eaLnBrk="1" fontAlgn="auto" hangingPunct="1">
              <a:spcBef>
                <a:spcPts val="0"/>
              </a:spcBef>
              <a:spcAft>
                <a:spcPts val="0"/>
              </a:spcAft>
              <a:defRPr/>
            </a:pPr>
            <a:endParaRPr lang="fr-FR" altLang="fr-FR" sz="1050" u="sng" kern="0" dirty="0">
              <a:solidFill>
                <a:schemeClr val="tx2"/>
              </a:solidFill>
            </a:endParaRPr>
          </a:p>
          <a:p>
            <a:pPr eaLnBrk="1" fontAlgn="auto" hangingPunct="1">
              <a:spcBef>
                <a:spcPts val="0"/>
              </a:spcBef>
              <a:spcAft>
                <a:spcPts val="0"/>
              </a:spcAft>
              <a:defRPr/>
            </a:pPr>
            <a:r>
              <a:rPr lang="fr-FR" altLang="fr-FR" sz="1050" u="sng" kern="0" dirty="0">
                <a:solidFill>
                  <a:schemeClr val="tx2"/>
                </a:solidFill>
              </a:rPr>
              <a:t>Avantages pour les métiers</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Résolution plus efficace des incidents limitant l’impact sur les métiers</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Amélioration de la productivité des utilisateurs</a:t>
            </a:r>
          </a:p>
          <a:p>
            <a:pPr eaLnBrk="1" fontAlgn="auto" hangingPunct="1">
              <a:spcBef>
                <a:spcPts val="0"/>
              </a:spcBef>
              <a:spcAft>
                <a:spcPts val="0"/>
              </a:spcAft>
              <a:defRPr/>
            </a:pPr>
            <a:endParaRPr lang="fr-FR" altLang="fr-FR" sz="1050" u="sng" kern="0" dirty="0">
              <a:solidFill>
                <a:schemeClr val="tx2"/>
              </a:solidFill>
            </a:endParaRPr>
          </a:p>
          <a:p>
            <a:pPr eaLnBrk="1" fontAlgn="auto" hangingPunct="1">
              <a:spcBef>
                <a:spcPts val="0"/>
              </a:spcBef>
              <a:spcAft>
                <a:spcPts val="0"/>
              </a:spcAft>
              <a:defRPr/>
            </a:pPr>
            <a:r>
              <a:rPr lang="fr-FR" altLang="fr-FR" sz="1050" u="sng" kern="0" dirty="0">
                <a:solidFill>
                  <a:schemeClr val="tx2"/>
                </a:solidFill>
              </a:rPr>
              <a:t>Avantages pour la DSI</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Optimisation des ressources pour une résolution efficace des incidents</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Métriques disponibles pour mesurer le respect des engagements de niveaux de service</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Amélioration du niveau de satisfaction des clients et des utilisateurs. </a:t>
            </a:r>
          </a:p>
        </p:txBody>
      </p:sp>
      <p:sp>
        <p:nvSpPr>
          <p:cNvPr id="52" name="Rectangle : coins arrondis 7">
            <a:extLst>
              <a:ext uri="{FF2B5EF4-FFF2-40B4-BE49-F238E27FC236}">
                <a16:creationId xmlns:a16="http://schemas.microsoft.com/office/drawing/2014/main" id="{FFA0FB32-A4E1-48C1-8F7D-E435D47B6D02}"/>
              </a:ext>
            </a:extLst>
          </p:cNvPr>
          <p:cNvSpPr/>
          <p:nvPr/>
        </p:nvSpPr>
        <p:spPr>
          <a:xfrm>
            <a:off x="196850" y="2659063"/>
            <a:ext cx="1462088" cy="550862"/>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Exécution des requêtes</a:t>
            </a:r>
          </a:p>
        </p:txBody>
      </p:sp>
      <p:sp>
        <p:nvSpPr>
          <p:cNvPr id="56" name="Rectangle : coins arrondis 9">
            <a:extLst>
              <a:ext uri="{FF2B5EF4-FFF2-40B4-BE49-F238E27FC236}">
                <a16:creationId xmlns:a16="http://schemas.microsoft.com/office/drawing/2014/main" id="{0891F104-6F88-4944-A2E5-B5DE8A84C7B1}"/>
              </a:ext>
            </a:extLst>
          </p:cNvPr>
          <p:cNvSpPr/>
          <p:nvPr/>
        </p:nvSpPr>
        <p:spPr>
          <a:xfrm>
            <a:off x="10215563" y="2481263"/>
            <a:ext cx="1566862" cy="890587"/>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des problèmes</a:t>
            </a:r>
          </a:p>
        </p:txBody>
      </p:sp>
      <p:cxnSp>
        <p:nvCxnSpPr>
          <p:cNvPr id="3079" name="Connecteur droit avec flèche 56">
            <a:extLst>
              <a:ext uri="{FF2B5EF4-FFF2-40B4-BE49-F238E27FC236}">
                <a16:creationId xmlns:a16="http://schemas.microsoft.com/office/drawing/2014/main" id="{FBD27E52-617A-43E7-9758-2774361BA6DB}"/>
              </a:ext>
            </a:extLst>
          </p:cNvPr>
          <p:cNvCxnSpPr>
            <a:cxnSpLocks/>
          </p:cNvCxnSpPr>
          <p:nvPr/>
        </p:nvCxnSpPr>
        <p:spPr bwMode="auto">
          <a:xfrm flipH="1">
            <a:off x="8869363" y="2695575"/>
            <a:ext cx="1346200" cy="0"/>
          </a:xfrm>
          <a:prstGeom prst="straightConnector1">
            <a:avLst/>
          </a:prstGeom>
          <a:noFill/>
          <a:ln w="9525" algn="ctr">
            <a:solidFill>
              <a:srgbClr val="747678"/>
            </a:solidFill>
            <a:round/>
            <a:headEnd type="triangle" w="med" len="med"/>
            <a:tailEnd/>
          </a:ln>
          <a:extLst>
            <a:ext uri="{909E8E84-426E-40DD-AFC4-6F175D3DCCD1}">
              <a14:hiddenFill xmlns:a14="http://schemas.microsoft.com/office/drawing/2010/main">
                <a:noFill/>
              </a14:hiddenFill>
            </a:ext>
          </a:extLst>
        </p:spPr>
      </p:cxnSp>
      <p:sp>
        <p:nvSpPr>
          <p:cNvPr id="61" name="Rectangle : coins arrondis 71">
            <a:extLst>
              <a:ext uri="{FF2B5EF4-FFF2-40B4-BE49-F238E27FC236}">
                <a16:creationId xmlns:a16="http://schemas.microsoft.com/office/drawing/2014/main" id="{3EB7B1E5-D645-4E41-A0D1-E5BE76B34815}"/>
              </a:ext>
            </a:extLst>
          </p:cNvPr>
          <p:cNvSpPr/>
          <p:nvPr/>
        </p:nvSpPr>
        <p:spPr>
          <a:xfrm>
            <a:off x="10215563" y="3833813"/>
            <a:ext cx="1566862" cy="889000"/>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des niveaux de services</a:t>
            </a:r>
          </a:p>
        </p:txBody>
      </p:sp>
      <p:sp>
        <p:nvSpPr>
          <p:cNvPr id="64" name="Rectangle : coins arrondis 171">
            <a:extLst>
              <a:ext uri="{FF2B5EF4-FFF2-40B4-BE49-F238E27FC236}">
                <a16:creationId xmlns:a16="http://schemas.microsoft.com/office/drawing/2014/main" id="{9226CBF5-678D-4F9C-ACB4-9C874F5CBA1D}"/>
              </a:ext>
            </a:extLst>
          </p:cNvPr>
          <p:cNvSpPr/>
          <p:nvPr/>
        </p:nvSpPr>
        <p:spPr>
          <a:xfrm>
            <a:off x="204788" y="3511550"/>
            <a:ext cx="1455737" cy="693738"/>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des changements</a:t>
            </a:r>
          </a:p>
        </p:txBody>
      </p:sp>
      <p:sp>
        <p:nvSpPr>
          <p:cNvPr id="67" name="Organigramme : Document 66">
            <a:extLst>
              <a:ext uri="{FF2B5EF4-FFF2-40B4-BE49-F238E27FC236}">
                <a16:creationId xmlns:a16="http://schemas.microsoft.com/office/drawing/2014/main" id="{4B22F507-8992-4CAA-839A-F27B4B5D47A4}"/>
              </a:ext>
            </a:extLst>
          </p:cNvPr>
          <p:cNvSpPr/>
          <p:nvPr/>
        </p:nvSpPr>
        <p:spPr>
          <a:xfrm>
            <a:off x="8994775" y="2462213"/>
            <a:ext cx="1084263" cy="460375"/>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Informations sur incidents</a:t>
            </a:r>
          </a:p>
        </p:txBody>
      </p:sp>
      <p:cxnSp>
        <p:nvCxnSpPr>
          <p:cNvPr id="3083" name="Connecteur droit avec flèche 67">
            <a:extLst>
              <a:ext uri="{FF2B5EF4-FFF2-40B4-BE49-F238E27FC236}">
                <a16:creationId xmlns:a16="http://schemas.microsoft.com/office/drawing/2014/main" id="{2A0C1213-8C8A-403A-B454-31DD2EFC0831}"/>
              </a:ext>
            </a:extLst>
          </p:cNvPr>
          <p:cNvCxnSpPr>
            <a:cxnSpLocks/>
            <a:endCxn id="48" idx="3"/>
          </p:cNvCxnSpPr>
          <p:nvPr/>
        </p:nvCxnSpPr>
        <p:spPr bwMode="auto">
          <a:xfrm flipV="1">
            <a:off x="4013200" y="1223963"/>
            <a:ext cx="241300" cy="94615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cxnSp>
        <p:nvCxnSpPr>
          <p:cNvPr id="3084" name="Connecteur droit avec flèche 70">
            <a:extLst>
              <a:ext uri="{FF2B5EF4-FFF2-40B4-BE49-F238E27FC236}">
                <a16:creationId xmlns:a16="http://schemas.microsoft.com/office/drawing/2014/main" id="{5F508BAB-6DC7-4D01-9255-2416CDEC2863}"/>
              </a:ext>
            </a:extLst>
          </p:cNvPr>
          <p:cNvCxnSpPr>
            <a:cxnSpLocks/>
            <a:stCxn id="100" idx="2"/>
          </p:cNvCxnSpPr>
          <p:nvPr/>
        </p:nvCxnSpPr>
        <p:spPr bwMode="auto">
          <a:xfrm>
            <a:off x="7921625" y="1517650"/>
            <a:ext cx="0" cy="658813"/>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73" name="Organigramme : Document 72">
            <a:extLst>
              <a:ext uri="{FF2B5EF4-FFF2-40B4-BE49-F238E27FC236}">
                <a16:creationId xmlns:a16="http://schemas.microsoft.com/office/drawing/2014/main" id="{BD85A1BF-14FE-4DD9-9EE1-F805380BEF62}"/>
              </a:ext>
            </a:extLst>
          </p:cNvPr>
          <p:cNvSpPr/>
          <p:nvPr/>
        </p:nvSpPr>
        <p:spPr>
          <a:xfrm>
            <a:off x="3617913" y="1444625"/>
            <a:ext cx="1098550" cy="584200"/>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Résolutions</a:t>
            </a:r>
          </a:p>
          <a:p>
            <a:pPr algn="ctr" defTabSz="914400" eaLnBrk="1" fontAlgn="auto" hangingPunct="1">
              <a:spcBef>
                <a:spcPts val="0"/>
              </a:spcBef>
              <a:spcAft>
                <a:spcPts val="0"/>
              </a:spcAft>
              <a:defRPr/>
            </a:pPr>
            <a:r>
              <a:rPr lang="fr-FR" sz="1050" kern="0" dirty="0">
                <a:solidFill>
                  <a:srgbClr val="3C3732"/>
                </a:solidFill>
                <a:latin typeface="Arial" pitchFamily="34" charset="0"/>
              </a:rPr>
              <a:t>Solutions de contournement</a:t>
            </a:r>
          </a:p>
        </p:txBody>
      </p:sp>
      <p:cxnSp>
        <p:nvCxnSpPr>
          <p:cNvPr id="3086" name="Connecteur droit avec flèche 74">
            <a:extLst>
              <a:ext uri="{FF2B5EF4-FFF2-40B4-BE49-F238E27FC236}">
                <a16:creationId xmlns:a16="http://schemas.microsoft.com/office/drawing/2014/main" id="{6BD367DC-5CAE-47BB-A5C4-B1B258CED501}"/>
              </a:ext>
            </a:extLst>
          </p:cNvPr>
          <p:cNvCxnSpPr>
            <a:cxnSpLocks noChangeShapeType="1"/>
          </p:cNvCxnSpPr>
          <p:nvPr/>
        </p:nvCxnSpPr>
        <p:spPr bwMode="auto">
          <a:xfrm>
            <a:off x="1670050" y="3687763"/>
            <a:ext cx="1735138"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cxnSp>
        <p:nvCxnSpPr>
          <p:cNvPr id="3087" name="Connecteur droit avec flèche 75">
            <a:extLst>
              <a:ext uri="{FF2B5EF4-FFF2-40B4-BE49-F238E27FC236}">
                <a16:creationId xmlns:a16="http://schemas.microsoft.com/office/drawing/2014/main" id="{5199FDB9-E2E1-44C7-B5DA-F701AB45CB5B}"/>
              </a:ext>
            </a:extLst>
          </p:cNvPr>
          <p:cNvCxnSpPr>
            <a:cxnSpLocks/>
          </p:cNvCxnSpPr>
          <p:nvPr/>
        </p:nvCxnSpPr>
        <p:spPr bwMode="auto">
          <a:xfrm flipH="1">
            <a:off x="1660525" y="4033838"/>
            <a:ext cx="1733550"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79" name="Organigramme : Document 78">
            <a:extLst>
              <a:ext uri="{FF2B5EF4-FFF2-40B4-BE49-F238E27FC236}">
                <a16:creationId xmlns:a16="http://schemas.microsoft.com/office/drawing/2014/main" id="{0A8AF992-95A1-4255-ADA3-F8040AFF5BD3}"/>
              </a:ext>
            </a:extLst>
          </p:cNvPr>
          <p:cNvSpPr/>
          <p:nvPr/>
        </p:nvSpPr>
        <p:spPr>
          <a:xfrm>
            <a:off x="1938338" y="3430588"/>
            <a:ext cx="1198562" cy="461962"/>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Résolutions</a:t>
            </a:r>
          </a:p>
        </p:txBody>
      </p:sp>
      <p:sp>
        <p:nvSpPr>
          <p:cNvPr id="81" name="Organigramme : Document 80">
            <a:extLst>
              <a:ext uri="{FF2B5EF4-FFF2-40B4-BE49-F238E27FC236}">
                <a16:creationId xmlns:a16="http://schemas.microsoft.com/office/drawing/2014/main" id="{24782241-1B72-43C6-8D42-34B9AB4A424F}"/>
              </a:ext>
            </a:extLst>
          </p:cNvPr>
          <p:cNvSpPr/>
          <p:nvPr/>
        </p:nvSpPr>
        <p:spPr>
          <a:xfrm>
            <a:off x="1938338" y="3932238"/>
            <a:ext cx="1198562" cy="273050"/>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RFC</a:t>
            </a:r>
          </a:p>
        </p:txBody>
      </p:sp>
      <p:cxnSp>
        <p:nvCxnSpPr>
          <p:cNvPr id="3090" name="Connecteur droit avec flèche 81">
            <a:extLst>
              <a:ext uri="{FF2B5EF4-FFF2-40B4-BE49-F238E27FC236}">
                <a16:creationId xmlns:a16="http://schemas.microsoft.com/office/drawing/2014/main" id="{CF6DEE0E-67EC-4BDC-A627-1760EFDB0DDD}"/>
              </a:ext>
            </a:extLst>
          </p:cNvPr>
          <p:cNvCxnSpPr>
            <a:cxnSpLocks/>
            <a:endCxn id="90" idx="1"/>
          </p:cNvCxnSpPr>
          <p:nvPr/>
        </p:nvCxnSpPr>
        <p:spPr bwMode="auto">
          <a:xfrm>
            <a:off x="8121650" y="5238750"/>
            <a:ext cx="0" cy="830263"/>
          </a:xfrm>
          <a:prstGeom prst="straightConnector1">
            <a:avLst/>
          </a:prstGeom>
          <a:noFill/>
          <a:ln w="9525" algn="ctr">
            <a:solidFill>
              <a:srgbClr val="747678"/>
            </a:solidFill>
            <a:round/>
            <a:headEnd type="triangle" w="med" len="med"/>
            <a:tailEnd type="triangle" w="med" len="med"/>
          </a:ln>
          <a:extLst>
            <a:ext uri="{909E8E84-426E-40DD-AFC4-6F175D3DCCD1}">
              <a14:hiddenFill xmlns:a14="http://schemas.microsoft.com/office/drawing/2010/main">
                <a:noFill/>
              </a14:hiddenFill>
            </a:ext>
          </a:extLst>
        </p:spPr>
      </p:cxnSp>
      <p:sp>
        <p:nvSpPr>
          <p:cNvPr id="83" name="Organigramme : Document 82">
            <a:extLst>
              <a:ext uri="{FF2B5EF4-FFF2-40B4-BE49-F238E27FC236}">
                <a16:creationId xmlns:a16="http://schemas.microsoft.com/office/drawing/2014/main" id="{E461F6B3-4FAB-4841-9529-8E19027EE3A1}"/>
              </a:ext>
            </a:extLst>
          </p:cNvPr>
          <p:cNvSpPr/>
          <p:nvPr/>
        </p:nvSpPr>
        <p:spPr>
          <a:xfrm>
            <a:off x="7747000" y="5422900"/>
            <a:ext cx="750888" cy="461963"/>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Détails sur les CI</a:t>
            </a:r>
          </a:p>
        </p:txBody>
      </p:sp>
      <p:cxnSp>
        <p:nvCxnSpPr>
          <p:cNvPr id="3092" name="Connecteur droit avec flèche 83">
            <a:extLst>
              <a:ext uri="{FF2B5EF4-FFF2-40B4-BE49-F238E27FC236}">
                <a16:creationId xmlns:a16="http://schemas.microsoft.com/office/drawing/2014/main" id="{CF3B3C4F-79E7-442C-ABDC-7C32D88398E2}"/>
              </a:ext>
            </a:extLst>
          </p:cNvPr>
          <p:cNvCxnSpPr>
            <a:cxnSpLocks/>
          </p:cNvCxnSpPr>
          <p:nvPr/>
        </p:nvCxnSpPr>
        <p:spPr bwMode="auto">
          <a:xfrm flipH="1">
            <a:off x="8880475" y="3214688"/>
            <a:ext cx="1335088"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85" name="Organigramme : Document 84">
            <a:extLst>
              <a:ext uri="{FF2B5EF4-FFF2-40B4-BE49-F238E27FC236}">
                <a16:creationId xmlns:a16="http://schemas.microsoft.com/office/drawing/2014/main" id="{0279C754-D183-4E4A-AD9D-91C813FDC5BA}"/>
              </a:ext>
            </a:extLst>
          </p:cNvPr>
          <p:cNvSpPr/>
          <p:nvPr/>
        </p:nvSpPr>
        <p:spPr>
          <a:xfrm>
            <a:off x="9001125" y="2987675"/>
            <a:ext cx="1077913" cy="484188"/>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Solutions de contournement</a:t>
            </a:r>
          </a:p>
        </p:txBody>
      </p:sp>
      <p:cxnSp>
        <p:nvCxnSpPr>
          <p:cNvPr id="3094" name="Connecteur droit avec flèche 85">
            <a:extLst>
              <a:ext uri="{FF2B5EF4-FFF2-40B4-BE49-F238E27FC236}">
                <a16:creationId xmlns:a16="http://schemas.microsoft.com/office/drawing/2014/main" id="{3D3B52E6-532F-48FB-89B5-AD4CA916B699}"/>
              </a:ext>
            </a:extLst>
          </p:cNvPr>
          <p:cNvCxnSpPr>
            <a:cxnSpLocks/>
          </p:cNvCxnSpPr>
          <p:nvPr/>
        </p:nvCxnSpPr>
        <p:spPr bwMode="auto">
          <a:xfrm flipH="1">
            <a:off x="8858250" y="4046538"/>
            <a:ext cx="1346200" cy="0"/>
          </a:xfrm>
          <a:prstGeom prst="straightConnector1">
            <a:avLst/>
          </a:prstGeom>
          <a:noFill/>
          <a:ln w="9525" algn="ctr">
            <a:solidFill>
              <a:srgbClr val="747678"/>
            </a:solidFill>
            <a:round/>
            <a:headEnd type="triangle" w="med" len="med"/>
            <a:tailEnd/>
          </a:ln>
          <a:extLst>
            <a:ext uri="{909E8E84-426E-40DD-AFC4-6F175D3DCCD1}">
              <a14:hiddenFill xmlns:a14="http://schemas.microsoft.com/office/drawing/2010/main">
                <a:noFill/>
              </a14:hiddenFill>
            </a:ext>
          </a:extLst>
        </p:spPr>
      </p:cxnSp>
      <p:cxnSp>
        <p:nvCxnSpPr>
          <p:cNvPr id="3095" name="Connecteur droit avec flèche 86">
            <a:extLst>
              <a:ext uri="{FF2B5EF4-FFF2-40B4-BE49-F238E27FC236}">
                <a16:creationId xmlns:a16="http://schemas.microsoft.com/office/drawing/2014/main" id="{33246D75-2220-4D7E-AF77-E105E2711C5F}"/>
              </a:ext>
            </a:extLst>
          </p:cNvPr>
          <p:cNvCxnSpPr>
            <a:cxnSpLocks/>
          </p:cNvCxnSpPr>
          <p:nvPr/>
        </p:nvCxnSpPr>
        <p:spPr bwMode="auto">
          <a:xfrm flipH="1">
            <a:off x="8869363" y="4565650"/>
            <a:ext cx="1335087"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88" name="Organigramme : Document 87">
            <a:extLst>
              <a:ext uri="{FF2B5EF4-FFF2-40B4-BE49-F238E27FC236}">
                <a16:creationId xmlns:a16="http://schemas.microsoft.com/office/drawing/2014/main" id="{A58C4F0F-863D-4019-8981-E99FA25B0037}"/>
              </a:ext>
            </a:extLst>
          </p:cNvPr>
          <p:cNvSpPr/>
          <p:nvPr/>
        </p:nvSpPr>
        <p:spPr>
          <a:xfrm>
            <a:off x="8994775" y="4371975"/>
            <a:ext cx="1084263" cy="395288"/>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Niveaux de services</a:t>
            </a:r>
          </a:p>
        </p:txBody>
      </p:sp>
      <p:sp>
        <p:nvSpPr>
          <p:cNvPr id="89" name="Organigramme : Document 88">
            <a:extLst>
              <a:ext uri="{FF2B5EF4-FFF2-40B4-BE49-F238E27FC236}">
                <a16:creationId xmlns:a16="http://schemas.microsoft.com/office/drawing/2014/main" id="{F6497433-271F-4022-8789-F7DCBCE5A609}"/>
              </a:ext>
            </a:extLst>
          </p:cNvPr>
          <p:cNvSpPr/>
          <p:nvPr/>
        </p:nvSpPr>
        <p:spPr>
          <a:xfrm>
            <a:off x="8994775" y="3859213"/>
            <a:ext cx="1071563" cy="460375"/>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Rapports sur les incidents</a:t>
            </a:r>
          </a:p>
        </p:txBody>
      </p:sp>
      <p:sp>
        <p:nvSpPr>
          <p:cNvPr id="90" name="Organigramme : Disque magnétique 89">
            <a:extLst>
              <a:ext uri="{FF2B5EF4-FFF2-40B4-BE49-F238E27FC236}">
                <a16:creationId xmlns:a16="http://schemas.microsoft.com/office/drawing/2014/main" id="{FC2EAF1D-8F4E-40A7-9AFB-0C2E9942EDCA}"/>
              </a:ext>
            </a:extLst>
          </p:cNvPr>
          <p:cNvSpPr/>
          <p:nvPr/>
        </p:nvSpPr>
        <p:spPr>
          <a:xfrm>
            <a:off x="7747000" y="6069013"/>
            <a:ext cx="750888" cy="742950"/>
          </a:xfrm>
          <a:prstGeom prst="flowChartMagneticDisk">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CMS</a:t>
            </a:r>
          </a:p>
        </p:txBody>
      </p:sp>
      <p:cxnSp>
        <p:nvCxnSpPr>
          <p:cNvPr id="3099" name="Connecteur droit avec flèche 90">
            <a:extLst>
              <a:ext uri="{FF2B5EF4-FFF2-40B4-BE49-F238E27FC236}">
                <a16:creationId xmlns:a16="http://schemas.microsoft.com/office/drawing/2014/main" id="{13790AAF-2E31-4890-8839-C92065F7EAEE}"/>
              </a:ext>
            </a:extLst>
          </p:cNvPr>
          <p:cNvCxnSpPr>
            <a:cxnSpLocks/>
            <a:endCxn id="52" idx="3"/>
          </p:cNvCxnSpPr>
          <p:nvPr/>
        </p:nvCxnSpPr>
        <p:spPr bwMode="auto">
          <a:xfrm flipH="1">
            <a:off x="1658938" y="2922588"/>
            <a:ext cx="1724025" cy="11112"/>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92" name="Organigramme : Document 91">
            <a:extLst>
              <a:ext uri="{FF2B5EF4-FFF2-40B4-BE49-F238E27FC236}">
                <a16:creationId xmlns:a16="http://schemas.microsoft.com/office/drawing/2014/main" id="{673CB94E-3DC8-4CBD-8370-9F5F0200F931}"/>
              </a:ext>
            </a:extLst>
          </p:cNvPr>
          <p:cNvSpPr/>
          <p:nvPr/>
        </p:nvSpPr>
        <p:spPr>
          <a:xfrm>
            <a:off x="2068513" y="2667000"/>
            <a:ext cx="928687" cy="550863"/>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Demandes de services</a:t>
            </a:r>
          </a:p>
        </p:txBody>
      </p:sp>
      <p:sp>
        <p:nvSpPr>
          <p:cNvPr id="93" name="Rectangle : coins arrondis 60">
            <a:extLst>
              <a:ext uri="{FF2B5EF4-FFF2-40B4-BE49-F238E27FC236}">
                <a16:creationId xmlns:a16="http://schemas.microsoft.com/office/drawing/2014/main" id="{4094493A-B4F6-4E82-A05F-466A01A54498}"/>
              </a:ext>
            </a:extLst>
          </p:cNvPr>
          <p:cNvSpPr/>
          <p:nvPr/>
        </p:nvSpPr>
        <p:spPr>
          <a:xfrm>
            <a:off x="4013200" y="6015038"/>
            <a:ext cx="1347788" cy="550862"/>
          </a:xfrm>
          <a:prstGeom prst="roundRect">
            <a:avLst/>
          </a:prstGeom>
          <a:solidFill>
            <a:srgbClr val="D2E100">
              <a:lumMod val="20000"/>
              <a:lumOff val="80000"/>
            </a:srgbClr>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 la capacité</a:t>
            </a:r>
          </a:p>
        </p:txBody>
      </p:sp>
      <p:sp>
        <p:nvSpPr>
          <p:cNvPr id="94" name="Rectangle : coins arrondis 61">
            <a:extLst>
              <a:ext uri="{FF2B5EF4-FFF2-40B4-BE49-F238E27FC236}">
                <a16:creationId xmlns:a16="http://schemas.microsoft.com/office/drawing/2014/main" id="{6A3420C5-61A9-44C3-B095-88E195AEDCEA}"/>
              </a:ext>
            </a:extLst>
          </p:cNvPr>
          <p:cNvSpPr/>
          <p:nvPr/>
        </p:nvSpPr>
        <p:spPr>
          <a:xfrm>
            <a:off x="5468938" y="5997575"/>
            <a:ext cx="1485900" cy="550863"/>
          </a:xfrm>
          <a:prstGeom prst="roundRect">
            <a:avLst/>
          </a:prstGeom>
          <a:solidFill>
            <a:srgbClr val="D2E100">
              <a:lumMod val="20000"/>
              <a:lumOff val="80000"/>
            </a:srgbClr>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 la disponibilité</a:t>
            </a:r>
          </a:p>
        </p:txBody>
      </p:sp>
      <p:cxnSp>
        <p:nvCxnSpPr>
          <p:cNvPr id="3103" name="Connecteur droit avec flèche 94">
            <a:extLst>
              <a:ext uri="{FF2B5EF4-FFF2-40B4-BE49-F238E27FC236}">
                <a16:creationId xmlns:a16="http://schemas.microsoft.com/office/drawing/2014/main" id="{FDDECFCB-F6D0-458D-88BA-2DB29066FB1C}"/>
              </a:ext>
            </a:extLst>
          </p:cNvPr>
          <p:cNvCxnSpPr>
            <a:cxnSpLocks/>
            <a:endCxn id="93" idx="0"/>
          </p:cNvCxnSpPr>
          <p:nvPr/>
        </p:nvCxnSpPr>
        <p:spPr bwMode="auto">
          <a:xfrm>
            <a:off x="4686300" y="5270500"/>
            <a:ext cx="0" cy="744538"/>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cxnSp>
        <p:nvCxnSpPr>
          <p:cNvPr id="3104" name="Connecteur droit avec flèche 95">
            <a:extLst>
              <a:ext uri="{FF2B5EF4-FFF2-40B4-BE49-F238E27FC236}">
                <a16:creationId xmlns:a16="http://schemas.microsoft.com/office/drawing/2014/main" id="{8C069937-642A-4D1F-99AE-A19DB4D22C0F}"/>
              </a:ext>
            </a:extLst>
          </p:cNvPr>
          <p:cNvCxnSpPr>
            <a:cxnSpLocks/>
            <a:endCxn id="94" idx="0"/>
          </p:cNvCxnSpPr>
          <p:nvPr/>
        </p:nvCxnSpPr>
        <p:spPr bwMode="auto">
          <a:xfrm>
            <a:off x="6211888" y="5268913"/>
            <a:ext cx="0" cy="728662"/>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97" name="Organigramme : Document 96">
            <a:extLst>
              <a:ext uri="{FF2B5EF4-FFF2-40B4-BE49-F238E27FC236}">
                <a16:creationId xmlns:a16="http://schemas.microsoft.com/office/drawing/2014/main" id="{B5B5E6F2-FD98-4BA3-BE20-D66608A49E5A}"/>
              </a:ext>
            </a:extLst>
          </p:cNvPr>
          <p:cNvSpPr/>
          <p:nvPr/>
        </p:nvSpPr>
        <p:spPr>
          <a:xfrm>
            <a:off x="4178300" y="5422900"/>
            <a:ext cx="1071563" cy="460375"/>
          </a:xfrm>
          <a:prstGeom prst="flowChartDocument">
            <a:avLst/>
          </a:prstGeom>
          <a:solidFill>
            <a:srgbClr val="D2E100">
              <a:lumMod val="20000"/>
              <a:lumOff val="80000"/>
            </a:srgbClr>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Rapports sur les incidents</a:t>
            </a:r>
          </a:p>
        </p:txBody>
      </p:sp>
      <p:sp>
        <p:nvSpPr>
          <p:cNvPr id="98" name="Organigramme : Document 97">
            <a:extLst>
              <a:ext uri="{FF2B5EF4-FFF2-40B4-BE49-F238E27FC236}">
                <a16:creationId xmlns:a16="http://schemas.microsoft.com/office/drawing/2014/main" id="{4733C5A0-D564-444E-B2ED-CB33561E8BE7}"/>
              </a:ext>
            </a:extLst>
          </p:cNvPr>
          <p:cNvSpPr/>
          <p:nvPr/>
        </p:nvSpPr>
        <p:spPr>
          <a:xfrm>
            <a:off x="5635625" y="5424488"/>
            <a:ext cx="1071563" cy="460375"/>
          </a:xfrm>
          <a:prstGeom prst="flowChartDocument">
            <a:avLst/>
          </a:prstGeom>
          <a:solidFill>
            <a:srgbClr val="D2E100">
              <a:lumMod val="20000"/>
              <a:lumOff val="80000"/>
            </a:srgbClr>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Rapports sur les incidents</a:t>
            </a:r>
          </a:p>
        </p:txBody>
      </p:sp>
      <p:sp>
        <p:nvSpPr>
          <p:cNvPr id="99" name="Organigramme : Document 98">
            <a:extLst>
              <a:ext uri="{FF2B5EF4-FFF2-40B4-BE49-F238E27FC236}">
                <a16:creationId xmlns:a16="http://schemas.microsoft.com/office/drawing/2014/main" id="{A08BDA3A-1A3B-404C-8AB1-3CA9CD52F74F}"/>
              </a:ext>
            </a:extLst>
          </p:cNvPr>
          <p:cNvSpPr/>
          <p:nvPr/>
        </p:nvSpPr>
        <p:spPr>
          <a:xfrm>
            <a:off x="7475538" y="1587500"/>
            <a:ext cx="931862" cy="436563"/>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Incidents</a:t>
            </a:r>
          </a:p>
        </p:txBody>
      </p:sp>
      <p:sp>
        <p:nvSpPr>
          <p:cNvPr id="100" name="Rectangle : coins arrondis 44">
            <a:extLst>
              <a:ext uri="{FF2B5EF4-FFF2-40B4-BE49-F238E27FC236}">
                <a16:creationId xmlns:a16="http://schemas.microsoft.com/office/drawing/2014/main" id="{14C8FFF5-B0AE-4839-BBC1-8DD4E373B808}"/>
              </a:ext>
            </a:extLst>
          </p:cNvPr>
          <p:cNvSpPr/>
          <p:nvPr/>
        </p:nvSpPr>
        <p:spPr>
          <a:xfrm>
            <a:off x="7138988" y="627063"/>
            <a:ext cx="1566862" cy="890587"/>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des événements</a:t>
            </a:r>
          </a:p>
        </p:txBody>
      </p:sp>
      <p:cxnSp>
        <p:nvCxnSpPr>
          <p:cNvPr id="3109" name="Connecteur droit avec flèche 100">
            <a:extLst>
              <a:ext uri="{FF2B5EF4-FFF2-40B4-BE49-F238E27FC236}">
                <a16:creationId xmlns:a16="http://schemas.microsoft.com/office/drawing/2014/main" id="{3F94923A-FF83-4C1A-BC97-C77214EF4327}"/>
              </a:ext>
            </a:extLst>
          </p:cNvPr>
          <p:cNvCxnSpPr>
            <a:cxnSpLocks/>
            <a:stCxn id="48" idx="5"/>
          </p:cNvCxnSpPr>
          <p:nvPr/>
        </p:nvCxnSpPr>
        <p:spPr bwMode="auto">
          <a:xfrm>
            <a:off x="5554663" y="1223963"/>
            <a:ext cx="222250" cy="95250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02" name="Organigramme : Document 101">
            <a:extLst>
              <a:ext uri="{FF2B5EF4-FFF2-40B4-BE49-F238E27FC236}">
                <a16:creationId xmlns:a16="http://schemas.microsoft.com/office/drawing/2014/main" id="{8B766FF5-8C9B-4A0C-A3C1-30EF715B0502}"/>
              </a:ext>
            </a:extLst>
          </p:cNvPr>
          <p:cNvSpPr/>
          <p:nvPr/>
        </p:nvSpPr>
        <p:spPr>
          <a:xfrm>
            <a:off x="5191125" y="1458913"/>
            <a:ext cx="931863" cy="438150"/>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Incidents</a:t>
            </a:r>
          </a:p>
        </p:txBody>
      </p:sp>
      <p:sp>
        <p:nvSpPr>
          <p:cNvPr id="103" name="Rectangle : coins arrondis 38">
            <a:extLst>
              <a:ext uri="{FF2B5EF4-FFF2-40B4-BE49-F238E27FC236}">
                <a16:creationId xmlns:a16="http://schemas.microsoft.com/office/drawing/2014/main" id="{37302FEE-0E95-415A-997A-0D37D9BB0F0F}"/>
              </a:ext>
            </a:extLst>
          </p:cNvPr>
          <p:cNvSpPr/>
          <p:nvPr/>
        </p:nvSpPr>
        <p:spPr>
          <a:xfrm>
            <a:off x="88900" y="4498975"/>
            <a:ext cx="1557338" cy="693738"/>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des connaissances</a:t>
            </a:r>
          </a:p>
        </p:txBody>
      </p:sp>
      <p:cxnSp>
        <p:nvCxnSpPr>
          <p:cNvPr id="3112" name="Connecteur droit avec flèche 103">
            <a:extLst>
              <a:ext uri="{FF2B5EF4-FFF2-40B4-BE49-F238E27FC236}">
                <a16:creationId xmlns:a16="http://schemas.microsoft.com/office/drawing/2014/main" id="{8440BE29-CC38-4936-9209-C6D6DFE5D5FE}"/>
              </a:ext>
            </a:extLst>
          </p:cNvPr>
          <p:cNvCxnSpPr>
            <a:cxnSpLocks noChangeShapeType="1"/>
          </p:cNvCxnSpPr>
          <p:nvPr/>
        </p:nvCxnSpPr>
        <p:spPr bwMode="auto">
          <a:xfrm>
            <a:off x="1652588" y="4845050"/>
            <a:ext cx="1735137"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05" name="Organigramme : Document 104">
            <a:extLst>
              <a:ext uri="{FF2B5EF4-FFF2-40B4-BE49-F238E27FC236}">
                <a16:creationId xmlns:a16="http://schemas.microsoft.com/office/drawing/2014/main" id="{A63E948C-C442-4F74-977E-8503EA889B03}"/>
              </a:ext>
            </a:extLst>
          </p:cNvPr>
          <p:cNvSpPr/>
          <p:nvPr/>
        </p:nvSpPr>
        <p:spPr>
          <a:xfrm>
            <a:off x="1920875" y="4587875"/>
            <a:ext cx="1198563" cy="461963"/>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Consignes de résolution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FEF3E932-BF9F-4552-91A7-C0615C56C984}"/>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7171" name="Espace réservé du texte 2">
            <a:extLst>
              <a:ext uri="{FF2B5EF4-FFF2-40B4-BE49-F238E27FC236}">
                <a16:creationId xmlns:a16="http://schemas.microsoft.com/office/drawing/2014/main" id="{9570F407-1792-4CCB-98FD-E2502355D4B1}"/>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INCIDENT DECLARE PAR UN UTILISATEUR </a:t>
            </a:r>
          </a:p>
        </p:txBody>
      </p:sp>
      <p:graphicFrame>
        <p:nvGraphicFramePr>
          <p:cNvPr id="5" name="Tableau 4">
            <a:extLst>
              <a:ext uri="{FF2B5EF4-FFF2-40B4-BE49-F238E27FC236}">
                <a16:creationId xmlns:a16="http://schemas.microsoft.com/office/drawing/2014/main" id="{DB452CC7-77B2-4A6A-A59B-A4CD5D7B2C91}"/>
              </a:ext>
            </a:extLst>
          </p:cNvPr>
          <p:cNvGraphicFramePr>
            <a:graphicFrameLocks noGrp="1"/>
          </p:cNvGraphicFramePr>
          <p:nvPr/>
        </p:nvGraphicFramePr>
        <p:xfrm>
          <a:off x="781050" y="1766888"/>
          <a:ext cx="10628313" cy="3022600"/>
        </p:xfrm>
        <a:graphic>
          <a:graphicData uri="http://schemas.openxmlformats.org/drawingml/2006/table">
            <a:tbl>
              <a:tblPr firstRow="1" bandRow="1"/>
              <a:tblGrid>
                <a:gridCol w="10628313">
                  <a:extLst>
                    <a:ext uri="{9D8B030D-6E8A-4147-A177-3AD203B41FA5}">
                      <a16:colId xmlns:a16="http://schemas.microsoft.com/office/drawing/2014/main" val="20000"/>
                    </a:ext>
                  </a:extLst>
                </a:gridCol>
              </a:tblGrid>
              <a:tr h="370840">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dirty="0"/>
                        <a:t>Principes fondamentaux</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b="0" kern="1200" dirty="0"/>
                        <a:t>Le déclarant d’un incident peut être : </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kern="1200" dirty="0"/>
                        <a:t>Un utilisateur métier</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kern="1200" dirty="0"/>
                        <a:t>Un acteur IT</a:t>
                      </a:r>
                    </a:p>
                  </a:txBody>
                  <a:tcPr marL="91444" marR="91444">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Le déclarant d’un incident doit préciser certaines informations :</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kern="1200" dirty="0"/>
                        <a:t>Le déclarant de l’incident </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kern="1200" dirty="0"/>
                        <a:t>La personne qui est concernée par l’incident (si différente du déclarant)</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kern="1200" dirty="0"/>
                        <a:t>L’élément de configuration (Configuration Item : CI) concerné (si connu)</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kern="1200" dirty="0"/>
                        <a:t>La catégorie de l’incident (ouverture limitée à la matrice de catégorisation)</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kern="1200" dirty="0"/>
                        <a:t>L’impact pressenti de l’incident</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2"/>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3"/>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b="0" kern="1200" dirty="0"/>
                        <a:t>Actuellement, les incidents sont signalés au support via un appel téléphonique et messagerie vocale ou sont signalés par emails </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879E9119-99F4-4157-A172-B06C67C3D157}"/>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9219" name="Espace réservé du texte 2">
            <a:extLst>
              <a:ext uri="{FF2B5EF4-FFF2-40B4-BE49-F238E27FC236}">
                <a16:creationId xmlns:a16="http://schemas.microsoft.com/office/drawing/2014/main" id="{18F13D0F-185C-49F2-A683-2461537A5E0F}"/>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dirty="0">
                <a:solidFill>
                  <a:schemeClr val="tx2"/>
                </a:solidFill>
                <a:latin typeface="Arial" panose="020B0604020202020204" pitchFamily="34" charset="0"/>
              </a:rPr>
              <a:t>PRINCIPES : LE SERVICE DESK (SD) EST PROPRIETAIRE DE L’INCIDENT DE SON OUVERTURE A SA CLOTURE</a:t>
            </a:r>
          </a:p>
        </p:txBody>
      </p:sp>
      <p:graphicFrame>
        <p:nvGraphicFramePr>
          <p:cNvPr id="7" name="Tableau 6">
            <a:extLst>
              <a:ext uri="{FF2B5EF4-FFF2-40B4-BE49-F238E27FC236}">
                <a16:creationId xmlns:a16="http://schemas.microsoft.com/office/drawing/2014/main" id="{CD565C2F-FFD7-40FF-908D-F3C931589FA1}"/>
              </a:ext>
            </a:extLst>
          </p:cNvPr>
          <p:cNvGraphicFramePr>
            <a:graphicFrameLocks noGrp="1"/>
          </p:cNvGraphicFramePr>
          <p:nvPr/>
        </p:nvGraphicFramePr>
        <p:xfrm>
          <a:off x="781050" y="1766888"/>
          <a:ext cx="10628313" cy="2926642"/>
        </p:xfrm>
        <a:graphic>
          <a:graphicData uri="http://schemas.openxmlformats.org/drawingml/2006/table">
            <a:tbl>
              <a:tblPr firstRow="1" bandRow="1"/>
              <a:tblGrid>
                <a:gridCol w="10628313">
                  <a:extLst>
                    <a:ext uri="{9D8B030D-6E8A-4147-A177-3AD203B41FA5}">
                      <a16:colId xmlns:a16="http://schemas.microsoft.com/office/drawing/2014/main" val="20000"/>
                    </a:ext>
                  </a:extLst>
                </a:gridCol>
              </a:tblGrid>
              <a:tr h="411577">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t>Principes fondamentaux</a:t>
                      </a:r>
                    </a:p>
                  </a:txBody>
                  <a:tcPr marL="91444" marR="91444" marT="45731" marB="4573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1006078">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b="0" kern="1200" dirty="0"/>
                        <a:t>Le SD propriétaire de l’incident doit en garder la maîtrise tout au long de sa vie :</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kern="1200" dirty="0"/>
                        <a:t>Garder la visibilité sur l’incident : statut, escalade, équipe en charge</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kern="1200" dirty="0"/>
                        <a:t>Communiquer à l’utilisateur toute évolution de son traitement.</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kern="1200" dirty="0"/>
                        <a:t>Reprendre la main pour accélérer les traitements, remonter les alertes…</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kern="1200" dirty="0"/>
                        <a:t>Clôturer l’incident (validation de sa résolution) avec l’utilisateur.</a:t>
                      </a:r>
                    </a:p>
                  </a:txBody>
                  <a:tcPr marL="91444" marR="91444" marT="45731" marB="45731">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457308">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Le SD est responsable du service aux yeux des utilisateurs. Il reste le propriétaire d’un indicent de son ouverture à sa clôture, même après escalade vers un autre service.</a:t>
                      </a:r>
                    </a:p>
                  </a:txBody>
                  <a:tcPr marL="91444" marR="91444" marT="45731" marB="4573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2"/>
                  </a:ext>
                </a:extLst>
              </a:tr>
              <a:tr h="411577">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44" marR="91444" marT="45731" marB="4573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3"/>
                  </a:ext>
                </a:extLst>
              </a:tr>
              <a:tr h="396334">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b="0" kern="1200" dirty="0">
                          <a:solidFill>
                            <a:schemeClr val="dk1"/>
                          </a:solidFill>
                          <a:latin typeface="Arial"/>
                          <a:ea typeface="+mn-ea"/>
                          <a:cs typeface="+mn-cs"/>
                        </a:rPr>
                        <a:t>Principe peu respecté étant donné que les incidents signalés par email sont transmis directement aux groupes support concernés (équipe dev ou exploitant.</a:t>
                      </a:r>
                    </a:p>
                    <a:p>
                      <a:pPr marL="0" marR="0" lvl="0"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b="0" kern="1200" dirty="0">
                          <a:solidFill>
                            <a:schemeClr val="dk1"/>
                          </a:solidFill>
                          <a:latin typeface="Arial"/>
                          <a:ea typeface="+mn-ea"/>
                          <a:cs typeface="+mn-cs"/>
                        </a:rPr>
                        <a:t>L’outil de </a:t>
                      </a:r>
                      <a:r>
                        <a:rPr lang="fr-FR" sz="1200" b="0" kern="1200" dirty="0" err="1">
                          <a:solidFill>
                            <a:schemeClr val="dk1"/>
                          </a:solidFill>
                          <a:latin typeface="Arial"/>
                          <a:ea typeface="+mn-ea"/>
                          <a:cs typeface="+mn-cs"/>
                        </a:rPr>
                        <a:t>ticketing</a:t>
                      </a:r>
                      <a:r>
                        <a:rPr lang="fr-FR" sz="1200" b="0" kern="1200" dirty="0">
                          <a:solidFill>
                            <a:schemeClr val="dk1"/>
                          </a:solidFill>
                          <a:latin typeface="Arial"/>
                          <a:ea typeface="+mn-ea"/>
                          <a:cs typeface="+mn-cs"/>
                        </a:rPr>
                        <a:t> utilisé à ce jour, ne permet pas de suivre les escalades vers les groupes support. Une fois le ticket escaladé, le SD en perd la trace</a:t>
                      </a:r>
                    </a:p>
                  </a:txBody>
                  <a:tcPr marL="91444" marR="91444" marT="45731" marB="4573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879E9119-99F4-4157-A172-B06C67C3D157}"/>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9219" name="Espace réservé du texte 2">
            <a:extLst>
              <a:ext uri="{FF2B5EF4-FFF2-40B4-BE49-F238E27FC236}">
                <a16:creationId xmlns:a16="http://schemas.microsoft.com/office/drawing/2014/main" id="{18F13D0F-185C-49F2-A683-2461537A5E0F}"/>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dirty="0">
                <a:solidFill>
                  <a:schemeClr val="tx2"/>
                </a:solidFill>
                <a:latin typeface="Arial" panose="020B0604020202020204" pitchFamily="34" charset="0"/>
              </a:rPr>
              <a:t>PRINCIPES : LA PRIORITE D’UN INCIDENT EST FONCTION DE SON IMPACT ET DE SON URGENCE </a:t>
            </a:r>
          </a:p>
        </p:txBody>
      </p:sp>
      <p:graphicFrame>
        <p:nvGraphicFramePr>
          <p:cNvPr id="7" name="Tableau 6">
            <a:extLst>
              <a:ext uri="{FF2B5EF4-FFF2-40B4-BE49-F238E27FC236}">
                <a16:creationId xmlns:a16="http://schemas.microsoft.com/office/drawing/2014/main" id="{CD565C2F-FFD7-40FF-908D-F3C931589FA1}"/>
              </a:ext>
            </a:extLst>
          </p:cNvPr>
          <p:cNvGraphicFramePr>
            <a:graphicFrameLocks noGrp="1"/>
          </p:cNvGraphicFramePr>
          <p:nvPr/>
        </p:nvGraphicFramePr>
        <p:xfrm>
          <a:off x="781050" y="1766888"/>
          <a:ext cx="10628313" cy="2225566"/>
        </p:xfrm>
        <a:graphic>
          <a:graphicData uri="http://schemas.openxmlformats.org/drawingml/2006/table">
            <a:tbl>
              <a:tblPr firstRow="1" bandRow="1"/>
              <a:tblGrid>
                <a:gridCol w="10628313">
                  <a:extLst>
                    <a:ext uri="{9D8B030D-6E8A-4147-A177-3AD203B41FA5}">
                      <a16:colId xmlns:a16="http://schemas.microsoft.com/office/drawing/2014/main" val="20000"/>
                    </a:ext>
                  </a:extLst>
                </a:gridCol>
              </a:tblGrid>
              <a:tr h="411577">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t>Principes fondamentaux</a:t>
                      </a:r>
                    </a:p>
                  </a:txBody>
                  <a:tcPr marL="91444" marR="91444" marT="45731" marB="4573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1006078">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b="0" kern="1200" dirty="0"/>
                        <a:t>L’ordre de traitement des incidents (Priorité) est fonction des critères : </a:t>
                      </a:r>
                    </a:p>
                    <a:p>
                      <a:pPr marL="715701" marR="0" lvl="2"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b="0" kern="1200" dirty="0"/>
                        <a:t>d’impact : effet de l’incident sur le métier</a:t>
                      </a:r>
                    </a:p>
                    <a:p>
                      <a:pPr marL="715701" marR="0" lvl="2"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b="0" kern="1200" dirty="0"/>
                        <a:t>De l’urgence : délais de résolution validé avec le métier</a:t>
                      </a:r>
                    </a:p>
                  </a:txBody>
                  <a:tcPr marL="91444" marR="91444" marT="45731" marB="45731">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411577">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44" marR="91444" marT="45731" marB="45731">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3"/>
                  </a:ext>
                </a:extLst>
              </a:tr>
              <a:tr h="396334">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b="0" kern="1200" dirty="0">
                          <a:solidFill>
                            <a:schemeClr val="dk1"/>
                          </a:solidFill>
                          <a:latin typeface="Arial"/>
                          <a:ea typeface="+mn-ea"/>
                          <a:cs typeface="+mn-cs"/>
                        </a:rPr>
                        <a:t>Les incidents sont priorisés en fonction de celui qui crie le plus fort.</a:t>
                      </a:r>
                    </a:p>
                  </a:txBody>
                  <a:tcPr marL="91444" marR="91444" marT="45731" marB="4573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58913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18F867F5-3E2E-434F-B9D8-B2C425F48681}"/>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11267" name="Espace réservé du texte 2">
            <a:extLst>
              <a:ext uri="{FF2B5EF4-FFF2-40B4-BE49-F238E27FC236}">
                <a16:creationId xmlns:a16="http://schemas.microsoft.com/office/drawing/2014/main" id="{C3F6F14E-DE96-4020-92F8-E1D5D8A544E9}"/>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LA CATEGORISATION D’UN INCIDENT</a:t>
            </a:r>
          </a:p>
        </p:txBody>
      </p:sp>
      <p:graphicFrame>
        <p:nvGraphicFramePr>
          <p:cNvPr id="12" name="Tableau 11">
            <a:extLst>
              <a:ext uri="{FF2B5EF4-FFF2-40B4-BE49-F238E27FC236}">
                <a16:creationId xmlns:a16="http://schemas.microsoft.com/office/drawing/2014/main" id="{C668D850-96C1-4081-92CF-57E026CD96AD}"/>
              </a:ext>
            </a:extLst>
          </p:cNvPr>
          <p:cNvGraphicFramePr>
            <a:graphicFrameLocks noGrp="1"/>
          </p:cNvGraphicFramePr>
          <p:nvPr/>
        </p:nvGraphicFramePr>
        <p:xfrm>
          <a:off x="781050" y="1766888"/>
          <a:ext cx="10628313" cy="4664627"/>
        </p:xfrm>
        <a:graphic>
          <a:graphicData uri="http://schemas.openxmlformats.org/drawingml/2006/table">
            <a:tbl>
              <a:tblPr firstRow="1" bandRow="1"/>
              <a:tblGrid>
                <a:gridCol w="10628313">
                  <a:extLst>
                    <a:ext uri="{9D8B030D-6E8A-4147-A177-3AD203B41FA5}">
                      <a16:colId xmlns:a16="http://schemas.microsoft.com/office/drawing/2014/main" val="20000"/>
                    </a:ext>
                  </a:extLst>
                </a:gridCol>
              </a:tblGrid>
              <a:tr h="411594">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t>Principes fondamentaux</a:t>
                      </a:r>
                    </a:p>
                  </a:txBody>
                  <a:tcPr marL="91444" marR="91444" marT="45733" marB="45733">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457326">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b="0" kern="1200" dirty="0"/>
                        <a:t>La catégorisation permet de décrire sommairement l’incident et d’en faciliter l’escalade vers le bon groupe support (le service est généralement le 1er niveau de catégorisation). </a:t>
                      </a:r>
                    </a:p>
                  </a:txBody>
                  <a:tcPr marL="91444" marR="91444" marT="45733" marB="45733">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210370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kern="1200" dirty="0"/>
                        <a:t>La catégorisation d’un incident est hiérarchisée en 4 niveaux de profondeur maximum et ne doit pas contenir la notion de « symptôme ».</a:t>
                      </a:r>
                    </a:p>
                    <a:p>
                      <a:pPr marL="0" marR="0" lvl="1" indent="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kern="1200" dirty="0"/>
                        <a:t>Exemple :</a:t>
                      </a:r>
                    </a:p>
                    <a:p>
                      <a:pPr marL="0" marR="0" lvl="1" indent="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endParaRPr lang="fr-FR" sz="1200" kern="1200" dirty="0"/>
                    </a:p>
                    <a:p>
                      <a:pPr marL="0" marR="0" lvl="1" indent="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endParaRPr lang="fr-FR" sz="1200" kern="1200" dirty="0"/>
                    </a:p>
                    <a:p>
                      <a:pPr marL="0" marR="0" lvl="1" indent="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endParaRPr lang="fr-FR" sz="1200" kern="1200" dirty="0"/>
                    </a:p>
                    <a:p>
                      <a:pPr marL="0" marR="0" lvl="1" indent="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endParaRPr lang="fr-FR" sz="1200" kern="1200" dirty="0"/>
                    </a:p>
                    <a:p>
                      <a:pPr marL="0" marR="0" lvl="1" indent="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endParaRPr lang="fr-FR" sz="1200" kern="1200" dirty="0"/>
                    </a:p>
                    <a:p>
                      <a:pPr marL="0" marR="0" lvl="1" indent="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endParaRPr lang="fr-FR" sz="1200" kern="1200" dirty="0"/>
                    </a:p>
                    <a:p>
                      <a:pPr marL="0" marR="0" lvl="1" indent="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endParaRPr lang="fr-FR" sz="1200" kern="1200" dirty="0"/>
                    </a:p>
                    <a:p>
                      <a:pPr marL="0" marR="0" lvl="1" indent="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endParaRPr lang="fr-FR" sz="1200" kern="1200" dirty="0"/>
                    </a:p>
                    <a:p>
                      <a:pPr marL="0" marR="0" lvl="1" indent="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kern="1200" dirty="0"/>
                        <a:t>À tout moment et en fonction du traitement de l’incident, la catégorie de l’incident doit pouvoir s’affiner ou évoluer.</a:t>
                      </a:r>
                    </a:p>
                  </a:txBody>
                  <a:tcPr marL="91444" marR="91444" marT="45733" marB="45733">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2"/>
                  </a:ext>
                </a:extLst>
              </a:tr>
              <a:tr h="823187">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kern="1200" dirty="0"/>
                        <a:t>La catégorie d’un incident doit être historisée à 3 étapes de traitement d’un incident :</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kern="1200" dirty="0"/>
                        <a:t>Catégorie renseignée par l’utilisateur</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kern="1200" dirty="0"/>
                        <a:t>Catégorie initiale (celle complétée par le Service Desk en charge de la prise en compte de l’incident)</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kern="1200" dirty="0"/>
                        <a:t>Catégorie de clôture (celle définie lors de la clôture technique de l’incident)</a:t>
                      </a:r>
                    </a:p>
                  </a:txBody>
                  <a:tcPr marL="91444" marR="91444" marT="45733" marB="45733">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r h="411594">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44" marR="91444" marT="45733" marB="45733">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4"/>
                  </a:ext>
                </a:extLst>
              </a:tr>
              <a:tr h="396349">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0" indent="-171450" algn="l" defTabSz="1038977"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fr-FR" sz="1200" b="0" kern="1200" dirty="0"/>
                        <a:t>L’outil actuel ne permet pas de catégoriser les incidents</a:t>
                      </a:r>
                    </a:p>
                    <a:p>
                      <a:pPr marL="171450" marR="0" lvl="0" indent="-171450" algn="ctr" defTabSz="1038977"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lang="fr-FR" sz="1200" b="0" kern="1200" noProof="0" dirty="0">
                        <a:solidFill>
                          <a:schemeClr val="dk1"/>
                        </a:solidFill>
                        <a:latin typeface="Arial"/>
                        <a:ea typeface="+mn-ea"/>
                        <a:cs typeface="+mn-cs"/>
                      </a:endParaRPr>
                    </a:p>
                  </a:txBody>
                  <a:tcPr marL="91444" marR="91444" marT="45733" marB="45733">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5"/>
                  </a:ext>
                </a:extLst>
              </a:tr>
            </a:tbl>
          </a:graphicData>
        </a:graphic>
      </p:graphicFrame>
      <p:graphicFrame>
        <p:nvGraphicFramePr>
          <p:cNvPr id="13" name="Tableau 12">
            <a:extLst>
              <a:ext uri="{FF2B5EF4-FFF2-40B4-BE49-F238E27FC236}">
                <a16:creationId xmlns:a16="http://schemas.microsoft.com/office/drawing/2014/main" id="{B36CF44E-7044-453E-97F7-CFBC743CC739}"/>
              </a:ext>
            </a:extLst>
          </p:cNvPr>
          <p:cNvGraphicFramePr>
            <a:graphicFrameLocks noGrp="1"/>
          </p:cNvGraphicFramePr>
          <p:nvPr/>
        </p:nvGraphicFramePr>
        <p:xfrm>
          <a:off x="1825625" y="2886075"/>
          <a:ext cx="4535488" cy="1615075"/>
        </p:xfrm>
        <a:graphic>
          <a:graphicData uri="http://schemas.openxmlformats.org/drawingml/2006/table">
            <a:tbl>
              <a:tblPr firstRow="1" firstCol="1" bandRow="1"/>
              <a:tblGrid>
                <a:gridCol w="1133554">
                  <a:extLst>
                    <a:ext uri="{9D8B030D-6E8A-4147-A177-3AD203B41FA5}">
                      <a16:colId xmlns:a16="http://schemas.microsoft.com/office/drawing/2014/main" val="20000"/>
                    </a:ext>
                  </a:extLst>
                </a:gridCol>
                <a:gridCol w="1133554">
                  <a:extLst>
                    <a:ext uri="{9D8B030D-6E8A-4147-A177-3AD203B41FA5}">
                      <a16:colId xmlns:a16="http://schemas.microsoft.com/office/drawing/2014/main" val="20001"/>
                    </a:ext>
                  </a:extLst>
                </a:gridCol>
                <a:gridCol w="1134190">
                  <a:extLst>
                    <a:ext uri="{9D8B030D-6E8A-4147-A177-3AD203B41FA5}">
                      <a16:colId xmlns:a16="http://schemas.microsoft.com/office/drawing/2014/main" val="20002"/>
                    </a:ext>
                  </a:extLst>
                </a:gridCol>
                <a:gridCol w="1134190">
                  <a:extLst>
                    <a:ext uri="{9D8B030D-6E8A-4147-A177-3AD203B41FA5}">
                      <a16:colId xmlns:a16="http://schemas.microsoft.com/office/drawing/2014/main" val="20003"/>
                    </a:ext>
                  </a:extLst>
                </a:gridCol>
              </a:tblGrid>
              <a:tr h="654955">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ctr">
                        <a:lnSpc>
                          <a:spcPct val="105000"/>
                        </a:lnSpc>
                        <a:spcAft>
                          <a:spcPts val="0"/>
                        </a:spcAft>
                      </a:pPr>
                      <a:r>
                        <a:rPr lang="fr-FR" sz="800">
                          <a:effectLst/>
                          <a:latin typeface="Calibri" panose="020F0502020204030204" pitchFamily="34" charset="0"/>
                          <a:ea typeface="Times New Roman" panose="02020603050405020304" pitchFamily="18" charset="0"/>
                          <a:cs typeface="Times New Roman" panose="02020603050405020304" pitchFamily="18" charset="0"/>
                        </a:rPr>
                        <a:t>Niveau 1 : Regroupement logique (vision utilisateur)</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ctr">
                        <a:lnSpc>
                          <a:spcPct val="105000"/>
                        </a:lnSpc>
                        <a:spcAft>
                          <a:spcPts val="0"/>
                        </a:spcAft>
                      </a:pPr>
                      <a:r>
                        <a:rPr lang="fr-FR" sz="800">
                          <a:effectLst/>
                          <a:latin typeface="Calibri" panose="020F0502020204030204" pitchFamily="34" charset="0"/>
                          <a:ea typeface="Times New Roman" panose="02020603050405020304" pitchFamily="18" charset="0"/>
                          <a:cs typeface="Times New Roman" panose="02020603050405020304" pitchFamily="18" charset="0"/>
                        </a:rPr>
                        <a:t>Niveau 2 :</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p>
                      <a:pPr algn="ctr">
                        <a:lnSpc>
                          <a:spcPct val="105000"/>
                        </a:lnSpc>
                        <a:spcAft>
                          <a:spcPts val="0"/>
                        </a:spcAft>
                      </a:pPr>
                      <a:r>
                        <a:rPr lang="fr-FR" sz="800">
                          <a:effectLst/>
                          <a:latin typeface="Calibri" panose="020F0502020204030204" pitchFamily="34" charset="0"/>
                          <a:ea typeface="Times New Roman" panose="02020603050405020304" pitchFamily="18" charset="0"/>
                          <a:cs typeface="Times New Roman" panose="02020603050405020304" pitchFamily="18" charset="0"/>
                        </a:rPr>
                        <a:t>Services de base ou famille de CI (dépendamment du niveau 1)</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ctr">
                        <a:lnSpc>
                          <a:spcPct val="105000"/>
                        </a:lnSpc>
                        <a:spcAft>
                          <a:spcPts val="0"/>
                        </a:spcAft>
                      </a:pPr>
                      <a:r>
                        <a:rPr lang="fr-FR" sz="800" dirty="0">
                          <a:effectLst/>
                          <a:latin typeface="Calibri" panose="020F0502020204030204" pitchFamily="34" charset="0"/>
                          <a:ea typeface="Times New Roman" panose="02020603050405020304" pitchFamily="18" charset="0"/>
                          <a:cs typeface="Times New Roman" panose="02020603050405020304" pitchFamily="18" charset="0"/>
                        </a:rPr>
                        <a:t>Niveau 3 :</a:t>
                      </a:r>
                      <a:endParaRPr lang="fr-FR" sz="1100" dirty="0">
                        <a:effectLst/>
                        <a:latin typeface="Cambria" panose="02040503050406030204" pitchFamily="18" charset="0"/>
                        <a:ea typeface="Times New Roman" panose="02020603050405020304" pitchFamily="18" charset="0"/>
                        <a:cs typeface="Times New Roman" panose="02020603050405020304" pitchFamily="18" charset="0"/>
                      </a:endParaRPr>
                    </a:p>
                    <a:p>
                      <a:pPr algn="ctr">
                        <a:lnSpc>
                          <a:spcPct val="105000"/>
                        </a:lnSpc>
                        <a:spcAft>
                          <a:spcPts val="0"/>
                        </a:spcAft>
                      </a:pPr>
                      <a:r>
                        <a:rPr lang="fr-FR" sz="800" dirty="0">
                          <a:effectLst/>
                          <a:latin typeface="Calibri" panose="020F0502020204030204" pitchFamily="34" charset="0"/>
                          <a:ea typeface="Times New Roman" panose="02020603050405020304" pitchFamily="18" charset="0"/>
                          <a:cs typeface="Times New Roman" panose="02020603050405020304" pitchFamily="18" charset="0"/>
                        </a:rPr>
                        <a:t>Découpage du niveau 2</a:t>
                      </a:r>
                      <a:endParaRPr lang="fr-FR" sz="1100" dirty="0">
                        <a:effectLst/>
                        <a:latin typeface="Cambria" panose="02040503050406030204" pitchFamily="18" charset="0"/>
                        <a:ea typeface="Times New Roman" panose="02020603050405020304" pitchFamily="18" charset="0"/>
                        <a:cs typeface="Times New Roman" panose="02020603050405020304" pitchFamily="18" charset="0"/>
                      </a:endParaRPr>
                    </a:p>
                    <a:p>
                      <a:pPr algn="ctr">
                        <a:lnSpc>
                          <a:spcPct val="105000"/>
                        </a:lnSpc>
                        <a:spcAft>
                          <a:spcPts val="0"/>
                        </a:spcAft>
                      </a:pPr>
                      <a:r>
                        <a:rPr lang="fr-FR" sz="800" dirty="0">
                          <a:effectLst/>
                          <a:latin typeface="Calibri" panose="020F0502020204030204" pitchFamily="34" charset="0"/>
                          <a:ea typeface="Times New Roman" panose="02020603050405020304" pitchFamily="18" charset="0"/>
                          <a:cs typeface="Times New Roman" panose="02020603050405020304" pitchFamily="18" charset="0"/>
                        </a:rPr>
                        <a:t>(Facultatif)</a:t>
                      </a:r>
                      <a:endParaRPr lang="fr-FR"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ctr">
                        <a:lnSpc>
                          <a:spcPct val="105000"/>
                        </a:lnSpc>
                        <a:spcAft>
                          <a:spcPts val="0"/>
                        </a:spcAft>
                      </a:pPr>
                      <a:r>
                        <a:rPr lang="fr-FR" sz="800">
                          <a:effectLst/>
                          <a:latin typeface="Calibri" panose="020F0502020204030204" pitchFamily="34" charset="0"/>
                          <a:ea typeface="Times New Roman" panose="02020603050405020304" pitchFamily="18" charset="0"/>
                          <a:cs typeface="Times New Roman" panose="02020603050405020304" pitchFamily="18" charset="0"/>
                        </a:rPr>
                        <a:t>Niveau 4 :</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p>
                      <a:pPr algn="ctr">
                        <a:lnSpc>
                          <a:spcPct val="105000"/>
                        </a:lnSpc>
                        <a:spcAft>
                          <a:spcPts val="0"/>
                        </a:spcAft>
                      </a:pPr>
                      <a:r>
                        <a:rPr lang="fr-FR" sz="800">
                          <a:effectLst/>
                          <a:latin typeface="Calibri" panose="020F0502020204030204" pitchFamily="34" charset="0"/>
                          <a:ea typeface="Times New Roman" panose="02020603050405020304" pitchFamily="18" charset="0"/>
                          <a:cs typeface="Times New Roman" panose="02020603050405020304" pitchFamily="18" charset="0"/>
                        </a:rPr>
                        <a:t>Découpage du niveau 3</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p>
                      <a:pPr algn="ctr">
                        <a:lnSpc>
                          <a:spcPct val="105000"/>
                        </a:lnSpc>
                        <a:spcAft>
                          <a:spcPts val="0"/>
                        </a:spcAft>
                      </a:pPr>
                      <a:r>
                        <a:rPr lang="fr-FR" sz="800">
                          <a:effectLst/>
                          <a:latin typeface="Calibri" panose="020F0502020204030204" pitchFamily="34" charset="0"/>
                          <a:ea typeface="Times New Roman" panose="02020603050405020304" pitchFamily="18" charset="0"/>
                          <a:cs typeface="Times New Roman" panose="02020603050405020304" pitchFamily="18" charset="0"/>
                        </a:rPr>
                        <a:t>(Facultatif)</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extLst>
                  <a:ext uri="{0D108BD9-81ED-4DB2-BD59-A6C34878D82A}">
                    <a16:rowId xmlns:a16="http://schemas.microsoft.com/office/drawing/2014/main" val="10000"/>
                  </a:ext>
                </a:extLst>
              </a:tr>
              <a:tr h="157541">
                <a:tc rowSpan="3">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a:effectLst/>
                          <a:latin typeface="Calibri" panose="020F0502020204030204" pitchFamily="34" charset="0"/>
                          <a:ea typeface="Times New Roman" panose="02020603050405020304" pitchFamily="18" charset="0"/>
                          <a:cs typeface="Times New Roman" panose="02020603050405020304" pitchFamily="18" charset="0"/>
                        </a:rPr>
                        <a:t>Environnement utilisateur</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row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dirty="0">
                          <a:effectLst/>
                          <a:latin typeface="Calibri" panose="020F0502020204030204" pitchFamily="34" charset="0"/>
                          <a:ea typeface="Times New Roman" panose="02020603050405020304" pitchFamily="18" charset="0"/>
                          <a:cs typeface="Times New Roman" panose="02020603050405020304" pitchFamily="18" charset="0"/>
                        </a:rPr>
                        <a:t>Poste de travail</a:t>
                      </a:r>
                      <a:endParaRPr lang="fr-FR"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a:effectLst/>
                          <a:latin typeface="Calibri" panose="020F0502020204030204" pitchFamily="34" charset="0"/>
                          <a:ea typeface="Times New Roman" panose="02020603050405020304" pitchFamily="18" charset="0"/>
                          <a:cs typeface="Times New Roman" panose="02020603050405020304" pitchFamily="18" charset="0"/>
                        </a:rPr>
                        <a:t>Matériel</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a:effectLst/>
                          <a:latin typeface="Calibri" panose="020F0502020204030204" pitchFamily="34" charset="0"/>
                          <a:ea typeface="Times New Roman" panose="02020603050405020304" pitchFamily="18" charset="0"/>
                          <a:cs typeface="Times New Roman" panose="02020603050405020304" pitchFamily="18" charset="0"/>
                        </a:rPr>
                        <a:t>Disque dur</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extLst>
                  <a:ext uri="{0D108BD9-81ED-4DB2-BD59-A6C34878D82A}">
                    <a16:rowId xmlns:a16="http://schemas.microsoft.com/office/drawing/2014/main" val="10001"/>
                  </a:ext>
                </a:extLst>
              </a:tr>
              <a:tr h="157541">
                <a:tc vMerge="1">
                  <a:txBody>
                    <a:bodyPr/>
                    <a:lstStyle/>
                    <a:p>
                      <a:endParaRPr lang="fr-FR"/>
                    </a:p>
                  </a:txBody>
                  <a:tcPr/>
                </a:tc>
                <a:tc vMerge="1">
                  <a:txBody>
                    <a:bodyPr/>
                    <a:lstStyle/>
                    <a:p>
                      <a:endParaRPr lang="fr-FR"/>
                    </a:p>
                  </a:txBody>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a:effectLst/>
                          <a:latin typeface="Calibri" panose="020F0502020204030204" pitchFamily="34" charset="0"/>
                          <a:ea typeface="Times New Roman" panose="02020603050405020304" pitchFamily="18" charset="0"/>
                          <a:cs typeface="Times New Roman" panose="02020603050405020304" pitchFamily="18" charset="0"/>
                        </a:rPr>
                        <a:t>Logiciel</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a:effectLst/>
                          <a:latin typeface="Calibri" panose="020F0502020204030204" pitchFamily="34" charset="0"/>
                          <a:ea typeface="Times New Roman" panose="02020603050405020304" pitchFamily="18" charset="0"/>
                          <a:cs typeface="Times New Roman" panose="02020603050405020304" pitchFamily="18" charset="0"/>
                        </a:rPr>
                        <a:t>OS</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extLst>
                  <a:ext uri="{0D108BD9-81ED-4DB2-BD59-A6C34878D82A}">
                    <a16:rowId xmlns:a16="http://schemas.microsoft.com/office/drawing/2014/main" val="10002"/>
                  </a:ext>
                </a:extLst>
              </a:tr>
              <a:tr h="157541">
                <a:tc vMerge="1">
                  <a:txBody>
                    <a:bodyPr/>
                    <a:lstStyle/>
                    <a:p>
                      <a:endParaRPr lang="fr-FR"/>
                    </a:p>
                  </a:txBody>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a:effectLst/>
                          <a:latin typeface="Calibri" panose="020F0502020204030204" pitchFamily="34" charset="0"/>
                          <a:ea typeface="Times New Roman" panose="02020603050405020304" pitchFamily="18" charset="0"/>
                          <a:cs typeface="Times New Roman" panose="02020603050405020304" pitchFamily="18" charset="0"/>
                        </a:rPr>
                        <a:t>Téléphonie mobile</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a:effectLst/>
                          <a:latin typeface="Calibri" panose="020F0502020204030204" pitchFamily="34" charset="0"/>
                          <a:ea typeface="Times New Roman" panose="02020603050405020304" pitchFamily="18" charset="0"/>
                          <a:cs typeface="Times New Roman" panose="02020603050405020304" pitchFamily="18" charset="0"/>
                        </a:rPr>
                        <a:t>-</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a:effectLst/>
                          <a:latin typeface="Calibri" panose="020F0502020204030204" pitchFamily="34" charset="0"/>
                          <a:ea typeface="Times New Roman" panose="02020603050405020304" pitchFamily="18" charset="0"/>
                          <a:cs typeface="Times New Roman" panose="02020603050405020304" pitchFamily="18" charset="0"/>
                        </a:rPr>
                        <a:t>-</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extLst>
                  <a:ext uri="{0D108BD9-81ED-4DB2-BD59-A6C34878D82A}">
                    <a16:rowId xmlns:a16="http://schemas.microsoft.com/office/drawing/2014/main" val="10003"/>
                  </a:ext>
                </a:extLst>
              </a:tr>
              <a:tr h="157541">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a:effectLst/>
                          <a:latin typeface="Calibri" panose="020F0502020204030204" pitchFamily="34" charset="0"/>
                          <a:ea typeface="Times New Roman" panose="02020603050405020304" pitchFamily="18" charset="0"/>
                          <a:cs typeface="Times New Roman" panose="02020603050405020304" pitchFamily="18" charset="0"/>
                        </a:rPr>
                        <a:t>Application métier</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dirty="0">
                          <a:effectLst/>
                          <a:latin typeface="Calibri" panose="020F0502020204030204" pitchFamily="34" charset="0"/>
                          <a:ea typeface="Times New Roman" panose="02020603050405020304" pitchFamily="18" charset="0"/>
                          <a:cs typeface="Times New Roman" panose="02020603050405020304" pitchFamily="18" charset="0"/>
                        </a:rPr>
                        <a:t>APPLI METIER</a:t>
                      </a:r>
                      <a:endParaRPr lang="fr-FR"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a:effectLst/>
                          <a:latin typeface="Calibri" panose="020F0502020204030204" pitchFamily="34" charset="0"/>
                          <a:ea typeface="Times New Roman" panose="02020603050405020304" pitchFamily="18" charset="0"/>
                          <a:cs typeface="Times New Roman" panose="02020603050405020304" pitchFamily="18" charset="0"/>
                        </a:rPr>
                        <a:t>Module « toto »</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a:effectLst/>
                          <a:latin typeface="Calibri" panose="020F0502020204030204" pitchFamily="34" charset="0"/>
                          <a:ea typeface="Times New Roman" panose="02020603050405020304" pitchFamily="18" charset="0"/>
                          <a:cs typeface="Times New Roman" panose="02020603050405020304" pitchFamily="18" charset="0"/>
                        </a:rPr>
                        <a:t>-</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extLst>
                  <a:ext uri="{0D108BD9-81ED-4DB2-BD59-A6C34878D82A}">
                    <a16:rowId xmlns:a16="http://schemas.microsoft.com/office/drawing/2014/main" val="10004"/>
                  </a:ext>
                </a:extLst>
              </a:tr>
              <a:tr h="157541">
                <a:tc row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a:effectLst/>
                          <a:latin typeface="Calibri" panose="020F0502020204030204" pitchFamily="34" charset="0"/>
                          <a:ea typeface="Times New Roman" panose="02020603050405020304" pitchFamily="18" charset="0"/>
                          <a:cs typeface="Times New Roman" panose="02020603050405020304" pitchFamily="18" charset="0"/>
                        </a:rPr>
                        <a:t>Infrastructure</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row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dirty="0">
                          <a:effectLst/>
                          <a:latin typeface="Calibri" panose="020F0502020204030204" pitchFamily="34" charset="0"/>
                          <a:ea typeface="Times New Roman" panose="02020603050405020304" pitchFamily="18" charset="0"/>
                          <a:cs typeface="Times New Roman" panose="02020603050405020304" pitchFamily="18" charset="0"/>
                        </a:rPr>
                        <a:t>Serveur Physique</a:t>
                      </a:r>
                      <a:endParaRPr lang="fr-FR"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a:effectLst/>
                          <a:latin typeface="Calibri" panose="020F0502020204030204" pitchFamily="34" charset="0"/>
                          <a:ea typeface="Times New Roman" panose="02020603050405020304" pitchFamily="18" charset="0"/>
                          <a:cs typeface="Times New Roman" panose="02020603050405020304" pitchFamily="18" charset="0"/>
                        </a:rPr>
                        <a:t>Matériel</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a:effectLst/>
                          <a:latin typeface="Calibri" panose="020F0502020204030204" pitchFamily="34" charset="0"/>
                          <a:ea typeface="Times New Roman" panose="02020603050405020304" pitchFamily="18" charset="0"/>
                          <a:cs typeface="Times New Roman" panose="02020603050405020304" pitchFamily="18" charset="0"/>
                        </a:rPr>
                        <a:t>Disque dur</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extLst>
                  <a:ext uri="{0D108BD9-81ED-4DB2-BD59-A6C34878D82A}">
                    <a16:rowId xmlns:a16="http://schemas.microsoft.com/office/drawing/2014/main" val="10005"/>
                  </a:ext>
                </a:extLst>
              </a:tr>
              <a:tr h="157541">
                <a:tc vMerge="1">
                  <a:txBody>
                    <a:bodyPr/>
                    <a:lstStyle/>
                    <a:p>
                      <a:endParaRPr lang="fr-FR"/>
                    </a:p>
                  </a:txBody>
                  <a:tcPr/>
                </a:tc>
                <a:tc vMerge="1">
                  <a:txBody>
                    <a:bodyPr/>
                    <a:lstStyle/>
                    <a:p>
                      <a:endParaRPr lang="fr-FR"/>
                    </a:p>
                  </a:txBody>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a:effectLst/>
                          <a:latin typeface="Calibri" panose="020F0502020204030204" pitchFamily="34" charset="0"/>
                          <a:ea typeface="Times New Roman" panose="02020603050405020304" pitchFamily="18" charset="0"/>
                          <a:cs typeface="Times New Roman" panose="02020603050405020304" pitchFamily="18" charset="0"/>
                        </a:rPr>
                        <a:t>Logiciel</a:t>
                      </a:r>
                      <a:endParaRPr lang="fr-FR"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algn="l">
                        <a:lnSpc>
                          <a:spcPct val="105000"/>
                        </a:lnSpc>
                        <a:spcAft>
                          <a:spcPts val="0"/>
                        </a:spcAft>
                      </a:pPr>
                      <a:r>
                        <a:rPr lang="fr-FR" sz="1000" dirty="0">
                          <a:effectLst/>
                          <a:latin typeface="Calibri" panose="020F0502020204030204" pitchFamily="34" charset="0"/>
                          <a:ea typeface="Times New Roman" panose="02020603050405020304" pitchFamily="18" charset="0"/>
                          <a:cs typeface="Times New Roman" panose="02020603050405020304" pitchFamily="18" charset="0"/>
                        </a:rPr>
                        <a:t>OS</a:t>
                      </a:r>
                      <a:endParaRPr lang="fr-FR"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5" marR="6858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B612">
                        <a:lumMod val="20000"/>
                        <a:lumOff val="80000"/>
                      </a:srgb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B2534D02-FE23-447B-8EF5-69431660541C}"/>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14339" name="Espace réservé du texte 2">
            <a:extLst>
              <a:ext uri="{FF2B5EF4-FFF2-40B4-BE49-F238E27FC236}">
                <a16:creationId xmlns:a16="http://schemas.microsoft.com/office/drawing/2014/main" id="{246EC59C-14BE-45DE-8FCA-8C974A62F399}"/>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LE RETABLISSEMENT DU SERVICE</a:t>
            </a:r>
          </a:p>
          <a:p>
            <a:pPr defTabSz="914400" eaLnBrk="1" hangingPunct="1">
              <a:spcBef>
                <a:spcPts val="450"/>
              </a:spcBef>
              <a:buClr>
                <a:schemeClr val="tx2"/>
              </a:buClr>
              <a:buSzPct val="110000"/>
              <a:buFont typeface="Wingdings" panose="05000000000000000000" pitchFamily="2" charset="2"/>
              <a:buChar char="§"/>
            </a:pPr>
            <a:endParaRPr lang="fr-FR" altLang="fr-FR" sz="1600">
              <a:solidFill>
                <a:schemeClr val="tx2"/>
              </a:solidFill>
              <a:latin typeface="Arial" panose="020B0604020202020204" pitchFamily="34" charset="0"/>
            </a:endParaRPr>
          </a:p>
        </p:txBody>
      </p:sp>
      <p:graphicFrame>
        <p:nvGraphicFramePr>
          <p:cNvPr id="6" name="Tableau 5">
            <a:extLst>
              <a:ext uri="{FF2B5EF4-FFF2-40B4-BE49-F238E27FC236}">
                <a16:creationId xmlns:a16="http://schemas.microsoft.com/office/drawing/2014/main" id="{C8C834E9-D9EF-4F0A-8B01-3BF114725EBB}"/>
              </a:ext>
            </a:extLst>
          </p:cNvPr>
          <p:cNvGraphicFramePr>
            <a:graphicFrameLocks noGrp="1"/>
          </p:cNvGraphicFramePr>
          <p:nvPr/>
        </p:nvGraphicFramePr>
        <p:xfrm>
          <a:off x="781050" y="1766888"/>
          <a:ext cx="10628313" cy="2017711"/>
        </p:xfrm>
        <a:graphic>
          <a:graphicData uri="http://schemas.openxmlformats.org/drawingml/2006/table">
            <a:tbl>
              <a:tblPr firstRow="1" bandRow="1"/>
              <a:tblGrid>
                <a:gridCol w="10628313">
                  <a:extLst>
                    <a:ext uri="{9D8B030D-6E8A-4147-A177-3AD203B41FA5}">
                      <a16:colId xmlns:a16="http://schemas.microsoft.com/office/drawing/2014/main" val="20000"/>
                    </a:ext>
                  </a:extLst>
                </a:gridCol>
              </a:tblGrid>
              <a:tr h="411674">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t>Principes fondamentaux</a:t>
                      </a:r>
                    </a:p>
                  </a:txBody>
                  <a:tcPr marL="91444" marR="91444" marT="45742" marB="45742">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823348">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b="0" kern="1200" dirty="0">
                          <a:latin typeface="Arial" panose="020B0604020202020204" pitchFamily="34" charset="0"/>
                          <a:cs typeface="Arial" panose="020B0604020202020204" pitchFamily="34" charset="0"/>
                        </a:rPr>
                        <a:t>Le rétablissement du service peut provenir :</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kern="1200" dirty="0">
                          <a:latin typeface="Arial" panose="020B0604020202020204" pitchFamily="34" charset="0"/>
                          <a:cs typeface="Arial" panose="020B0604020202020204" pitchFamily="34" charset="0"/>
                        </a:rPr>
                        <a:t>d’une solution de contournement : elle rétablit de manière transitoire le service perçu par l’utilisateur et diminue la priorité de résolution de l’incident. Une solution de contournement est validée par l’utilisateur.</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kern="1200" dirty="0">
                          <a:latin typeface="Arial" panose="020B0604020202020204" pitchFamily="34" charset="0"/>
                          <a:cs typeface="Arial" panose="020B0604020202020204" pitchFamily="34" charset="0"/>
                        </a:rPr>
                        <a:t>d’une résolution définitive : elle rétablit de manière pérenne le service, et elle seule permet la clôture administrative de l’incident.</a:t>
                      </a:r>
                    </a:p>
                  </a:txBody>
                  <a:tcPr marL="91444" marR="91444" marT="45742" marB="45742">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411674">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44" marR="91444" marT="45742" marB="45742">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2"/>
                  </a:ext>
                </a:extLst>
              </a:tr>
              <a:tr h="371015">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indent="-171450">
                        <a:buClr>
                          <a:schemeClr val="tx2"/>
                        </a:buClr>
                        <a:buFont typeface="Wingdings" panose="05000000000000000000" pitchFamily="2" charset="2"/>
                        <a:buChar char="§"/>
                      </a:pPr>
                      <a:r>
                        <a:rPr lang="fr-FR" sz="1200" b="0" kern="1200" dirty="0">
                          <a:solidFill>
                            <a:schemeClr val="dk1"/>
                          </a:solidFill>
                          <a:latin typeface="Arial" panose="020B0604020202020204" pitchFamily="34" charset="0"/>
                          <a:ea typeface="+mn-ea"/>
                          <a:cs typeface="Arial" panose="020B0604020202020204" pitchFamily="34" charset="0"/>
                        </a:rPr>
                        <a:t>Les délais de rétablissement maximum des services (l’urgence) sont définis pour certains services uniquement.</a:t>
                      </a:r>
                    </a:p>
                  </a:txBody>
                  <a:tcPr marL="91444" marR="91444" marT="45742" marB="45742">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6A2C4990-C1F8-41AA-B42D-58BD228C3B56}"/>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15363" name="Espace réservé du texte 2">
            <a:extLst>
              <a:ext uri="{FF2B5EF4-FFF2-40B4-BE49-F238E27FC236}">
                <a16:creationId xmlns:a16="http://schemas.microsoft.com/office/drawing/2014/main" id="{5B96CC3B-0961-41CC-BBEB-8BB5946A0498}"/>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LA CLOTURE D’UN INCIDENT</a:t>
            </a:r>
          </a:p>
        </p:txBody>
      </p:sp>
      <p:graphicFrame>
        <p:nvGraphicFramePr>
          <p:cNvPr id="5" name="Tableau 4">
            <a:extLst>
              <a:ext uri="{FF2B5EF4-FFF2-40B4-BE49-F238E27FC236}">
                <a16:creationId xmlns:a16="http://schemas.microsoft.com/office/drawing/2014/main" id="{15E941E2-70F5-449E-8B53-0508707D699C}"/>
              </a:ext>
            </a:extLst>
          </p:cNvPr>
          <p:cNvGraphicFramePr>
            <a:graphicFrameLocks noGrp="1"/>
          </p:cNvGraphicFramePr>
          <p:nvPr/>
        </p:nvGraphicFramePr>
        <p:xfrm>
          <a:off x="781050" y="1766888"/>
          <a:ext cx="10628313" cy="1889987"/>
        </p:xfrm>
        <a:graphic>
          <a:graphicData uri="http://schemas.openxmlformats.org/drawingml/2006/table">
            <a:tbl>
              <a:tblPr firstRow="1" bandRow="1"/>
              <a:tblGrid>
                <a:gridCol w="10628313">
                  <a:extLst>
                    <a:ext uri="{9D8B030D-6E8A-4147-A177-3AD203B41FA5}">
                      <a16:colId xmlns:a16="http://schemas.microsoft.com/office/drawing/2014/main" val="20000"/>
                    </a:ext>
                  </a:extLst>
                </a:gridCol>
              </a:tblGrid>
              <a:tr h="411765">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t>Principes fondamentaux</a:t>
                      </a:r>
                    </a:p>
                  </a:txBody>
                  <a:tcPr marL="91444" marR="91444" marT="45752" marB="45752">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640523">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b="0" kern="1200" dirty="0">
                          <a:latin typeface="Arial" panose="020B0604020202020204" pitchFamily="34" charset="0"/>
                          <a:cs typeface="Arial" panose="020B0604020202020204" pitchFamily="34" charset="0"/>
                        </a:rPr>
                        <a:t>Deux phases de clôture d’un incident :</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kern="1200" dirty="0">
                          <a:latin typeface="Arial" panose="020B0604020202020204" pitchFamily="34" charset="0"/>
                          <a:cs typeface="Arial" panose="020B0604020202020204" pitchFamily="34" charset="0"/>
                        </a:rPr>
                        <a:t>Clôture technique visant à clore l’intervention après validation interne de la solution. Cette phase peut être réalisée avec ou sans l’utilisateur.</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kern="1200" dirty="0">
                          <a:latin typeface="Arial" panose="020B0604020202020204" pitchFamily="34" charset="0"/>
                          <a:cs typeface="Arial" panose="020B0604020202020204" pitchFamily="34" charset="0"/>
                        </a:rPr>
                        <a:t>Clôture administrative visant à confirmer par l’utilisateur, le bon rétablissement du service.</a:t>
                      </a:r>
                    </a:p>
                  </a:txBody>
                  <a:tcPr marL="91444" marR="91444" marT="45752" marB="45752">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466602">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44" marR="91444" marT="45752" marB="45752">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2"/>
                  </a:ext>
                </a:extLst>
              </a:tr>
              <a:tr h="371097">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0" indent="-171450" algn="l" defTabSz="1038977"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b="0" kern="1200" noProof="0" dirty="0">
                          <a:solidFill>
                            <a:schemeClr val="dk1"/>
                          </a:solidFill>
                          <a:latin typeface="Arial" panose="020B0604020202020204" pitchFamily="34" charset="0"/>
                          <a:ea typeface="+mn-ea"/>
                          <a:cs typeface="Arial" panose="020B0604020202020204" pitchFamily="34" charset="0"/>
                        </a:rPr>
                        <a:t>Quelques fois le Service Desk rappelle l’utilisateur pour s’assure qu’il confirme la bonne résolution d’un incident</a:t>
                      </a:r>
                    </a:p>
                  </a:txBody>
                  <a:tcPr marL="91444" marR="91444" marT="45752" marB="45752">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E6C5FFB5-9734-4A26-90A7-248F01FC003D}"/>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16387" name="Espace réservé du texte 2">
            <a:extLst>
              <a:ext uri="{FF2B5EF4-FFF2-40B4-BE49-F238E27FC236}">
                <a16:creationId xmlns:a16="http://schemas.microsoft.com/office/drawing/2014/main" id="{5960672B-B7AD-4773-A7E3-3436A2930AAD}"/>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SPECIFICITES D’UN INCIDENT DECLARE PAR LA SUPERVISION</a:t>
            </a:r>
          </a:p>
        </p:txBody>
      </p:sp>
      <p:graphicFrame>
        <p:nvGraphicFramePr>
          <p:cNvPr id="5" name="Tableau 4">
            <a:extLst>
              <a:ext uri="{FF2B5EF4-FFF2-40B4-BE49-F238E27FC236}">
                <a16:creationId xmlns:a16="http://schemas.microsoft.com/office/drawing/2014/main" id="{8646A0DE-70B5-4D1A-B31B-9FC00BE5882E}"/>
              </a:ext>
            </a:extLst>
          </p:cNvPr>
          <p:cNvGraphicFramePr>
            <a:graphicFrameLocks noGrp="1"/>
          </p:cNvGraphicFramePr>
          <p:nvPr/>
        </p:nvGraphicFramePr>
        <p:xfrm>
          <a:off x="781050" y="1766888"/>
          <a:ext cx="10628313" cy="3937000"/>
        </p:xfrm>
        <a:graphic>
          <a:graphicData uri="http://schemas.openxmlformats.org/drawingml/2006/table">
            <a:tbl>
              <a:tblPr firstRow="1" bandRow="1"/>
              <a:tblGrid>
                <a:gridCol w="10628313">
                  <a:extLst>
                    <a:ext uri="{9D8B030D-6E8A-4147-A177-3AD203B41FA5}">
                      <a16:colId xmlns:a16="http://schemas.microsoft.com/office/drawing/2014/main" val="20000"/>
                    </a:ext>
                  </a:extLst>
                </a:gridCol>
              </a:tblGrid>
              <a:tr h="370840">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dirty="0">
                          <a:latin typeface="Arial" panose="020B0604020202020204" pitchFamily="34" charset="0"/>
                          <a:cs typeface="Arial" panose="020B0604020202020204" pitchFamily="34" charset="0"/>
                        </a:rPr>
                        <a:t>Principes fondamentaux</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b="0" kern="1200" dirty="0">
                          <a:latin typeface="Arial" panose="020B0604020202020204" pitchFamily="34" charset="0"/>
                          <a:cs typeface="Arial" panose="020B0604020202020204" pitchFamily="34" charset="0"/>
                        </a:rPr>
                        <a:t>Un événement de type incident contient les caractéristiques suivantes pour un traitement adapté via le processus de gestion des incidents :</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kern="1200" dirty="0">
                          <a:latin typeface="Arial" panose="020B0604020202020204" pitchFamily="34" charset="0"/>
                          <a:cs typeface="Arial" panose="020B0604020202020204" pitchFamily="34" charset="0"/>
                        </a:rPr>
                        <a:t>Catégorisation de l’incident</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kern="1200" dirty="0">
                          <a:latin typeface="Arial" panose="020B0604020202020204" pitchFamily="34" charset="0"/>
                          <a:cs typeface="Arial" panose="020B0604020202020204" pitchFamily="34" charset="0"/>
                        </a:rPr>
                        <a:t>Criticité du service ou CI concerné</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kern="1200" dirty="0">
                          <a:latin typeface="Arial" panose="020B0604020202020204" pitchFamily="34" charset="0"/>
                          <a:cs typeface="Arial" panose="020B0604020202020204" pitchFamily="34" charset="0"/>
                        </a:rPr>
                        <a:t>Impact</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b="0" kern="1200" dirty="0">
                          <a:latin typeface="Arial" panose="020B0604020202020204" pitchFamily="34" charset="0"/>
                          <a:cs typeface="Arial" panose="020B0604020202020204" pitchFamily="34" charset="0"/>
                        </a:rPr>
                        <a:t>Urgence = délais de résolution (SLA)</a:t>
                      </a:r>
                    </a:p>
                  </a:txBody>
                  <a:tcPr marL="91444" marR="91444">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latin typeface="Arial" panose="020B0604020202020204" pitchFamily="34" charset="0"/>
                          <a:cs typeface="Arial" panose="020B0604020202020204" pitchFamily="34" charset="0"/>
                        </a:rPr>
                        <a:t>La saisie peut être manuelle (via l’équipe en charge de la supervision) ou automatique</a:t>
                      </a:r>
                    </a:p>
                    <a:p>
                      <a:pPr marL="690939" marR="0" lvl="2" indent="-171450" algn="l" defTabSz="457200" rtl="0" eaLnBrk="1" fontAlgn="auto" latinLnBrk="0" hangingPunct="1">
                        <a:lnSpc>
                          <a:spcPct val="100000"/>
                        </a:lnSpc>
                        <a:spcBef>
                          <a:spcPts val="0"/>
                        </a:spcBef>
                        <a:spcAft>
                          <a:spcPts val="0"/>
                        </a:spcAft>
                        <a:buClr>
                          <a:schemeClr val="tx2"/>
                        </a:buClr>
                        <a:buSzTx/>
                        <a:buFont typeface="Arial" panose="020B0604020202020204" pitchFamily="34" charset="0"/>
                        <a:buChar char="•"/>
                        <a:tabLst/>
                        <a:defRPr/>
                      </a:pPr>
                      <a:r>
                        <a:rPr lang="fr-FR" sz="1200" kern="1200" dirty="0">
                          <a:latin typeface="Arial" panose="020B0604020202020204" pitchFamily="34" charset="0"/>
                          <a:cs typeface="Arial" panose="020B0604020202020204" pitchFamily="34" charset="0"/>
                        </a:rPr>
                        <a:t>Lorsque la saisie est automatique, l’incident est affecté par défaut à l’équipe de supervision</a:t>
                      </a:r>
                    </a:p>
                    <a:p>
                      <a:pPr marL="519489" marR="0" lvl="2" indent="0" algn="l" defTabSz="457200" rtl="0" eaLnBrk="1" fontAlgn="auto" latinLnBrk="0" hangingPunct="1">
                        <a:lnSpc>
                          <a:spcPct val="100000"/>
                        </a:lnSpc>
                        <a:spcBef>
                          <a:spcPts val="0"/>
                        </a:spcBef>
                        <a:spcAft>
                          <a:spcPts val="0"/>
                        </a:spcAft>
                        <a:buClr>
                          <a:srgbClr val="A1006B">
                            <a:lumMod val="75000"/>
                          </a:srgbClr>
                        </a:buClr>
                        <a:buSzTx/>
                        <a:buFontTx/>
                        <a:buNone/>
                        <a:tabLst/>
                        <a:defRPr/>
                      </a:pPr>
                      <a:r>
                        <a:rPr lang="fr-FR" sz="1200" kern="1200" dirty="0">
                          <a:latin typeface="Arial" panose="020B0604020202020204" pitchFamily="34" charset="0"/>
                          <a:cs typeface="Arial" panose="020B0604020202020204" pitchFamily="34" charset="0"/>
                        </a:rPr>
                        <a:t>Néanmoins, en fonction de règles à définir, il est possible d’affecter directement à un groupe support la prise en charge et la réalisation de l’incident sans passer par l’équipe de supervision.</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2"/>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kern="1200" dirty="0">
                          <a:latin typeface="Arial" panose="020B0604020202020204" pitchFamily="34" charset="0"/>
                          <a:cs typeface="Arial" panose="020B0604020202020204" pitchFamily="34" charset="0"/>
                        </a:rPr>
                        <a:t>Le Service Desk est informé par l’équipe en charge de la prise en compte de l’incident issu de la supervision (l’équipe de supervision), des potentiels impacts utilisateurs et communique de manière adaptée.</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kern="1200" dirty="0">
                          <a:latin typeface="Arial" panose="020B0604020202020204" pitchFamily="34" charset="0"/>
                          <a:cs typeface="Arial" panose="020B0604020202020204" pitchFamily="34" charset="0"/>
                        </a:rPr>
                        <a:t>L’équipe de supervision sait s’il faut communiquer vers le SD via la consultation des consignes de résolution de l’incident dans la base de connaissances.</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4"/>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5"/>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0" indent="-171450" algn="l" defTabSz="1038977"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fr-FR" sz="1200" b="0" kern="1200" noProof="0" dirty="0">
                          <a:solidFill>
                            <a:schemeClr val="dk1"/>
                          </a:solidFill>
                          <a:latin typeface="Arial" panose="020B0604020202020204" pitchFamily="34" charset="0"/>
                          <a:ea typeface="+mn-ea"/>
                          <a:cs typeface="Arial" panose="020B0604020202020204" pitchFamily="34" charset="0"/>
                        </a:rPr>
                        <a:t>Les incidents détectés par l’équipe d’exploitation en supervision ne sont pas tracés</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92200F34-84A5-42BB-9720-94D5EA915E3F}"/>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CIBLE : vue globale</a:t>
            </a:r>
          </a:p>
        </p:txBody>
      </p:sp>
      <p:sp>
        <p:nvSpPr>
          <p:cNvPr id="6" name="Espace réservé du texte 2">
            <a:extLst>
              <a:ext uri="{FF2B5EF4-FFF2-40B4-BE49-F238E27FC236}">
                <a16:creationId xmlns:a16="http://schemas.microsoft.com/office/drawing/2014/main" id="{54543023-E952-4D1E-9881-0E19560FDE98}"/>
              </a:ext>
            </a:extLst>
          </p:cNvPr>
          <p:cNvSpPr txBox="1">
            <a:spLocks/>
          </p:cNvSpPr>
          <p:nvPr/>
        </p:nvSpPr>
        <p:spPr bwMode="auto">
          <a:xfrm>
            <a:off x="5540375" y="1163638"/>
            <a:ext cx="6416675" cy="1431925"/>
          </a:xfrm>
          <a:prstGeom prst="rect">
            <a:avLst/>
          </a:prstGeom>
          <a:solidFill>
            <a:schemeClr val="tx2"/>
          </a:solidFill>
          <a:ln w="9525">
            <a:noFill/>
            <a:miter lim="800000"/>
            <a:headEnd/>
            <a:tailEnd/>
          </a:ln>
        </p:spPr>
        <p:txBody>
          <a:bodyPr lIns="36000" tIns="36000" rIns="36000" bIns="36000"/>
          <a:lstStyle/>
          <a:p>
            <a:pPr marL="243411" indent="-243411" defTabSz="914400">
              <a:spcBef>
                <a:spcPts val="444"/>
              </a:spcBef>
              <a:buClr>
                <a:srgbClr val="009AA6"/>
              </a:buClr>
              <a:buSzPct val="110000"/>
              <a:defRPr/>
            </a:pPr>
            <a:r>
              <a:rPr lang="fr-FR" sz="1600" b="1" dirty="0">
                <a:solidFill>
                  <a:prstClr val="white"/>
                </a:solidFill>
                <a:latin typeface="Arial"/>
                <a:cs typeface="+mn-cs"/>
              </a:rPr>
              <a:t>Objectif : </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Restaurer le service le plus rapidement possible en fonction des niveaux de service définis dans les SLA</a:t>
            </a:r>
          </a:p>
          <a:p>
            <a:pPr marL="243411" indent="-243411" defTabSz="914400">
              <a:spcBef>
                <a:spcPts val="444"/>
              </a:spcBef>
              <a:buClr>
                <a:prstClr val="white"/>
              </a:buClr>
              <a:buSzPct val="110000"/>
              <a:buFont typeface="Arial" pitchFamily="34" charset="0"/>
              <a:buChar char="•"/>
              <a:defRPr/>
            </a:pPr>
            <a:endParaRPr lang="fr-FR" sz="1600" dirty="0">
              <a:solidFill>
                <a:prstClr val="white"/>
              </a:solidFill>
              <a:latin typeface="Arial"/>
              <a:cs typeface="+mn-cs"/>
            </a:endParaRPr>
          </a:p>
          <a:p>
            <a:pPr marL="243411" indent="-243411" defTabSz="914400">
              <a:spcBef>
                <a:spcPts val="444"/>
              </a:spcBef>
              <a:buClr>
                <a:srgbClr val="009AA6"/>
              </a:buClr>
              <a:buSzPct val="110000"/>
              <a:defRPr/>
            </a:pPr>
            <a:endParaRPr lang="fr-FR" sz="1600" dirty="0">
              <a:solidFill>
                <a:prstClr val="white"/>
              </a:solidFill>
              <a:latin typeface="Arial"/>
              <a:cs typeface="+mn-cs"/>
            </a:endParaRPr>
          </a:p>
        </p:txBody>
      </p:sp>
      <p:sp>
        <p:nvSpPr>
          <p:cNvPr id="8" name="Line 10">
            <a:extLst>
              <a:ext uri="{FF2B5EF4-FFF2-40B4-BE49-F238E27FC236}">
                <a16:creationId xmlns:a16="http://schemas.microsoft.com/office/drawing/2014/main" id="{508E87C8-EF6A-45FB-AAFC-4905186221EB}"/>
              </a:ext>
            </a:extLst>
          </p:cNvPr>
          <p:cNvSpPr>
            <a:spLocks noChangeShapeType="1"/>
          </p:cNvSpPr>
          <p:nvPr/>
        </p:nvSpPr>
        <p:spPr bwMode="auto">
          <a:xfrm>
            <a:off x="300038" y="1692275"/>
            <a:ext cx="4872037" cy="14288"/>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9" name="AutoShape 11">
            <a:extLst>
              <a:ext uri="{FF2B5EF4-FFF2-40B4-BE49-F238E27FC236}">
                <a16:creationId xmlns:a16="http://schemas.microsoft.com/office/drawing/2014/main" id="{1316370E-213F-4307-9652-A03873885657}"/>
              </a:ext>
            </a:extLst>
          </p:cNvPr>
          <p:cNvSpPr>
            <a:spLocks noChangeArrowheads="1"/>
          </p:cNvSpPr>
          <p:nvPr/>
        </p:nvSpPr>
        <p:spPr bwMode="auto">
          <a:xfrm>
            <a:off x="3652838" y="1228725"/>
            <a:ext cx="1096962" cy="9874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rPr>
              <a:t>Clore un incident</a:t>
            </a:r>
          </a:p>
        </p:txBody>
      </p:sp>
      <p:sp>
        <p:nvSpPr>
          <p:cNvPr id="10" name="AutoShape 11">
            <a:extLst>
              <a:ext uri="{FF2B5EF4-FFF2-40B4-BE49-F238E27FC236}">
                <a16:creationId xmlns:a16="http://schemas.microsoft.com/office/drawing/2014/main" id="{913CFFDB-A508-4C99-A32E-B57C5D01B170}"/>
              </a:ext>
            </a:extLst>
          </p:cNvPr>
          <p:cNvSpPr>
            <a:spLocks noChangeArrowheads="1"/>
          </p:cNvSpPr>
          <p:nvPr/>
        </p:nvSpPr>
        <p:spPr bwMode="auto">
          <a:xfrm>
            <a:off x="2060575" y="1241425"/>
            <a:ext cx="1143000" cy="989013"/>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rPr>
              <a:t>Résoudre un incident</a:t>
            </a:r>
          </a:p>
        </p:txBody>
      </p:sp>
      <p:sp>
        <p:nvSpPr>
          <p:cNvPr id="11" name="AutoShape 11">
            <a:extLst>
              <a:ext uri="{FF2B5EF4-FFF2-40B4-BE49-F238E27FC236}">
                <a16:creationId xmlns:a16="http://schemas.microsoft.com/office/drawing/2014/main" id="{493EE3DB-DF3F-482B-83F6-9E3FB4845EEE}"/>
              </a:ext>
            </a:extLst>
          </p:cNvPr>
          <p:cNvSpPr>
            <a:spLocks noChangeArrowheads="1"/>
          </p:cNvSpPr>
          <p:nvPr/>
        </p:nvSpPr>
        <p:spPr bwMode="auto">
          <a:xfrm>
            <a:off x="422275" y="1270000"/>
            <a:ext cx="1189038" cy="9874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Enregistrer et qualifier un nouvel incident</a:t>
            </a:r>
          </a:p>
        </p:txBody>
      </p:sp>
      <p:sp>
        <p:nvSpPr>
          <p:cNvPr id="12" name="AutoShape 11">
            <a:extLst>
              <a:ext uri="{FF2B5EF4-FFF2-40B4-BE49-F238E27FC236}">
                <a16:creationId xmlns:a16="http://schemas.microsoft.com/office/drawing/2014/main" id="{D846EFC9-0968-49AB-BAE0-7742A8E21C16}"/>
              </a:ext>
            </a:extLst>
          </p:cNvPr>
          <p:cNvSpPr>
            <a:spLocks noChangeArrowheads="1"/>
          </p:cNvSpPr>
          <p:nvPr/>
        </p:nvSpPr>
        <p:spPr bwMode="auto">
          <a:xfrm>
            <a:off x="422275" y="2292350"/>
            <a:ext cx="4327525" cy="303213"/>
          </a:xfrm>
          <a:prstGeom prst="roundRect">
            <a:avLst>
              <a:gd name="adj" fmla="val 16667"/>
            </a:avLst>
          </a:prstGeom>
          <a:solidFill>
            <a:schemeClr val="tx2"/>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dirty="0">
                <a:solidFill>
                  <a:prstClr val="white"/>
                </a:solidFill>
                <a:latin typeface="Arial" panose="020B0604020202020204" pitchFamily="34" charset="0"/>
              </a:rPr>
              <a:t>Piloter le processus</a:t>
            </a:r>
          </a:p>
        </p:txBody>
      </p:sp>
      <p:sp>
        <p:nvSpPr>
          <p:cNvPr id="13" name="AutoShape 11">
            <a:extLst>
              <a:ext uri="{FF2B5EF4-FFF2-40B4-BE49-F238E27FC236}">
                <a16:creationId xmlns:a16="http://schemas.microsoft.com/office/drawing/2014/main" id="{9803F187-BA09-43F3-B177-7024916DD665}"/>
              </a:ext>
            </a:extLst>
          </p:cNvPr>
          <p:cNvSpPr>
            <a:spLocks noChangeArrowheads="1"/>
          </p:cNvSpPr>
          <p:nvPr/>
        </p:nvSpPr>
        <p:spPr bwMode="auto">
          <a:xfrm>
            <a:off x="2184400" y="5024438"/>
            <a:ext cx="7437438" cy="436562"/>
          </a:xfrm>
          <a:prstGeom prst="roundRect">
            <a:avLst>
              <a:gd name="adj" fmla="val 16667"/>
            </a:avLst>
          </a:prstGeom>
          <a:solidFill>
            <a:schemeClr val="tx2"/>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1317" b="1" kern="0" dirty="0">
                <a:solidFill>
                  <a:prstClr val="white"/>
                </a:solidFill>
                <a:latin typeface="Arial" panose="020B0604020202020204" pitchFamily="34" charset="0"/>
              </a:rPr>
              <a:t>Piloter le processus</a:t>
            </a:r>
          </a:p>
        </p:txBody>
      </p:sp>
      <p:sp>
        <p:nvSpPr>
          <p:cNvPr id="14" name="Line 10">
            <a:extLst>
              <a:ext uri="{FF2B5EF4-FFF2-40B4-BE49-F238E27FC236}">
                <a16:creationId xmlns:a16="http://schemas.microsoft.com/office/drawing/2014/main" id="{A07B9BB4-AB42-4884-ACD7-921F49692A61}"/>
              </a:ext>
            </a:extLst>
          </p:cNvPr>
          <p:cNvSpPr>
            <a:spLocks noChangeShapeType="1"/>
          </p:cNvSpPr>
          <p:nvPr/>
        </p:nvSpPr>
        <p:spPr bwMode="auto">
          <a:xfrm>
            <a:off x="2155825" y="4421188"/>
            <a:ext cx="7493000" cy="0"/>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15" name="AutoShape 11">
            <a:extLst>
              <a:ext uri="{FF2B5EF4-FFF2-40B4-BE49-F238E27FC236}">
                <a16:creationId xmlns:a16="http://schemas.microsoft.com/office/drawing/2014/main" id="{A6807F74-FB62-457D-8A95-2B6CC55D438A}"/>
              </a:ext>
            </a:extLst>
          </p:cNvPr>
          <p:cNvSpPr>
            <a:spLocks noChangeArrowheads="1"/>
          </p:cNvSpPr>
          <p:nvPr/>
        </p:nvSpPr>
        <p:spPr bwMode="auto">
          <a:xfrm>
            <a:off x="7348538" y="3614738"/>
            <a:ext cx="162401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Clore un incident</a:t>
            </a:r>
          </a:p>
        </p:txBody>
      </p:sp>
      <p:sp>
        <p:nvSpPr>
          <p:cNvPr id="16" name="AutoShape 11">
            <a:extLst>
              <a:ext uri="{FF2B5EF4-FFF2-40B4-BE49-F238E27FC236}">
                <a16:creationId xmlns:a16="http://schemas.microsoft.com/office/drawing/2014/main" id="{E1AA6317-4CC6-49BA-B37B-FBFF689F3DD2}"/>
              </a:ext>
            </a:extLst>
          </p:cNvPr>
          <p:cNvSpPr>
            <a:spLocks noChangeArrowheads="1"/>
          </p:cNvSpPr>
          <p:nvPr/>
        </p:nvSpPr>
        <p:spPr bwMode="auto">
          <a:xfrm>
            <a:off x="4995863" y="3614738"/>
            <a:ext cx="16938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Résoudre un incident</a:t>
            </a:r>
          </a:p>
        </p:txBody>
      </p:sp>
      <p:sp>
        <p:nvSpPr>
          <p:cNvPr id="17" name="AutoShape 11">
            <a:extLst>
              <a:ext uri="{FF2B5EF4-FFF2-40B4-BE49-F238E27FC236}">
                <a16:creationId xmlns:a16="http://schemas.microsoft.com/office/drawing/2014/main" id="{96AEEAA8-338D-49A4-BDE2-0B7342A25C9B}"/>
              </a:ext>
            </a:extLst>
          </p:cNvPr>
          <p:cNvSpPr>
            <a:spLocks noChangeArrowheads="1"/>
          </p:cNvSpPr>
          <p:nvPr/>
        </p:nvSpPr>
        <p:spPr bwMode="auto">
          <a:xfrm>
            <a:off x="2578100" y="3641725"/>
            <a:ext cx="1760538" cy="1354138"/>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Enregistrer et qualifier un nouvel incident</a:t>
            </a:r>
          </a:p>
        </p:txBody>
      </p:sp>
      <p:sp>
        <p:nvSpPr>
          <p:cNvPr id="18" name="Espace réservé du texte 2">
            <a:extLst>
              <a:ext uri="{FF2B5EF4-FFF2-40B4-BE49-F238E27FC236}">
                <a16:creationId xmlns:a16="http://schemas.microsoft.com/office/drawing/2014/main" id="{7AF5B5FC-F5D2-4543-820B-5B3BF1675FB3}"/>
              </a:ext>
            </a:extLst>
          </p:cNvPr>
          <p:cNvSpPr txBox="1">
            <a:spLocks/>
          </p:cNvSpPr>
          <p:nvPr/>
        </p:nvSpPr>
        <p:spPr bwMode="auto">
          <a:xfrm>
            <a:off x="0" y="3206750"/>
            <a:ext cx="2224088"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entrants</a:t>
            </a:r>
            <a:endParaRPr lang="fr-FR" sz="1400" dirty="0">
              <a:solidFill>
                <a:srgbClr val="3C3732"/>
              </a:solidFill>
              <a:latin typeface="Arial"/>
              <a:cs typeface="+mn-cs"/>
            </a:endParaRP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Incident détecté par la supervision</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Incident déclaré par un utilisateur</a:t>
            </a:r>
          </a:p>
        </p:txBody>
      </p:sp>
      <p:pic>
        <p:nvPicPr>
          <p:cNvPr id="19" name="Shape 209" descr="arrow_right">
            <a:extLst>
              <a:ext uri="{FF2B5EF4-FFF2-40B4-BE49-F238E27FC236}">
                <a16:creationId xmlns:a16="http://schemas.microsoft.com/office/drawing/2014/main" id="{635CC954-A48E-4069-934E-8B460DB32F65}"/>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942368" y="3064299"/>
            <a:ext cx="573365" cy="573365"/>
          </a:xfrm>
          <a:prstGeom prst="rect">
            <a:avLst/>
          </a:prstGeom>
          <a:noFill/>
          <a:ln>
            <a:noFill/>
          </a:ln>
        </p:spPr>
      </p:pic>
      <p:pic>
        <p:nvPicPr>
          <p:cNvPr id="19472" name="Shape 170" descr="MM900336445[1]">
            <a:extLst>
              <a:ext uri="{FF2B5EF4-FFF2-40B4-BE49-F238E27FC236}">
                <a16:creationId xmlns:a16="http://schemas.microsoft.com/office/drawing/2014/main" id="{3AB0BCEE-472A-4FE8-A35B-CF625ED14474}"/>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4613" y="4006850"/>
            <a:ext cx="687387"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Espace réservé du texte 2">
            <a:extLst>
              <a:ext uri="{FF2B5EF4-FFF2-40B4-BE49-F238E27FC236}">
                <a16:creationId xmlns:a16="http://schemas.microsoft.com/office/drawing/2014/main" id="{55A372B8-3AF3-49B6-887F-3CE3410BAC35}"/>
              </a:ext>
            </a:extLst>
          </p:cNvPr>
          <p:cNvSpPr txBox="1">
            <a:spLocks/>
          </p:cNvSpPr>
          <p:nvPr/>
        </p:nvSpPr>
        <p:spPr bwMode="auto">
          <a:xfrm>
            <a:off x="9732963" y="4356100"/>
            <a:ext cx="2224087"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sorties</a:t>
            </a:r>
            <a:endParaRPr lang="fr-FR" sz="1400" dirty="0">
              <a:solidFill>
                <a:srgbClr val="3C3732"/>
              </a:solidFill>
              <a:latin typeface="Arial"/>
              <a:cs typeface="+mn-cs"/>
            </a:endParaRP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Service restauré de manière pérenne et validé en interne et par les utilisateurs</a:t>
            </a:r>
          </a:p>
        </p:txBody>
      </p:sp>
      <p:sp>
        <p:nvSpPr>
          <p:cNvPr id="19474" name="Espace réservé du texte 2">
            <a:extLst>
              <a:ext uri="{FF2B5EF4-FFF2-40B4-BE49-F238E27FC236}">
                <a16:creationId xmlns:a16="http://schemas.microsoft.com/office/drawing/2014/main" id="{1F8A9DEB-4078-41A7-8C1D-D1437C675CF9}"/>
              </a:ext>
            </a:extLst>
          </p:cNvPr>
          <p:cNvSpPr txBox="1">
            <a:spLocks/>
          </p:cNvSpPr>
          <p:nvPr/>
        </p:nvSpPr>
        <p:spPr bwMode="auto">
          <a:xfrm>
            <a:off x="0" y="849313"/>
            <a:ext cx="121920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a:solidFill>
                  <a:schemeClr val="tx2"/>
                </a:solidFill>
                <a:latin typeface="Arial" panose="020B0604020202020204" pitchFamily="34" charset="0"/>
              </a:rPr>
              <a:t>Processus Gestion des incidents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4B765DFE-B9B9-4B65-9BEF-5F3ADFF56A96}"/>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 (1/3)</a:t>
            </a:r>
          </a:p>
        </p:txBody>
      </p:sp>
      <p:sp>
        <p:nvSpPr>
          <p:cNvPr id="26" name="Espace réservé du texte 2">
            <a:extLst>
              <a:ext uri="{FF2B5EF4-FFF2-40B4-BE49-F238E27FC236}">
                <a16:creationId xmlns:a16="http://schemas.microsoft.com/office/drawing/2014/main" id="{264512C0-9B34-4D2A-8464-F78CCD86C468}"/>
              </a:ext>
            </a:extLst>
          </p:cNvPr>
          <p:cNvSpPr txBox="1">
            <a:spLocks/>
          </p:cNvSpPr>
          <p:nvPr/>
        </p:nvSpPr>
        <p:spPr bwMode="auto">
          <a:xfrm>
            <a:off x="5540375" y="1163638"/>
            <a:ext cx="6416675" cy="1554162"/>
          </a:xfrm>
          <a:prstGeom prst="rect">
            <a:avLst/>
          </a:prstGeom>
          <a:solidFill>
            <a:schemeClr val="tx2"/>
          </a:solidFill>
          <a:ln w="9525">
            <a:noFill/>
            <a:miter lim="800000"/>
            <a:headEnd/>
            <a:tailEnd/>
          </a:ln>
        </p:spPr>
        <p:txBody>
          <a:bodyPr lIns="36000" tIns="36000" rIns="36000" bIns="36000"/>
          <a:lstStyle/>
          <a:p>
            <a:pPr marL="243411" indent="-243411" defTabSz="914400">
              <a:spcBef>
                <a:spcPts val="444"/>
              </a:spcBef>
              <a:buClr>
                <a:srgbClr val="009AA6"/>
              </a:buClr>
              <a:buSzPct val="110000"/>
              <a:defRPr/>
            </a:pPr>
            <a:r>
              <a:rPr lang="fr-FR" sz="1600" b="1" dirty="0">
                <a:solidFill>
                  <a:prstClr val="white"/>
                </a:solidFill>
                <a:latin typeface="Arial"/>
                <a:cs typeface="+mn-cs"/>
              </a:rPr>
              <a:t>Objectifs : </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Compléter  les informations nécessaires à la priorisation et l’affectation de l’incident.</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Vérifier si un appel correspond à un incident en cours de diagnostic et de résolution</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Vérifier l’existence d’une solution dans la base de connaissance</a:t>
            </a:r>
          </a:p>
          <a:p>
            <a:pPr marL="243411" indent="-243411" defTabSz="914400">
              <a:spcBef>
                <a:spcPts val="444"/>
              </a:spcBef>
              <a:buClr>
                <a:srgbClr val="009AA6"/>
              </a:buClr>
              <a:buSzPct val="110000"/>
              <a:defRPr/>
            </a:pPr>
            <a:endParaRPr lang="fr-FR" sz="1600" dirty="0">
              <a:solidFill>
                <a:prstClr val="white"/>
              </a:solidFill>
              <a:latin typeface="Arial"/>
              <a:cs typeface="+mn-cs"/>
            </a:endParaRPr>
          </a:p>
        </p:txBody>
      </p:sp>
      <p:sp>
        <p:nvSpPr>
          <p:cNvPr id="27" name="Line 10">
            <a:extLst>
              <a:ext uri="{FF2B5EF4-FFF2-40B4-BE49-F238E27FC236}">
                <a16:creationId xmlns:a16="http://schemas.microsoft.com/office/drawing/2014/main" id="{5855F54B-F0A6-4B56-91A8-B06942D4954D}"/>
              </a:ext>
            </a:extLst>
          </p:cNvPr>
          <p:cNvSpPr>
            <a:spLocks noChangeShapeType="1"/>
          </p:cNvSpPr>
          <p:nvPr/>
        </p:nvSpPr>
        <p:spPr bwMode="auto">
          <a:xfrm>
            <a:off x="300038" y="1692275"/>
            <a:ext cx="4872037" cy="14288"/>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28" name="AutoShape 11">
            <a:extLst>
              <a:ext uri="{FF2B5EF4-FFF2-40B4-BE49-F238E27FC236}">
                <a16:creationId xmlns:a16="http://schemas.microsoft.com/office/drawing/2014/main" id="{3717B1D7-1E01-4901-B191-5E3311757BBF}"/>
              </a:ext>
            </a:extLst>
          </p:cNvPr>
          <p:cNvSpPr>
            <a:spLocks noChangeArrowheads="1"/>
          </p:cNvSpPr>
          <p:nvPr/>
        </p:nvSpPr>
        <p:spPr bwMode="auto">
          <a:xfrm>
            <a:off x="3652838" y="1228725"/>
            <a:ext cx="1096962" cy="9874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rPr>
              <a:t>Clore un incident</a:t>
            </a:r>
          </a:p>
        </p:txBody>
      </p:sp>
      <p:sp>
        <p:nvSpPr>
          <p:cNvPr id="29" name="AutoShape 11">
            <a:extLst>
              <a:ext uri="{FF2B5EF4-FFF2-40B4-BE49-F238E27FC236}">
                <a16:creationId xmlns:a16="http://schemas.microsoft.com/office/drawing/2014/main" id="{AD8D0A50-3573-45DE-97FF-2A28B794AF0A}"/>
              </a:ext>
            </a:extLst>
          </p:cNvPr>
          <p:cNvSpPr>
            <a:spLocks noChangeArrowheads="1"/>
          </p:cNvSpPr>
          <p:nvPr/>
        </p:nvSpPr>
        <p:spPr bwMode="auto">
          <a:xfrm>
            <a:off x="2060575" y="1241425"/>
            <a:ext cx="1143000" cy="989013"/>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rPr>
              <a:t>Résoudre un incident</a:t>
            </a:r>
          </a:p>
        </p:txBody>
      </p:sp>
      <p:sp>
        <p:nvSpPr>
          <p:cNvPr id="30" name="AutoShape 11">
            <a:extLst>
              <a:ext uri="{FF2B5EF4-FFF2-40B4-BE49-F238E27FC236}">
                <a16:creationId xmlns:a16="http://schemas.microsoft.com/office/drawing/2014/main" id="{8ADA0A11-690F-4496-A8F7-2860427BAB5F}"/>
              </a:ext>
            </a:extLst>
          </p:cNvPr>
          <p:cNvSpPr>
            <a:spLocks noChangeArrowheads="1"/>
          </p:cNvSpPr>
          <p:nvPr/>
        </p:nvSpPr>
        <p:spPr bwMode="auto">
          <a:xfrm>
            <a:off x="422275" y="1270000"/>
            <a:ext cx="1189038" cy="9874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Enregistrer et qualifier un nouvel incident</a:t>
            </a:r>
          </a:p>
        </p:txBody>
      </p:sp>
      <p:sp>
        <p:nvSpPr>
          <p:cNvPr id="32" name="AutoShape 11">
            <a:extLst>
              <a:ext uri="{FF2B5EF4-FFF2-40B4-BE49-F238E27FC236}">
                <a16:creationId xmlns:a16="http://schemas.microsoft.com/office/drawing/2014/main" id="{28839C2A-A5A4-4FC6-AE6F-87AF7C99705B}"/>
              </a:ext>
            </a:extLst>
          </p:cNvPr>
          <p:cNvSpPr>
            <a:spLocks noChangeArrowheads="1"/>
          </p:cNvSpPr>
          <p:nvPr/>
        </p:nvSpPr>
        <p:spPr bwMode="auto">
          <a:xfrm>
            <a:off x="422275" y="2292350"/>
            <a:ext cx="4327525" cy="303213"/>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dirty="0">
                <a:solidFill>
                  <a:prstClr val="white"/>
                </a:solidFill>
                <a:latin typeface="Arial" panose="020B0604020202020204" pitchFamily="34" charset="0"/>
              </a:rPr>
              <a:t>Piloter le processus</a:t>
            </a:r>
          </a:p>
        </p:txBody>
      </p:sp>
      <p:sp>
        <p:nvSpPr>
          <p:cNvPr id="20489" name="Espace réservé du texte 2">
            <a:extLst>
              <a:ext uri="{FF2B5EF4-FFF2-40B4-BE49-F238E27FC236}">
                <a16:creationId xmlns:a16="http://schemas.microsoft.com/office/drawing/2014/main" id="{86B88F96-A011-4B03-A8D8-C24900F8B8A6}"/>
              </a:ext>
            </a:extLst>
          </p:cNvPr>
          <p:cNvSpPr txBox="1">
            <a:spLocks/>
          </p:cNvSpPr>
          <p:nvPr/>
        </p:nvSpPr>
        <p:spPr bwMode="auto">
          <a:xfrm>
            <a:off x="0" y="849313"/>
            <a:ext cx="121920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a:solidFill>
                  <a:schemeClr val="tx2"/>
                </a:solidFill>
                <a:latin typeface="Arial" panose="020B0604020202020204" pitchFamily="34" charset="0"/>
              </a:rPr>
              <a:t>Activité</a:t>
            </a:r>
            <a:r>
              <a:rPr lang="fr-FR" altLang="fr-FR" sz="1800" b="1">
                <a:solidFill>
                  <a:schemeClr val="tx2"/>
                </a:solidFill>
                <a:latin typeface="Arial" panose="020B0604020202020204" pitchFamily="34" charset="0"/>
              </a:rPr>
              <a:t> </a:t>
            </a:r>
            <a:r>
              <a:rPr lang="fr-FR" altLang="fr-FR" sz="1800" b="1">
                <a:solidFill>
                  <a:srgbClr val="790050"/>
                </a:solidFill>
                <a:latin typeface="Arial" panose="020B0604020202020204" pitchFamily="34" charset="0"/>
              </a:rPr>
              <a:t>« Enregistrer et qualifier un nouvel incident » </a:t>
            </a:r>
            <a:r>
              <a:rPr lang="fr-FR" altLang="fr-FR" sz="1800">
                <a:solidFill>
                  <a:schemeClr val="tx2"/>
                </a:solidFill>
                <a:latin typeface="Arial" panose="020B0604020202020204" pitchFamily="34" charset="0"/>
              </a:rPr>
              <a:t>et sous-activités</a:t>
            </a:r>
          </a:p>
        </p:txBody>
      </p:sp>
      <p:sp>
        <p:nvSpPr>
          <p:cNvPr id="34" name="AutoShape 11">
            <a:extLst>
              <a:ext uri="{FF2B5EF4-FFF2-40B4-BE49-F238E27FC236}">
                <a16:creationId xmlns:a16="http://schemas.microsoft.com/office/drawing/2014/main" id="{BEB841C5-4621-4D4C-8C0D-D52EA09EE073}"/>
              </a:ext>
            </a:extLst>
          </p:cNvPr>
          <p:cNvSpPr>
            <a:spLocks noChangeArrowheads="1"/>
          </p:cNvSpPr>
          <p:nvPr/>
        </p:nvSpPr>
        <p:spPr bwMode="auto">
          <a:xfrm>
            <a:off x="8393113" y="4135438"/>
            <a:ext cx="1625600"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Consulter la base de connaissances</a:t>
            </a:r>
          </a:p>
        </p:txBody>
      </p:sp>
      <p:sp>
        <p:nvSpPr>
          <p:cNvPr id="35" name="AutoShape 11">
            <a:extLst>
              <a:ext uri="{FF2B5EF4-FFF2-40B4-BE49-F238E27FC236}">
                <a16:creationId xmlns:a16="http://schemas.microsoft.com/office/drawing/2014/main" id="{4675B232-2184-43CE-8CC5-CB5EA7FEB716}"/>
              </a:ext>
            </a:extLst>
          </p:cNvPr>
          <p:cNvSpPr>
            <a:spLocks noChangeArrowheads="1"/>
          </p:cNvSpPr>
          <p:nvPr/>
        </p:nvSpPr>
        <p:spPr bwMode="auto">
          <a:xfrm>
            <a:off x="5845175" y="4135438"/>
            <a:ext cx="1692275"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Prendre en compte un incident</a:t>
            </a:r>
          </a:p>
        </p:txBody>
      </p:sp>
      <p:sp>
        <p:nvSpPr>
          <p:cNvPr id="36" name="AutoShape 11">
            <a:extLst>
              <a:ext uri="{FF2B5EF4-FFF2-40B4-BE49-F238E27FC236}">
                <a16:creationId xmlns:a16="http://schemas.microsoft.com/office/drawing/2014/main" id="{03604681-ACBC-4100-8973-85B099A03F8F}"/>
              </a:ext>
            </a:extLst>
          </p:cNvPr>
          <p:cNvSpPr>
            <a:spLocks noChangeArrowheads="1"/>
          </p:cNvSpPr>
          <p:nvPr/>
        </p:nvSpPr>
        <p:spPr bwMode="auto">
          <a:xfrm>
            <a:off x="2060575" y="3617913"/>
            <a:ext cx="2239963" cy="57467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Saisir un incident via le portail</a:t>
            </a:r>
          </a:p>
        </p:txBody>
      </p:sp>
      <p:sp>
        <p:nvSpPr>
          <p:cNvPr id="37" name="Espace réservé du texte 2">
            <a:extLst>
              <a:ext uri="{FF2B5EF4-FFF2-40B4-BE49-F238E27FC236}">
                <a16:creationId xmlns:a16="http://schemas.microsoft.com/office/drawing/2014/main" id="{2F4045F8-91E5-4E84-A66D-00254DA24422}"/>
              </a:ext>
            </a:extLst>
          </p:cNvPr>
          <p:cNvSpPr txBox="1">
            <a:spLocks/>
          </p:cNvSpPr>
          <p:nvPr/>
        </p:nvSpPr>
        <p:spPr bwMode="auto">
          <a:xfrm>
            <a:off x="9732963" y="5106988"/>
            <a:ext cx="2224087"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sorties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Ticket complété</a:t>
            </a:r>
          </a:p>
        </p:txBody>
      </p:sp>
      <p:pic>
        <p:nvPicPr>
          <p:cNvPr id="38" name="Shape 209" descr="arrow_right">
            <a:extLst>
              <a:ext uri="{FF2B5EF4-FFF2-40B4-BE49-F238E27FC236}">
                <a16:creationId xmlns:a16="http://schemas.microsoft.com/office/drawing/2014/main" id="{9DD81E1E-51F3-4EED-9B97-7ACC6639DF01}"/>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547989" y="2870111"/>
            <a:ext cx="573365" cy="573365"/>
          </a:xfrm>
          <a:prstGeom prst="rect">
            <a:avLst/>
          </a:prstGeom>
          <a:noFill/>
          <a:ln>
            <a:noFill/>
          </a:ln>
        </p:spPr>
      </p:pic>
      <p:pic>
        <p:nvPicPr>
          <p:cNvPr id="39" name="Shape 209" descr="arrow_right">
            <a:extLst>
              <a:ext uri="{FF2B5EF4-FFF2-40B4-BE49-F238E27FC236}">
                <a16:creationId xmlns:a16="http://schemas.microsoft.com/office/drawing/2014/main" id="{3B8D59B3-D7C4-4FB8-AE79-926511018FB1}"/>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1583151" y="4876926"/>
            <a:ext cx="573365" cy="573365"/>
          </a:xfrm>
          <a:prstGeom prst="rect">
            <a:avLst/>
          </a:prstGeom>
          <a:noFill/>
          <a:ln>
            <a:noFill/>
          </a:ln>
        </p:spPr>
      </p:pic>
      <p:sp>
        <p:nvSpPr>
          <p:cNvPr id="40" name="AutoShape 11">
            <a:extLst>
              <a:ext uri="{FF2B5EF4-FFF2-40B4-BE49-F238E27FC236}">
                <a16:creationId xmlns:a16="http://schemas.microsoft.com/office/drawing/2014/main" id="{803CFE30-0FB4-4DF4-A61C-674EACAD4917}"/>
              </a:ext>
            </a:extLst>
          </p:cNvPr>
          <p:cNvSpPr>
            <a:spLocks noChangeArrowheads="1"/>
          </p:cNvSpPr>
          <p:nvPr/>
        </p:nvSpPr>
        <p:spPr bwMode="auto">
          <a:xfrm>
            <a:off x="2060575" y="4524375"/>
            <a:ext cx="2239963" cy="576263"/>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Ouvrir un incident sur appel utilisateur</a:t>
            </a:r>
          </a:p>
        </p:txBody>
      </p:sp>
      <p:sp>
        <p:nvSpPr>
          <p:cNvPr id="41" name="AutoShape 11">
            <a:extLst>
              <a:ext uri="{FF2B5EF4-FFF2-40B4-BE49-F238E27FC236}">
                <a16:creationId xmlns:a16="http://schemas.microsoft.com/office/drawing/2014/main" id="{6336C2D7-F5AD-4CBF-AC7D-65F2E4366007}"/>
              </a:ext>
            </a:extLst>
          </p:cNvPr>
          <p:cNvSpPr>
            <a:spLocks noChangeArrowheads="1"/>
          </p:cNvSpPr>
          <p:nvPr/>
        </p:nvSpPr>
        <p:spPr bwMode="auto">
          <a:xfrm>
            <a:off x="2060575" y="5430838"/>
            <a:ext cx="2239963" cy="7572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Ouvrir un incident sur événement de supervision</a:t>
            </a:r>
          </a:p>
        </p:txBody>
      </p:sp>
      <p:cxnSp>
        <p:nvCxnSpPr>
          <p:cNvPr id="20498" name="Connecteur droit avec flèche 41">
            <a:extLst>
              <a:ext uri="{FF2B5EF4-FFF2-40B4-BE49-F238E27FC236}">
                <a16:creationId xmlns:a16="http://schemas.microsoft.com/office/drawing/2014/main" id="{0CAE2F2C-884F-4AAE-8EA4-A2C6D4E7C38B}"/>
              </a:ext>
            </a:extLst>
          </p:cNvPr>
          <p:cNvCxnSpPr>
            <a:cxnSpLocks noChangeShapeType="1"/>
            <a:stCxn id="35" idx="3"/>
            <a:endCxn id="34" idx="1"/>
          </p:cNvCxnSpPr>
          <p:nvPr/>
        </p:nvCxnSpPr>
        <p:spPr bwMode="auto">
          <a:xfrm>
            <a:off x="7537450" y="4811713"/>
            <a:ext cx="855663" cy="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20499" name="Connecteur droit avec flèche 42">
            <a:extLst>
              <a:ext uri="{FF2B5EF4-FFF2-40B4-BE49-F238E27FC236}">
                <a16:creationId xmlns:a16="http://schemas.microsoft.com/office/drawing/2014/main" id="{692A7A6D-72B8-441D-84AD-C18AB1B72A13}"/>
              </a:ext>
            </a:extLst>
          </p:cNvPr>
          <p:cNvCxnSpPr>
            <a:cxnSpLocks noChangeShapeType="1"/>
            <a:stCxn id="34" idx="3"/>
          </p:cNvCxnSpPr>
          <p:nvPr/>
        </p:nvCxnSpPr>
        <p:spPr bwMode="auto">
          <a:xfrm flipV="1">
            <a:off x="10018713" y="4805363"/>
            <a:ext cx="771525" cy="635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20500" name="Connecteur droit avec flèche 43">
            <a:extLst>
              <a:ext uri="{FF2B5EF4-FFF2-40B4-BE49-F238E27FC236}">
                <a16:creationId xmlns:a16="http://schemas.microsoft.com/office/drawing/2014/main" id="{8A4861BE-AF49-42D3-BD8F-72C2C7D973AD}"/>
              </a:ext>
            </a:extLst>
          </p:cNvPr>
          <p:cNvCxnSpPr>
            <a:cxnSpLocks noChangeShapeType="1"/>
            <a:stCxn id="40" idx="3"/>
            <a:endCxn id="35" idx="1"/>
          </p:cNvCxnSpPr>
          <p:nvPr/>
        </p:nvCxnSpPr>
        <p:spPr bwMode="auto">
          <a:xfrm>
            <a:off x="4300538" y="4811713"/>
            <a:ext cx="1544637" cy="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20501" name="Connecteur : en angle 76">
            <a:extLst>
              <a:ext uri="{FF2B5EF4-FFF2-40B4-BE49-F238E27FC236}">
                <a16:creationId xmlns:a16="http://schemas.microsoft.com/office/drawing/2014/main" id="{15D91C62-2DC7-4EFF-8E1A-2AC191299527}"/>
              </a:ext>
            </a:extLst>
          </p:cNvPr>
          <p:cNvCxnSpPr>
            <a:cxnSpLocks noChangeShapeType="1"/>
            <a:stCxn id="36" idx="3"/>
          </p:cNvCxnSpPr>
          <p:nvPr/>
        </p:nvCxnSpPr>
        <p:spPr bwMode="auto">
          <a:xfrm>
            <a:off x="4300538" y="3905250"/>
            <a:ext cx="449262" cy="900113"/>
          </a:xfrm>
          <a:prstGeom prst="bentConnector2">
            <a:avLst/>
          </a:prstGeom>
          <a:noFill/>
          <a:ln w="28575" algn="ctr">
            <a:solidFill>
              <a:srgbClr val="790050"/>
            </a:solidFill>
            <a:miter lim="800000"/>
            <a:headEnd/>
            <a:tailEnd type="none" w="lg" len="lg"/>
          </a:ln>
          <a:extLst>
            <a:ext uri="{909E8E84-426E-40DD-AFC4-6F175D3DCCD1}">
              <a14:hiddenFill xmlns:a14="http://schemas.microsoft.com/office/drawing/2010/main">
                <a:noFill/>
              </a14:hiddenFill>
            </a:ext>
          </a:extLst>
        </p:spPr>
      </p:cxnSp>
      <p:cxnSp>
        <p:nvCxnSpPr>
          <p:cNvPr id="20502" name="Connecteur : en angle 78">
            <a:extLst>
              <a:ext uri="{FF2B5EF4-FFF2-40B4-BE49-F238E27FC236}">
                <a16:creationId xmlns:a16="http://schemas.microsoft.com/office/drawing/2014/main" id="{29B4EF47-03AC-4023-B8C0-F8DB0BED5E3B}"/>
              </a:ext>
            </a:extLst>
          </p:cNvPr>
          <p:cNvCxnSpPr>
            <a:cxnSpLocks noChangeShapeType="1"/>
            <a:stCxn id="41" idx="3"/>
          </p:cNvCxnSpPr>
          <p:nvPr/>
        </p:nvCxnSpPr>
        <p:spPr bwMode="auto">
          <a:xfrm flipV="1">
            <a:off x="4300538" y="4811713"/>
            <a:ext cx="449262" cy="996950"/>
          </a:xfrm>
          <a:prstGeom prst="bentConnector2">
            <a:avLst/>
          </a:prstGeom>
          <a:noFill/>
          <a:ln w="28575" algn="ctr">
            <a:solidFill>
              <a:srgbClr val="790050"/>
            </a:solidFill>
            <a:miter lim="800000"/>
            <a:headEnd/>
            <a:tailEnd type="none" w="lg" len="lg"/>
          </a:ln>
          <a:extLst>
            <a:ext uri="{909E8E84-426E-40DD-AFC4-6F175D3DCCD1}">
              <a14:hiddenFill xmlns:a14="http://schemas.microsoft.com/office/drawing/2010/main">
                <a:noFill/>
              </a14:hiddenFill>
            </a:ext>
          </a:extLst>
        </p:spPr>
      </p:cxnSp>
      <p:cxnSp>
        <p:nvCxnSpPr>
          <p:cNvPr id="20503" name="Connecteur droit avec flèche 46">
            <a:extLst>
              <a:ext uri="{FF2B5EF4-FFF2-40B4-BE49-F238E27FC236}">
                <a16:creationId xmlns:a16="http://schemas.microsoft.com/office/drawing/2014/main" id="{F67727C0-946D-445F-9C44-584F2679587E}"/>
              </a:ext>
            </a:extLst>
          </p:cNvPr>
          <p:cNvCxnSpPr>
            <a:cxnSpLocks noChangeShapeType="1"/>
            <a:stCxn id="35" idx="2"/>
          </p:cNvCxnSpPr>
          <p:nvPr/>
        </p:nvCxnSpPr>
        <p:spPr bwMode="auto">
          <a:xfrm>
            <a:off x="6691313" y="5489575"/>
            <a:ext cx="4762" cy="69850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48" name="ZoneTexte 47">
            <a:extLst>
              <a:ext uri="{FF2B5EF4-FFF2-40B4-BE49-F238E27FC236}">
                <a16:creationId xmlns:a16="http://schemas.microsoft.com/office/drawing/2014/main" id="{E33D005C-12E7-4319-AE83-85C7D4D6878C}"/>
              </a:ext>
            </a:extLst>
          </p:cNvPr>
          <p:cNvSpPr txBox="1"/>
          <p:nvPr/>
        </p:nvSpPr>
        <p:spPr>
          <a:xfrm>
            <a:off x="6661150" y="5487988"/>
            <a:ext cx="1066800" cy="400050"/>
          </a:xfrm>
          <a:prstGeom prst="rect">
            <a:avLst/>
          </a:prstGeom>
          <a:noFill/>
        </p:spPr>
        <p:txBody>
          <a:bodyPr tIns="91440" bIns="91440">
            <a:spAutoFit/>
          </a:bodyPr>
          <a:lstStyle/>
          <a:p>
            <a:pPr defTabSz="914400" fontAlgn="auto">
              <a:spcBef>
                <a:spcPts val="0"/>
              </a:spcBef>
              <a:spcAft>
                <a:spcPts val="0"/>
              </a:spcAft>
              <a:defRPr/>
            </a:pPr>
            <a:r>
              <a:rPr lang="fr-FR" sz="1400" dirty="0">
                <a:solidFill>
                  <a:srgbClr val="3C3732"/>
                </a:solidFill>
                <a:latin typeface="Arial"/>
                <a:cs typeface="+mn-cs"/>
              </a:rPr>
              <a:t>Doublon</a:t>
            </a:r>
          </a:p>
        </p:txBody>
      </p:sp>
      <p:sp>
        <p:nvSpPr>
          <p:cNvPr id="49" name="ZoneTexte 48">
            <a:extLst>
              <a:ext uri="{FF2B5EF4-FFF2-40B4-BE49-F238E27FC236}">
                <a16:creationId xmlns:a16="http://schemas.microsoft.com/office/drawing/2014/main" id="{0AD3FB60-5A59-474D-9B97-CEB2C038F142}"/>
              </a:ext>
            </a:extLst>
          </p:cNvPr>
          <p:cNvSpPr txBox="1"/>
          <p:nvPr/>
        </p:nvSpPr>
        <p:spPr>
          <a:xfrm>
            <a:off x="6138863" y="6200775"/>
            <a:ext cx="1104900" cy="400050"/>
          </a:xfrm>
          <a:prstGeom prst="rect">
            <a:avLst/>
          </a:prstGeom>
          <a:noFill/>
        </p:spPr>
        <p:txBody>
          <a:bodyPr tIns="91440" bIns="91440">
            <a:spAutoFit/>
          </a:bodyPr>
          <a:lstStyle/>
          <a:p>
            <a:pPr algn="ctr" defTabSz="914400" fontAlgn="auto">
              <a:spcBef>
                <a:spcPts val="0"/>
              </a:spcBef>
              <a:spcAft>
                <a:spcPts val="0"/>
              </a:spcAft>
              <a:defRPr/>
            </a:pPr>
            <a:r>
              <a:rPr lang="fr-FR" sz="1400" dirty="0">
                <a:solidFill>
                  <a:srgbClr val="3C3732"/>
                </a:solidFill>
                <a:latin typeface="Arial"/>
                <a:cs typeface="+mn-cs"/>
              </a:rPr>
              <a:t>FIN</a:t>
            </a:r>
          </a:p>
        </p:txBody>
      </p:sp>
      <p:sp>
        <p:nvSpPr>
          <p:cNvPr id="51" name="Espace réservé du texte 2">
            <a:extLst>
              <a:ext uri="{FF2B5EF4-FFF2-40B4-BE49-F238E27FC236}">
                <a16:creationId xmlns:a16="http://schemas.microsoft.com/office/drawing/2014/main" id="{4194BA51-2495-4C30-B517-10FFED30600F}"/>
              </a:ext>
            </a:extLst>
          </p:cNvPr>
          <p:cNvSpPr txBox="1">
            <a:spLocks/>
          </p:cNvSpPr>
          <p:nvPr/>
        </p:nvSpPr>
        <p:spPr bwMode="auto">
          <a:xfrm>
            <a:off x="-352425" y="3100388"/>
            <a:ext cx="2225675"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entrants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Appel au Service Desk</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Création d’un ticket par un utilisateur via le portail</a:t>
            </a:r>
          </a:p>
          <a:p>
            <a:pPr marL="720686" lvl="1" indent="-249948" defTabSz="914400">
              <a:spcBef>
                <a:spcPct val="20000"/>
              </a:spcBef>
              <a:buClr>
                <a:srgbClr val="3C3732"/>
              </a:buClr>
              <a:buSzPct val="100000"/>
              <a:buFont typeface="Arial" pitchFamily="34" charset="0"/>
              <a:buChar char="•"/>
              <a:defRPr/>
            </a:pPr>
            <a:endParaRPr lang="fr-FR" sz="1400" dirty="0">
              <a:solidFill>
                <a:srgbClr val="3C3732"/>
              </a:solidFill>
              <a:latin typeface="Arial"/>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022D1943-423E-4AF9-B9F5-C8DFE7012206}"/>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 (1/2)</a:t>
            </a:r>
          </a:p>
        </p:txBody>
      </p:sp>
      <p:cxnSp>
        <p:nvCxnSpPr>
          <p:cNvPr id="23555" name="Connecteur droit avec flèche 25">
            <a:extLst>
              <a:ext uri="{FF2B5EF4-FFF2-40B4-BE49-F238E27FC236}">
                <a16:creationId xmlns:a16="http://schemas.microsoft.com/office/drawing/2014/main" id="{4D882C86-44AB-4DCC-9B5C-96CBC63B4915}"/>
              </a:ext>
            </a:extLst>
          </p:cNvPr>
          <p:cNvCxnSpPr>
            <a:cxnSpLocks/>
          </p:cNvCxnSpPr>
          <p:nvPr/>
        </p:nvCxnSpPr>
        <p:spPr bwMode="auto">
          <a:xfrm>
            <a:off x="5964238" y="4487863"/>
            <a:ext cx="0" cy="344487"/>
          </a:xfrm>
          <a:prstGeom prst="straightConnector1">
            <a:avLst/>
          </a:prstGeom>
          <a:noFill/>
          <a:ln w="28575" algn="ctr">
            <a:solidFill>
              <a:srgbClr val="790050"/>
            </a:solidFill>
            <a:round/>
            <a:headEnd/>
            <a:tailEnd type="triangle" w="med" len="med"/>
          </a:ln>
          <a:extLst>
            <a:ext uri="{909E8E84-426E-40DD-AFC4-6F175D3DCCD1}">
              <a14:hiddenFill xmlns:a14="http://schemas.microsoft.com/office/drawing/2010/main">
                <a:noFill/>
              </a14:hiddenFill>
            </a:ext>
          </a:extLst>
        </p:spPr>
      </p:cxnSp>
      <p:cxnSp>
        <p:nvCxnSpPr>
          <p:cNvPr id="23556" name="Connecteur droit avec flèche 26">
            <a:extLst>
              <a:ext uri="{FF2B5EF4-FFF2-40B4-BE49-F238E27FC236}">
                <a16:creationId xmlns:a16="http://schemas.microsoft.com/office/drawing/2014/main" id="{D35D60FA-0D7F-48D8-9E33-90AAF7DBD01D}"/>
              </a:ext>
            </a:extLst>
          </p:cNvPr>
          <p:cNvCxnSpPr>
            <a:cxnSpLocks/>
          </p:cNvCxnSpPr>
          <p:nvPr/>
        </p:nvCxnSpPr>
        <p:spPr bwMode="auto">
          <a:xfrm>
            <a:off x="5964238" y="3494088"/>
            <a:ext cx="0" cy="342900"/>
          </a:xfrm>
          <a:prstGeom prst="straightConnector1">
            <a:avLst/>
          </a:prstGeom>
          <a:noFill/>
          <a:ln w="28575" algn="ctr">
            <a:solidFill>
              <a:srgbClr val="790050"/>
            </a:solidFill>
            <a:round/>
            <a:headEnd/>
            <a:tailEnd type="triangle" w="med" len="med"/>
          </a:ln>
          <a:extLst>
            <a:ext uri="{909E8E84-426E-40DD-AFC4-6F175D3DCCD1}">
              <a14:hiddenFill xmlns:a14="http://schemas.microsoft.com/office/drawing/2010/main">
                <a:noFill/>
              </a14:hiddenFill>
            </a:ext>
          </a:extLst>
        </p:spPr>
      </p:cxnSp>
      <p:cxnSp>
        <p:nvCxnSpPr>
          <p:cNvPr id="23557" name="Connecteur droit avec flèche 27">
            <a:extLst>
              <a:ext uri="{FF2B5EF4-FFF2-40B4-BE49-F238E27FC236}">
                <a16:creationId xmlns:a16="http://schemas.microsoft.com/office/drawing/2014/main" id="{2342021E-6943-4B8D-8DE0-90AAD9DF41EC}"/>
              </a:ext>
            </a:extLst>
          </p:cNvPr>
          <p:cNvCxnSpPr>
            <a:cxnSpLocks/>
          </p:cNvCxnSpPr>
          <p:nvPr/>
        </p:nvCxnSpPr>
        <p:spPr bwMode="auto">
          <a:xfrm>
            <a:off x="5661025" y="5389563"/>
            <a:ext cx="0" cy="558800"/>
          </a:xfrm>
          <a:prstGeom prst="straightConnector1">
            <a:avLst/>
          </a:prstGeom>
          <a:noFill/>
          <a:ln w="28575" algn="ctr">
            <a:solidFill>
              <a:srgbClr val="790050"/>
            </a:solidFill>
            <a:round/>
            <a:headEnd/>
            <a:tailEnd type="triangle" w="med" len="med"/>
          </a:ln>
          <a:extLst>
            <a:ext uri="{909E8E84-426E-40DD-AFC4-6F175D3DCCD1}">
              <a14:hiddenFill xmlns:a14="http://schemas.microsoft.com/office/drawing/2010/main">
                <a:noFill/>
              </a14:hiddenFill>
            </a:ext>
          </a:extLst>
        </p:spPr>
      </p:cxnSp>
      <p:cxnSp>
        <p:nvCxnSpPr>
          <p:cNvPr id="23558" name="Connecteur droit avec flèche 28">
            <a:extLst>
              <a:ext uri="{FF2B5EF4-FFF2-40B4-BE49-F238E27FC236}">
                <a16:creationId xmlns:a16="http://schemas.microsoft.com/office/drawing/2014/main" id="{57681E21-F92F-43D5-BCE3-CA818296FFC2}"/>
              </a:ext>
            </a:extLst>
          </p:cNvPr>
          <p:cNvCxnSpPr>
            <a:cxnSpLocks/>
          </p:cNvCxnSpPr>
          <p:nvPr/>
        </p:nvCxnSpPr>
        <p:spPr bwMode="auto">
          <a:xfrm>
            <a:off x="5399088" y="4489450"/>
            <a:ext cx="0" cy="1458913"/>
          </a:xfrm>
          <a:prstGeom prst="straightConnector1">
            <a:avLst/>
          </a:prstGeom>
          <a:noFill/>
          <a:ln w="28575" algn="ctr">
            <a:solidFill>
              <a:srgbClr val="790050"/>
            </a:solidFill>
            <a:round/>
            <a:headEnd/>
            <a:tailEnd type="triangle" w="med" len="med"/>
          </a:ln>
          <a:extLst>
            <a:ext uri="{909E8E84-426E-40DD-AFC4-6F175D3DCCD1}">
              <a14:hiddenFill xmlns:a14="http://schemas.microsoft.com/office/drawing/2010/main">
                <a:noFill/>
              </a14:hiddenFill>
            </a:ext>
          </a:extLst>
        </p:spPr>
      </p:cxnSp>
      <p:cxnSp>
        <p:nvCxnSpPr>
          <p:cNvPr id="23559" name="Connecteur droit avec flèche 29">
            <a:extLst>
              <a:ext uri="{FF2B5EF4-FFF2-40B4-BE49-F238E27FC236}">
                <a16:creationId xmlns:a16="http://schemas.microsoft.com/office/drawing/2014/main" id="{EE056879-B1AA-458A-B429-76298B14E19E}"/>
              </a:ext>
            </a:extLst>
          </p:cNvPr>
          <p:cNvCxnSpPr>
            <a:cxnSpLocks/>
          </p:cNvCxnSpPr>
          <p:nvPr/>
        </p:nvCxnSpPr>
        <p:spPr bwMode="auto">
          <a:xfrm>
            <a:off x="5035550" y="3581400"/>
            <a:ext cx="0" cy="2366963"/>
          </a:xfrm>
          <a:prstGeom prst="straightConnector1">
            <a:avLst/>
          </a:prstGeom>
          <a:noFill/>
          <a:ln w="28575" algn="ctr">
            <a:solidFill>
              <a:srgbClr val="790050"/>
            </a:solidFill>
            <a:round/>
            <a:headEnd/>
            <a:tailEnd type="triangle" w="med" len="med"/>
          </a:ln>
          <a:extLst>
            <a:ext uri="{909E8E84-426E-40DD-AFC4-6F175D3DCCD1}">
              <a14:hiddenFill xmlns:a14="http://schemas.microsoft.com/office/drawing/2010/main">
                <a:noFill/>
              </a14:hiddenFill>
            </a:ext>
          </a:extLst>
        </p:spPr>
      </p:cxnSp>
      <p:sp>
        <p:nvSpPr>
          <p:cNvPr id="31" name="Espace réservé du texte 2">
            <a:extLst>
              <a:ext uri="{FF2B5EF4-FFF2-40B4-BE49-F238E27FC236}">
                <a16:creationId xmlns:a16="http://schemas.microsoft.com/office/drawing/2014/main" id="{F27F6F36-799E-40D8-8919-1D9780FB6CD7}"/>
              </a:ext>
            </a:extLst>
          </p:cNvPr>
          <p:cNvSpPr txBox="1">
            <a:spLocks/>
          </p:cNvSpPr>
          <p:nvPr/>
        </p:nvSpPr>
        <p:spPr bwMode="auto">
          <a:xfrm>
            <a:off x="5540375" y="1163638"/>
            <a:ext cx="6416675" cy="1431925"/>
          </a:xfrm>
          <a:prstGeom prst="rect">
            <a:avLst/>
          </a:prstGeom>
          <a:solidFill>
            <a:schemeClr val="tx2"/>
          </a:solidFill>
          <a:ln w="9525">
            <a:noFill/>
            <a:miter lim="800000"/>
            <a:headEnd/>
            <a:tailEnd/>
          </a:ln>
        </p:spPr>
        <p:txBody>
          <a:bodyPr lIns="36000" tIns="36000" rIns="36000" bIns="36000"/>
          <a:lstStyle/>
          <a:p>
            <a:pPr marL="243411" indent="-243411" defTabSz="914400">
              <a:spcBef>
                <a:spcPts val="444"/>
              </a:spcBef>
              <a:buClr>
                <a:srgbClr val="009AA6"/>
              </a:buClr>
              <a:buSzPct val="110000"/>
              <a:defRPr/>
            </a:pPr>
            <a:r>
              <a:rPr lang="fr-FR" sz="1600" b="1" dirty="0">
                <a:solidFill>
                  <a:prstClr val="white"/>
                </a:solidFill>
                <a:latin typeface="Arial"/>
                <a:cs typeface="+mn-cs"/>
              </a:rPr>
              <a:t>Objectifs : </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Résoudre</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Escalader</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Communiquer</a:t>
            </a:r>
          </a:p>
          <a:p>
            <a:pPr marL="243411" indent="-243411" defTabSz="914400">
              <a:spcBef>
                <a:spcPts val="444"/>
              </a:spcBef>
              <a:buClr>
                <a:srgbClr val="009AA6"/>
              </a:buClr>
              <a:buSzPct val="110000"/>
              <a:defRPr/>
            </a:pPr>
            <a:endParaRPr lang="fr-FR" sz="1600" dirty="0">
              <a:solidFill>
                <a:prstClr val="white"/>
              </a:solidFill>
              <a:latin typeface="Arial"/>
              <a:cs typeface="+mn-cs"/>
            </a:endParaRPr>
          </a:p>
        </p:txBody>
      </p:sp>
      <p:sp>
        <p:nvSpPr>
          <p:cNvPr id="32" name="Line 10">
            <a:extLst>
              <a:ext uri="{FF2B5EF4-FFF2-40B4-BE49-F238E27FC236}">
                <a16:creationId xmlns:a16="http://schemas.microsoft.com/office/drawing/2014/main" id="{58C37FDF-B2CD-43FB-BB7A-544152B67860}"/>
              </a:ext>
            </a:extLst>
          </p:cNvPr>
          <p:cNvSpPr>
            <a:spLocks noChangeShapeType="1"/>
          </p:cNvSpPr>
          <p:nvPr/>
        </p:nvSpPr>
        <p:spPr bwMode="auto">
          <a:xfrm>
            <a:off x="300038" y="1692275"/>
            <a:ext cx="4872037" cy="14288"/>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33" name="AutoShape 11">
            <a:extLst>
              <a:ext uri="{FF2B5EF4-FFF2-40B4-BE49-F238E27FC236}">
                <a16:creationId xmlns:a16="http://schemas.microsoft.com/office/drawing/2014/main" id="{0CAA9332-254A-41E3-9D02-0F5AB238FD19}"/>
              </a:ext>
            </a:extLst>
          </p:cNvPr>
          <p:cNvSpPr>
            <a:spLocks noChangeArrowheads="1"/>
          </p:cNvSpPr>
          <p:nvPr/>
        </p:nvSpPr>
        <p:spPr bwMode="auto">
          <a:xfrm>
            <a:off x="3652838" y="1228725"/>
            <a:ext cx="1096962" cy="9874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rPr>
              <a:t>Clore un incident</a:t>
            </a:r>
          </a:p>
        </p:txBody>
      </p:sp>
      <p:sp>
        <p:nvSpPr>
          <p:cNvPr id="34" name="AutoShape 11">
            <a:extLst>
              <a:ext uri="{FF2B5EF4-FFF2-40B4-BE49-F238E27FC236}">
                <a16:creationId xmlns:a16="http://schemas.microsoft.com/office/drawing/2014/main" id="{5BA8CACE-54ED-4961-8673-FB8EB1058907}"/>
              </a:ext>
            </a:extLst>
          </p:cNvPr>
          <p:cNvSpPr>
            <a:spLocks noChangeArrowheads="1"/>
          </p:cNvSpPr>
          <p:nvPr/>
        </p:nvSpPr>
        <p:spPr bwMode="auto">
          <a:xfrm>
            <a:off x="2060575" y="1241425"/>
            <a:ext cx="1143000" cy="989013"/>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rPr>
              <a:t>Résoudre un incident</a:t>
            </a:r>
          </a:p>
        </p:txBody>
      </p:sp>
      <p:sp>
        <p:nvSpPr>
          <p:cNvPr id="36" name="AutoShape 11">
            <a:extLst>
              <a:ext uri="{FF2B5EF4-FFF2-40B4-BE49-F238E27FC236}">
                <a16:creationId xmlns:a16="http://schemas.microsoft.com/office/drawing/2014/main" id="{12E32D27-6521-44C9-9E83-333CBF7F160A}"/>
              </a:ext>
            </a:extLst>
          </p:cNvPr>
          <p:cNvSpPr>
            <a:spLocks noChangeArrowheads="1"/>
          </p:cNvSpPr>
          <p:nvPr/>
        </p:nvSpPr>
        <p:spPr bwMode="auto">
          <a:xfrm>
            <a:off x="422275" y="1270000"/>
            <a:ext cx="1189038" cy="9874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Enregistrer et qualifier un nouvel incident</a:t>
            </a:r>
          </a:p>
        </p:txBody>
      </p:sp>
      <p:sp>
        <p:nvSpPr>
          <p:cNvPr id="37" name="AutoShape 11">
            <a:extLst>
              <a:ext uri="{FF2B5EF4-FFF2-40B4-BE49-F238E27FC236}">
                <a16:creationId xmlns:a16="http://schemas.microsoft.com/office/drawing/2014/main" id="{C45EE143-5641-4492-802F-66B5586B531C}"/>
              </a:ext>
            </a:extLst>
          </p:cNvPr>
          <p:cNvSpPr>
            <a:spLocks noChangeArrowheads="1"/>
          </p:cNvSpPr>
          <p:nvPr/>
        </p:nvSpPr>
        <p:spPr bwMode="auto">
          <a:xfrm>
            <a:off x="422275" y="2292350"/>
            <a:ext cx="4327525" cy="303213"/>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dirty="0">
                <a:solidFill>
                  <a:prstClr val="white"/>
                </a:solidFill>
                <a:latin typeface="Arial" panose="020B0604020202020204" pitchFamily="34" charset="0"/>
              </a:rPr>
              <a:t>Piloter le processus</a:t>
            </a:r>
          </a:p>
        </p:txBody>
      </p:sp>
      <p:sp>
        <p:nvSpPr>
          <p:cNvPr id="23566" name="Espace réservé du texte 2">
            <a:extLst>
              <a:ext uri="{FF2B5EF4-FFF2-40B4-BE49-F238E27FC236}">
                <a16:creationId xmlns:a16="http://schemas.microsoft.com/office/drawing/2014/main" id="{5271DBE6-C078-403A-96A3-B7B7E25EF3AD}"/>
              </a:ext>
            </a:extLst>
          </p:cNvPr>
          <p:cNvSpPr txBox="1">
            <a:spLocks/>
          </p:cNvSpPr>
          <p:nvPr/>
        </p:nvSpPr>
        <p:spPr bwMode="auto">
          <a:xfrm>
            <a:off x="0" y="849313"/>
            <a:ext cx="121920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a:solidFill>
                  <a:schemeClr val="tx2"/>
                </a:solidFill>
                <a:latin typeface="Arial" panose="020B0604020202020204" pitchFamily="34" charset="0"/>
              </a:rPr>
              <a:t>Activité</a:t>
            </a:r>
            <a:r>
              <a:rPr lang="fr-FR" altLang="fr-FR" sz="1800" b="1">
                <a:solidFill>
                  <a:schemeClr val="tx2"/>
                </a:solidFill>
                <a:latin typeface="Arial" panose="020B0604020202020204" pitchFamily="34" charset="0"/>
              </a:rPr>
              <a:t> </a:t>
            </a:r>
            <a:r>
              <a:rPr lang="fr-FR" altLang="fr-FR" sz="1800" b="1">
                <a:solidFill>
                  <a:srgbClr val="790050"/>
                </a:solidFill>
                <a:latin typeface="Arial" panose="020B0604020202020204" pitchFamily="34" charset="0"/>
              </a:rPr>
              <a:t>« Résoudre un incident » </a:t>
            </a:r>
            <a:r>
              <a:rPr lang="fr-FR" altLang="fr-FR" sz="1800">
                <a:solidFill>
                  <a:schemeClr val="tx2"/>
                </a:solidFill>
                <a:latin typeface="Arial" panose="020B0604020202020204" pitchFamily="34" charset="0"/>
              </a:rPr>
              <a:t>et sous-activités</a:t>
            </a:r>
          </a:p>
        </p:txBody>
      </p:sp>
      <p:sp>
        <p:nvSpPr>
          <p:cNvPr id="51" name="AutoShape 11">
            <a:extLst>
              <a:ext uri="{FF2B5EF4-FFF2-40B4-BE49-F238E27FC236}">
                <a16:creationId xmlns:a16="http://schemas.microsoft.com/office/drawing/2014/main" id="{B82CE5DC-8037-427B-A217-993B529D0F77}"/>
              </a:ext>
            </a:extLst>
          </p:cNvPr>
          <p:cNvSpPr>
            <a:spLocks noChangeArrowheads="1"/>
          </p:cNvSpPr>
          <p:nvPr/>
        </p:nvSpPr>
        <p:spPr bwMode="auto">
          <a:xfrm>
            <a:off x="8348663" y="3541713"/>
            <a:ext cx="16938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Clôturer techniquement l’incident</a:t>
            </a:r>
          </a:p>
        </p:txBody>
      </p:sp>
      <p:sp>
        <p:nvSpPr>
          <p:cNvPr id="52" name="AutoShape 11">
            <a:extLst>
              <a:ext uri="{FF2B5EF4-FFF2-40B4-BE49-F238E27FC236}">
                <a16:creationId xmlns:a16="http://schemas.microsoft.com/office/drawing/2014/main" id="{99696BC7-9518-45D7-8E21-59F0ED304065}"/>
              </a:ext>
            </a:extLst>
          </p:cNvPr>
          <p:cNvSpPr>
            <a:spLocks noChangeArrowheads="1"/>
          </p:cNvSpPr>
          <p:nvPr/>
        </p:nvSpPr>
        <p:spPr bwMode="auto">
          <a:xfrm>
            <a:off x="4557713" y="3024188"/>
            <a:ext cx="2239962" cy="57467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Contourner ou résoudre au niveau du SD virtuel</a:t>
            </a:r>
          </a:p>
        </p:txBody>
      </p:sp>
      <p:sp>
        <p:nvSpPr>
          <p:cNvPr id="53" name="Espace réservé du texte 2">
            <a:extLst>
              <a:ext uri="{FF2B5EF4-FFF2-40B4-BE49-F238E27FC236}">
                <a16:creationId xmlns:a16="http://schemas.microsoft.com/office/drawing/2014/main" id="{005BCC2D-8DEC-413A-8439-D8B99D5139B3}"/>
              </a:ext>
            </a:extLst>
          </p:cNvPr>
          <p:cNvSpPr txBox="1">
            <a:spLocks/>
          </p:cNvSpPr>
          <p:nvPr/>
        </p:nvSpPr>
        <p:spPr bwMode="auto">
          <a:xfrm>
            <a:off x="-352425" y="3100388"/>
            <a:ext cx="2225675"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entrants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Incident catégorisé et priorisé</a:t>
            </a:r>
          </a:p>
        </p:txBody>
      </p:sp>
      <p:sp>
        <p:nvSpPr>
          <p:cNvPr id="54" name="Espace réservé du texte 2">
            <a:extLst>
              <a:ext uri="{FF2B5EF4-FFF2-40B4-BE49-F238E27FC236}">
                <a16:creationId xmlns:a16="http://schemas.microsoft.com/office/drawing/2014/main" id="{A5683F33-7F36-41A0-A69D-665056325252}"/>
              </a:ext>
            </a:extLst>
          </p:cNvPr>
          <p:cNvSpPr txBox="1">
            <a:spLocks/>
          </p:cNvSpPr>
          <p:nvPr/>
        </p:nvSpPr>
        <p:spPr bwMode="auto">
          <a:xfrm>
            <a:off x="9732963" y="5106988"/>
            <a:ext cx="2224087"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sorties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Incident résolu</a:t>
            </a:r>
          </a:p>
        </p:txBody>
      </p:sp>
      <p:pic>
        <p:nvPicPr>
          <p:cNvPr id="56" name="Shape 209" descr="arrow_right">
            <a:extLst>
              <a:ext uri="{FF2B5EF4-FFF2-40B4-BE49-F238E27FC236}">
                <a16:creationId xmlns:a16="http://schemas.microsoft.com/office/drawing/2014/main" id="{FB217B3D-D4A9-4752-95A9-49DB26E4E59F}"/>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547989" y="2870111"/>
            <a:ext cx="573365" cy="573365"/>
          </a:xfrm>
          <a:prstGeom prst="rect">
            <a:avLst/>
          </a:prstGeom>
          <a:noFill/>
          <a:ln>
            <a:noFill/>
          </a:ln>
        </p:spPr>
      </p:pic>
      <p:pic>
        <p:nvPicPr>
          <p:cNvPr id="57" name="Shape 209" descr="arrow_right">
            <a:extLst>
              <a:ext uri="{FF2B5EF4-FFF2-40B4-BE49-F238E27FC236}">
                <a16:creationId xmlns:a16="http://schemas.microsoft.com/office/drawing/2014/main" id="{E11EBF52-665B-4DE3-BD2B-7732712D1AB8}"/>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1583151" y="4876926"/>
            <a:ext cx="573365" cy="573365"/>
          </a:xfrm>
          <a:prstGeom prst="rect">
            <a:avLst/>
          </a:prstGeom>
          <a:noFill/>
          <a:ln>
            <a:noFill/>
          </a:ln>
        </p:spPr>
      </p:pic>
      <p:cxnSp>
        <p:nvCxnSpPr>
          <p:cNvPr id="23573" name="Connecteur droit avec flèche 57">
            <a:extLst>
              <a:ext uri="{FF2B5EF4-FFF2-40B4-BE49-F238E27FC236}">
                <a16:creationId xmlns:a16="http://schemas.microsoft.com/office/drawing/2014/main" id="{6D73DEF0-7662-4D7D-AC7E-D6A225A13229}"/>
              </a:ext>
            </a:extLst>
          </p:cNvPr>
          <p:cNvCxnSpPr>
            <a:cxnSpLocks noChangeShapeType="1"/>
            <a:stCxn id="59" idx="3"/>
            <a:endCxn id="51" idx="1"/>
          </p:cNvCxnSpPr>
          <p:nvPr/>
        </p:nvCxnSpPr>
        <p:spPr bwMode="auto">
          <a:xfrm>
            <a:off x="6796088" y="4217988"/>
            <a:ext cx="1552575" cy="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59" name="AutoShape 11">
            <a:extLst>
              <a:ext uri="{FF2B5EF4-FFF2-40B4-BE49-F238E27FC236}">
                <a16:creationId xmlns:a16="http://schemas.microsoft.com/office/drawing/2014/main" id="{CC3E1C4E-CD83-420B-AA14-F2E72D50FC9C}"/>
              </a:ext>
            </a:extLst>
          </p:cNvPr>
          <p:cNvSpPr>
            <a:spLocks noChangeArrowheads="1"/>
          </p:cNvSpPr>
          <p:nvPr/>
        </p:nvSpPr>
        <p:spPr bwMode="auto">
          <a:xfrm>
            <a:off x="4556125" y="3840163"/>
            <a:ext cx="2239963" cy="7572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Contourner ou résoudre l’incident par les équipes internes</a:t>
            </a:r>
          </a:p>
        </p:txBody>
      </p:sp>
      <p:sp>
        <p:nvSpPr>
          <p:cNvPr id="60" name="AutoShape 11">
            <a:extLst>
              <a:ext uri="{FF2B5EF4-FFF2-40B4-BE49-F238E27FC236}">
                <a16:creationId xmlns:a16="http://schemas.microsoft.com/office/drawing/2014/main" id="{9DFA6658-B566-4201-B38F-DC3BE208E912}"/>
              </a:ext>
            </a:extLst>
          </p:cNvPr>
          <p:cNvSpPr>
            <a:spLocks noChangeArrowheads="1"/>
          </p:cNvSpPr>
          <p:nvPr/>
        </p:nvSpPr>
        <p:spPr bwMode="auto">
          <a:xfrm>
            <a:off x="4557713" y="4837113"/>
            <a:ext cx="2239962" cy="7572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Contourner ou résoudre l’incident par des équipes externes</a:t>
            </a:r>
          </a:p>
        </p:txBody>
      </p:sp>
      <p:cxnSp>
        <p:nvCxnSpPr>
          <p:cNvPr id="23576" name="Connecteur : en angle 76">
            <a:extLst>
              <a:ext uri="{FF2B5EF4-FFF2-40B4-BE49-F238E27FC236}">
                <a16:creationId xmlns:a16="http://schemas.microsoft.com/office/drawing/2014/main" id="{A71AE733-83F7-4959-8396-9582D0D73EC7}"/>
              </a:ext>
            </a:extLst>
          </p:cNvPr>
          <p:cNvCxnSpPr>
            <a:cxnSpLocks noChangeShapeType="1"/>
            <a:stCxn id="52" idx="3"/>
          </p:cNvCxnSpPr>
          <p:nvPr/>
        </p:nvCxnSpPr>
        <p:spPr bwMode="auto">
          <a:xfrm>
            <a:off x="6797675" y="3311525"/>
            <a:ext cx="455613" cy="900113"/>
          </a:xfrm>
          <a:prstGeom prst="bentConnector2">
            <a:avLst/>
          </a:prstGeom>
          <a:noFill/>
          <a:ln w="28575" algn="ctr">
            <a:solidFill>
              <a:srgbClr val="790050"/>
            </a:solidFill>
            <a:miter lim="800000"/>
            <a:headEnd/>
            <a:tailEnd type="none" w="lg" len="lg"/>
          </a:ln>
          <a:extLst>
            <a:ext uri="{909E8E84-426E-40DD-AFC4-6F175D3DCCD1}">
              <a14:hiddenFill xmlns:a14="http://schemas.microsoft.com/office/drawing/2010/main">
                <a:noFill/>
              </a14:hiddenFill>
            </a:ext>
          </a:extLst>
        </p:spPr>
      </p:cxnSp>
      <p:cxnSp>
        <p:nvCxnSpPr>
          <p:cNvPr id="23577" name="Connecteur : en angle 78">
            <a:extLst>
              <a:ext uri="{FF2B5EF4-FFF2-40B4-BE49-F238E27FC236}">
                <a16:creationId xmlns:a16="http://schemas.microsoft.com/office/drawing/2014/main" id="{38270DA7-8C16-469F-AF4C-B6F4442D14E7}"/>
              </a:ext>
            </a:extLst>
          </p:cNvPr>
          <p:cNvCxnSpPr>
            <a:cxnSpLocks/>
          </p:cNvCxnSpPr>
          <p:nvPr/>
        </p:nvCxnSpPr>
        <p:spPr bwMode="auto">
          <a:xfrm flipV="1">
            <a:off x="6805613" y="4217988"/>
            <a:ext cx="447675" cy="998537"/>
          </a:xfrm>
          <a:prstGeom prst="bentConnector2">
            <a:avLst/>
          </a:prstGeom>
          <a:noFill/>
          <a:ln w="28575" algn="ctr">
            <a:solidFill>
              <a:srgbClr val="790050"/>
            </a:solidFill>
            <a:miter lim="800000"/>
            <a:headEnd/>
            <a:tailEnd type="none" w="lg" len="lg"/>
          </a:ln>
          <a:extLst>
            <a:ext uri="{909E8E84-426E-40DD-AFC4-6F175D3DCCD1}">
              <a14:hiddenFill xmlns:a14="http://schemas.microsoft.com/office/drawing/2010/main">
                <a:noFill/>
              </a14:hiddenFill>
            </a:ext>
          </a:extLst>
        </p:spPr>
      </p:cxnSp>
      <p:sp>
        <p:nvSpPr>
          <p:cNvPr id="63" name="AutoShape 11">
            <a:extLst>
              <a:ext uri="{FF2B5EF4-FFF2-40B4-BE49-F238E27FC236}">
                <a16:creationId xmlns:a16="http://schemas.microsoft.com/office/drawing/2014/main" id="{552B8160-54E3-4FAB-9184-F4C561F0456A}"/>
              </a:ext>
            </a:extLst>
          </p:cNvPr>
          <p:cNvSpPr>
            <a:spLocks noChangeArrowheads="1"/>
          </p:cNvSpPr>
          <p:nvPr/>
        </p:nvSpPr>
        <p:spPr bwMode="auto">
          <a:xfrm>
            <a:off x="1814513" y="3724275"/>
            <a:ext cx="1189037" cy="989013"/>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Enregistrer et qualifier un nouvel incident</a:t>
            </a:r>
          </a:p>
        </p:txBody>
      </p:sp>
      <p:cxnSp>
        <p:nvCxnSpPr>
          <p:cNvPr id="23579" name="Connecteur : en angle 11">
            <a:extLst>
              <a:ext uri="{FF2B5EF4-FFF2-40B4-BE49-F238E27FC236}">
                <a16:creationId xmlns:a16="http://schemas.microsoft.com/office/drawing/2014/main" id="{7481BA75-90EA-4C19-B37E-97B8EEA0B759}"/>
              </a:ext>
            </a:extLst>
          </p:cNvPr>
          <p:cNvCxnSpPr>
            <a:cxnSpLocks noChangeShapeType="1"/>
            <a:stCxn id="63" idx="3"/>
            <a:endCxn id="52" idx="1"/>
          </p:cNvCxnSpPr>
          <p:nvPr/>
        </p:nvCxnSpPr>
        <p:spPr bwMode="auto">
          <a:xfrm flipV="1">
            <a:off x="3003550" y="3311525"/>
            <a:ext cx="1554163" cy="906463"/>
          </a:xfrm>
          <a:prstGeom prst="bentConnector3">
            <a:avLst>
              <a:gd name="adj1" fmla="val 50000"/>
            </a:avLst>
          </a:prstGeom>
          <a:noFill/>
          <a:ln w="28575" algn="ctr">
            <a:solidFill>
              <a:srgbClr val="790050"/>
            </a:solidFill>
            <a:miter lim="800000"/>
            <a:headEnd/>
            <a:tailEnd type="triangle" w="med" len="med"/>
          </a:ln>
          <a:extLst>
            <a:ext uri="{909E8E84-426E-40DD-AFC4-6F175D3DCCD1}">
              <a14:hiddenFill xmlns:a14="http://schemas.microsoft.com/office/drawing/2010/main">
                <a:noFill/>
              </a14:hiddenFill>
            </a:ext>
          </a:extLst>
        </p:spPr>
      </p:cxnSp>
      <p:cxnSp>
        <p:nvCxnSpPr>
          <p:cNvPr id="23580" name="Connecteur : en angle 13">
            <a:extLst>
              <a:ext uri="{FF2B5EF4-FFF2-40B4-BE49-F238E27FC236}">
                <a16:creationId xmlns:a16="http://schemas.microsoft.com/office/drawing/2014/main" id="{A959967E-143E-41CE-BB29-076901C0B813}"/>
              </a:ext>
            </a:extLst>
          </p:cNvPr>
          <p:cNvCxnSpPr>
            <a:cxnSpLocks/>
            <a:stCxn id="63" idx="3"/>
            <a:endCxn id="60" idx="1"/>
          </p:cNvCxnSpPr>
          <p:nvPr/>
        </p:nvCxnSpPr>
        <p:spPr bwMode="auto">
          <a:xfrm>
            <a:off x="3003550" y="4217988"/>
            <a:ext cx="1554163" cy="998537"/>
          </a:xfrm>
          <a:prstGeom prst="bentConnector3">
            <a:avLst>
              <a:gd name="adj1" fmla="val 50000"/>
            </a:avLst>
          </a:prstGeom>
          <a:noFill/>
          <a:ln w="28575" algn="ctr">
            <a:solidFill>
              <a:srgbClr val="790050"/>
            </a:solidFill>
            <a:miter lim="800000"/>
            <a:headEnd/>
            <a:tailEnd type="triangle" w="med" len="med"/>
          </a:ln>
          <a:extLst>
            <a:ext uri="{909E8E84-426E-40DD-AFC4-6F175D3DCCD1}">
              <a14:hiddenFill xmlns:a14="http://schemas.microsoft.com/office/drawing/2010/main">
                <a:noFill/>
              </a14:hiddenFill>
            </a:ext>
          </a:extLst>
        </p:spPr>
      </p:cxnSp>
      <p:cxnSp>
        <p:nvCxnSpPr>
          <p:cNvPr id="23581" name="Connecteur droit avec flèche 65">
            <a:extLst>
              <a:ext uri="{FF2B5EF4-FFF2-40B4-BE49-F238E27FC236}">
                <a16:creationId xmlns:a16="http://schemas.microsoft.com/office/drawing/2014/main" id="{D1192D46-83B7-41A3-90F6-1B08ACA3DA40}"/>
              </a:ext>
            </a:extLst>
          </p:cNvPr>
          <p:cNvCxnSpPr>
            <a:cxnSpLocks/>
            <a:endCxn id="59" idx="1"/>
          </p:cNvCxnSpPr>
          <p:nvPr/>
        </p:nvCxnSpPr>
        <p:spPr bwMode="auto">
          <a:xfrm>
            <a:off x="3781425" y="4211638"/>
            <a:ext cx="774700" cy="6350"/>
          </a:xfrm>
          <a:prstGeom prst="straightConnector1">
            <a:avLst/>
          </a:prstGeom>
          <a:noFill/>
          <a:ln w="28575" algn="ctr">
            <a:solidFill>
              <a:srgbClr val="790050"/>
            </a:solidFill>
            <a:round/>
            <a:headEnd/>
            <a:tailEnd type="triangle" w="med" len="med"/>
          </a:ln>
          <a:extLst>
            <a:ext uri="{909E8E84-426E-40DD-AFC4-6F175D3DCCD1}">
              <a14:hiddenFill xmlns:a14="http://schemas.microsoft.com/office/drawing/2010/main">
                <a:noFill/>
              </a14:hiddenFill>
            </a:ext>
          </a:extLst>
        </p:spPr>
      </p:cxnSp>
      <p:sp>
        <p:nvSpPr>
          <p:cNvPr id="67" name="AutoShape 11">
            <a:extLst>
              <a:ext uri="{FF2B5EF4-FFF2-40B4-BE49-F238E27FC236}">
                <a16:creationId xmlns:a16="http://schemas.microsoft.com/office/drawing/2014/main" id="{ADB8B344-E648-4A03-A4F6-D2C147CFBBC1}"/>
              </a:ext>
            </a:extLst>
          </p:cNvPr>
          <p:cNvSpPr>
            <a:spLocks noChangeArrowheads="1"/>
          </p:cNvSpPr>
          <p:nvPr/>
        </p:nvSpPr>
        <p:spPr bwMode="auto">
          <a:xfrm>
            <a:off x="3481388" y="5938838"/>
            <a:ext cx="4389437" cy="755650"/>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Réaliser les escalades hiérarchiques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F31F784A-3352-4FC8-9305-363ACC690620}"/>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 (1/2)</a:t>
            </a:r>
          </a:p>
        </p:txBody>
      </p:sp>
      <p:cxnSp>
        <p:nvCxnSpPr>
          <p:cNvPr id="25603" name="Connecteur droit avec flèche 2">
            <a:extLst>
              <a:ext uri="{FF2B5EF4-FFF2-40B4-BE49-F238E27FC236}">
                <a16:creationId xmlns:a16="http://schemas.microsoft.com/office/drawing/2014/main" id="{A51D832C-540D-4F33-8FC8-8977F9BD53D0}"/>
              </a:ext>
            </a:extLst>
          </p:cNvPr>
          <p:cNvCxnSpPr>
            <a:cxnSpLocks/>
          </p:cNvCxnSpPr>
          <p:nvPr/>
        </p:nvCxnSpPr>
        <p:spPr bwMode="auto">
          <a:xfrm>
            <a:off x="1992313" y="4656138"/>
            <a:ext cx="6954837" cy="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5" name="Espace réservé du texte 2">
            <a:extLst>
              <a:ext uri="{FF2B5EF4-FFF2-40B4-BE49-F238E27FC236}">
                <a16:creationId xmlns:a16="http://schemas.microsoft.com/office/drawing/2014/main" id="{E4D4E2EC-7DE7-43B9-882E-A81DE970BCB1}"/>
              </a:ext>
            </a:extLst>
          </p:cNvPr>
          <p:cNvSpPr txBox="1">
            <a:spLocks/>
          </p:cNvSpPr>
          <p:nvPr/>
        </p:nvSpPr>
        <p:spPr bwMode="auto">
          <a:xfrm>
            <a:off x="5540375" y="1163638"/>
            <a:ext cx="6416675" cy="1431925"/>
          </a:xfrm>
          <a:prstGeom prst="rect">
            <a:avLst/>
          </a:prstGeom>
          <a:solidFill>
            <a:schemeClr val="tx2"/>
          </a:solidFill>
          <a:ln w="9525">
            <a:noFill/>
            <a:miter lim="800000"/>
            <a:headEnd/>
            <a:tailEnd/>
          </a:ln>
        </p:spPr>
        <p:txBody>
          <a:bodyPr lIns="36000" tIns="36000" rIns="36000" bIns="36000"/>
          <a:lstStyle/>
          <a:p>
            <a:pPr marL="243411" indent="-243411" defTabSz="914400">
              <a:spcBef>
                <a:spcPts val="444"/>
              </a:spcBef>
              <a:buClr>
                <a:srgbClr val="009AA6"/>
              </a:buClr>
              <a:buSzPct val="110000"/>
              <a:defRPr/>
            </a:pPr>
            <a:r>
              <a:rPr lang="fr-FR" sz="1600" b="1" dirty="0">
                <a:solidFill>
                  <a:prstClr val="white"/>
                </a:solidFill>
                <a:latin typeface="Arial"/>
                <a:cs typeface="+mn-cs"/>
              </a:rPr>
              <a:t>Objectifs : </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Valider la restauration du service avec l’utilisateur</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Clore l’incident et confirmer la restauration du service</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Soumettre une solution simple pour la base de connaissances (le cas échéant)</a:t>
            </a:r>
          </a:p>
          <a:p>
            <a:pPr marL="243411" indent="-243411" defTabSz="914400">
              <a:spcBef>
                <a:spcPts val="444"/>
              </a:spcBef>
              <a:buClr>
                <a:srgbClr val="009AA6"/>
              </a:buClr>
              <a:buSzPct val="110000"/>
              <a:defRPr/>
            </a:pPr>
            <a:endParaRPr lang="fr-FR" sz="1600" dirty="0">
              <a:solidFill>
                <a:prstClr val="white"/>
              </a:solidFill>
              <a:latin typeface="Arial"/>
              <a:cs typeface="+mn-cs"/>
            </a:endParaRPr>
          </a:p>
        </p:txBody>
      </p:sp>
      <p:sp>
        <p:nvSpPr>
          <p:cNvPr id="6" name="Line 10">
            <a:extLst>
              <a:ext uri="{FF2B5EF4-FFF2-40B4-BE49-F238E27FC236}">
                <a16:creationId xmlns:a16="http://schemas.microsoft.com/office/drawing/2014/main" id="{1050CC74-E803-45D0-9A7B-8D082F0F62AB}"/>
              </a:ext>
            </a:extLst>
          </p:cNvPr>
          <p:cNvSpPr>
            <a:spLocks noChangeShapeType="1"/>
          </p:cNvSpPr>
          <p:nvPr/>
        </p:nvSpPr>
        <p:spPr bwMode="auto">
          <a:xfrm>
            <a:off x="300038" y="1692275"/>
            <a:ext cx="4872037" cy="14288"/>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7" name="AutoShape 11">
            <a:extLst>
              <a:ext uri="{FF2B5EF4-FFF2-40B4-BE49-F238E27FC236}">
                <a16:creationId xmlns:a16="http://schemas.microsoft.com/office/drawing/2014/main" id="{9740C25F-B057-4A76-93A2-3A1EB8E4ABC0}"/>
              </a:ext>
            </a:extLst>
          </p:cNvPr>
          <p:cNvSpPr>
            <a:spLocks noChangeArrowheads="1"/>
          </p:cNvSpPr>
          <p:nvPr/>
        </p:nvSpPr>
        <p:spPr bwMode="auto">
          <a:xfrm>
            <a:off x="3652838" y="1228725"/>
            <a:ext cx="1096962" cy="9874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rPr>
              <a:t>Clore un incident</a:t>
            </a:r>
          </a:p>
        </p:txBody>
      </p:sp>
      <p:sp>
        <p:nvSpPr>
          <p:cNvPr id="8" name="AutoShape 11">
            <a:extLst>
              <a:ext uri="{FF2B5EF4-FFF2-40B4-BE49-F238E27FC236}">
                <a16:creationId xmlns:a16="http://schemas.microsoft.com/office/drawing/2014/main" id="{3D8CE678-18EA-4F08-AA42-8987EADDFBFF}"/>
              </a:ext>
            </a:extLst>
          </p:cNvPr>
          <p:cNvSpPr>
            <a:spLocks noChangeArrowheads="1"/>
          </p:cNvSpPr>
          <p:nvPr/>
        </p:nvSpPr>
        <p:spPr bwMode="auto">
          <a:xfrm>
            <a:off x="2060575" y="1241425"/>
            <a:ext cx="1143000" cy="989013"/>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rPr>
              <a:t>Résoudre un incident</a:t>
            </a:r>
          </a:p>
        </p:txBody>
      </p:sp>
      <p:sp>
        <p:nvSpPr>
          <p:cNvPr id="9" name="AutoShape 11">
            <a:extLst>
              <a:ext uri="{FF2B5EF4-FFF2-40B4-BE49-F238E27FC236}">
                <a16:creationId xmlns:a16="http://schemas.microsoft.com/office/drawing/2014/main" id="{8B54E49A-38F6-4DDC-A7F3-3C69633BE482}"/>
              </a:ext>
            </a:extLst>
          </p:cNvPr>
          <p:cNvSpPr>
            <a:spLocks noChangeArrowheads="1"/>
          </p:cNvSpPr>
          <p:nvPr/>
        </p:nvSpPr>
        <p:spPr bwMode="auto">
          <a:xfrm>
            <a:off x="422275" y="1270000"/>
            <a:ext cx="1189038" cy="9874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Enregistrer et qualifier un nouvel incident</a:t>
            </a:r>
          </a:p>
        </p:txBody>
      </p:sp>
      <p:sp>
        <p:nvSpPr>
          <p:cNvPr id="10" name="AutoShape 11">
            <a:extLst>
              <a:ext uri="{FF2B5EF4-FFF2-40B4-BE49-F238E27FC236}">
                <a16:creationId xmlns:a16="http://schemas.microsoft.com/office/drawing/2014/main" id="{B4E27BE7-BABB-4442-B14D-E3A7DF71E170}"/>
              </a:ext>
            </a:extLst>
          </p:cNvPr>
          <p:cNvSpPr>
            <a:spLocks noChangeArrowheads="1"/>
          </p:cNvSpPr>
          <p:nvPr/>
        </p:nvSpPr>
        <p:spPr bwMode="auto">
          <a:xfrm>
            <a:off x="422275" y="2292350"/>
            <a:ext cx="4327525" cy="303213"/>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dirty="0">
                <a:solidFill>
                  <a:prstClr val="white"/>
                </a:solidFill>
                <a:latin typeface="Arial" panose="020B0604020202020204" pitchFamily="34" charset="0"/>
              </a:rPr>
              <a:t>Piloter le processus</a:t>
            </a:r>
          </a:p>
        </p:txBody>
      </p:sp>
      <p:sp>
        <p:nvSpPr>
          <p:cNvPr id="25610" name="Espace réservé du texte 2">
            <a:extLst>
              <a:ext uri="{FF2B5EF4-FFF2-40B4-BE49-F238E27FC236}">
                <a16:creationId xmlns:a16="http://schemas.microsoft.com/office/drawing/2014/main" id="{CFD223C6-A9C3-4361-B6A4-3B37755ABBBA}"/>
              </a:ext>
            </a:extLst>
          </p:cNvPr>
          <p:cNvSpPr txBox="1">
            <a:spLocks/>
          </p:cNvSpPr>
          <p:nvPr/>
        </p:nvSpPr>
        <p:spPr bwMode="auto">
          <a:xfrm>
            <a:off x="0" y="849313"/>
            <a:ext cx="121920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a:solidFill>
                  <a:schemeClr val="tx2"/>
                </a:solidFill>
                <a:latin typeface="Arial" panose="020B0604020202020204" pitchFamily="34" charset="0"/>
              </a:rPr>
              <a:t>Activité</a:t>
            </a:r>
            <a:r>
              <a:rPr lang="fr-FR" altLang="fr-FR" sz="1800" b="1">
                <a:solidFill>
                  <a:schemeClr val="tx2"/>
                </a:solidFill>
                <a:latin typeface="Arial" panose="020B0604020202020204" pitchFamily="34" charset="0"/>
              </a:rPr>
              <a:t> </a:t>
            </a:r>
            <a:r>
              <a:rPr lang="fr-FR" altLang="fr-FR" sz="1800" b="1">
                <a:solidFill>
                  <a:srgbClr val="790050"/>
                </a:solidFill>
                <a:latin typeface="Arial" panose="020B0604020202020204" pitchFamily="34" charset="0"/>
              </a:rPr>
              <a:t>« Clore un incident » </a:t>
            </a:r>
            <a:r>
              <a:rPr lang="fr-FR" altLang="fr-FR" sz="1800">
                <a:solidFill>
                  <a:schemeClr val="tx2"/>
                </a:solidFill>
                <a:latin typeface="Arial" panose="020B0604020202020204" pitchFamily="34" charset="0"/>
              </a:rPr>
              <a:t>et sous-activités</a:t>
            </a:r>
          </a:p>
        </p:txBody>
      </p:sp>
      <p:sp>
        <p:nvSpPr>
          <p:cNvPr id="12" name="Espace réservé du texte 2">
            <a:extLst>
              <a:ext uri="{FF2B5EF4-FFF2-40B4-BE49-F238E27FC236}">
                <a16:creationId xmlns:a16="http://schemas.microsoft.com/office/drawing/2014/main" id="{D165D39C-7C01-4A96-A14A-53293488182A}"/>
              </a:ext>
            </a:extLst>
          </p:cNvPr>
          <p:cNvSpPr txBox="1">
            <a:spLocks/>
          </p:cNvSpPr>
          <p:nvPr/>
        </p:nvSpPr>
        <p:spPr bwMode="auto">
          <a:xfrm>
            <a:off x="-352425" y="3100388"/>
            <a:ext cx="2225675"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entrants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Service restauré de manière pérenne</a:t>
            </a:r>
          </a:p>
        </p:txBody>
      </p:sp>
      <p:sp>
        <p:nvSpPr>
          <p:cNvPr id="13" name="Espace réservé du texte 2">
            <a:extLst>
              <a:ext uri="{FF2B5EF4-FFF2-40B4-BE49-F238E27FC236}">
                <a16:creationId xmlns:a16="http://schemas.microsoft.com/office/drawing/2014/main" id="{8B189807-A7B8-4A52-BE3E-6C7AD09AEDF6}"/>
              </a:ext>
            </a:extLst>
          </p:cNvPr>
          <p:cNvSpPr txBox="1">
            <a:spLocks/>
          </p:cNvSpPr>
          <p:nvPr/>
        </p:nvSpPr>
        <p:spPr bwMode="auto">
          <a:xfrm>
            <a:off x="9732963" y="4914900"/>
            <a:ext cx="2224087"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sorties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Service restauré de manière pérenne et validé en interne et par les utilisateurs</a:t>
            </a:r>
          </a:p>
        </p:txBody>
      </p:sp>
      <p:pic>
        <p:nvPicPr>
          <p:cNvPr id="14" name="Shape 209" descr="arrow_right">
            <a:extLst>
              <a:ext uri="{FF2B5EF4-FFF2-40B4-BE49-F238E27FC236}">
                <a16:creationId xmlns:a16="http://schemas.microsoft.com/office/drawing/2014/main" id="{9B51A26A-93C9-4C15-8E00-8E538C329EEE}"/>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547989" y="2870111"/>
            <a:ext cx="573365" cy="573365"/>
          </a:xfrm>
          <a:prstGeom prst="rect">
            <a:avLst/>
          </a:prstGeom>
          <a:noFill/>
          <a:ln>
            <a:noFill/>
          </a:ln>
        </p:spPr>
      </p:pic>
      <p:pic>
        <p:nvPicPr>
          <p:cNvPr id="15" name="Shape 209" descr="arrow_right">
            <a:extLst>
              <a:ext uri="{FF2B5EF4-FFF2-40B4-BE49-F238E27FC236}">
                <a16:creationId xmlns:a16="http://schemas.microsoft.com/office/drawing/2014/main" id="{AD337D7E-2361-4A82-BD5E-568A4EEC34A4}"/>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1583151" y="4685854"/>
            <a:ext cx="573365" cy="573365"/>
          </a:xfrm>
          <a:prstGeom prst="rect">
            <a:avLst/>
          </a:prstGeom>
          <a:noFill/>
          <a:ln>
            <a:noFill/>
          </a:ln>
        </p:spPr>
      </p:pic>
      <p:sp>
        <p:nvSpPr>
          <p:cNvPr id="16" name="AutoShape 11">
            <a:extLst>
              <a:ext uri="{FF2B5EF4-FFF2-40B4-BE49-F238E27FC236}">
                <a16:creationId xmlns:a16="http://schemas.microsoft.com/office/drawing/2014/main" id="{D220369B-4A72-4742-BC80-375CA982C946}"/>
              </a:ext>
            </a:extLst>
          </p:cNvPr>
          <p:cNvSpPr>
            <a:spLocks noChangeArrowheads="1"/>
          </p:cNvSpPr>
          <p:nvPr/>
        </p:nvSpPr>
        <p:spPr bwMode="auto">
          <a:xfrm>
            <a:off x="5949950" y="3984625"/>
            <a:ext cx="1625600" cy="1354138"/>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Alimenter la base de connaissances</a:t>
            </a:r>
          </a:p>
        </p:txBody>
      </p:sp>
      <p:sp>
        <p:nvSpPr>
          <p:cNvPr id="17" name="AutoShape 11">
            <a:extLst>
              <a:ext uri="{FF2B5EF4-FFF2-40B4-BE49-F238E27FC236}">
                <a16:creationId xmlns:a16="http://schemas.microsoft.com/office/drawing/2014/main" id="{F0FB52DE-9E69-4EC0-A867-083CFEAB4AD6}"/>
              </a:ext>
            </a:extLst>
          </p:cNvPr>
          <p:cNvSpPr>
            <a:spLocks noChangeArrowheads="1"/>
          </p:cNvSpPr>
          <p:nvPr/>
        </p:nvSpPr>
        <p:spPr bwMode="auto">
          <a:xfrm>
            <a:off x="3402013" y="3984625"/>
            <a:ext cx="1692275" cy="1354138"/>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Clôturer </a:t>
            </a:r>
            <a:r>
              <a:rPr lang="fr-FR" altLang="fr-FR" sz="1317" b="1" kern="0" dirty="0" err="1">
                <a:solidFill>
                  <a:prstClr val="white"/>
                </a:solidFill>
              </a:rPr>
              <a:t>administrative-ment</a:t>
            </a:r>
            <a:r>
              <a:rPr lang="fr-FR" altLang="fr-FR" sz="1317" b="1" kern="0" dirty="0">
                <a:solidFill>
                  <a:prstClr val="white"/>
                </a:solidFill>
              </a:rPr>
              <a:t> l’incident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24C94F84-C191-406A-98DA-A3F890D28DBE}"/>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 (1/2)</a:t>
            </a:r>
          </a:p>
        </p:txBody>
      </p:sp>
      <p:cxnSp>
        <p:nvCxnSpPr>
          <p:cNvPr id="27651" name="Connecteur droit avec flèche 2">
            <a:extLst>
              <a:ext uri="{FF2B5EF4-FFF2-40B4-BE49-F238E27FC236}">
                <a16:creationId xmlns:a16="http://schemas.microsoft.com/office/drawing/2014/main" id="{A6448F96-1AE0-4260-A099-B7712A80D5FF}"/>
              </a:ext>
            </a:extLst>
          </p:cNvPr>
          <p:cNvCxnSpPr>
            <a:cxnSpLocks/>
          </p:cNvCxnSpPr>
          <p:nvPr/>
        </p:nvCxnSpPr>
        <p:spPr bwMode="auto">
          <a:xfrm>
            <a:off x="1992313" y="4656138"/>
            <a:ext cx="6954837" cy="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5" name="Espace réservé du texte 2">
            <a:extLst>
              <a:ext uri="{FF2B5EF4-FFF2-40B4-BE49-F238E27FC236}">
                <a16:creationId xmlns:a16="http://schemas.microsoft.com/office/drawing/2014/main" id="{19A97C3B-352E-484E-97BB-5DC98654D1C4}"/>
              </a:ext>
            </a:extLst>
          </p:cNvPr>
          <p:cNvSpPr txBox="1">
            <a:spLocks/>
          </p:cNvSpPr>
          <p:nvPr/>
        </p:nvSpPr>
        <p:spPr bwMode="auto">
          <a:xfrm>
            <a:off x="5540375" y="1163638"/>
            <a:ext cx="6416675" cy="1431925"/>
          </a:xfrm>
          <a:prstGeom prst="rect">
            <a:avLst/>
          </a:prstGeom>
          <a:solidFill>
            <a:schemeClr val="tx2"/>
          </a:solidFill>
          <a:ln w="9525">
            <a:noFill/>
            <a:miter lim="800000"/>
            <a:headEnd/>
            <a:tailEnd/>
          </a:ln>
        </p:spPr>
        <p:txBody>
          <a:bodyPr lIns="0" tIns="0" rIns="0" bIns="0"/>
          <a:lstStyle/>
          <a:p>
            <a:pPr marL="243411" indent="-243411" defTabSz="914400">
              <a:spcBef>
                <a:spcPts val="444"/>
              </a:spcBef>
              <a:buClr>
                <a:srgbClr val="009AA6"/>
              </a:buClr>
              <a:buSzPct val="110000"/>
              <a:defRPr/>
            </a:pPr>
            <a:r>
              <a:rPr lang="fr-FR" sz="1600" b="1" dirty="0">
                <a:solidFill>
                  <a:prstClr val="white"/>
                </a:solidFill>
                <a:latin typeface="Arial"/>
                <a:cs typeface="+mn-cs"/>
              </a:rPr>
              <a:t>Objectifs : </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Définir les objectifs et indicateurs du processus</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Produire et analyser les KPI</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Décider des actions d’amélioration </a:t>
            </a:r>
          </a:p>
          <a:p>
            <a:pPr marL="243411" indent="-243411" defTabSz="914400">
              <a:spcBef>
                <a:spcPts val="444"/>
              </a:spcBef>
              <a:buClr>
                <a:srgbClr val="009AA6"/>
              </a:buClr>
              <a:buSzPct val="110000"/>
              <a:defRPr/>
            </a:pPr>
            <a:endParaRPr lang="fr-FR" sz="1600" dirty="0">
              <a:solidFill>
                <a:prstClr val="white"/>
              </a:solidFill>
              <a:latin typeface="Arial"/>
              <a:cs typeface="+mn-cs"/>
            </a:endParaRPr>
          </a:p>
        </p:txBody>
      </p:sp>
      <p:sp>
        <p:nvSpPr>
          <p:cNvPr id="6" name="Line 10">
            <a:extLst>
              <a:ext uri="{FF2B5EF4-FFF2-40B4-BE49-F238E27FC236}">
                <a16:creationId xmlns:a16="http://schemas.microsoft.com/office/drawing/2014/main" id="{812BCE42-8897-4287-B255-3AD4CFC422C1}"/>
              </a:ext>
            </a:extLst>
          </p:cNvPr>
          <p:cNvSpPr>
            <a:spLocks noChangeShapeType="1"/>
          </p:cNvSpPr>
          <p:nvPr/>
        </p:nvSpPr>
        <p:spPr bwMode="auto">
          <a:xfrm>
            <a:off x="300038" y="1692275"/>
            <a:ext cx="4872037" cy="14288"/>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7" name="AutoShape 11">
            <a:extLst>
              <a:ext uri="{FF2B5EF4-FFF2-40B4-BE49-F238E27FC236}">
                <a16:creationId xmlns:a16="http://schemas.microsoft.com/office/drawing/2014/main" id="{A72669D3-7037-45E7-BBEE-1C704342BDBC}"/>
              </a:ext>
            </a:extLst>
          </p:cNvPr>
          <p:cNvSpPr>
            <a:spLocks noChangeArrowheads="1"/>
          </p:cNvSpPr>
          <p:nvPr/>
        </p:nvSpPr>
        <p:spPr bwMode="auto">
          <a:xfrm>
            <a:off x="3652838" y="1228725"/>
            <a:ext cx="1096962" cy="9874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rPr>
              <a:t>Clore un incident</a:t>
            </a:r>
          </a:p>
        </p:txBody>
      </p:sp>
      <p:sp>
        <p:nvSpPr>
          <p:cNvPr id="8" name="AutoShape 11">
            <a:extLst>
              <a:ext uri="{FF2B5EF4-FFF2-40B4-BE49-F238E27FC236}">
                <a16:creationId xmlns:a16="http://schemas.microsoft.com/office/drawing/2014/main" id="{5D4B7323-4DB2-4968-A0DE-46F62C2B5915}"/>
              </a:ext>
            </a:extLst>
          </p:cNvPr>
          <p:cNvSpPr>
            <a:spLocks noChangeArrowheads="1"/>
          </p:cNvSpPr>
          <p:nvPr/>
        </p:nvSpPr>
        <p:spPr bwMode="auto">
          <a:xfrm>
            <a:off x="2060575" y="1241425"/>
            <a:ext cx="1143000" cy="989013"/>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rPr>
              <a:t>Résoudre un incident</a:t>
            </a:r>
          </a:p>
        </p:txBody>
      </p:sp>
      <p:sp>
        <p:nvSpPr>
          <p:cNvPr id="9" name="AutoShape 11">
            <a:extLst>
              <a:ext uri="{FF2B5EF4-FFF2-40B4-BE49-F238E27FC236}">
                <a16:creationId xmlns:a16="http://schemas.microsoft.com/office/drawing/2014/main" id="{73C58BE7-64BA-4BAE-B223-EB3B8C9F5904}"/>
              </a:ext>
            </a:extLst>
          </p:cNvPr>
          <p:cNvSpPr>
            <a:spLocks noChangeArrowheads="1"/>
          </p:cNvSpPr>
          <p:nvPr/>
        </p:nvSpPr>
        <p:spPr bwMode="auto">
          <a:xfrm>
            <a:off x="422275" y="1270000"/>
            <a:ext cx="1189038" cy="9874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Enregistrer et qualifier un nouvel incident</a:t>
            </a:r>
          </a:p>
        </p:txBody>
      </p:sp>
      <p:sp>
        <p:nvSpPr>
          <p:cNvPr id="10" name="AutoShape 11">
            <a:extLst>
              <a:ext uri="{FF2B5EF4-FFF2-40B4-BE49-F238E27FC236}">
                <a16:creationId xmlns:a16="http://schemas.microsoft.com/office/drawing/2014/main" id="{28430335-EDD5-45F2-92DE-578C088CFBA4}"/>
              </a:ext>
            </a:extLst>
          </p:cNvPr>
          <p:cNvSpPr>
            <a:spLocks noChangeArrowheads="1"/>
          </p:cNvSpPr>
          <p:nvPr/>
        </p:nvSpPr>
        <p:spPr bwMode="auto">
          <a:xfrm>
            <a:off x="422275" y="2292350"/>
            <a:ext cx="4327525" cy="303213"/>
          </a:xfrm>
          <a:prstGeom prst="roundRect">
            <a:avLst>
              <a:gd name="adj" fmla="val 16667"/>
            </a:avLst>
          </a:prstGeom>
          <a:solidFill>
            <a:schemeClr val="tx2"/>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dirty="0">
                <a:solidFill>
                  <a:prstClr val="white"/>
                </a:solidFill>
                <a:latin typeface="Arial" panose="020B0604020202020204" pitchFamily="34" charset="0"/>
              </a:rPr>
              <a:t>Piloter le processus</a:t>
            </a:r>
          </a:p>
        </p:txBody>
      </p:sp>
      <p:sp>
        <p:nvSpPr>
          <p:cNvPr id="27658" name="Espace réservé du texte 2">
            <a:extLst>
              <a:ext uri="{FF2B5EF4-FFF2-40B4-BE49-F238E27FC236}">
                <a16:creationId xmlns:a16="http://schemas.microsoft.com/office/drawing/2014/main" id="{A230EF5C-B8A9-4C2D-A2EC-B7B75EE0F1AC}"/>
              </a:ext>
            </a:extLst>
          </p:cNvPr>
          <p:cNvSpPr txBox="1">
            <a:spLocks/>
          </p:cNvSpPr>
          <p:nvPr/>
        </p:nvSpPr>
        <p:spPr bwMode="auto">
          <a:xfrm>
            <a:off x="0" y="849313"/>
            <a:ext cx="121920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a:solidFill>
                  <a:schemeClr val="tx2"/>
                </a:solidFill>
                <a:latin typeface="Arial" panose="020B0604020202020204" pitchFamily="34" charset="0"/>
              </a:rPr>
              <a:t>Activité</a:t>
            </a:r>
            <a:r>
              <a:rPr lang="fr-FR" altLang="fr-FR" sz="1800" b="1">
                <a:solidFill>
                  <a:schemeClr val="tx2"/>
                </a:solidFill>
                <a:latin typeface="Arial" panose="020B0604020202020204" pitchFamily="34" charset="0"/>
              </a:rPr>
              <a:t> </a:t>
            </a:r>
            <a:r>
              <a:rPr lang="fr-FR" altLang="fr-FR" sz="1800" b="1">
                <a:solidFill>
                  <a:srgbClr val="790050"/>
                </a:solidFill>
                <a:latin typeface="Arial" panose="020B0604020202020204" pitchFamily="34" charset="0"/>
              </a:rPr>
              <a:t>« Piloter le processus » </a:t>
            </a:r>
            <a:r>
              <a:rPr lang="fr-FR" altLang="fr-FR" sz="1800">
                <a:solidFill>
                  <a:schemeClr val="tx2"/>
                </a:solidFill>
                <a:latin typeface="Arial" panose="020B0604020202020204" pitchFamily="34" charset="0"/>
              </a:rPr>
              <a:t>et sous-activités</a:t>
            </a:r>
          </a:p>
        </p:txBody>
      </p:sp>
      <p:sp>
        <p:nvSpPr>
          <p:cNvPr id="12" name="Espace réservé du texte 2">
            <a:extLst>
              <a:ext uri="{FF2B5EF4-FFF2-40B4-BE49-F238E27FC236}">
                <a16:creationId xmlns:a16="http://schemas.microsoft.com/office/drawing/2014/main" id="{4952DC95-BA3A-486A-9DDB-2D63EB4748DC}"/>
              </a:ext>
            </a:extLst>
          </p:cNvPr>
          <p:cNvSpPr txBox="1">
            <a:spLocks/>
          </p:cNvSpPr>
          <p:nvPr/>
        </p:nvSpPr>
        <p:spPr bwMode="auto">
          <a:xfrm>
            <a:off x="-352425" y="3100388"/>
            <a:ext cx="2225675"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entrants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Stratégie d’entreprise</a:t>
            </a:r>
          </a:p>
        </p:txBody>
      </p:sp>
      <p:sp>
        <p:nvSpPr>
          <p:cNvPr id="13" name="Espace réservé du texte 2">
            <a:extLst>
              <a:ext uri="{FF2B5EF4-FFF2-40B4-BE49-F238E27FC236}">
                <a16:creationId xmlns:a16="http://schemas.microsoft.com/office/drawing/2014/main" id="{51000BBD-F75A-4E4F-A1F4-58C5582CD3CD}"/>
              </a:ext>
            </a:extLst>
          </p:cNvPr>
          <p:cNvSpPr txBox="1">
            <a:spLocks/>
          </p:cNvSpPr>
          <p:nvPr/>
        </p:nvSpPr>
        <p:spPr bwMode="auto">
          <a:xfrm>
            <a:off x="9732963" y="4914900"/>
            <a:ext cx="2224087"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sorties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Processus piloté</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Processus soumis à amélioration continue</a:t>
            </a:r>
          </a:p>
        </p:txBody>
      </p:sp>
      <p:pic>
        <p:nvPicPr>
          <p:cNvPr id="14" name="Shape 209" descr="arrow_right">
            <a:extLst>
              <a:ext uri="{FF2B5EF4-FFF2-40B4-BE49-F238E27FC236}">
                <a16:creationId xmlns:a16="http://schemas.microsoft.com/office/drawing/2014/main" id="{228FF29E-571D-49FC-9C86-557852F8A32A}"/>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547989" y="2870111"/>
            <a:ext cx="573365" cy="573365"/>
          </a:xfrm>
          <a:prstGeom prst="rect">
            <a:avLst/>
          </a:prstGeom>
          <a:noFill/>
          <a:ln>
            <a:noFill/>
          </a:ln>
        </p:spPr>
      </p:pic>
      <p:pic>
        <p:nvPicPr>
          <p:cNvPr id="15" name="Shape 209" descr="arrow_right">
            <a:extLst>
              <a:ext uri="{FF2B5EF4-FFF2-40B4-BE49-F238E27FC236}">
                <a16:creationId xmlns:a16="http://schemas.microsoft.com/office/drawing/2014/main" id="{E34EC2D6-18F5-464F-A545-6CEC53C2990F}"/>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1583151" y="4685854"/>
            <a:ext cx="573365" cy="573365"/>
          </a:xfrm>
          <a:prstGeom prst="rect">
            <a:avLst/>
          </a:prstGeom>
          <a:noFill/>
          <a:ln>
            <a:noFill/>
          </a:ln>
        </p:spPr>
      </p:pic>
      <p:sp>
        <p:nvSpPr>
          <p:cNvPr id="16" name="AutoShape 11">
            <a:extLst>
              <a:ext uri="{FF2B5EF4-FFF2-40B4-BE49-F238E27FC236}">
                <a16:creationId xmlns:a16="http://schemas.microsoft.com/office/drawing/2014/main" id="{C2B29D54-89DF-4490-94C1-8221DFD14C96}"/>
              </a:ext>
            </a:extLst>
          </p:cNvPr>
          <p:cNvSpPr>
            <a:spLocks noChangeArrowheads="1"/>
          </p:cNvSpPr>
          <p:nvPr/>
        </p:nvSpPr>
        <p:spPr bwMode="auto">
          <a:xfrm>
            <a:off x="4708525" y="3984625"/>
            <a:ext cx="1624013" cy="1354138"/>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Collecter, mettre en forme et analyser les indicateurs du processus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FBA141B0-704B-44C0-97FA-A3A2F3C5CFDE}"/>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indicateurs</a:t>
            </a:r>
          </a:p>
        </p:txBody>
      </p:sp>
      <p:sp>
        <p:nvSpPr>
          <p:cNvPr id="8" name="AutoShape 11">
            <a:extLst>
              <a:ext uri="{FF2B5EF4-FFF2-40B4-BE49-F238E27FC236}">
                <a16:creationId xmlns:a16="http://schemas.microsoft.com/office/drawing/2014/main" id="{9E047C72-3839-4FC6-8A7B-094A12351470}"/>
              </a:ext>
            </a:extLst>
          </p:cNvPr>
          <p:cNvSpPr>
            <a:spLocks noChangeArrowheads="1"/>
          </p:cNvSpPr>
          <p:nvPr/>
        </p:nvSpPr>
        <p:spPr bwMode="auto">
          <a:xfrm>
            <a:off x="2290763" y="2112963"/>
            <a:ext cx="2239962" cy="38417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1 </a:t>
            </a:r>
          </a:p>
        </p:txBody>
      </p:sp>
      <p:sp>
        <p:nvSpPr>
          <p:cNvPr id="29700" name="Espace réservé du texte 2">
            <a:extLst>
              <a:ext uri="{FF2B5EF4-FFF2-40B4-BE49-F238E27FC236}">
                <a16:creationId xmlns:a16="http://schemas.microsoft.com/office/drawing/2014/main" id="{46DDBF26-894E-4CD9-A70A-598F76449D70}"/>
              </a:ext>
            </a:extLst>
          </p:cNvPr>
          <p:cNvSpPr txBox="1">
            <a:spLocks/>
          </p:cNvSpPr>
          <p:nvPr/>
        </p:nvSpPr>
        <p:spPr bwMode="auto">
          <a:xfrm>
            <a:off x="2319338" y="2784475"/>
            <a:ext cx="222567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10" name="AutoShape 11">
            <a:extLst>
              <a:ext uri="{FF2B5EF4-FFF2-40B4-BE49-F238E27FC236}">
                <a16:creationId xmlns:a16="http://schemas.microsoft.com/office/drawing/2014/main" id="{3BA84CCF-004D-4741-8F7F-A29A07C446B2}"/>
              </a:ext>
            </a:extLst>
          </p:cNvPr>
          <p:cNvSpPr>
            <a:spLocks noChangeArrowheads="1"/>
          </p:cNvSpPr>
          <p:nvPr/>
        </p:nvSpPr>
        <p:spPr bwMode="auto">
          <a:xfrm>
            <a:off x="7273925" y="2089150"/>
            <a:ext cx="2241550" cy="382588"/>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2 </a:t>
            </a:r>
          </a:p>
        </p:txBody>
      </p:sp>
      <p:sp>
        <p:nvSpPr>
          <p:cNvPr id="29702" name="Espace réservé du texte 2">
            <a:extLst>
              <a:ext uri="{FF2B5EF4-FFF2-40B4-BE49-F238E27FC236}">
                <a16:creationId xmlns:a16="http://schemas.microsoft.com/office/drawing/2014/main" id="{CEEB362D-4C48-4E0E-8B5A-10E3B9B50878}"/>
              </a:ext>
            </a:extLst>
          </p:cNvPr>
          <p:cNvSpPr txBox="1">
            <a:spLocks/>
          </p:cNvSpPr>
          <p:nvPr/>
        </p:nvSpPr>
        <p:spPr bwMode="auto">
          <a:xfrm>
            <a:off x="7456488" y="2911475"/>
            <a:ext cx="222408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12" name="AutoShape 11">
            <a:extLst>
              <a:ext uri="{FF2B5EF4-FFF2-40B4-BE49-F238E27FC236}">
                <a16:creationId xmlns:a16="http://schemas.microsoft.com/office/drawing/2014/main" id="{8A10B9E1-F3DA-46A0-88E3-C7E3C340A74F}"/>
              </a:ext>
            </a:extLst>
          </p:cNvPr>
          <p:cNvSpPr>
            <a:spLocks noChangeArrowheads="1"/>
          </p:cNvSpPr>
          <p:nvPr/>
        </p:nvSpPr>
        <p:spPr bwMode="auto">
          <a:xfrm>
            <a:off x="2292350" y="4149725"/>
            <a:ext cx="2241550" cy="38417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3 </a:t>
            </a:r>
          </a:p>
        </p:txBody>
      </p:sp>
      <p:sp>
        <p:nvSpPr>
          <p:cNvPr id="29704" name="Espace réservé du texte 2">
            <a:extLst>
              <a:ext uri="{FF2B5EF4-FFF2-40B4-BE49-F238E27FC236}">
                <a16:creationId xmlns:a16="http://schemas.microsoft.com/office/drawing/2014/main" id="{07A47DBF-5476-402B-897E-0708C3EC3CE7}"/>
              </a:ext>
            </a:extLst>
          </p:cNvPr>
          <p:cNvSpPr txBox="1">
            <a:spLocks/>
          </p:cNvSpPr>
          <p:nvPr/>
        </p:nvSpPr>
        <p:spPr bwMode="auto">
          <a:xfrm>
            <a:off x="2322513" y="4819650"/>
            <a:ext cx="222408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14" name="AutoShape 11">
            <a:extLst>
              <a:ext uri="{FF2B5EF4-FFF2-40B4-BE49-F238E27FC236}">
                <a16:creationId xmlns:a16="http://schemas.microsoft.com/office/drawing/2014/main" id="{94AD237B-47CE-4C3A-BD03-192786C6724E}"/>
              </a:ext>
            </a:extLst>
          </p:cNvPr>
          <p:cNvSpPr>
            <a:spLocks noChangeArrowheads="1"/>
          </p:cNvSpPr>
          <p:nvPr/>
        </p:nvSpPr>
        <p:spPr bwMode="auto">
          <a:xfrm>
            <a:off x="7304088" y="4151313"/>
            <a:ext cx="2239962" cy="38417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4</a:t>
            </a:r>
          </a:p>
        </p:txBody>
      </p:sp>
      <p:sp>
        <p:nvSpPr>
          <p:cNvPr id="29706" name="Espace réservé du texte 2">
            <a:extLst>
              <a:ext uri="{FF2B5EF4-FFF2-40B4-BE49-F238E27FC236}">
                <a16:creationId xmlns:a16="http://schemas.microsoft.com/office/drawing/2014/main" id="{523B868B-E3FA-48B1-BF60-83450C9ECCD9}"/>
              </a:ext>
            </a:extLst>
          </p:cNvPr>
          <p:cNvSpPr txBox="1">
            <a:spLocks/>
          </p:cNvSpPr>
          <p:nvPr/>
        </p:nvSpPr>
        <p:spPr bwMode="auto">
          <a:xfrm>
            <a:off x="7332663" y="4822825"/>
            <a:ext cx="222567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29707" name="Espace réservé du texte 2">
            <a:extLst>
              <a:ext uri="{FF2B5EF4-FFF2-40B4-BE49-F238E27FC236}">
                <a16:creationId xmlns:a16="http://schemas.microsoft.com/office/drawing/2014/main" id="{0E1FD7D5-ADD3-42BA-AE50-4833EACFE34F}"/>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dirty="0">
                <a:solidFill>
                  <a:schemeClr val="tx2"/>
                </a:solidFill>
                <a:latin typeface="Arial" panose="020B0604020202020204" pitchFamily="34" charset="0"/>
              </a:rPr>
              <a:t>SYNTHESE DES INDICATEURS :  aucun indicateur de pilotage défini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371F40D6-1D9E-4AAC-BD01-69ABFD61802D}"/>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indicateurs</a:t>
            </a:r>
          </a:p>
        </p:txBody>
      </p:sp>
      <p:sp>
        <p:nvSpPr>
          <p:cNvPr id="30723" name="Espace réservé du texte 2">
            <a:extLst>
              <a:ext uri="{FF2B5EF4-FFF2-40B4-BE49-F238E27FC236}">
                <a16:creationId xmlns:a16="http://schemas.microsoft.com/office/drawing/2014/main" id="{6611067D-7060-4934-8020-D2005B57890A}"/>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DESCRIPTION PAR INDICATEUR</a:t>
            </a:r>
          </a:p>
        </p:txBody>
      </p:sp>
      <p:graphicFrame>
        <p:nvGraphicFramePr>
          <p:cNvPr id="17" name="Tableau 16">
            <a:extLst>
              <a:ext uri="{FF2B5EF4-FFF2-40B4-BE49-F238E27FC236}">
                <a16:creationId xmlns:a16="http://schemas.microsoft.com/office/drawing/2014/main" id="{FD62268B-525F-4535-8798-AE7ED7620ADD}"/>
              </a:ext>
            </a:extLst>
          </p:cNvPr>
          <p:cNvGraphicFramePr>
            <a:graphicFrameLocks noGrp="1"/>
          </p:cNvGraphicFramePr>
          <p:nvPr/>
        </p:nvGraphicFramePr>
        <p:xfrm>
          <a:off x="1058863" y="1816100"/>
          <a:ext cx="10074274" cy="4494213"/>
        </p:xfrm>
        <a:graphic>
          <a:graphicData uri="http://schemas.openxmlformats.org/drawingml/2006/table">
            <a:tbl>
              <a:tblPr>
                <a:noFill/>
              </a:tblPr>
              <a:tblGrid>
                <a:gridCol w="2917302">
                  <a:extLst>
                    <a:ext uri="{9D8B030D-6E8A-4147-A177-3AD203B41FA5}">
                      <a16:colId xmlns:a16="http://schemas.microsoft.com/office/drawing/2014/main" val="20000"/>
                    </a:ext>
                  </a:extLst>
                </a:gridCol>
                <a:gridCol w="1444377">
                  <a:extLst>
                    <a:ext uri="{9D8B030D-6E8A-4147-A177-3AD203B41FA5}">
                      <a16:colId xmlns:a16="http://schemas.microsoft.com/office/drawing/2014/main" val="20001"/>
                    </a:ext>
                  </a:extLst>
                </a:gridCol>
                <a:gridCol w="762493">
                  <a:extLst>
                    <a:ext uri="{9D8B030D-6E8A-4147-A177-3AD203B41FA5}">
                      <a16:colId xmlns:a16="http://schemas.microsoft.com/office/drawing/2014/main" val="20002"/>
                    </a:ext>
                  </a:extLst>
                </a:gridCol>
                <a:gridCol w="1370915">
                  <a:extLst>
                    <a:ext uri="{9D8B030D-6E8A-4147-A177-3AD203B41FA5}">
                      <a16:colId xmlns:a16="http://schemas.microsoft.com/office/drawing/2014/main" val="20003"/>
                    </a:ext>
                  </a:extLst>
                </a:gridCol>
                <a:gridCol w="1145341">
                  <a:extLst>
                    <a:ext uri="{9D8B030D-6E8A-4147-A177-3AD203B41FA5}">
                      <a16:colId xmlns:a16="http://schemas.microsoft.com/office/drawing/2014/main" val="20004"/>
                    </a:ext>
                  </a:extLst>
                </a:gridCol>
                <a:gridCol w="762493">
                  <a:extLst>
                    <a:ext uri="{9D8B030D-6E8A-4147-A177-3AD203B41FA5}">
                      <a16:colId xmlns:a16="http://schemas.microsoft.com/office/drawing/2014/main" val="20005"/>
                    </a:ext>
                  </a:extLst>
                </a:gridCol>
                <a:gridCol w="1671353">
                  <a:extLst>
                    <a:ext uri="{9D8B030D-6E8A-4147-A177-3AD203B41FA5}">
                      <a16:colId xmlns:a16="http://schemas.microsoft.com/office/drawing/2014/main" val="20006"/>
                    </a:ext>
                  </a:extLst>
                </a:gridCol>
              </a:tblGrid>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FFFFFF"/>
                        </a:buClr>
                        <a:buSzPct val="25000"/>
                        <a:buFont typeface="Calibri"/>
                        <a:buNone/>
                      </a:pPr>
                      <a:r>
                        <a:rPr lang="fr-FR" sz="1400" b="1" u="none" strike="noStrike" cap="none" dirty="0">
                          <a:solidFill>
                            <a:srgbClr val="FFFFFF"/>
                          </a:solidFill>
                          <a:latin typeface="+mj-lt"/>
                          <a:ea typeface="Calibri"/>
                          <a:cs typeface="Calibri"/>
                          <a:sym typeface="Calibri"/>
                        </a:rPr>
                        <a:t>Indicateur 1</a:t>
                      </a:r>
                    </a:p>
                  </a:txBody>
                  <a:tcPr marL="58200" marR="58200" marT="0" marB="0">
                    <a:lnL w="12700" cap="flat" cmpd="sng">
                      <a:solidFill>
                        <a:srgbClr val="FFFFFF"/>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0504D"/>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FFFFFF"/>
                        </a:buClr>
                        <a:buSzPct val="25000"/>
                        <a:buFont typeface="Calibri"/>
                        <a:buNone/>
                      </a:pPr>
                      <a:r>
                        <a:rPr lang="fr-FR" sz="1400" b="1" u="none" strike="noStrike" cap="none" dirty="0">
                          <a:solidFill>
                            <a:srgbClr val="FFFFFF"/>
                          </a:solidFill>
                          <a:latin typeface="+mj-lt"/>
                          <a:ea typeface="Calibri"/>
                          <a:cs typeface="Calibri"/>
                          <a:sym typeface="Calibri"/>
                        </a:rPr>
                        <a:t>Libellé Indicateur 1</a:t>
                      </a:r>
                    </a:p>
                  </a:txBody>
                  <a:tcPr marL="58200" marR="58200" marT="0" marB="0">
                    <a:lnL w="9525" cap="flat" cmpd="sng">
                      <a:solidFill>
                        <a:srgbClr val="000000">
                          <a:alpha val="0"/>
                        </a:srgbClr>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0504D"/>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0"/>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Objectifs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Classification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2"/>
                  </a:ext>
                </a:extLst>
              </a:tr>
              <a:tr h="540458">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Données et formules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sng" strike="noStrike" cap="none" dirty="0">
                          <a:solidFill>
                            <a:srgbClr val="1F497D"/>
                          </a:solidFill>
                          <a:latin typeface="+mj-lt"/>
                          <a:ea typeface="Calibri"/>
                          <a:cs typeface="Calibri"/>
                          <a:sym typeface="Calibri"/>
                        </a:rPr>
                        <a:t>Formule</a:t>
                      </a:r>
                      <a:r>
                        <a:rPr lang="fr-FR" sz="1200" b="0" u="none" strike="noStrike" cap="none" dirty="0">
                          <a:solidFill>
                            <a:srgbClr val="1F497D"/>
                          </a:solidFill>
                          <a:latin typeface="+mj-lt"/>
                          <a:ea typeface="Calibri"/>
                          <a:cs typeface="Calibri"/>
                          <a:sym typeface="Calibri"/>
                        </a:rPr>
                        <a:t> =  </a:t>
                      </a:r>
                    </a:p>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3"/>
                  </a:ext>
                </a:extLst>
              </a:tr>
              <a:tr h="270229">
                <a:tc row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Mode de collecte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sng" strike="noStrike" cap="none" dirty="0">
                          <a:solidFill>
                            <a:srgbClr val="1F497D"/>
                          </a:solidFill>
                          <a:latin typeface="+mj-lt"/>
                          <a:ea typeface="Calibri"/>
                          <a:cs typeface="Calibri"/>
                          <a:sym typeface="Calibri"/>
                        </a:rPr>
                        <a:t>Périodicité de l’indicateur</a:t>
                      </a:r>
                      <a:r>
                        <a:rPr lang="fr-FR" sz="1200" b="0" u="none" strike="noStrike" cap="none" dirty="0">
                          <a:solidFill>
                            <a:srgbClr val="1F497D"/>
                          </a:solidFill>
                          <a:latin typeface="+mj-lt"/>
                          <a:ea typeface="Calibri"/>
                          <a:cs typeface="Calibri"/>
                          <a:sym typeface="Calibri"/>
                        </a:rPr>
                        <a:t> :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4"/>
                  </a:ext>
                </a:extLst>
              </a:tr>
              <a:tr h="270229">
                <a:tc vMerge="1">
                  <a:txBody>
                    <a:bodyPr/>
                    <a:lstStyle/>
                    <a:p>
                      <a:endParaRPr lang="fr-FR"/>
                    </a:p>
                  </a:txBody>
                  <a:tcPr/>
                </a:tc>
                <a:tc gridSpan="3">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gridSpan="3">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5"/>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Cible et seuils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Cible =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ID =&lt; xxx</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xxx &lt; ID&lt; xxx</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hMerge="1">
                  <a:txBody>
                    <a:bodyPr/>
                    <a:lstStyle/>
                    <a:p>
                      <a:endParaRPr lang="fr-FR"/>
                    </a:p>
                  </a:txBody>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ID &gt;= xxx</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6"/>
                  </a:ext>
                </a:extLst>
              </a:tr>
              <a:tr h="711007">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Mode d’exploitation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Suivi opérationnel</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Pilotage du processus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Suivi stratégique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fr-FR"/>
                    </a:p>
                  </a:txBody>
                  <a:tcPr/>
                </a:tc>
                <a:extLst>
                  <a:ext uri="{0D108BD9-81ED-4DB2-BD59-A6C34878D82A}">
                    <a16:rowId xmlns:a16="http://schemas.microsoft.com/office/drawing/2014/main" val="10007"/>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Responsable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08"/>
                  </a:ext>
                </a:extLst>
              </a:tr>
              <a:tr h="540458">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Périodicité de la diffusion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09"/>
                  </a:ext>
                </a:extLst>
              </a:tr>
              <a:tr h="540458">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Lieu de stockage de l’analyse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10"/>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Liste de diffusion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2">
            <a:extLst>
              <a:ext uri="{FF2B5EF4-FFF2-40B4-BE49-F238E27FC236}">
                <a16:creationId xmlns:a16="http://schemas.microsoft.com/office/drawing/2014/main" id="{38348DF4-3B7F-4F23-974C-B0250B3FC3F7}"/>
              </a:ext>
            </a:extLst>
          </p:cNvPr>
          <p:cNvSpPr txBox="1">
            <a:spLocks/>
          </p:cNvSpPr>
          <p:nvPr/>
        </p:nvSpPr>
        <p:spPr bwMode="auto">
          <a:xfrm>
            <a:off x="561975" y="585788"/>
            <a:ext cx="11069638" cy="1403350"/>
          </a:xfrm>
          <a:prstGeom prst="rect">
            <a:avLst/>
          </a:prstGeom>
          <a:solidFill>
            <a:schemeClr val="tx2"/>
          </a:solidFill>
          <a:ln w="9525">
            <a:noFill/>
            <a:miter lim="800000"/>
            <a:headEnd/>
            <a:tailEnd/>
          </a:ln>
        </p:spPr>
        <p:txBody>
          <a:bodyPr lIns="180000" tIns="36000" rIns="180000" bIns="36000">
            <a:spAutoFit/>
          </a:bodyPr>
          <a:lstStyle>
            <a:lvl1pPr algn="l" rtl="0" eaLnBrk="1" fontAlgn="base" hangingPunct="1">
              <a:lnSpc>
                <a:spcPct val="90000"/>
              </a:lnSpc>
              <a:spcBef>
                <a:spcPct val="0"/>
              </a:spcBef>
              <a:spcAft>
                <a:spcPct val="0"/>
              </a:spcAft>
              <a:defRPr sz="4800" b="0" kern="1200" cap="all" baseline="0">
                <a:solidFill>
                  <a:srgbClr val="FFFFFF"/>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sz="3600">
                <a:latin typeface="Arial"/>
              </a:rPr>
              <a:t>Support de description du processus</a:t>
            </a:r>
            <a:r>
              <a:rPr lang="fr-FR">
                <a:latin typeface="Arial"/>
              </a:rPr>
              <a:t/>
            </a:r>
            <a:br>
              <a:rPr lang="fr-FR">
                <a:latin typeface="Arial"/>
              </a:rPr>
            </a:br>
            <a:r>
              <a:rPr lang="fr-FR" sz="2400">
                <a:latin typeface="Arial"/>
              </a:rPr>
              <a:t>Principes, Règles, Activités</a:t>
            </a:r>
            <a:endParaRPr lang="fr-FR" sz="1600" dirty="0">
              <a:latin typeface="Arial"/>
            </a:endParaRPr>
          </a:p>
        </p:txBody>
      </p:sp>
      <p:sp>
        <p:nvSpPr>
          <p:cNvPr id="9" name="Espace réservé du texte 3">
            <a:extLst>
              <a:ext uri="{FF2B5EF4-FFF2-40B4-BE49-F238E27FC236}">
                <a16:creationId xmlns:a16="http://schemas.microsoft.com/office/drawing/2014/main" id="{6F9694EC-8E77-4168-BE6D-6F2BA93E0A2C}"/>
              </a:ext>
            </a:extLst>
          </p:cNvPr>
          <p:cNvSpPr txBox="1">
            <a:spLocks/>
          </p:cNvSpPr>
          <p:nvPr/>
        </p:nvSpPr>
        <p:spPr bwMode="auto">
          <a:xfrm>
            <a:off x="561975" y="2386013"/>
            <a:ext cx="11069638" cy="1674305"/>
          </a:xfrm>
          <a:prstGeom prst="rect">
            <a:avLst/>
          </a:prstGeom>
          <a:solidFill>
            <a:schemeClr val="bg2"/>
          </a:solidFill>
          <a:ln w="9525">
            <a:noFill/>
            <a:miter lim="800000"/>
            <a:headEnd/>
            <a:tailEnd/>
          </a:ln>
        </p:spPr>
        <p:txBody>
          <a:bodyPr lIns="0" tIns="0" rIns="0" bIns="0">
            <a:spAutoFit/>
          </a:bodyPr>
          <a:lstStyle>
            <a:lvl1pPr marL="0" indent="0" algn="l" rtl="0" eaLnBrk="1" fontAlgn="base" hangingPunct="1">
              <a:spcBef>
                <a:spcPct val="20000"/>
              </a:spcBef>
              <a:spcAft>
                <a:spcPct val="0"/>
              </a:spcAft>
              <a:buClr>
                <a:schemeClr val="accent1"/>
              </a:buClr>
              <a:defRPr sz="3200" b="0" kern="1200" cap="all" baseline="0">
                <a:solidFill>
                  <a:srgbClr val="FFFFFF"/>
                </a:solidFill>
                <a:latin typeface="+mn-lt"/>
                <a:ea typeface="+mn-ea"/>
                <a:cs typeface="+mn-cs"/>
              </a:defRPr>
            </a:lvl1pPr>
            <a:lvl2pPr marL="519488" indent="-259744" algn="l" rtl="0" eaLnBrk="1" fontAlgn="base" hangingPunct="1">
              <a:spcBef>
                <a:spcPct val="20000"/>
              </a:spcBef>
              <a:spcAft>
                <a:spcPct val="0"/>
              </a:spcAft>
              <a:buClr>
                <a:schemeClr val="accent1"/>
              </a:buClr>
              <a:buSzPct val="110000"/>
              <a:buFont typeface="Arial" pitchFamily="34" charset="0"/>
              <a:buChar char="•"/>
              <a:defRPr sz="3200" b="0" kern="1200">
                <a:solidFill>
                  <a:srgbClr val="FFFFFF"/>
                </a:solidFill>
                <a:latin typeface="+mn-lt"/>
                <a:ea typeface="+mn-ea"/>
                <a:cs typeface="+mn-cs"/>
              </a:defRPr>
            </a:lvl2pPr>
            <a:lvl3pPr marL="1038977" indent="-259744" algn="l" rtl="0" eaLnBrk="1" fontAlgn="base" hangingPunct="1">
              <a:spcBef>
                <a:spcPct val="20000"/>
              </a:spcBef>
              <a:spcAft>
                <a:spcPct val="0"/>
              </a:spcAft>
              <a:buClr>
                <a:schemeClr val="tx1"/>
              </a:buClr>
              <a:buFont typeface="Arial" pitchFamily="34" charset="0"/>
              <a:buChar char="•"/>
              <a:defRPr sz="3200" b="0" kern="1200">
                <a:solidFill>
                  <a:srgbClr val="FFFFFF"/>
                </a:solidFill>
                <a:latin typeface="+mn-lt"/>
                <a:ea typeface="+mn-ea"/>
                <a:cs typeface="+mn-cs"/>
              </a:defRPr>
            </a:lvl3pPr>
            <a:lvl4pPr marL="1563877" indent="-263352"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4pPr>
            <a:lvl5pPr marL="2339502" indent="-261548"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a:lstStyle>
          <a:p>
            <a:pPr defTabSz="914400">
              <a:buClr>
                <a:srgbClr val="009AA6"/>
              </a:buClr>
              <a:defRPr/>
            </a:pPr>
            <a:r>
              <a:rPr lang="fr-FR" dirty="0">
                <a:solidFill>
                  <a:schemeClr val="tx2"/>
                </a:solidFill>
                <a:latin typeface="Arial"/>
              </a:rPr>
              <a:t>Processus: Gestion DE LA CONTINUITE DE SERVICE</a:t>
            </a:r>
          </a:p>
          <a:p>
            <a:pPr defTabSz="914400">
              <a:buClr>
                <a:srgbClr val="009AA6"/>
              </a:buClr>
              <a:defRPr/>
            </a:pPr>
            <a:endParaRPr lang="fr-FR" dirty="0">
              <a:solidFill>
                <a:schemeClr val="tx2"/>
              </a:solidFill>
              <a:latin typeface="Arial"/>
            </a:endParaRPr>
          </a:p>
          <a:p>
            <a:pPr defTabSz="914400">
              <a:buClr>
                <a:srgbClr val="009AA6"/>
              </a:buClr>
              <a:defRPr/>
            </a:pPr>
            <a:endParaRPr lang="fr-FR" dirty="0">
              <a:solidFill>
                <a:schemeClr val="tx2"/>
              </a:solidFill>
              <a:latin typeface="Arial"/>
            </a:endParaRPr>
          </a:p>
        </p:txBody>
      </p:sp>
    </p:spTree>
    <p:extLst>
      <p:ext uri="{BB962C8B-B14F-4D97-AF65-F5344CB8AC3E}">
        <p14:creationId xmlns:p14="http://schemas.microsoft.com/office/powerpoint/2010/main" val="4154874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re 5">
            <a:extLst>
              <a:ext uri="{FF2B5EF4-FFF2-40B4-BE49-F238E27FC236}">
                <a16:creationId xmlns:a16="http://schemas.microsoft.com/office/drawing/2014/main" id="{8791602A-393F-446F-8194-E5D523863061}"/>
              </a:ext>
            </a:extLst>
          </p:cNvPr>
          <p:cNvSpPr txBox="1">
            <a:spLocks/>
          </p:cNvSpPr>
          <p:nvPr/>
        </p:nvSpPr>
        <p:spPr bwMode="auto">
          <a:xfrm>
            <a:off x="0" y="-3175"/>
            <a:ext cx="3724275" cy="831850"/>
          </a:xfrm>
          <a:prstGeom prst="rect">
            <a:avLst/>
          </a:prstGeom>
          <a:solidFill>
            <a:srgbClr val="3C3732">
              <a:lumMod val="20000"/>
              <a:lumOff val="80000"/>
            </a:srgbClr>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tx2"/>
                </a:solidFill>
                <a:latin typeface="Arial"/>
              </a:rPr>
              <a:t>Carte d’environnement</a:t>
            </a:r>
          </a:p>
        </p:txBody>
      </p:sp>
      <p:sp>
        <p:nvSpPr>
          <p:cNvPr id="48" name="Ellipse 47">
            <a:extLst>
              <a:ext uri="{FF2B5EF4-FFF2-40B4-BE49-F238E27FC236}">
                <a16:creationId xmlns:a16="http://schemas.microsoft.com/office/drawing/2014/main" id="{38E86EF5-5EF0-4BFF-93E9-4AC961FA2E54}"/>
              </a:ext>
            </a:extLst>
          </p:cNvPr>
          <p:cNvSpPr/>
          <p:nvPr/>
        </p:nvSpPr>
        <p:spPr>
          <a:xfrm>
            <a:off x="5246693" y="788849"/>
            <a:ext cx="1839913" cy="549275"/>
          </a:xfrm>
          <a:prstGeom prst="ellipse">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Métiers</a:t>
            </a:r>
          </a:p>
        </p:txBody>
      </p:sp>
      <p:sp>
        <p:nvSpPr>
          <p:cNvPr id="50" name="AutoShape 11">
            <a:extLst>
              <a:ext uri="{FF2B5EF4-FFF2-40B4-BE49-F238E27FC236}">
                <a16:creationId xmlns:a16="http://schemas.microsoft.com/office/drawing/2014/main" id="{384DB659-CAD7-45A7-AE94-A51B0A7F53D2}"/>
              </a:ext>
            </a:extLst>
          </p:cNvPr>
          <p:cNvSpPr>
            <a:spLocks noChangeArrowheads="1"/>
          </p:cNvSpPr>
          <p:nvPr/>
        </p:nvSpPr>
        <p:spPr bwMode="auto">
          <a:xfrm>
            <a:off x="3394075" y="2179638"/>
            <a:ext cx="5459413" cy="3090862"/>
          </a:xfrm>
          <a:prstGeom prst="roundRect">
            <a:avLst>
              <a:gd name="adj" fmla="val 2728"/>
            </a:avLst>
          </a:prstGeom>
          <a:noFill/>
          <a:ln w="31750">
            <a:solidFill>
              <a:schemeClr val="tx2"/>
            </a:solidFill>
            <a:round/>
            <a:headEnd/>
            <a:tailEnd/>
          </a:ln>
        </p:spPr>
        <p:txBody>
          <a:bodyP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2000" b="1" kern="0" dirty="0">
                <a:solidFill>
                  <a:schemeClr val="tx2"/>
                </a:solidFill>
              </a:rPr>
              <a:t>Gestion de la continuité de service</a:t>
            </a:r>
            <a:endParaRPr lang="fr-FR" altLang="fr-FR" sz="1400" b="1" u="sng" kern="0" dirty="0">
              <a:solidFill>
                <a:schemeClr val="tx2"/>
              </a:solidFill>
            </a:endParaRPr>
          </a:p>
          <a:p>
            <a:pPr algn="ctr" eaLnBrk="1" fontAlgn="auto" hangingPunct="1">
              <a:spcBef>
                <a:spcPts val="0"/>
              </a:spcBef>
              <a:spcAft>
                <a:spcPts val="0"/>
              </a:spcAft>
              <a:defRPr/>
            </a:pPr>
            <a:endParaRPr lang="fr-FR" altLang="fr-FR" sz="1400" kern="0" dirty="0">
              <a:solidFill>
                <a:schemeClr val="tx2"/>
              </a:solidFill>
            </a:endParaRPr>
          </a:p>
          <a:p>
            <a:pPr algn="ctr" eaLnBrk="1" fontAlgn="auto" hangingPunct="1">
              <a:spcBef>
                <a:spcPts val="0"/>
              </a:spcBef>
              <a:spcAft>
                <a:spcPts val="0"/>
              </a:spcAft>
              <a:defRPr/>
            </a:pPr>
            <a:r>
              <a:rPr lang="fr-FR" altLang="fr-FR" sz="1400" kern="0" dirty="0">
                <a:solidFill>
                  <a:schemeClr val="tx2"/>
                </a:solidFill>
              </a:rPr>
              <a:t>La continuité de service est l’aptitude d’une organisation à continuer à fournir un niveau convenu de services, en cas d’événement important grave.</a:t>
            </a:r>
          </a:p>
          <a:p>
            <a:pPr eaLnBrk="1" fontAlgn="auto" hangingPunct="1">
              <a:spcBef>
                <a:spcPts val="0"/>
              </a:spcBef>
              <a:spcAft>
                <a:spcPts val="0"/>
              </a:spcAft>
              <a:defRPr/>
            </a:pPr>
            <a:endParaRPr lang="fr-FR" altLang="fr-FR" sz="1050" u="sng" kern="0" dirty="0">
              <a:solidFill>
                <a:schemeClr val="tx2"/>
              </a:solidFill>
            </a:endParaRPr>
          </a:p>
          <a:p>
            <a:pPr eaLnBrk="1" fontAlgn="auto" hangingPunct="1">
              <a:spcBef>
                <a:spcPts val="0"/>
              </a:spcBef>
              <a:spcAft>
                <a:spcPts val="0"/>
              </a:spcAft>
              <a:defRPr/>
            </a:pPr>
            <a:r>
              <a:rPr lang="fr-FR" altLang="fr-FR" sz="1050" u="sng" kern="0" dirty="0">
                <a:solidFill>
                  <a:schemeClr val="tx2"/>
                </a:solidFill>
              </a:rPr>
              <a:t>Avantages pour les métiers</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La finalité de la gestion de la continuité des services TI est de maintenir continuellement des aptitudes de restauration nécessaires des services et de leurs composants. </a:t>
            </a:r>
          </a:p>
          <a:p>
            <a:pPr eaLnBrk="1" fontAlgn="auto" hangingPunct="1">
              <a:spcBef>
                <a:spcPts val="0"/>
              </a:spcBef>
              <a:spcAft>
                <a:spcPts val="0"/>
              </a:spcAft>
              <a:defRPr/>
            </a:pPr>
            <a:endParaRPr lang="fr-FR" altLang="fr-FR" sz="1050" u="sng" kern="0" dirty="0">
              <a:solidFill>
                <a:schemeClr val="tx2"/>
              </a:solidFill>
            </a:endParaRPr>
          </a:p>
          <a:p>
            <a:pPr eaLnBrk="1" fontAlgn="auto" hangingPunct="1">
              <a:spcBef>
                <a:spcPts val="0"/>
              </a:spcBef>
              <a:spcAft>
                <a:spcPts val="0"/>
              </a:spcAft>
              <a:defRPr/>
            </a:pPr>
            <a:r>
              <a:rPr lang="fr-FR" altLang="fr-FR" sz="1050" u="sng" kern="0" dirty="0">
                <a:solidFill>
                  <a:schemeClr val="tx2"/>
                </a:solidFill>
              </a:rPr>
              <a:t>Avantages pour la DSI</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Anticiper les crises via un gestion des risques</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Se préparer à agir via des Plan de reprise d’activité définis</a:t>
            </a:r>
          </a:p>
        </p:txBody>
      </p:sp>
      <p:sp>
        <p:nvSpPr>
          <p:cNvPr id="52" name="Rectangle : coins arrondis 7">
            <a:extLst>
              <a:ext uri="{FF2B5EF4-FFF2-40B4-BE49-F238E27FC236}">
                <a16:creationId xmlns:a16="http://schemas.microsoft.com/office/drawing/2014/main" id="{FFA0FB32-A4E1-48C1-8F7D-E435D47B6D02}"/>
              </a:ext>
            </a:extLst>
          </p:cNvPr>
          <p:cNvSpPr/>
          <p:nvPr/>
        </p:nvSpPr>
        <p:spPr>
          <a:xfrm>
            <a:off x="163135" y="2676271"/>
            <a:ext cx="1462088" cy="550862"/>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des incidents</a:t>
            </a:r>
          </a:p>
        </p:txBody>
      </p:sp>
      <p:sp>
        <p:nvSpPr>
          <p:cNvPr id="56" name="Rectangle : coins arrondis 9">
            <a:extLst>
              <a:ext uri="{FF2B5EF4-FFF2-40B4-BE49-F238E27FC236}">
                <a16:creationId xmlns:a16="http://schemas.microsoft.com/office/drawing/2014/main" id="{0891F104-6F88-4944-A2E5-B5DE8A84C7B1}"/>
              </a:ext>
            </a:extLst>
          </p:cNvPr>
          <p:cNvSpPr/>
          <p:nvPr/>
        </p:nvSpPr>
        <p:spPr>
          <a:xfrm>
            <a:off x="10215563" y="2481263"/>
            <a:ext cx="1566862" cy="890587"/>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des problèmes</a:t>
            </a:r>
          </a:p>
        </p:txBody>
      </p:sp>
      <p:cxnSp>
        <p:nvCxnSpPr>
          <p:cNvPr id="3079" name="Connecteur droit avec flèche 56">
            <a:extLst>
              <a:ext uri="{FF2B5EF4-FFF2-40B4-BE49-F238E27FC236}">
                <a16:creationId xmlns:a16="http://schemas.microsoft.com/office/drawing/2014/main" id="{FBD27E52-617A-43E7-9758-2774361BA6DB}"/>
              </a:ext>
            </a:extLst>
          </p:cNvPr>
          <p:cNvCxnSpPr>
            <a:cxnSpLocks/>
          </p:cNvCxnSpPr>
          <p:nvPr/>
        </p:nvCxnSpPr>
        <p:spPr bwMode="auto">
          <a:xfrm flipH="1">
            <a:off x="8869363" y="2695575"/>
            <a:ext cx="1346200" cy="0"/>
          </a:xfrm>
          <a:prstGeom prst="straightConnector1">
            <a:avLst/>
          </a:prstGeom>
          <a:noFill/>
          <a:ln w="9525" algn="ctr">
            <a:solidFill>
              <a:srgbClr val="747678"/>
            </a:solidFill>
            <a:round/>
            <a:headEnd type="triangle" w="med" len="med"/>
            <a:tailEnd/>
          </a:ln>
          <a:extLst>
            <a:ext uri="{909E8E84-426E-40DD-AFC4-6F175D3DCCD1}">
              <a14:hiddenFill xmlns:a14="http://schemas.microsoft.com/office/drawing/2010/main">
                <a:noFill/>
              </a14:hiddenFill>
            </a:ext>
          </a:extLst>
        </p:spPr>
      </p:cxnSp>
      <p:sp>
        <p:nvSpPr>
          <p:cNvPr id="61" name="Rectangle : coins arrondis 71">
            <a:extLst>
              <a:ext uri="{FF2B5EF4-FFF2-40B4-BE49-F238E27FC236}">
                <a16:creationId xmlns:a16="http://schemas.microsoft.com/office/drawing/2014/main" id="{3EB7B1E5-D645-4E41-A0D1-E5BE76B34815}"/>
              </a:ext>
            </a:extLst>
          </p:cNvPr>
          <p:cNvSpPr/>
          <p:nvPr/>
        </p:nvSpPr>
        <p:spPr>
          <a:xfrm>
            <a:off x="10215563" y="3833813"/>
            <a:ext cx="1566862" cy="889000"/>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des niveaux de services</a:t>
            </a:r>
          </a:p>
        </p:txBody>
      </p:sp>
      <p:sp>
        <p:nvSpPr>
          <p:cNvPr id="64" name="Rectangle : coins arrondis 171">
            <a:extLst>
              <a:ext uri="{FF2B5EF4-FFF2-40B4-BE49-F238E27FC236}">
                <a16:creationId xmlns:a16="http://schemas.microsoft.com/office/drawing/2014/main" id="{9226CBF5-678D-4F9C-ACB4-9C874F5CBA1D}"/>
              </a:ext>
            </a:extLst>
          </p:cNvPr>
          <p:cNvSpPr/>
          <p:nvPr/>
        </p:nvSpPr>
        <p:spPr>
          <a:xfrm>
            <a:off x="204788" y="3511550"/>
            <a:ext cx="1455737" cy="693738"/>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des changements</a:t>
            </a:r>
          </a:p>
        </p:txBody>
      </p:sp>
      <p:sp>
        <p:nvSpPr>
          <p:cNvPr id="67" name="Organigramme : Document 66">
            <a:extLst>
              <a:ext uri="{FF2B5EF4-FFF2-40B4-BE49-F238E27FC236}">
                <a16:creationId xmlns:a16="http://schemas.microsoft.com/office/drawing/2014/main" id="{4B22F507-8992-4CAA-839A-F27B4B5D47A4}"/>
              </a:ext>
            </a:extLst>
          </p:cNvPr>
          <p:cNvSpPr/>
          <p:nvPr/>
        </p:nvSpPr>
        <p:spPr>
          <a:xfrm>
            <a:off x="8994775" y="2462213"/>
            <a:ext cx="1084263" cy="460375"/>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Problèmes de continuité</a:t>
            </a:r>
          </a:p>
        </p:txBody>
      </p:sp>
      <p:cxnSp>
        <p:nvCxnSpPr>
          <p:cNvPr id="3083" name="Connecteur droit avec flèche 67">
            <a:extLst>
              <a:ext uri="{FF2B5EF4-FFF2-40B4-BE49-F238E27FC236}">
                <a16:creationId xmlns:a16="http://schemas.microsoft.com/office/drawing/2014/main" id="{2A0C1213-8C8A-403A-B454-31DD2EFC0831}"/>
              </a:ext>
            </a:extLst>
          </p:cNvPr>
          <p:cNvCxnSpPr>
            <a:cxnSpLocks/>
            <a:endCxn id="48" idx="3"/>
          </p:cNvCxnSpPr>
          <p:nvPr/>
        </p:nvCxnSpPr>
        <p:spPr bwMode="auto">
          <a:xfrm flipV="1">
            <a:off x="5275268" y="1258749"/>
            <a:ext cx="241300" cy="94615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73" name="Organigramme : Document 72">
            <a:extLst>
              <a:ext uri="{FF2B5EF4-FFF2-40B4-BE49-F238E27FC236}">
                <a16:creationId xmlns:a16="http://schemas.microsoft.com/office/drawing/2014/main" id="{BD85A1BF-14FE-4DD9-9EE1-F805380BEF62}"/>
              </a:ext>
            </a:extLst>
          </p:cNvPr>
          <p:cNvSpPr/>
          <p:nvPr/>
        </p:nvSpPr>
        <p:spPr>
          <a:xfrm>
            <a:off x="4879981" y="1479411"/>
            <a:ext cx="1098550" cy="584200"/>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Plans de continuité</a:t>
            </a:r>
          </a:p>
        </p:txBody>
      </p:sp>
      <p:cxnSp>
        <p:nvCxnSpPr>
          <p:cNvPr id="3086" name="Connecteur droit avec flèche 74">
            <a:extLst>
              <a:ext uri="{FF2B5EF4-FFF2-40B4-BE49-F238E27FC236}">
                <a16:creationId xmlns:a16="http://schemas.microsoft.com/office/drawing/2014/main" id="{6BD367DC-5CAE-47BB-A5C4-B1B258CED501}"/>
              </a:ext>
            </a:extLst>
          </p:cNvPr>
          <p:cNvCxnSpPr>
            <a:cxnSpLocks noChangeShapeType="1"/>
          </p:cNvCxnSpPr>
          <p:nvPr/>
        </p:nvCxnSpPr>
        <p:spPr bwMode="auto">
          <a:xfrm>
            <a:off x="1670050" y="3687763"/>
            <a:ext cx="1735138"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cxnSp>
        <p:nvCxnSpPr>
          <p:cNvPr id="3087" name="Connecteur droit avec flèche 75">
            <a:extLst>
              <a:ext uri="{FF2B5EF4-FFF2-40B4-BE49-F238E27FC236}">
                <a16:creationId xmlns:a16="http://schemas.microsoft.com/office/drawing/2014/main" id="{5199FDB9-E2E1-44C7-B5DA-F701AB45CB5B}"/>
              </a:ext>
            </a:extLst>
          </p:cNvPr>
          <p:cNvCxnSpPr>
            <a:cxnSpLocks/>
          </p:cNvCxnSpPr>
          <p:nvPr/>
        </p:nvCxnSpPr>
        <p:spPr bwMode="auto">
          <a:xfrm flipH="1">
            <a:off x="1660525" y="4033838"/>
            <a:ext cx="1733550"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79" name="Organigramme : Document 78">
            <a:extLst>
              <a:ext uri="{FF2B5EF4-FFF2-40B4-BE49-F238E27FC236}">
                <a16:creationId xmlns:a16="http://schemas.microsoft.com/office/drawing/2014/main" id="{0A8AF992-95A1-4255-ADA3-F8040AFF5BD3}"/>
              </a:ext>
            </a:extLst>
          </p:cNvPr>
          <p:cNvSpPr/>
          <p:nvPr/>
        </p:nvSpPr>
        <p:spPr>
          <a:xfrm>
            <a:off x="1938338" y="3430588"/>
            <a:ext cx="1198562" cy="461962"/>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Mise en </a:t>
            </a:r>
            <a:r>
              <a:rPr lang="fr-FR" sz="1050" kern="0" dirty="0" err="1">
                <a:solidFill>
                  <a:srgbClr val="3C3732"/>
                </a:solidFill>
                <a:latin typeface="Arial" pitchFamily="34" charset="0"/>
              </a:rPr>
              <a:t>oeuvre</a:t>
            </a:r>
            <a:endParaRPr lang="fr-FR" sz="1050" kern="0" dirty="0">
              <a:solidFill>
                <a:srgbClr val="3C3732"/>
              </a:solidFill>
              <a:latin typeface="Arial" pitchFamily="34" charset="0"/>
            </a:endParaRPr>
          </a:p>
        </p:txBody>
      </p:sp>
      <p:sp>
        <p:nvSpPr>
          <p:cNvPr id="81" name="Organigramme : Document 80">
            <a:extLst>
              <a:ext uri="{FF2B5EF4-FFF2-40B4-BE49-F238E27FC236}">
                <a16:creationId xmlns:a16="http://schemas.microsoft.com/office/drawing/2014/main" id="{24782241-1B72-43C6-8D42-34B9AB4A424F}"/>
              </a:ext>
            </a:extLst>
          </p:cNvPr>
          <p:cNvSpPr/>
          <p:nvPr/>
        </p:nvSpPr>
        <p:spPr>
          <a:xfrm>
            <a:off x="1938338" y="3932238"/>
            <a:ext cx="1198562" cy="273050"/>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RFC</a:t>
            </a:r>
          </a:p>
        </p:txBody>
      </p:sp>
      <p:cxnSp>
        <p:nvCxnSpPr>
          <p:cNvPr id="3090" name="Connecteur droit avec flèche 81">
            <a:extLst>
              <a:ext uri="{FF2B5EF4-FFF2-40B4-BE49-F238E27FC236}">
                <a16:creationId xmlns:a16="http://schemas.microsoft.com/office/drawing/2014/main" id="{CF6DEE0E-67EC-4BDC-A627-1760EFDB0DDD}"/>
              </a:ext>
            </a:extLst>
          </p:cNvPr>
          <p:cNvCxnSpPr>
            <a:cxnSpLocks/>
            <a:endCxn id="90" idx="1"/>
          </p:cNvCxnSpPr>
          <p:nvPr/>
        </p:nvCxnSpPr>
        <p:spPr bwMode="auto">
          <a:xfrm>
            <a:off x="8121650" y="5238750"/>
            <a:ext cx="0" cy="830263"/>
          </a:xfrm>
          <a:prstGeom prst="straightConnector1">
            <a:avLst/>
          </a:prstGeom>
          <a:noFill/>
          <a:ln w="9525" algn="ctr">
            <a:solidFill>
              <a:srgbClr val="747678"/>
            </a:solidFill>
            <a:round/>
            <a:headEnd type="triangle" w="med" len="med"/>
            <a:tailEnd type="triangle" w="med" len="med"/>
          </a:ln>
          <a:extLst>
            <a:ext uri="{909E8E84-426E-40DD-AFC4-6F175D3DCCD1}">
              <a14:hiddenFill xmlns:a14="http://schemas.microsoft.com/office/drawing/2010/main">
                <a:noFill/>
              </a14:hiddenFill>
            </a:ext>
          </a:extLst>
        </p:spPr>
      </p:cxnSp>
      <p:sp>
        <p:nvSpPr>
          <p:cNvPr id="83" name="Organigramme : Document 82">
            <a:extLst>
              <a:ext uri="{FF2B5EF4-FFF2-40B4-BE49-F238E27FC236}">
                <a16:creationId xmlns:a16="http://schemas.microsoft.com/office/drawing/2014/main" id="{E461F6B3-4FAB-4841-9529-8E19027EE3A1}"/>
              </a:ext>
            </a:extLst>
          </p:cNvPr>
          <p:cNvSpPr/>
          <p:nvPr/>
        </p:nvSpPr>
        <p:spPr>
          <a:xfrm>
            <a:off x="7747000" y="5422900"/>
            <a:ext cx="750888" cy="461963"/>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Détails sur les CI</a:t>
            </a:r>
          </a:p>
        </p:txBody>
      </p:sp>
      <p:cxnSp>
        <p:nvCxnSpPr>
          <p:cNvPr id="3092" name="Connecteur droit avec flèche 83">
            <a:extLst>
              <a:ext uri="{FF2B5EF4-FFF2-40B4-BE49-F238E27FC236}">
                <a16:creationId xmlns:a16="http://schemas.microsoft.com/office/drawing/2014/main" id="{CF3B3C4F-79E7-442C-ABDC-7C32D88398E2}"/>
              </a:ext>
            </a:extLst>
          </p:cNvPr>
          <p:cNvCxnSpPr>
            <a:cxnSpLocks/>
          </p:cNvCxnSpPr>
          <p:nvPr/>
        </p:nvCxnSpPr>
        <p:spPr bwMode="auto">
          <a:xfrm flipH="1">
            <a:off x="8880475" y="3214688"/>
            <a:ext cx="1335088"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85" name="Organigramme : Document 84">
            <a:extLst>
              <a:ext uri="{FF2B5EF4-FFF2-40B4-BE49-F238E27FC236}">
                <a16:creationId xmlns:a16="http://schemas.microsoft.com/office/drawing/2014/main" id="{0279C754-D183-4E4A-AD9D-91C813FDC5BA}"/>
              </a:ext>
            </a:extLst>
          </p:cNvPr>
          <p:cNvSpPr/>
          <p:nvPr/>
        </p:nvSpPr>
        <p:spPr>
          <a:xfrm>
            <a:off x="9001125" y="2987675"/>
            <a:ext cx="1077913" cy="484188"/>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Solutions</a:t>
            </a:r>
          </a:p>
        </p:txBody>
      </p:sp>
      <p:cxnSp>
        <p:nvCxnSpPr>
          <p:cNvPr id="3094" name="Connecteur droit avec flèche 85">
            <a:extLst>
              <a:ext uri="{FF2B5EF4-FFF2-40B4-BE49-F238E27FC236}">
                <a16:creationId xmlns:a16="http://schemas.microsoft.com/office/drawing/2014/main" id="{3D3B52E6-532F-48FB-89B5-AD4CA916B699}"/>
              </a:ext>
            </a:extLst>
          </p:cNvPr>
          <p:cNvCxnSpPr>
            <a:cxnSpLocks/>
          </p:cNvCxnSpPr>
          <p:nvPr/>
        </p:nvCxnSpPr>
        <p:spPr bwMode="auto">
          <a:xfrm flipH="1">
            <a:off x="8858250" y="4046538"/>
            <a:ext cx="1346200" cy="0"/>
          </a:xfrm>
          <a:prstGeom prst="straightConnector1">
            <a:avLst/>
          </a:prstGeom>
          <a:noFill/>
          <a:ln w="9525" algn="ctr">
            <a:solidFill>
              <a:srgbClr val="747678"/>
            </a:solidFill>
            <a:round/>
            <a:headEnd type="triangle" w="med" len="med"/>
            <a:tailEnd/>
          </a:ln>
          <a:extLst>
            <a:ext uri="{909E8E84-426E-40DD-AFC4-6F175D3DCCD1}">
              <a14:hiddenFill xmlns:a14="http://schemas.microsoft.com/office/drawing/2010/main">
                <a:noFill/>
              </a14:hiddenFill>
            </a:ext>
          </a:extLst>
        </p:spPr>
      </p:cxnSp>
      <p:cxnSp>
        <p:nvCxnSpPr>
          <p:cNvPr id="3095" name="Connecteur droit avec flèche 86">
            <a:extLst>
              <a:ext uri="{FF2B5EF4-FFF2-40B4-BE49-F238E27FC236}">
                <a16:creationId xmlns:a16="http://schemas.microsoft.com/office/drawing/2014/main" id="{33246D75-2220-4D7E-AF77-E105E2711C5F}"/>
              </a:ext>
            </a:extLst>
          </p:cNvPr>
          <p:cNvCxnSpPr>
            <a:cxnSpLocks/>
          </p:cNvCxnSpPr>
          <p:nvPr/>
        </p:nvCxnSpPr>
        <p:spPr bwMode="auto">
          <a:xfrm>
            <a:off x="8853488" y="4498975"/>
            <a:ext cx="1362075" cy="1"/>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88" name="Organigramme : Document 87">
            <a:extLst>
              <a:ext uri="{FF2B5EF4-FFF2-40B4-BE49-F238E27FC236}">
                <a16:creationId xmlns:a16="http://schemas.microsoft.com/office/drawing/2014/main" id="{A58C4F0F-863D-4019-8981-E99FA25B0037}"/>
              </a:ext>
            </a:extLst>
          </p:cNvPr>
          <p:cNvSpPr/>
          <p:nvPr/>
        </p:nvSpPr>
        <p:spPr>
          <a:xfrm>
            <a:off x="8994775" y="4371975"/>
            <a:ext cx="1084263" cy="395288"/>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Niveaux de services</a:t>
            </a:r>
          </a:p>
        </p:txBody>
      </p:sp>
      <p:sp>
        <p:nvSpPr>
          <p:cNvPr id="89" name="Organigramme : Document 88">
            <a:extLst>
              <a:ext uri="{FF2B5EF4-FFF2-40B4-BE49-F238E27FC236}">
                <a16:creationId xmlns:a16="http://schemas.microsoft.com/office/drawing/2014/main" id="{F6497433-271F-4022-8789-F7DCBCE5A609}"/>
              </a:ext>
            </a:extLst>
          </p:cNvPr>
          <p:cNvSpPr/>
          <p:nvPr/>
        </p:nvSpPr>
        <p:spPr>
          <a:xfrm>
            <a:off x="8994775" y="3859213"/>
            <a:ext cx="1071563" cy="460375"/>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Rapports sur les incidents</a:t>
            </a:r>
          </a:p>
        </p:txBody>
      </p:sp>
      <p:sp>
        <p:nvSpPr>
          <p:cNvPr id="90" name="Organigramme : Disque magnétique 89">
            <a:extLst>
              <a:ext uri="{FF2B5EF4-FFF2-40B4-BE49-F238E27FC236}">
                <a16:creationId xmlns:a16="http://schemas.microsoft.com/office/drawing/2014/main" id="{FC2EAF1D-8F4E-40A7-9AFB-0C2E9942EDCA}"/>
              </a:ext>
            </a:extLst>
          </p:cNvPr>
          <p:cNvSpPr/>
          <p:nvPr/>
        </p:nvSpPr>
        <p:spPr>
          <a:xfrm>
            <a:off x="7747000" y="6069013"/>
            <a:ext cx="750888" cy="742950"/>
          </a:xfrm>
          <a:prstGeom prst="flowChartMagneticDisk">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CMS</a:t>
            </a:r>
          </a:p>
        </p:txBody>
      </p:sp>
      <p:cxnSp>
        <p:nvCxnSpPr>
          <p:cNvPr id="3099" name="Connecteur droit avec flèche 90">
            <a:extLst>
              <a:ext uri="{FF2B5EF4-FFF2-40B4-BE49-F238E27FC236}">
                <a16:creationId xmlns:a16="http://schemas.microsoft.com/office/drawing/2014/main" id="{13790AAF-2E31-4890-8839-C92065F7EAEE}"/>
              </a:ext>
            </a:extLst>
          </p:cNvPr>
          <p:cNvCxnSpPr>
            <a:cxnSpLocks/>
            <a:stCxn id="52" idx="3"/>
          </p:cNvCxnSpPr>
          <p:nvPr/>
        </p:nvCxnSpPr>
        <p:spPr bwMode="auto">
          <a:xfrm flipV="1">
            <a:off x="1625223" y="2931878"/>
            <a:ext cx="1735137" cy="19824"/>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92" name="Organigramme : Document 91">
            <a:extLst>
              <a:ext uri="{FF2B5EF4-FFF2-40B4-BE49-F238E27FC236}">
                <a16:creationId xmlns:a16="http://schemas.microsoft.com/office/drawing/2014/main" id="{673CB94E-3DC8-4CBD-8370-9F5F0200F931}"/>
              </a:ext>
            </a:extLst>
          </p:cNvPr>
          <p:cNvSpPr/>
          <p:nvPr/>
        </p:nvSpPr>
        <p:spPr>
          <a:xfrm>
            <a:off x="1961222" y="2673311"/>
            <a:ext cx="1169987" cy="550863"/>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Déclenchement de PRA</a:t>
            </a:r>
          </a:p>
        </p:txBody>
      </p:sp>
      <p:cxnSp>
        <p:nvCxnSpPr>
          <p:cNvPr id="3109" name="Connecteur droit avec flèche 100">
            <a:extLst>
              <a:ext uri="{FF2B5EF4-FFF2-40B4-BE49-F238E27FC236}">
                <a16:creationId xmlns:a16="http://schemas.microsoft.com/office/drawing/2014/main" id="{3F94923A-FF83-4C1A-BC97-C77214EF4327}"/>
              </a:ext>
            </a:extLst>
          </p:cNvPr>
          <p:cNvCxnSpPr>
            <a:cxnSpLocks/>
            <a:stCxn id="48" idx="5"/>
          </p:cNvCxnSpPr>
          <p:nvPr/>
        </p:nvCxnSpPr>
        <p:spPr bwMode="auto">
          <a:xfrm>
            <a:off x="6816731" y="1258749"/>
            <a:ext cx="222250" cy="95250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02" name="Organigramme : Document 101">
            <a:extLst>
              <a:ext uri="{FF2B5EF4-FFF2-40B4-BE49-F238E27FC236}">
                <a16:creationId xmlns:a16="http://schemas.microsoft.com/office/drawing/2014/main" id="{8B766FF5-8C9B-4A0C-A3C1-30EF715B0502}"/>
              </a:ext>
            </a:extLst>
          </p:cNvPr>
          <p:cNvSpPr/>
          <p:nvPr/>
        </p:nvSpPr>
        <p:spPr>
          <a:xfrm>
            <a:off x="6453193" y="1493699"/>
            <a:ext cx="1098550" cy="438150"/>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Exigences de continuité</a:t>
            </a:r>
          </a:p>
        </p:txBody>
      </p:sp>
    </p:spTree>
    <p:extLst>
      <p:ext uri="{BB962C8B-B14F-4D97-AF65-F5344CB8AC3E}">
        <p14:creationId xmlns:p14="http://schemas.microsoft.com/office/powerpoint/2010/main" val="2082781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879E9119-99F4-4157-A172-B06C67C3D157}"/>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9219" name="Espace réservé du texte 2">
            <a:extLst>
              <a:ext uri="{FF2B5EF4-FFF2-40B4-BE49-F238E27FC236}">
                <a16:creationId xmlns:a16="http://schemas.microsoft.com/office/drawing/2014/main" id="{18F13D0F-185C-49F2-A683-2461537A5E0F}"/>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dirty="0">
                <a:solidFill>
                  <a:schemeClr val="tx2"/>
                </a:solidFill>
                <a:latin typeface="Arial" panose="020B0604020202020204" pitchFamily="34" charset="0"/>
              </a:rPr>
              <a:t>PRINCIPES : reste à définir</a:t>
            </a:r>
          </a:p>
        </p:txBody>
      </p:sp>
      <p:sp>
        <p:nvSpPr>
          <p:cNvPr id="2" name="ZoneTexte 1">
            <a:extLst>
              <a:ext uri="{FF2B5EF4-FFF2-40B4-BE49-F238E27FC236}">
                <a16:creationId xmlns:a16="http://schemas.microsoft.com/office/drawing/2014/main" id="{17D2DF89-FAFB-4E7E-9ABD-110A6896AA91}"/>
              </a:ext>
            </a:extLst>
          </p:cNvPr>
          <p:cNvSpPr txBox="1"/>
          <p:nvPr/>
        </p:nvSpPr>
        <p:spPr>
          <a:xfrm>
            <a:off x="174557" y="1701602"/>
            <a:ext cx="11307436" cy="4708981"/>
          </a:xfrm>
          <a:prstGeom prst="rect">
            <a:avLst/>
          </a:prstGeom>
          <a:noFill/>
        </p:spPr>
        <p:txBody>
          <a:bodyPr wrap="square" rtlCol="0">
            <a:spAutoFit/>
          </a:bodyPr>
          <a:lstStyle/>
          <a:p>
            <a:pPr indent="-61913" algn="just"/>
            <a:r>
              <a:rPr lang="fr-FR" dirty="0"/>
              <a:t>Le Groupe TORPIER est conscient de l’importance de mettre en place des pratiques de gestion de la continuité d’activité. C’est prévu dans le cadre du SDSI.</a:t>
            </a:r>
          </a:p>
          <a:p>
            <a:pPr indent="-61913" algn="just"/>
            <a:r>
              <a:rPr lang="fr-FR" dirty="0"/>
              <a:t> </a:t>
            </a:r>
          </a:p>
          <a:p>
            <a:pPr indent="-61913" algn="just"/>
            <a:r>
              <a:rPr lang="fr-FR" dirty="0"/>
              <a:t>Il est d’ors et déjà </a:t>
            </a:r>
            <a:r>
              <a:rPr lang="fr-FR" dirty="0" smtClean="0"/>
              <a:t>identifié </a:t>
            </a:r>
            <a:r>
              <a:rPr lang="fr-FR" dirty="0"/>
              <a:t>que le processus impliquera les activités suivantes : </a:t>
            </a:r>
          </a:p>
          <a:p>
            <a:pPr marL="800100" lvl="1" indent="-342900" algn="just">
              <a:buFont typeface="Arial" panose="020B0604020202020204" pitchFamily="34" charset="0"/>
              <a:buChar char="•"/>
            </a:pPr>
            <a:r>
              <a:rPr lang="fr-FR" dirty="0"/>
              <a:t>Soutenir le processus global de Gestion de Continuité d‘Affaires (</a:t>
            </a:r>
            <a:r>
              <a:rPr lang="en-GB" dirty="0"/>
              <a:t>Business Continuity management) </a:t>
            </a:r>
            <a:r>
              <a:rPr lang="fr-FR" dirty="0"/>
              <a:t>en s'assurant que les services et les équipements de l’infrastructure informatique peuvent être récupérés dans des délais convenus, requis et agréés, avec les contraintes des affaires</a:t>
            </a:r>
          </a:p>
          <a:p>
            <a:pPr marL="800100" lvl="1" indent="-342900" algn="just">
              <a:buFont typeface="Arial" panose="020B0604020202020204" pitchFamily="34" charset="0"/>
              <a:buChar char="•"/>
            </a:pPr>
            <a:r>
              <a:rPr lang="fr-FR" dirty="0"/>
              <a:t>Identifier les systèmes critiques et les priorités « métier » de leurs restaurations en cas de désastre</a:t>
            </a:r>
          </a:p>
          <a:p>
            <a:pPr marL="800100" lvl="1" indent="-342900" algn="just">
              <a:buFont typeface="Arial" panose="020B0604020202020204" pitchFamily="34" charset="0"/>
              <a:buChar char="•"/>
            </a:pPr>
            <a:r>
              <a:rPr lang="fr-FR" dirty="0"/>
              <a:t>Estimer les conséquences possibles sur les métiers de la détérioration des systèmes IT</a:t>
            </a:r>
          </a:p>
          <a:p>
            <a:pPr marL="800100" lvl="1" indent="-342900" algn="just">
              <a:buFont typeface="Arial" panose="020B0604020202020204" pitchFamily="34" charset="0"/>
              <a:buChar char="•"/>
            </a:pPr>
            <a:r>
              <a:rPr lang="fr-FR" dirty="0"/>
              <a:t>Déterminer des mesures identificatrices, préventives et correctives des désastres pouvant affecter les systèmes IT</a:t>
            </a:r>
          </a:p>
          <a:p>
            <a:pPr marL="800100" lvl="1" indent="-342900" algn="just">
              <a:buFont typeface="Arial" panose="020B0604020202020204" pitchFamily="34" charset="0"/>
              <a:buChar char="•"/>
            </a:pPr>
            <a:r>
              <a:rPr lang="fr-FR" dirty="0"/>
              <a:t>Créer, tester et maintenir à jour le plan de reprise d’activité des Services Informatiques, intégré avec et en pleine adéquation avec le plan global de continuité des affaires de l'organisation</a:t>
            </a:r>
          </a:p>
          <a:p>
            <a:pPr algn="just"/>
            <a:endParaRPr lang="fr-FR" dirty="0"/>
          </a:p>
          <a:p>
            <a:pPr algn="just"/>
            <a:r>
              <a:rPr lang="fr-FR" dirty="0"/>
              <a:t>Reste à en définir la démarche et les modalités</a:t>
            </a:r>
            <a:endParaRPr lang="en-GB" dirty="0"/>
          </a:p>
        </p:txBody>
      </p:sp>
    </p:spTree>
    <p:extLst>
      <p:ext uri="{BB962C8B-B14F-4D97-AF65-F5344CB8AC3E}">
        <p14:creationId xmlns:p14="http://schemas.microsoft.com/office/powerpoint/2010/main" val="1734457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2">
            <a:extLst>
              <a:ext uri="{FF2B5EF4-FFF2-40B4-BE49-F238E27FC236}">
                <a16:creationId xmlns:a16="http://schemas.microsoft.com/office/drawing/2014/main" id="{88543D6C-8D0F-46B8-84B0-350BA0DEFFCB}"/>
              </a:ext>
            </a:extLst>
          </p:cNvPr>
          <p:cNvSpPr txBox="1">
            <a:spLocks/>
          </p:cNvSpPr>
          <p:nvPr/>
        </p:nvSpPr>
        <p:spPr bwMode="auto">
          <a:xfrm>
            <a:off x="561975" y="585788"/>
            <a:ext cx="11069638" cy="1403350"/>
          </a:xfrm>
          <a:prstGeom prst="rect">
            <a:avLst/>
          </a:prstGeom>
          <a:solidFill>
            <a:schemeClr val="tx2"/>
          </a:solidFill>
          <a:ln w="9525">
            <a:noFill/>
            <a:miter lim="800000"/>
            <a:headEnd/>
            <a:tailEnd/>
          </a:ln>
        </p:spPr>
        <p:txBody>
          <a:bodyPr lIns="180000" tIns="36000" rIns="180000" bIns="36000">
            <a:spAutoFit/>
          </a:bodyPr>
          <a:lstStyle>
            <a:lvl1pPr algn="l" rtl="0" eaLnBrk="1" fontAlgn="base" hangingPunct="1">
              <a:lnSpc>
                <a:spcPct val="90000"/>
              </a:lnSpc>
              <a:spcBef>
                <a:spcPct val="0"/>
              </a:spcBef>
              <a:spcAft>
                <a:spcPct val="0"/>
              </a:spcAft>
              <a:defRPr sz="4800" b="0" kern="1200" cap="all" baseline="0">
                <a:solidFill>
                  <a:srgbClr val="FFFFFF"/>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sz="3600">
                <a:latin typeface="Arial"/>
              </a:rPr>
              <a:t>Support de description du processus</a:t>
            </a:r>
            <a:r>
              <a:rPr lang="fr-FR">
                <a:latin typeface="Arial"/>
              </a:rPr>
              <a:t/>
            </a:r>
            <a:br>
              <a:rPr lang="fr-FR">
                <a:latin typeface="Arial"/>
              </a:rPr>
            </a:br>
            <a:r>
              <a:rPr lang="fr-FR" sz="2400">
                <a:latin typeface="Arial"/>
              </a:rPr>
              <a:t>Principes, Règles, Activités</a:t>
            </a:r>
            <a:endParaRPr lang="fr-FR" sz="1600" dirty="0">
              <a:latin typeface="Arial"/>
            </a:endParaRPr>
          </a:p>
        </p:txBody>
      </p:sp>
      <p:sp>
        <p:nvSpPr>
          <p:cNvPr id="9" name="Espace réservé du texte 3">
            <a:extLst>
              <a:ext uri="{FF2B5EF4-FFF2-40B4-BE49-F238E27FC236}">
                <a16:creationId xmlns:a16="http://schemas.microsoft.com/office/drawing/2014/main" id="{EA769A31-AC62-4453-AFEC-E5D2BCE282EE}"/>
              </a:ext>
            </a:extLst>
          </p:cNvPr>
          <p:cNvSpPr txBox="1">
            <a:spLocks/>
          </p:cNvSpPr>
          <p:nvPr/>
        </p:nvSpPr>
        <p:spPr bwMode="auto">
          <a:xfrm>
            <a:off x="561975" y="2386013"/>
            <a:ext cx="11069638" cy="3060700"/>
          </a:xfrm>
          <a:prstGeom prst="rect">
            <a:avLst/>
          </a:prstGeom>
          <a:solidFill>
            <a:schemeClr val="bg2"/>
          </a:solidFill>
          <a:ln w="9525">
            <a:noFill/>
            <a:miter lim="800000"/>
            <a:headEnd/>
            <a:tailEnd/>
          </a:ln>
        </p:spPr>
        <p:txBody>
          <a:bodyPr lIns="0" tIns="0" rIns="0" bIns="0">
            <a:spAutoFit/>
          </a:bodyPr>
          <a:lstStyle>
            <a:lvl1pPr marL="0" indent="0" algn="l" rtl="0" eaLnBrk="1" fontAlgn="base" hangingPunct="1">
              <a:spcBef>
                <a:spcPct val="20000"/>
              </a:spcBef>
              <a:spcAft>
                <a:spcPct val="0"/>
              </a:spcAft>
              <a:buClr>
                <a:schemeClr val="accent1"/>
              </a:buClr>
              <a:defRPr sz="3200" b="0" kern="1200" cap="all" baseline="0">
                <a:solidFill>
                  <a:srgbClr val="FFFFFF"/>
                </a:solidFill>
                <a:latin typeface="+mn-lt"/>
                <a:ea typeface="+mn-ea"/>
                <a:cs typeface="+mn-cs"/>
              </a:defRPr>
            </a:lvl1pPr>
            <a:lvl2pPr marL="519488" indent="-259744" algn="l" rtl="0" eaLnBrk="1" fontAlgn="base" hangingPunct="1">
              <a:spcBef>
                <a:spcPct val="20000"/>
              </a:spcBef>
              <a:spcAft>
                <a:spcPct val="0"/>
              </a:spcAft>
              <a:buClr>
                <a:schemeClr val="accent1"/>
              </a:buClr>
              <a:buSzPct val="110000"/>
              <a:buFont typeface="Arial" pitchFamily="34" charset="0"/>
              <a:buChar char="•"/>
              <a:defRPr sz="3200" b="0" kern="1200">
                <a:solidFill>
                  <a:srgbClr val="FFFFFF"/>
                </a:solidFill>
                <a:latin typeface="+mn-lt"/>
                <a:ea typeface="+mn-ea"/>
                <a:cs typeface="+mn-cs"/>
              </a:defRPr>
            </a:lvl2pPr>
            <a:lvl3pPr marL="1038977" indent="-259744" algn="l" rtl="0" eaLnBrk="1" fontAlgn="base" hangingPunct="1">
              <a:spcBef>
                <a:spcPct val="20000"/>
              </a:spcBef>
              <a:spcAft>
                <a:spcPct val="0"/>
              </a:spcAft>
              <a:buClr>
                <a:schemeClr val="tx1"/>
              </a:buClr>
              <a:buFont typeface="Arial" pitchFamily="34" charset="0"/>
              <a:buChar char="•"/>
              <a:defRPr sz="3200" b="0" kern="1200">
                <a:solidFill>
                  <a:srgbClr val="FFFFFF"/>
                </a:solidFill>
                <a:latin typeface="+mn-lt"/>
                <a:ea typeface="+mn-ea"/>
                <a:cs typeface="+mn-cs"/>
              </a:defRPr>
            </a:lvl3pPr>
            <a:lvl4pPr marL="1563877" indent="-263352"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4pPr>
            <a:lvl5pPr marL="2339502" indent="-261548"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a:lstStyle>
          <a:p>
            <a:pPr defTabSz="914400">
              <a:buClr>
                <a:srgbClr val="009AA6"/>
              </a:buClr>
              <a:defRPr/>
            </a:pPr>
            <a:r>
              <a:rPr lang="fr-FR" dirty="0">
                <a:solidFill>
                  <a:schemeClr val="tx2"/>
                </a:solidFill>
                <a:latin typeface="Arial"/>
              </a:rPr>
              <a:t>Processus: Gestion des actifs de service et des configurations</a:t>
            </a:r>
          </a:p>
          <a:p>
            <a:pPr defTabSz="914400">
              <a:buClr>
                <a:srgbClr val="009AA6"/>
              </a:buClr>
              <a:defRPr/>
            </a:pPr>
            <a:endParaRPr lang="fr-FR" dirty="0">
              <a:solidFill>
                <a:schemeClr val="tx2"/>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Organigramme : Disque magnétique 106">
            <a:extLst>
              <a:ext uri="{FF2B5EF4-FFF2-40B4-BE49-F238E27FC236}">
                <a16:creationId xmlns:a16="http://schemas.microsoft.com/office/drawing/2014/main" id="{28209FB7-334C-4754-A28C-15DC7D390C1D}"/>
              </a:ext>
            </a:extLst>
          </p:cNvPr>
          <p:cNvSpPr/>
          <p:nvPr/>
        </p:nvSpPr>
        <p:spPr>
          <a:xfrm>
            <a:off x="8631238" y="5440363"/>
            <a:ext cx="749300" cy="742950"/>
          </a:xfrm>
          <a:prstGeom prst="flowChartMagneticDisk">
            <a:avLst/>
          </a:prstGeom>
          <a:solidFill>
            <a:srgbClr val="E1E1E1"/>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050" b="1" kern="0" dirty="0">
                <a:solidFill>
                  <a:srgbClr val="3C3732"/>
                </a:solidFill>
                <a:latin typeface="Arial" pitchFamily="34" charset="0"/>
              </a:rPr>
              <a:t>CMS</a:t>
            </a:r>
          </a:p>
        </p:txBody>
      </p:sp>
      <p:cxnSp>
        <p:nvCxnSpPr>
          <p:cNvPr id="2051" name="Connecteur droit avec flèche 107">
            <a:extLst>
              <a:ext uri="{FF2B5EF4-FFF2-40B4-BE49-F238E27FC236}">
                <a16:creationId xmlns:a16="http://schemas.microsoft.com/office/drawing/2014/main" id="{7933875C-D751-4003-9808-7DF97AAE61AB}"/>
              </a:ext>
            </a:extLst>
          </p:cNvPr>
          <p:cNvCxnSpPr>
            <a:cxnSpLocks/>
          </p:cNvCxnSpPr>
          <p:nvPr/>
        </p:nvCxnSpPr>
        <p:spPr bwMode="auto">
          <a:xfrm flipV="1">
            <a:off x="8993188" y="5191125"/>
            <a:ext cx="0" cy="430213"/>
          </a:xfrm>
          <a:prstGeom prst="straightConnector1">
            <a:avLst/>
          </a:prstGeom>
          <a:noFill/>
          <a:ln w="9525" algn="ctr">
            <a:solidFill>
              <a:srgbClr val="747678"/>
            </a:solidFill>
            <a:round/>
            <a:headEnd type="triangle" w="med" len="med"/>
            <a:tailEnd type="triangle" w="med" len="med"/>
          </a:ln>
          <a:extLst>
            <a:ext uri="{909E8E84-426E-40DD-AFC4-6F175D3DCCD1}">
              <a14:hiddenFill xmlns:a14="http://schemas.microsoft.com/office/drawing/2010/main">
                <a:noFill/>
              </a14:hiddenFill>
            </a:ext>
          </a:extLst>
        </p:spPr>
      </p:cxnSp>
      <p:sp>
        <p:nvSpPr>
          <p:cNvPr id="109" name="AutoShape 11">
            <a:extLst>
              <a:ext uri="{FF2B5EF4-FFF2-40B4-BE49-F238E27FC236}">
                <a16:creationId xmlns:a16="http://schemas.microsoft.com/office/drawing/2014/main" id="{EBF2CFE6-2B5A-414E-A065-1048ABED2DF3}"/>
              </a:ext>
            </a:extLst>
          </p:cNvPr>
          <p:cNvSpPr>
            <a:spLocks noChangeArrowheads="1"/>
          </p:cNvSpPr>
          <p:nvPr/>
        </p:nvSpPr>
        <p:spPr bwMode="auto">
          <a:xfrm>
            <a:off x="3044825" y="1974850"/>
            <a:ext cx="6326188" cy="3224213"/>
          </a:xfrm>
          <a:prstGeom prst="roundRect">
            <a:avLst>
              <a:gd name="adj" fmla="val 2728"/>
            </a:avLst>
          </a:prstGeom>
          <a:noFill/>
          <a:ln w="31750">
            <a:solidFill>
              <a:schemeClr val="tx2"/>
            </a:solidFill>
            <a:round/>
            <a:headEnd/>
            <a:tailEnd/>
          </a:ln>
        </p:spPr>
        <p:txBody>
          <a:bodyP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2000" b="1" kern="0" dirty="0">
                <a:solidFill>
                  <a:schemeClr val="tx2"/>
                </a:solidFill>
              </a:rPr>
              <a:t>Gestion des Configurations</a:t>
            </a:r>
            <a:endParaRPr lang="fr-FR" altLang="fr-FR" sz="1400" b="1" u="sng" kern="0" dirty="0">
              <a:solidFill>
                <a:schemeClr val="tx2"/>
              </a:solidFill>
            </a:endParaRPr>
          </a:p>
          <a:p>
            <a:pPr algn="ctr" eaLnBrk="1" fontAlgn="auto" hangingPunct="1">
              <a:spcBef>
                <a:spcPts val="0"/>
              </a:spcBef>
              <a:spcAft>
                <a:spcPts val="0"/>
              </a:spcAft>
              <a:defRPr/>
            </a:pPr>
            <a:r>
              <a:rPr lang="fr-FR" altLang="fr-FR" sz="1400" b="1" kern="0" dirty="0">
                <a:solidFill>
                  <a:schemeClr val="tx2"/>
                </a:solidFill>
              </a:rPr>
              <a:t>Le but de la gestion des configurations est de fournir un modèle logique de l’infrastructure informatique corrélant les services informatiques et les différents composants nécessaires pour fournir les services.</a:t>
            </a:r>
          </a:p>
          <a:p>
            <a:pPr algn="ctr" eaLnBrk="1" fontAlgn="auto" hangingPunct="1">
              <a:spcBef>
                <a:spcPts val="0"/>
              </a:spcBef>
              <a:spcAft>
                <a:spcPts val="0"/>
              </a:spcAft>
              <a:defRPr/>
            </a:pPr>
            <a:r>
              <a:rPr lang="fr-FR" altLang="fr-FR" sz="1400" b="1" kern="0" dirty="0">
                <a:solidFill>
                  <a:schemeClr val="tx2"/>
                </a:solidFill>
              </a:rPr>
              <a:t>Être la source primaire d’information sur l’infrastructure du SI.</a:t>
            </a:r>
          </a:p>
          <a:p>
            <a:pPr algn="ctr" eaLnBrk="1" fontAlgn="auto" hangingPunct="1">
              <a:spcBef>
                <a:spcPts val="0"/>
              </a:spcBef>
              <a:spcAft>
                <a:spcPts val="0"/>
              </a:spcAft>
              <a:defRPr/>
            </a:pPr>
            <a:r>
              <a:rPr lang="fr-FR" altLang="fr-FR" sz="1400" b="1" kern="0" dirty="0">
                <a:solidFill>
                  <a:schemeClr val="tx2"/>
                </a:solidFill>
              </a:rPr>
              <a:t>Assurer la précision et la fiabilité de cette information.</a:t>
            </a:r>
          </a:p>
          <a:p>
            <a:pPr algn="ctr" eaLnBrk="1" fontAlgn="auto" hangingPunct="1">
              <a:spcBef>
                <a:spcPts val="0"/>
              </a:spcBef>
              <a:spcAft>
                <a:spcPts val="0"/>
              </a:spcAft>
              <a:defRPr/>
            </a:pPr>
            <a:r>
              <a:rPr lang="fr-FR" altLang="fr-FR" sz="1400" b="1" kern="0" dirty="0">
                <a:solidFill>
                  <a:schemeClr val="tx2"/>
                </a:solidFill>
              </a:rPr>
              <a:t>Aider à contrôler l’infrastructure du SI.</a:t>
            </a:r>
            <a:endParaRPr lang="fr-FR" altLang="fr-FR" sz="1400" b="1" u="sng" kern="0" dirty="0">
              <a:solidFill>
                <a:schemeClr val="tx2"/>
              </a:solidFill>
            </a:endParaRPr>
          </a:p>
          <a:p>
            <a:pPr eaLnBrk="1" fontAlgn="auto" hangingPunct="1">
              <a:spcBef>
                <a:spcPts val="0"/>
              </a:spcBef>
              <a:spcAft>
                <a:spcPts val="0"/>
              </a:spcAft>
              <a:defRPr/>
            </a:pPr>
            <a:endParaRPr lang="fr-FR" altLang="fr-FR" sz="1400" b="1" u="sng" kern="0" dirty="0">
              <a:solidFill>
                <a:schemeClr val="tx2"/>
              </a:solidFill>
            </a:endParaRPr>
          </a:p>
          <a:p>
            <a:pPr eaLnBrk="1" fontAlgn="auto" hangingPunct="1">
              <a:spcBef>
                <a:spcPts val="0"/>
              </a:spcBef>
              <a:spcAft>
                <a:spcPts val="0"/>
              </a:spcAft>
              <a:defRPr/>
            </a:pPr>
            <a:r>
              <a:rPr lang="fr-FR" altLang="fr-FR" sz="1050" u="sng" kern="0" dirty="0">
                <a:solidFill>
                  <a:schemeClr val="tx2"/>
                </a:solidFill>
              </a:rPr>
              <a:t>Avantages pour les Métiers et la DSI</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Fournir une vision logique de l’infrastructure</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Conserver des enregistrements fiables sur les éléments de configuration de l’organisation (CMDB) </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Fournir des informations précises et de la documentation sur les éléments de configurations pour soutenir les autres processus de gestion des services </a:t>
            </a:r>
          </a:p>
        </p:txBody>
      </p:sp>
      <p:sp>
        <p:nvSpPr>
          <p:cNvPr id="110" name="Rectangle : coins arrondis 9">
            <a:extLst>
              <a:ext uri="{FF2B5EF4-FFF2-40B4-BE49-F238E27FC236}">
                <a16:creationId xmlns:a16="http://schemas.microsoft.com/office/drawing/2014/main" id="{7A26F30B-54A6-4D8B-9850-E48407130E6D}"/>
              </a:ext>
            </a:extLst>
          </p:cNvPr>
          <p:cNvSpPr/>
          <p:nvPr/>
        </p:nvSpPr>
        <p:spPr>
          <a:xfrm>
            <a:off x="10683875" y="2481263"/>
            <a:ext cx="1427163" cy="890587"/>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des problèmes</a:t>
            </a:r>
          </a:p>
        </p:txBody>
      </p:sp>
      <p:cxnSp>
        <p:nvCxnSpPr>
          <p:cNvPr id="2054" name="Connecteur droit avec flèche 110">
            <a:extLst>
              <a:ext uri="{FF2B5EF4-FFF2-40B4-BE49-F238E27FC236}">
                <a16:creationId xmlns:a16="http://schemas.microsoft.com/office/drawing/2014/main" id="{CBE99FD1-EBCB-4FFF-A89A-196BCE4DC051}"/>
              </a:ext>
            </a:extLst>
          </p:cNvPr>
          <p:cNvCxnSpPr>
            <a:cxnSpLocks/>
          </p:cNvCxnSpPr>
          <p:nvPr/>
        </p:nvCxnSpPr>
        <p:spPr bwMode="auto">
          <a:xfrm flipH="1">
            <a:off x="9371013" y="2695575"/>
            <a:ext cx="1314450" cy="0"/>
          </a:xfrm>
          <a:prstGeom prst="straightConnector1">
            <a:avLst/>
          </a:prstGeom>
          <a:noFill/>
          <a:ln w="9525" algn="ctr">
            <a:solidFill>
              <a:srgbClr val="747678"/>
            </a:solidFill>
            <a:round/>
            <a:headEnd type="triangle" w="med" len="med"/>
            <a:tailEnd/>
          </a:ln>
          <a:extLst>
            <a:ext uri="{909E8E84-426E-40DD-AFC4-6F175D3DCCD1}">
              <a14:hiddenFill xmlns:a14="http://schemas.microsoft.com/office/drawing/2010/main">
                <a:noFill/>
              </a14:hiddenFill>
            </a:ext>
          </a:extLst>
        </p:spPr>
      </p:cxnSp>
      <p:sp>
        <p:nvSpPr>
          <p:cNvPr id="112" name="Rectangle : coins arrondis 71">
            <a:extLst>
              <a:ext uri="{FF2B5EF4-FFF2-40B4-BE49-F238E27FC236}">
                <a16:creationId xmlns:a16="http://schemas.microsoft.com/office/drawing/2014/main" id="{1EE7C131-E90A-4A0D-935D-F372E3649F76}"/>
              </a:ext>
            </a:extLst>
          </p:cNvPr>
          <p:cNvSpPr/>
          <p:nvPr/>
        </p:nvSpPr>
        <p:spPr>
          <a:xfrm>
            <a:off x="10683875" y="3833813"/>
            <a:ext cx="1427163" cy="889000"/>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des niveaux de services</a:t>
            </a:r>
          </a:p>
        </p:txBody>
      </p:sp>
      <p:sp>
        <p:nvSpPr>
          <p:cNvPr id="113" name="Rectangle : coins arrondis 171">
            <a:extLst>
              <a:ext uri="{FF2B5EF4-FFF2-40B4-BE49-F238E27FC236}">
                <a16:creationId xmlns:a16="http://schemas.microsoft.com/office/drawing/2014/main" id="{0957B9B1-9860-4CF7-BD56-B57F33D89E98}"/>
              </a:ext>
            </a:extLst>
          </p:cNvPr>
          <p:cNvSpPr/>
          <p:nvPr/>
        </p:nvSpPr>
        <p:spPr>
          <a:xfrm>
            <a:off x="4424363" y="471488"/>
            <a:ext cx="1411287" cy="693737"/>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des changements</a:t>
            </a:r>
          </a:p>
        </p:txBody>
      </p:sp>
      <p:sp>
        <p:nvSpPr>
          <p:cNvPr id="114" name="Organigramme : Document 113">
            <a:extLst>
              <a:ext uri="{FF2B5EF4-FFF2-40B4-BE49-F238E27FC236}">
                <a16:creationId xmlns:a16="http://schemas.microsoft.com/office/drawing/2014/main" id="{27DBC9D9-0DCA-47F4-9430-C3D8E3921E48}"/>
              </a:ext>
            </a:extLst>
          </p:cNvPr>
          <p:cNvSpPr/>
          <p:nvPr/>
        </p:nvSpPr>
        <p:spPr>
          <a:xfrm>
            <a:off x="9466263" y="2462213"/>
            <a:ext cx="1082675" cy="460375"/>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Informations sur </a:t>
            </a:r>
            <a:r>
              <a:rPr lang="fr-FR" sz="1050" kern="0" dirty="0" err="1">
                <a:solidFill>
                  <a:srgbClr val="3C3732"/>
                </a:solidFill>
                <a:latin typeface="Arial" pitchFamily="34" charset="0"/>
              </a:rPr>
              <a:t>CIs</a:t>
            </a:r>
            <a:endParaRPr lang="fr-FR" sz="1050" kern="0" dirty="0">
              <a:solidFill>
                <a:srgbClr val="3C3732"/>
              </a:solidFill>
              <a:latin typeface="Arial" pitchFamily="34" charset="0"/>
            </a:endParaRPr>
          </a:p>
        </p:txBody>
      </p:sp>
      <p:cxnSp>
        <p:nvCxnSpPr>
          <p:cNvPr id="2058" name="Connecteur droit avec flèche 114">
            <a:extLst>
              <a:ext uri="{FF2B5EF4-FFF2-40B4-BE49-F238E27FC236}">
                <a16:creationId xmlns:a16="http://schemas.microsoft.com/office/drawing/2014/main" id="{6337D208-FAF5-4583-A395-60FA6D3450BC}"/>
              </a:ext>
            </a:extLst>
          </p:cNvPr>
          <p:cNvCxnSpPr>
            <a:cxnSpLocks/>
            <a:endCxn id="137" idx="3"/>
          </p:cNvCxnSpPr>
          <p:nvPr/>
        </p:nvCxnSpPr>
        <p:spPr bwMode="auto">
          <a:xfrm flipH="1">
            <a:off x="1671638" y="2922588"/>
            <a:ext cx="1373187"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16" name="Organigramme : Document 115">
            <a:extLst>
              <a:ext uri="{FF2B5EF4-FFF2-40B4-BE49-F238E27FC236}">
                <a16:creationId xmlns:a16="http://schemas.microsoft.com/office/drawing/2014/main" id="{57A05DF5-7512-47D6-BB85-E582DB0CB2FD}"/>
              </a:ext>
            </a:extLst>
          </p:cNvPr>
          <p:cNvSpPr/>
          <p:nvPr/>
        </p:nvSpPr>
        <p:spPr>
          <a:xfrm>
            <a:off x="1866900" y="2728913"/>
            <a:ext cx="1046163" cy="390525"/>
          </a:xfrm>
          <a:prstGeom prst="flowChartDocument">
            <a:avLst/>
          </a:prstGeom>
          <a:solidFill>
            <a:srgbClr val="D2E100">
              <a:lumMod val="20000"/>
              <a:lumOff val="80000"/>
            </a:srgbClr>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Baseline</a:t>
            </a:r>
          </a:p>
        </p:txBody>
      </p:sp>
      <p:cxnSp>
        <p:nvCxnSpPr>
          <p:cNvPr id="2060" name="Connecteur droit avec flèche 116">
            <a:extLst>
              <a:ext uri="{FF2B5EF4-FFF2-40B4-BE49-F238E27FC236}">
                <a16:creationId xmlns:a16="http://schemas.microsoft.com/office/drawing/2014/main" id="{5D581B32-E155-4838-88E3-35F8EC4A1669}"/>
              </a:ext>
            </a:extLst>
          </p:cNvPr>
          <p:cNvCxnSpPr>
            <a:cxnSpLocks/>
          </p:cNvCxnSpPr>
          <p:nvPr/>
        </p:nvCxnSpPr>
        <p:spPr bwMode="auto">
          <a:xfrm flipH="1">
            <a:off x="5614988" y="1165225"/>
            <a:ext cx="0" cy="809625"/>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cxnSp>
        <p:nvCxnSpPr>
          <p:cNvPr id="2061" name="Connecteur droit avec flèche 117">
            <a:extLst>
              <a:ext uri="{FF2B5EF4-FFF2-40B4-BE49-F238E27FC236}">
                <a16:creationId xmlns:a16="http://schemas.microsoft.com/office/drawing/2014/main" id="{60E01EAC-3815-4755-A63A-62D225CB8E45}"/>
              </a:ext>
            </a:extLst>
          </p:cNvPr>
          <p:cNvCxnSpPr>
            <a:cxnSpLocks/>
          </p:cNvCxnSpPr>
          <p:nvPr/>
        </p:nvCxnSpPr>
        <p:spPr bwMode="auto">
          <a:xfrm flipH="1" flipV="1">
            <a:off x="4633913" y="1174750"/>
            <a:ext cx="0" cy="80010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19" name="Organigramme : Document 118">
            <a:extLst>
              <a:ext uri="{FF2B5EF4-FFF2-40B4-BE49-F238E27FC236}">
                <a16:creationId xmlns:a16="http://schemas.microsoft.com/office/drawing/2014/main" id="{FBDCE1CE-8720-45D0-A3C7-9D617D67F78B}"/>
              </a:ext>
            </a:extLst>
          </p:cNvPr>
          <p:cNvSpPr/>
          <p:nvPr/>
        </p:nvSpPr>
        <p:spPr>
          <a:xfrm>
            <a:off x="5160963" y="1362075"/>
            <a:ext cx="925512" cy="371475"/>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Informations sur les </a:t>
            </a:r>
            <a:r>
              <a:rPr lang="fr-FR" sz="1050" kern="0" dirty="0" err="1">
                <a:solidFill>
                  <a:srgbClr val="3C3732"/>
                </a:solidFill>
                <a:latin typeface="Arial" pitchFamily="34" charset="0"/>
              </a:rPr>
              <a:t>CIs</a:t>
            </a:r>
            <a:endParaRPr lang="fr-FR" sz="1050" kern="0" dirty="0">
              <a:solidFill>
                <a:srgbClr val="3C3732"/>
              </a:solidFill>
              <a:latin typeface="Arial" pitchFamily="34" charset="0"/>
            </a:endParaRPr>
          </a:p>
        </p:txBody>
      </p:sp>
      <p:sp>
        <p:nvSpPr>
          <p:cNvPr id="120" name="Organigramme : Document 119">
            <a:extLst>
              <a:ext uri="{FF2B5EF4-FFF2-40B4-BE49-F238E27FC236}">
                <a16:creationId xmlns:a16="http://schemas.microsoft.com/office/drawing/2014/main" id="{559B27DA-9A64-4A1D-A764-05F5EE95F0F1}"/>
              </a:ext>
            </a:extLst>
          </p:cNvPr>
          <p:cNvSpPr/>
          <p:nvPr/>
        </p:nvSpPr>
        <p:spPr>
          <a:xfrm>
            <a:off x="4256088" y="1363663"/>
            <a:ext cx="755650" cy="420687"/>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Analyses d’impact</a:t>
            </a:r>
          </a:p>
        </p:txBody>
      </p:sp>
      <p:sp>
        <p:nvSpPr>
          <p:cNvPr id="121" name="Titre 5">
            <a:extLst>
              <a:ext uri="{FF2B5EF4-FFF2-40B4-BE49-F238E27FC236}">
                <a16:creationId xmlns:a16="http://schemas.microsoft.com/office/drawing/2014/main" id="{14F74F55-BA32-4190-9DEE-69CF989DC7D9}"/>
              </a:ext>
            </a:extLst>
          </p:cNvPr>
          <p:cNvSpPr txBox="1">
            <a:spLocks/>
          </p:cNvSpPr>
          <p:nvPr/>
        </p:nvSpPr>
        <p:spPr bwMode="auto">
          <a:xfrm>
            <a:off x="0" y="-3175"/>
            <a:ext cx="3724275" cy="831850"/>
          </a:xfrm>
          <a:prstGeom prst="rect">
            <a:avLst/>
          </a:prstGeom>
          <a:solidFill>
            <a:srgbClr val="3C3732">
              <a:lumMod val="20000"/>
              <a:lumOff val="80000"/>
            </a:srgbClr>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tx2"/>
                </a:solidFill>
                <a:latin typeface="Arial"/>
              </a:rPr>
              <a:t>Carte d’environnement</a:t>
            </a:r>
          </a:p>
        </p:txBody>
      </p:sp>
      <p:cxnSp>
        <p:nvCxnSpPr>
          <p:cNvPr id="2065" name="Connecteur droit avec flèche 121">
            <a:extLst>
              <a:ext uri="{FF2B5EF4-FFF2-40B4-BE49-F238E27FC236}">
                <a16:creationId xmlns:a16="http://schemas.microsoft.com/office/drawing/2014/main" id="{7A4C6111-4AE8-415A-A720-471C7041DADD}"/>
              </a:ext>
            </a:extLst>
          </p:cNvPr>
          <p:cNvCxnSpPr>
            <a:cxnSpLocks/>
          </p:cNvCxnSpPr>
          <p:nvPr/>
        </p:nvCxnSpPr>
        <p:spPr bwMode="auto">
          <a:xfrm flipH="1">
            <a:off x="9371013" y="3214688"/>
            <a:ext cx="1314450"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23" name="Organigramme : Document 122">
            <a:extLst>
              <a:ext uri="{FF2B5EF4-FFF2-40B4-BE49-F238E27FC236}">
                <a16:creationId xmlns:a16="http://schemas.microsoft.com/office/drawing/2014/main" id="{D31F4EA7-FF1C-40E4-95B6-D05FA12869E6}"/>
              </a:ext>
            </a:extLst>
          </p:cNvPr>
          <p:cNvSpPr/>
          <p:nvPr/>
        </p:nvSpPr>
        <p:spPr>
          <a:xfrm>
            <a:off x="9471025" y="2987675"/>
            <a:ext cx="1077913" cy="484188"/>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Demande d’informations</a:t>
            </a:r>
          </a:p>
        </p:txBody>
      </p:sp>
      <p:cxnSp>
        <p:nvCxnSpPr>
          <p:cNvPr id="2067" name="Connecteur droit avec flèche 123">
            <a:extLst>
              <a:ext uri="{FF2B5EF4-FFF2-40B4-BE49-F238E27FC236}">
                <a16:creationId xmlns:a16="http://schemas.microsoft.com/office/drawing/2014/main" id="{015F3AFA-A465-42DF-A628-53930E6AB28D}"/>
              </a:ext>
            </a:extLst>
          </p:cNvPr>
          <p:cNvCxnSpPr>
            <a:cxnSpLocks/>
          </p:cNvCxnSpPr>
          <p:nvPr/>
        </p:nvCxnSpPr>
        <p:spPr bwMode="auto">
          <a:xfrm flipH="1">
            <a:off x="9380538" y="4046538"/>
            <a:ext cx="1293812" cy="19050"/>
          </a:xfrm>
          <a:prstGeom prst="straightConnector1">
            <a:avLst/>
          </a:prstGeom>
          <a:noFill/>
          <a:ln w="9525" algn="ctr">
            <a:solidFill>
              <a:srgbClr val="747678"/>
            </a:solidFill>
            <a:round/>
            <a:headEnd type="triangle" w="med" len="med"/>
            <a:tailEnd/>
          </a:ln>
          <a:extLst>
            <a:ext uri="{909E8E84-426E-40DD-AFC4-6F175D3DCCD1}">
              <a14:hiddenFill xmlns:a14="http://schemas.microsoft.com/office/drawing/2010/main">
                <a:noFill/>
              </a14:hiddenFill>
            </a:ext>
          </a:extLst>
        </p:spPr>
      </p:cxnSp>
      <p:cxnSp>
        <p:nvCxnSpPr>
          <p:cNvPr id="2068" name="Connecteur droit avec flèche 124">
            <a:extLst>
              <a:ext uri="{FF2B5EF4-FFF2-40B4-BE49-F238E27FC236}">
                <a16:creationId xmlns:a16="http://schemas.microsoft.com/office/drawing/2014/main" id="{0D8457A8-DE8B-4869-B7C7-4D4A8DD0E64B}"/>
              </a:ext>
            </a:extLst>
          </p:cNvPr>
          <p:cNvCxnSpPr>
            <a:cxnSpLocks/>
          </p:cNvCxnSpPr>
          <p:nvPr/>
        </p:nvCxnSpPr>
        <p:spPr bwMode="auto">
          <a:xfrm flipH="1">
            <a:off x="9371013" y="4565650"/>
            <a:ext cx="1303337"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26" name="Organigramme : Document 125">
            <a:extLst>
              <a:ext uri="{FF2B5EF4-FFF2-40B4-BE49-F238E27FC236}">
                <a16:creationId xmlns:a16="http://schemas.microsoft.com/office/drawing/2014/main" id="{12A1C115-6A65-46CB-BD21-D1F21B8A01E0}"/>
              </a:ext>
            </a:extLst>
          </p:cNvPr>
          <p:cNvSpPr/>
          <p:nvPr/>
        </p:nvSpPr>
        <p:spPr>
          <a:xfrm>
            <a:off x="9491663" y="4371975"/>
            <a:ext cx="1120775" cy="395288"/>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Informations sur les services</a:t>
            </a:r>
          </a:p>
        </p:txBody>
      </p:sp>
      <p:sp>
        <p:nvSpPr>
          <p:cNvPr id="127" name="Organigramme : Document 126">
            <a:extLst>
              <a:ext uri="{FF2B5EF4-FFF2-40B4-BE49-F238E27FC236}">
                <a16:creationId xmlns:a16="http://schemas.microsoft.com/office/drawing/2014/main" id="{41A456ED-74DE-4460-92DD-FE034A440504}"/>
              </a:ext>
            </a:extLst>
          </p:cNvPr>
          <p:cNvSpPr/>
          <p:nvPr/>
        </p:nvSpPr>
        <p:spPr>
          <a:xfrm>
            <a:off x="9456738" y="3859213"/>
            <a:ext cx="1120775" cy="460375"/>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Informations sur les </a:t>
            </a:r>
            <a:r>
              <a:rPr lang="fr-FR" sz="1050" kern="0" dirty="0" err="1">
                <a:solidFill>
                  <a:srgbClr val="3C3732"/>
                </a:solidFill>
                <a:latin typeface="Arial" pitchFamily="34" charset="0"/>
              </a:rPr>
              <a:t>CIs</a:t>
            </a:r>
            <a:endParaRPr lang="fr-FR" sz="1050" kern="0" dirty="0">
              <a:solidFill>
                <a:srgbClr val="3C3732"/>
              </a:solidFill>
              <a:latin typeface="Arial" pitchFamily="34" charset="0"/>
            </a:endParaRPr>
          </a:p>
        </p:txBody>
      </p:sp>
      <p:sp>
        <p:nvSpPr>
          <p:cNvPr id="128" name="Rectangle : coins arrondis 60">
            <a:extLst>
              <a:ext uri="{FF2B5EF4-FFF2-40B4-BE49-F238E27FC236}">
                <a16:creationId xmlns:a16="http://schemas.microsoft.com/office/drawing/2014/main" id="{483FB193-561D-4D33-83AA-C2E97185A623}"/>
              </a:ext>
            </a:extLst>
          </p:cNvPr>
          <p:cNvSpPr/>
          <p:nvPr/>
        </p:nvSpPr>
        <p:spPr>
          <a:xfrm>
            <a:off x="3998913" y="5943600"/>
            <a:ext cx="1347787" cy="550863"/>
          </a:xfrm>
          <a:prstGeom prst="roundRect">
            <a:avLst/>
          </a:prstGeom>
          <a:solidFill>
            <a:srgbClr val="D2E100">
              <a:lumMod val="20000"/>
              <a:lumOff val="80000"/>
            </a:srgbClr>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de la capacité</a:t>
            </a:r>
          </a:p>
        </p:txBody>
      </p:sp>
      <p:sp>
        <p:nvSpPr>
          <p:cNvPr id="129" name="Rectangle : coins arrondis 61">
            <a:extLst>
              <a:ext uri="{FF2B5EF4-FFF2-40B4-BE49-F238E27FC236}">
                <a16:creationId xmlns:a16="http://schemas.microsoft.com/office/drawing/2014/main" id="{C16CE8C0-C964-4131-BD1B-EE16D7EC5E61}"/>
              </a:ext>
            </a:extLst>
          </p:cNvPr>
          <p:cNvSpPr/>
          <p:nvPr/>
        </p:nvSpPr>
        <p:spPr>
          <a:xfrm>
            <a:off x="6534150" y="5927725"/>
            <a:ext cx="1484313" cy="550863"/>
          </a:xfrm>
          <a:prstGeom prst="roundRect">
            <a:avLst/>
          </a:prstGeom>
          <a:solidFill>
            <a:srgbClr val="D2E100">
              <a:lumMod val="20000"/>
              <a:lumOff val="80000"/>
            </a:srgbClr>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de la disponibilité</a:t>
            </a:r>
          </a:p>
        </p:txBody>
      </p:sp>
      <p:cxnSp>
        <p:nvCxnSpPr>
          <p:cNvPr id="2073" name="Connecteur droit avec flèche 129">
            <a:extLst>
              <a:ext uri="{FF2B5EF4-FFF2-40B4-BE49-F238E27FC236}">
                <a16:creationId xmlns:a16="http://schemas.microsoft.com/office/drawing/2014/main" id="{25DAFE9E-F6FC-4890-A335-FF367F6D5E64}"/>
              </a:ext>
            </a:extLst>
          </p:cNvPr>
          <p:cNvCxnSpPr>
            <a:cxnSpLocks/>
            <a:endCxn id="128" idx="0"/>
          </p:cNvCxnSpPr>
          <p:nvPr/>
        </p:nvCxnSpPr>
        <p:spPr bwMode="auto">
          <a:xfrm>
            <a:off x="4672013" y="5199063"/>
            <a:ext cx="0" cy="744537"/>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cxnSp>
        <p:nvCxnSpPr>
          <p:cNvPr id="2074" name="Connecteur droit avec flèche 130">
            <a:extLst>
              <a:ext uri="{FF2B5EF4-FFF2-40B4-BE49-F238E27FC236}">
                <a16:creationId xmlns:a16="http://schemas.microsoft.com/office/drawing/2014/main" id="{9D047575-EAAA-4403-831B-7BE461506F8E}"/>
              </a:ext>
            </a:extLst>
          </p:cNvPr>
          <p:cNvCxnSpPr>
            <a:cxnSpLocks/>
            <a:endCxn id="129" idx="0"/>
          </p:cNvCxnSpPr>
          <p:nvPr/>
        </p:nvCxnSpPr>
        <p:spPr bwMode="auto">
          <a:xfrm>
            <a:off x="7275513" y="5199063"/>
            <a:ext cx="0" cy="728662"/>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32" name="Organigramme : Document 131">
            <a:extLst>
              <a:ext uri="{FF2B5EF4-FFF2-40B4-BE49-F238E27FC236}">
                <a16:creationId xmlns:a16="http://schemas.microsoft.com/office/drawing/2014/main" id="{F95D5FB0-7AB5-4617-835A-0FFA99BC943C}"/>
              </a:ext>
            </a:extLst>
          </p:cNvPr>
          <p:cNvSpPr/>
          <p:nvPr/>
        </p:nvSpPr>
        <p:spPr>
          <a:xfrm>
            <a:off x="4164013" y="5351463"/>
            <a:ext cx="1071562" cy="460375"/>
          </a:xfrm>
          <a:prstGeom prst="flowChartDocument">
            <a:avLst/>
          </a:prstGeom>
          <a:solidFill>
            <a:srgbClr val="D2E100">
              <a:lumMod val="20000"/>
              <a:lumOff val="80000"/>
            </a:srgbClr>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Informations sur les </a:t>
            </a:r>
            <a:r>
              <a:rPr lang="fr-FR" sz="1050" kern="0" dirty="0" err="1">
                <a:solidFill>
                  <a:srgbClr val="3C3732"/>
                </a:solidFill>
                <a:latin typeface="Arial" pitchFamily="34" charset="0"/>
              </a:rPr>
              <a:t>CIs</a:t>
            </a:r>
            <a:endParaRPr lang="fr-FR" sz="1050" kern="0" dirty="0">
              <a:solidFill>
                <a:srgbClr val="3C3732"/>
              </a:solidFill>
              <a:latin typeface="Arial" pitchFamily="34" charset="0"/>
            </a:endParaRPr>
          </a:p>
        </p:txBody>
      </p:sp>
      <p:sp>
        <p:nvSpPr>
          <p:cNvPr id="133" name="Organigramme : Document 132">
            <a:extLst>
              <a:ext uri="{FF2B5EF4-FFF2-40B4-BE49-F238E27FC236}">
                <a16:creationId xmlns:a16="http://schemas.microsoft.com/office/drawing/2014/main" id="{E939D779-FD2D-4DCC-BAD1-100583E66759}"/>
              </a:ext>
            </a:extLst>
          </p:cNvPr>
          <p:cNvSpPr/>
          <p:nvPr/>
        </p:nvSpPr>
        <p:spPr>
          <a:xfrm>
            <a:off x="6699250" y="5354638"/>
            <a:ext cx="1071563" cy="460375"/>
          </a:xfrm>
          <a:prstGeom prst="flowChartDocument">
            <a:avLst/>
          </a:prstGeom>
          <a:solidFill>
            <a:srgbClr val="D2E100">
              <a:lumMod val="20000"/>
              <a:lumOff val="80000"/>
            </a:srgbClr>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Informations sur les </a:t>
            </a:r>
            <a:r>
              <a:rPr lang="fr-FR" sz="1050" kern="0" dirty="0" err="1">
                <a:solidFill>
                  <a:srgbClr val="3C3732"/>
                </a:solidFill>
                <a:latin typeface="Arial" pitchFamily="34" charset="0"/>
              </a:rPr>
              <a:t>CIs</a:t>
            </a:r>
            <a:endParaRPr lang="fr-FR" sz="1050" kern="0" dirty="0">
              <a:solidFill>
                <a:srgbClr val="3C3732"/>
              </a:solidFill>
              <a:latin typeface="Arial" pitchFamily="34" charset="0"/>
            </a:endParaRPr>
          </a:p>
        </p:txBody>
      </p:sp>
      <p:sp>
        <p:nvSpPr>
          <p:cNvPr id="134" name="Rectangle : coins arrondis 41">
            <a:extLst>
              <a:ext uri="{FF2B5EF4-FFF2-40B4-BE49-F238E27FC236}">
                <a16:creationId xmlns:a16="http://schemas.microsoft.com/office/drawing/2014/main" id="{51735AC7-D2E0-4053-8B83-9A768D9356AA}"/>
              </a:ext>
            </a:extLst>
          </p:cNvPr>
          <p:cNvSpPr/>
          <p:nvPr/>
        </p:nvSpPr>
        <p:spPr>
          <a:xfrm>
            <a:off x="187325" y="4157663"/>
            <a:ext cx="1484313" cy="723900"/>
          </a:xfrm>
          <a:prstGeom prst="roundRect">
            <a:avLst/>
          </a:prstGeom>
          <a:solidFill>
            <a:srgbClr val="D2E100">
              <a:lumMod val="20000"/>
              <a:lumOff val="80000"/>
            </a:srgbClr>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financière des services</a:t>
            </a:r>
          </a:p>
        </p:txBody>
      </p:sp>
      <p:cxnSp>
        <p:nvCxnSpPr>
          <p:cNvPr id="2078" name="Connecteur droit avec flèche 134">
            <a:extLst>
              <a:ext uri="{FF2B5EF4-FFF2-40B4-BE49-F238E27FC236}">
                <a16:creationId xmlns:a16="http://schemas.microsoft.com/office/drawing/2014/main" id="{2AE7695E-4CA0-4956-9529-1FDE3857FC25}"/>
              </a:ext>
            </a:extLst>
          </p:cNvPr>
          <p:cNvCxnSpPr>
            <a:cxnSpLocks/>
            <a:endCxn id="134" idx="3"/>
          </p:cNvCxnSpPr>
          <p:nvPr/>
        </p:nvCxnSpPr>
        <p:spPr bwMode="auto">
          <a:xfrm flipH="1">
            <a:off x="1671638" y="4519613"/>
            <a:ext cx="1373187"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36" name="Organigramme : Document 135">
            <a:extLst>
              <a:ext uri="{FF2B5EF4-FFF2-40B4-BE49-F238E27FC236}">
                <a16:creationId xmlns:a16="http://schemas.microsoft.com/office/drawing/2014/main" id="{B012D743-B778-4265-A8AB-1DAEBD80D3F2}"/>
              </a:ext>
            </a:extLst>
          </p:cNvPr>
          <p:cNvSpPr/>
          <p:nvPr/>
        </p:nvSpPr>
        <p:spPr>
          <a:xfrm>
            <a:off x="1806575" y="4289425"/>
            <a:ext cx="1139825" cy="460375"/>
          </a:xfrm>
          <a:prstGeom prst="flowChartDocument">
            <a:avLst/>
          </a:prstGeom>
          <a:solidFill>
            <a:srgbClr val="D2E100">
              <a:lumMod val="20000"/>
              <a:lumOff val="80000"/>
            </a:srgbClr>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Informations sur les services</a:t>
            </a:r>
          </a:p>
        </p:txBody>
      </p:sp>
      <p:sp>
        <p:nvSpPr>
          <p:cNvPr id="137" name="Rectangle : coins arrondis 47">
            <a:extLst>
              <a:ext uri="{FF2B5EF4-FFF2-40B4-BE49-F238E27FC236}">
                <a16:creationId xmlns:a16="http://schemas.microsoft.com/office/drawing/2014/main" id="{4F650B1C-B00C-4F3C-8D30-8E4300CD5DD1}"/>
              </a:ext>
            </a:extLst>
          </p:cNvPr>
          <p:cNvSpPr/>
          <p:nvPr/>
        </p:nvSpPr>
        <p:spPr>
          <a:xfrm>
            <a:off x="187325" y="2551113"/>
            <a:ext cx="1484313" cy="742950"/>
          </a:xfrm>
          <a:prstGeom prst="roundRect">
            <a:avLst/>
          </a:prstGeom>
          <a:solidFill>
            <a:srgbClr val="D2E100">
              <a:lumMod val="20000"/>
              <a:lumOff val="80000"/>
            </a:srgbClr>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de la continuité des services</a:t>
            </a:r>
          </a:p>
        </p:txBody>
      </p:sp>
      <p:sp>
        <p:nvSpPr>
          <p:cNvPr id="138" name="Rectangle : coins arrondis 34">
            <a:extLst>
              <a:ext uri="{FF2B5EF4-FFF2-40B4-BE49-F238E27FC236}">
                <a16:creationId xmlns:a16="http://schemas.microsoft.com/office/drawing/2014/main" id="{EDB55900-9D4C-4593-90EF-03E63B0B416D}"/>
              </a:ext>
            </a:extLst>
          </p:cNvPr>
          <p:cNvSpPr/>
          <p:nvPr/>
        </p:nvSpPr>
        <p:spPr>
          <a:xfrm>
            <a:off x="7524750" y="454025"/>
            <a:ext cx="1411288" cy="693738"/>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des incidents</a:t>
            </a:r>
          </a:p>
        </p:txBody>
      </p:sp>
      <p:cxnSp>
        <p:nvCxnSpPr>
          <p:cNvPr id="2082" name="Connecteur droit avec flèche 138">
            <a:extLst>
              <a:ext uri="{FF2B5EF4-FFF2-40B4-BE49-F238E27FC236}">
                <a16:creationId xmlns:a16="http://schemas.microsoft.com/office/drawing/2014/main" id="{BDB275F7-DC5E-4D96-93C6-00C60E7C2B8D}"/>
              </a:ext>
            </a:extLst>
          </p:cNvPr>
          <p:cNvCxnSpPr>
            <a:cxnSpLocks/>
          </p:cNvCxnSpPr>
          <p:nvPr/>
        </p:nvCxnSpPr>
        <p:spPr bwMode="auto">
          <a:xfrm flipH="1" flipV="1">
            <a:off x="8229600" y="1147763"/>
            <a:ext cx="0" cy="80010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40" name="Organigramme : Document 139">
            <a:extLst>
              <a:ext uri="{FF2B5EF4-FFF2-40B4-BE49-F238E27FC236}">
                <a16:creationId xmlns:a16="http://schemas.microsoft.com/office/drawing/2014/main" id="{748FA039-8D2F-4A74-807A-0EE3DB9B4B0F}"/>
              </a:ext>
            </a:extLst>
          </p:cNvPr>
          <p:cNvSpPr/>
          <p:nvPr/>
        </p:nvSpPr>
        <p:spPr>
          <a:xfrm>
            <a:off x="7851775" y="1336675"/>
            <a:ext cx="755650" cy="420688"/>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Analyses d’impact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28F46852-FAFE-4910-BEE7-C7EB0F7E6625}"/>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7171" name="Espace réservé du texte 2">
            <a:extLst>
              <a:ext uri="{FF2B5EF4-FFF2-40B4-BE49-F238E27FC236}">
                <a16:creationId xmlns:a16="http://schemas.microsoft.com/office/drawing/2014/main" id="{B32D40EA-8152-4799-BF3D-612BDB88015D}"/>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pPr>
            <a:r>
              <a:rPr lang="fr-FR" altLang="fr-FR" sz="1600">
                <a:solidFill>
                  <a:schemeClr val="tx2"/>
                </a:solidFill>
                <a:latin typeface="Arial" panose="020B0604020202020204" pitchFamily="34" charset="0"/>
              </a:rPr>
              <a:t>PRINCIPES</a:t>
            </a:r>
          </a:p>
        </p:txBody>
      </p:sp>
      <p:graphicFrame>
        <p:nvGraphicFramePr>
          <p:cNvPr id="6" name="Tableau 5">
            <a:extLst>
              <a:ext uri="{FF2B5EF4-FFF2-40B4-BE49-F238E27FC236}">
                <a16:creationId xmlns:a16="http://schemas.microsoft.com/office/drawing/2014/main" id="{85AC568A-6904-407B-A75E-F288EA05666E}"/>
              </a:ext>
            </a:extLst>
          </p:cNvPr>
          <p:cNvGraphicFramePr>
            <a:graphicFrameLocks noGrp="1"/>
          </p:cNvGraphicFramePr>
          <p:nvPr>
            <p:extLst>
              <p:ext uri="{D42A27DB-BD31-4B8C-83A1-F6EECF244321}">
                <p14:modId xmlns:p14="http://schemas.microsoft.com/office/powerpoint/2010/main" val="366235444"/>
              </p:ext>
            </p:extLst>
          </p:nvPr>
        </p:nvGraphicFramePr>
        <p:xfrm>
          <a:off x="134938" y="1649413"/>
          <a:ext cx="11860212" cy="4892674"/>
        </p:xfrm>
        <a:graphic>
          <a:graphicData uri="http://schemas.openxmlformats.org/drawingml/2006/table">
            <a:tbl>
              <a:tblPr firstRow="1" bandRow="1"/>
              <a:tblGrid>
                <a:gridCol w="6247668">
                  <a:extLst>
                    <a:ext uri="{9D8B030D-6E8A-4147-A177-3AD203B41FA5}">
                      <a16:colId xmlns:a16="http://schemas.microsoft.com/office/drawing/2014/main" val="20000"/>
                    </a:ext>
                  </a:extLst>
                </a:gridCol>
                <a:gridCol w="5612544">
                  <a:extLst>
                    <a:ext uri="{9D8B030D-6E8A-4147-A177-3AD203B41FA5}">
                      <a16:colId xmlns:a16="http://schemas.microsoft.com/office/drawing/2014/main" val="20001"/>
                    </a:ext>
                  </a:extLst>
                </a:gridCol>
              </a:tblGrid>
              <a:tr h="411533">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latin typeface="Arial" panose="020B0604020202020204" pitchFamily="34" charset="0"/>
                          <a:cs typeface="Arial" panose="020B0604020202020204" pitchFamily="34" charset="0"/>
                        </a:rPr>
                        <a:t>Principes fondamentaux</a:t>
                      </a:r>
                    </a:p>
                  </a:txBody>
                  <a:tcPr marL="91436" marR="91436" marT="45726" marB="45726">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36" marR="91436" marT="45726" marB="45726">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70888">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Tx/>
                        <a:buSzTx/>
                        <a:buFont typeface="Wingdings" pitchFamily="2" charset="2"/>
                        <a:buChar char="§"/>
                        <a:tabLst/>
                        <a:defRPr/>
                      </a:pPr>
                      <a:r>
                        <a:rPr lang="fr-FR" sz="1200" kern="1200" dirty="0">
                          <a:latin typeface="Arial" panose="020B0604020202020204" pitchFamily="34" charset="0"/>
                          <a:cs typeface="Arial" panose="020B0604020202020204" pitchFamily="34" charset="0"/>
                        </a:rPr>
                        <a:t>Le propriétaire du processus gestion des configurations est identifié</a:t>
                      </a:r>
                    </a:p>
                  </a:txBody>
                  <a:tcPr marL="91436" marR="91436" marT="45726" marB="45726">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tc rowSpan="8">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l" defTabSz="1038977" rtl="0" eaLnBrk="1" fontAlgn="auto" latinLnBrk="0" hangingPunct="1">
                        <a:lnSpc>
                          <a:spcPct val="100000"/>
                        </a:lnSpc>
                        <a:spcBef>
                          <a:spcPts val="0"/>
                        </a:spcBef>
                        <a:spcAft>
                          <a:spcPts val="0"/>
                        </a:spcAft>
                        <a:buClrTx/>
                        <a:buSzTx/>
                        <a:buFontTx/>
                        <a:buNone/>
                        <a:tabLst/>
                        <a:defRPr/>
                      </a:pPr>
                      <a:r>
                        <a:rPr lang="fr-FR" sz="1200" dirty="0">
                          <a:latin typeface="Arial" panose="020B0604020202020204" pitchFamily="34" charset="0"/>
                          <a:cs typeface="Arial" panose="020B0604020202020204" pitchFamily="34" charset="0"/>
                        </a:rPr>
                        <a:t>Le propriétaire de la gestion des configurations est à nommer, il sera garant des performances du processus et rendra compte des résultats et des décisions à prendre à une instance collégiale transverse.</a:t>
                      </a:r>
                    </a:p>
                    <a:p>
                      <a:endParaRPr lang="fr-FR" sz="1200" dirty="0">
                        <a:latin typeface="Arial" panose="020B0604020202020204" pitchFamily="34" charset="0"/>
                        <a:cs typeface="Arial" panose="020B0604020202020204" pitchFamily="34" charset="0"/>
                      </a:endParaRPr>
                    </a:p>
                    <a:p>
                      <a:r>
                        <a:rPr lang="fr-FR" sz="1200" b="1" dirty="0">
                          <a:latin typeface="Arial" panose="020B0604020202020204" pitchFamily="34" charset="0"/>
                          <a:cs typeface="Arial" panose="020B0604020202020204" pitchFamily="34" charset="0"/>
                        </a:rPr>
                        <a:t>Les rôles restent à préciser  </a:t>
                      </a:r>
                      <a:r>
                        <a:rPr lang="fr-FR" sz="1200" dirty="0">
                          <a:latin typeface="Arial" panose="020B0604020202020204" pitchFamily="34" charset="0"/>
                          <a:cs typeface="Arial" panose="020B0604020202020204" pitchFamily="34" charset="0"/>
                        </a:rPr>
                        <a:t>: </a:t>
                      </a:r>
                    </a:p>
                    <a:p>
                      <a:pPr marL="171450" indent="-171450">
                        <a:buFont typeface="Wingdings" panose="05000000000000000000" pitchFamily="2" charset="2"/>
                        <a:buChar char="§"/>
                      </a:pPr>
                      <a:r>
                        <a:rPr lang="fr-FR" sz="1200" kern="1200" dirty="0">
                          <a:latin typeface="Arial" panose="020B0604020202020204" pitchFamily="34" charset="0"/>
                          <a:cs typeface="Arial" panose="020B0604020202020204" pitchFamily="34" charset="0"/>
                        </a:rPr>
                        <a:t>Les propriétaires des familles de CI sont garant du contenant (ils définissent le plan de gestion des configurations </a:t>
                      </a:r>
                      <a:r>
                        <a:rPr lang="fr-FR" sz="1200" kern="1200">
                          <a:latin typeface="Arial" panose="020B0604020202020204" pitchFamily="34" charset="0"/>
                          <a:cs typeface="Arial" panose="020B0604020202020204" pitchFamily="34" charset="0"/>
                        </a:rPr>
                        <a:t>de </a:t>
                      </a:r>
                      <a:r>
                        <a:rPr lang="fr-FR" sz="1200" kern="1200" smtClean="0">
                          <a:latin typeface="Arial" panose="020B0604020202020204" pitchFamily="34" charset="0"/>
                          <a:cs typeface="Arial" panose="020B0604020202020204" pitchFamily="34" charset="0"/>
                        </a:rPr>
                        <a:t>leur famille </a:t>
                      </a:r>
                      <a:r>
                        <a:rPr lang="fr-FR" sz="1200" kern="1200" dirty="0">
                          <a:latin typeface="Arial" panose="020B0604020202020204" pitchFamily="34" charset="0"/>
                          <a:cs typeface="Arial" panose="020B0604020202020204" pitchFamily="34" charset="0"/>
                        </a:rPr>
                        <a:t>de CI)</a:t>
                      </a:r>
                    </a:p>
                    <a:p>
                      <a:pPr marL="171450" indent="-171450">
                        <a:buFont typeface="Wingdings" panose="05000000000000000000" pitchFamily="2" charset="2"/>
                        <a:buChar char="§"/>
                      </a:pPr>
                      <a:r>
                        <a:rPr lang="fr-FR" sz="1200" kern="1200" dirty="0">
                          <a:latin typeface="Arial" panose="020B0604020202020204" pitchFamily="34" charset="0"/>
                          <a:cs typeface="Arial" panose="020B0604020202020204" pitchFamily="34" charset="0"/>
                        </a:rPr>
                        <a:t>Les gestionnaires répartis de manière cohérente </a:t>
                      </a:r>
                      <a:r>
                        <a:rPr lang="fr-FR" sz="1200" dirty="0">
                          <a:latin typeface="Arial" panose="020B0604020202020204" pitchFamily="34" charset="0"/>
                          <a:cs typeface="Arial" panose="020B0604020202020204" pitchFamily="34" charset="0"/>
                        </a:rPr>
                        <a:t>selon des périmètres fonctionnels et/ou organisationnels sont garant du contenu (ils s’assurent que les CI sont à jour dans la CMDB, conformément au plan de gestion des configurations)</a:t>
                      </a:r>
                    </a:p>
                    <a:p>
                      <a:pPr marL="171450" indent="-171450">
                        <a:buFont typeface="Wingdings" panose="05000000000000000000" pitchFamily="2" charset="2"/>
                        <a:buChar char="§"/>
                      </a:pPr>
                      <a:endParaRPr lang="fr-FR" sz="1200" dirty="0">
                        <a:latin typeface="Arial" panose="020B0604020202020204" pitchFamily="34" charset="0"/>
                        <a:cs typeface="Arial" panose="020B0604020202020204" pitchFamily="34" charset="0"/>
                      </a:endParaRPr>
                    </a:p>
                    <a:p>
                      <a:pPr marL="0" indent="0">
                        <a:buFont typeface="Arial" panose="020B0604020202020204" pitchFamily="34" charset="0"/>
                        <a:buNone/>
                      </a:pPr>
                      <a:r>
                        <a:rPr lang="fr-FR" sz="1200" dirty="0">
                          <a:latin typeface="Arial" panose="020B0604020202020204" pitchFamily="34" charset="0"/>
                          <a:cs typeface="Arial" panose="020B0604020202020204" pitchFamily="34" charset="0"/>
                        </a:rPr>
                        <a:t>Mettre en place des canaux de détection (via le SD et autres, …) et rediriger vers les gestionnaires des configurations pour identifier et traiter les écarts et leurs causes. La détection des écarts, la réalisation des audits pourront être facilités par des fonctionnalités de « découverte » de l’outil ITSM. La mise à jour de la CMDB via ces fonctionnalités devra être contrôlée.</a:t>
                      </a:r>
                    </a:p>
                    <a:p>
                      <a:pPr marL="0" indent="0">
                        <a:buFont typeface="Arial" panose="020B0604020202020204" pitchFamily="34" charset="0"/>
                        <a:buNone/>
                      </a:pPr>
                      <a:endParaRPr lang="fr-FR" sz="1200" dirty="0">
                        <a:latin typeface="Arial" panose="020B0604020202020204" pitchFamily="34" charset="0"/>
                        <a:cs typeface="Arial" panose="020B0604020202020204" pitchFamily="34" charset="0"/>
                      </a:endParaRPr>
                    </a:p>
                    <a:p>
                      <a:pPr marL="0" indent="0">
                        <a:buFont typeface="Arial" panose="020B0604020202020204" pitchFamily="34" charset="0"/>
                        <a:buNone/>
                      </a:pPr>
                      <a:r>
                        <a:rPr lang="fr-FR" sz="1200" dirty="0">
                          <a:latin typeface="Arial" panose="020B0604020202020204" pitchFamily="34" charset="0"/>
                          <a:cs typeface="Arial" panose="020B0604020202020204" pitchFamily="34" charset="0"/>
                        </a:rPr>
                        <a:t>Mettre en place une structure d’analystes de la CMDB/CMS en capacité de produire et diffuser les extractions pertinentes en regard des informations attendues. La mise à disposition des informations de la CMDB pourra être facilité via un accès direct des utilisateurs finaux à la CMDB</a:t>
                      </a:r>
                    </a:p>
                  </a:txBody>
                  <a:tcPr marL="91436" marR="91436" marT="45726" marB="45726">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640163">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09161" marR="0" lvl="1" indent="-171450" algn="l" defTabSz="457200" rtl="0" eaLnBrk="1" fontAlgn="auto" latinLnBrk="0" hangingPunct="1">
                        <a:lnSpc>
                          <a:spcPct val="100000"/>
                        </a:lnSpc>
                        <a:spcBef>
                          <a:spcPts val="0"/>
                        </a:spcBef>
                        <a:spcAft>
                          <a:spcPts val="0"/>
                        </a:spcAft>
                        <a:buClrTx/>
                        <a:buSzTx/>
                        <a:buFont typeface="Wingdings" pitchFamily="2" charset="2"/>
                        <a:buChar char="§"/>
                        <a:tabLst/>
                        <a:defRPr/>
                      </a:pPr>
                      <a:r>
                        <a:rPr lang="fr-FR" sz="1200" kern="1200" dirty="0">
                          <a:latin typeface="Arial" panose="020B0604020202020204" pitchFamily="34" charset="0"/>
                          <a:cs typeface="Arial" panose="020B0604020202020204" pitchFamily="34" charset="0"/>
                        </a:rPr>
                        <a:t>Le (ou les) gestionnaire(s) des configurations est (sont) identifié(s) : </a:t>
                      </a:r>
                      <a:r>
                        <a:rPr lang="fr-FR" sz="1200" dirty="0">
                          <a:latin typeface="Arial" panose="020B0604020202020204" pitchFamily="34" charset="0"/>
                          <a:cs typeface="Arial" panose="020B0604020202020204" pitchFamily="34" charset="0"/>
                        </a:rPr>
                        <a:t>Un gestionnaire principal anime un collège de gestionnaires à répartir de manière cohérente selon des périmètres fonctionnels et/ou organisationnels</a:t>
                      </a:r>
                    </a:p>
                  </a:txBody>
                  <a:tcPr marL="91436" marR="91436" marT="45726" marB="4572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tc vMerge="1">
                  <a:txBody>
                    <a:bodyPr/>
                    <a:lstStyle/>
                    <a:p>
                      <a:endParaRPr lang="fr-FR" sz="1200" dirty="0"/>
                    </a:p>
                  </a:txBody>
                  <a:tcPr/>
                </a:tc>
                <a:extLst>
                  <a:ext uri="{0D108BD9-81ED-4DB2-BD59-A6C34878D82A}">
                    <a16:rowId xmlns:a16="http://schemas.microsoft.com/office/drawing/2014/main" val="10002"/>
                  </a:ext>
                </a:extLst>
              </a:tr>
              <a:tr h="640163">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09161" marR="0" lvl="1" indent="-171450" algn="l" defTabSz="457200" rtl="0" eaLnBrk="1" fontAlgn="auto" latinLnBrk="0" hangingPunct="1">
                        <a:lnSpc>
                          <a:spcPct val="100000"/>
                        </a:lnSpc>
                        <a:spcBef>
                          <a:spcPts val="0"/>
                        </a:spcBef>
                        <a:spcAft>
                          <a:spcPts val="0"/>
                        </a:spcAft>
                        <a:buClrTx/>
                        <a:buSzTx/>
                        <a:buFont typeface="Wingdings" pitchFamily="2" charset="2"/>
                        <a:buChar char="§"/>
                        <a:tabLst/>
                        <a:defRPr/>
                      </a:pPr>
                      <a:r>
                        <a:rPr lang="fr-FR" sz="1200" kern="1200" dirty="0">
                          <a:latin typeface="Arial" panose="020B0604020202020204" pitchFamily="34" charset="0"/>
                          <a:cs typeface="Arial" panose="020B0604020202020204" pitchFamily="34" charset="0"/>
                        </a:rPr>
                        <a:t>Les propriétaires des familles de CI sont identifiés. Un </a:t>
                      </a:r>
                      <a:r>
                        <a:rPr lang="fr-FR" sz="1200" kern="1200" dirty="0" smtClean="0">
                          <a:latin typeface="Arial" panose="020B0604020202020204" pitchFamily="34" charset="0"/>
                          <a:cs typeface="Arial" panose="020B0604020202020204" pitchFamily="34" charset="0"/>
                        </a:rPr>
                        <a:t>propriétaire </a:t>
                      </a:r>
                      <a:r>
                        <a:rPr lang="fr-FR" sz="1200" kern="1200" dirty="0">
                          <a:latin typeface="Arial" panose="020B0604020202020204" pitchFamily="34" charset="0"/>
                          <a:cs typeface="Arial" panose="020B0604020202020204" pitchFamily="34" charset="0"/>
                        </a:rPr>
                        <a:t>de famille de CI est garant des caractéristiques qui seront à gérer dans la CMDB/CMS (statuts, attributs, relations) et s’assure de leur bonne mise à jour une fois les CI créés.</a:t>
                      </a:r>
                    </a:p>
                  </a:txBody>
                  <a:tcPr marL="91436" marR="91436" marT="45726" marB="4572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tc vMerge="1">
                  <a:txBody>
                    <a:bodyPr/>
                    <a:lstStyle/>
                    <a:p>
                      <a:endParaRPr lang="fr-FR" sz="1200" dirty="0"/>
                    </a:p>
                  </a:txBody>
                  <a:tcPr/>
                </a:tc>
                <a:extLst>
                  <a:ext uri="{0D108BD9-81ED-4DB2-BD59-A6C34878D82A}">
                    <a16:rowId xmlns:a16="http://schemas.microsoft.com/office/drawing/2014/main" val="10003"/>
                  </a:ext>
                </a:extLst>
              </a:tr>
              <a:tr h="823067">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09161" marR="0" lvl="1" indent="-171450" algn="l" defTabSz="457200" rtl="0" eaLnBrk="1" fontAlgn="auto" latinLnBrk="0" hangingPunct="1">
                        <a:lnSpc>
                          <a:spcPct val="100000"/>
                        </a:lnSpc>
                        <a:spcBef>
                          <a:spcPts val="0"/>
                        </a:spcBef>
                        <a:spcAft>
                          <a:spcPts val="0"/>
                        </a:spcAft>
                        <a:buClrTx/>
                        <a:buSzTx/>
                        <a:buFont typeface="Wingdings" pitchFamily="2" charset="2"/>
                        <a:buChar char="§"/>
                        <a:tabLst/>
                        <a:defRPr/>
                      </a:pPr>
                      <a:r>
                        <a:rPr lang="fr-FR" sz="1200" kern="1200" dirty="0">
                          <a:latin typeface="Arial" panose="020B0604020202020204" pitchFamily="34" charset="0"/>
                          <a:cs typeface="Arial" panose="020B0604020202020204" pitchFamily="34" charset="0"/>
                        </a:rPr>
                        <a:t>Les activités principales de la gestion des actifs de service et des configurations sont  :</a:t>
                      </a:r>
                    </a:p>
                    <a:p>
                      <a:pPr marL="109161" marR="0" lvl="1" indent="-171450" algn="l" defTabSz="457200" rtl="0" eaLnBrk="1" fontAlgn="auto" latinLnBrk="0" hangingPunct="1">
                        <a:lnSpc>
                          <a:spcPct val="100000"/>
                        </a:lnSpc>
                        <a:spcBef>
                          <a:spcPts val="0"/>
                        </a:spcBef>
                        <a:spcAft>
                          <a:spcPts val="0"/>
                        </a:spcAft>
                        <a:buClrTx/>
                        <a:buSzTx/>
                        <a:buFont typeface="Wingdings" pitchFamily="2" charset="2"/>
                        <a:buChar char="§"/>
                        <a:tabLst/>
                        <a:defRPr/>
                      </a:pPr>
                      <a:endParaRPr lang="fr-FR" sz="1200" kern="1200" dirty="0">
                        <a:latin typeface="Arial" panose="020B0604020202020204" pitchFamily="34" charset="0"/>
                        <a:cs typeface="Arial" panose="020B0604020202020204" pitchFamily="34" charset="0"/>
                      </a:endParaRPr>
                    </a:p>
                    <a:p>
                      <a:pPr marL="628650" marR="0" lvl="2" indent="-171450" algn="l" defTabSz="457200" rtl="0" eaLnBrk="1" fontAlgn="auto" latinLnBrk="0" hangingPunct="1">
                        <a:lnSpc>
                          <a:spcPct val="100000"/>
                        </a:lnSpc>
                        <a:spcBef>
                          <a:spcPts val="0"/>
                        </a:spcBef>
                        <a:spcAft>
                          <a:spcPts val="0"/>
                        </a:spcAft>
                        <a:buClrTx/>
                        <a:buSzTx/>
                        <a:buFont typeface="Wingdings" pitchFamily="2" charset="2"/>
                        <a:buChar char="§"/>
                        <a:tabLst/>
                        <a:defRPr/>
                      </a:pPr>
                      <a:r>
                        <a:rPr lang="fr-FR" sz="1200" kern="1200" dirty="0">
                          <a:latin typeface="Arial" panose="020B0604020202020204" pitchFamily="34" charset="0"/>
                          <a:cs typeface="Arial" panose="020B0604020202020204" pitchFamily="34" charset="0"/>
                        </a:rPr>
                        <a:t>Planifier la gestion des configurations </a:t>
                      </a:r>
                    </a:p>
                    <a:p>
                      <a:pPr marL="457200" marR="0" lvl="2" indent="0" algn="l" defTabSz="457200" rtl="0" eaLnBrk="1" fontAlgn="auto" latinLnBrk="0" hangingPunct="1">
                        <a:lnSpc>
                          <a:spcPct val="100000"/>
                        </a:lnSpc>
                        <a:spcBef>
                          <a:spcPts val="0"/>
                        </a:spcBef>
                        <a:spcAft>
                          <a:spcPts val="0"/>
                        </a:spcAft>
                        <a:buClrTx/>
                        <a:buSzTx/>
                        <a:buFont typeface="Wingdings" pitchFamily="2" charset="2"/>
                        <a:buNone/>
                        <a:tabLst/>
                        <a:defRPr/>
                      </a:pPr>
                      <a:endParaRPr lang="fr-FR" sz="1200" kern="1200" dirty="0">
                        <a:latin typeface="Arial" panose="020B0604020202020204" pitchFamily="34" charset="0"/>
                        <a:cs typeface="Arial" panose="020B0604020202020204" pitchFamily="34" charset="0"/>
                      </a:endParaRPr>
                    </a:p>
                  </a:txBody>
                  <a:tcPr marL="91436" marR="91436" marT="45726" marB="4572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tc vMerge="1">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endParaRPr lang="fr-FR" sz="1200" kern="1200" dirty="0"/>
                    </a:p>
                  </a:txBody>
                  <a:tcPr/>
                </a:tc>
                <a:extLst>
                  <a:ext uri="{0D108BD9-81ED-4DB2-BD59-A6C34878D82A}">
                    <a16:rowId xmlns:a16="http://schemas.microsoft.com/office/drawing/2014/main" val="10004"/>
                  </a:ext>
                </a:extLst>
              </a:tr>
              <a:tr h="370888">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628650" marR="0" lvl="2" indent="-171450" algn="l" defTabSz="457200" rtl="0" eaLnBrk="1" fontAlgn="auto" latinLnBrk="0" hangingPunct="1">
                        <a:lnSpc>
                          <a:spcPct val="100000"/>
                        </a:lnSpc>
                        <a:spcBef>
                          <a:spcPts val="0"/>
                        </a:spcBef>
                        <a:spcAft>
                          <a:spcPts val="0"/>
                        </a:spcAft>
                        <a:buClrTx/>
                        <a:buSzTx/>
                        <a:buFont typeface="Wingdings" pitchFamily="2" charset="2"/>
                        <a:buChar char="§"/>
                        <a:tabLst/>
                        <a:defRPr/>
                      </a:pPr>
                      <a:r>
                        <a:rPr lang="fr-FR" sz="1200" kern="1200" dirty="0">
                          <a:latin typeface="Arial" panose="020B0604020202020204" pitchFamily="34" charset="0"/>
                          <a:cs typeface="Arial" panose="020B0604020202020204" pitchFamily="34" charset="0"/>
                        </a:rPr>
                        <a:t>Mettre à jour les CI de façon contrôlée</a:t>
                      </a:r>
                    </a:p>
                  </a:txBody>
                  <a:tcPr marL="91436" marR="91436" marT="45726" marB="4572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tc vMerge="1">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endParaRPr lang="fr-FR" sz="1200" dirty="0"/>
                    </a:p>
                  </a:txBody>
                  <a:tcPr/>
                </a:tc>
                <a:extLst>
                  <a:ext uri="{0D108BD9-81ED-4DB2-BD59-A6C34878D82A}">
                    <a16:rowId xmlns:a16="http://schemas.microsoft.com/office/drawing/2014/main" val="10005"/>
                  </a:ext>
                </a:extLst>
              </a:tr>
              <a:tr h="370888">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628650" marR="0" lvl="2" indent="-171450" algn="l" defTabSz="457200" rtl="0" eaLnBrk="1" fontAlgn="auto" latinLnBrk="0" hangingPunct="1">
                        <a:lnSpc>
                          <a:spcPct val="100000"/>
                        </a:lnSpc>
                        <a:spcBef>
                          <a:spcPts val="0"/>
                        </a:spcBef>
                        <a:spcAft>
                          <a:spcPts val="0"/>
                        </a:spcAft>
                        <a:buClrTx/>
                        <a:buSzTx/>
                        <a:buFont typeface="Wingdings" pitchFamily="2" charset="2"/>
                        <a:buChar char="§"/>
                        <a:tabLst/>
                        <a:defRPr/>
                      </a:pPr>
                      <a:r>
                        <a:rPr lang="fr-FR" sz="1200" kern="1200" dirty="0">
                          <a:solidFill>
                            <a:schemeClr val="dk1"/>
                          </a:solidFill>
                          <a:latin typeface="Arial" panose="020B0604020202020204" pitchFamily="34" charset="0"/>
                          <a:ea typeface="+mn-ea"/>
                          <a:cs typeface="Arial" panose="020B0604020202020204" pitchFamily="34" charset="0"/>
                        </a:rPr>
                        <a:t>Détecter et traiter les incohérences entre la CMDB/CSM et la réalité du terrain</a:t>
                      </a:r>
                    </a:p>
                  </a:txBody>
                  <a:tcPr marL="91436" marR="91436" marT="45726" marB="4572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tc vMerge="1">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endParaRPr lang="fr-FR" sz="1200" dirty="0"/>
                    </a:p>
                  </a:txBody>
                  <a:tcPr/>
                </a:tc>
                <a:extLst>
                  <a:ext uri="{0D108BD9-81ED-4DB2-BD59-A6C34878D82A}">
                    <a16:rowId xmlns:a16="http://schemas.microsoft.com/office/drawing/2014/main" val="10006"/>
                  </a:ext>
                </a:extLst>
              </a:tr>
              <a:tr h="370888">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628650" marR="0" lvl="2" indent="-171450" algn="l" defTabSz="457200" rtl="0" eaLnBrk="1" fontAlgn="auto" latinLnBrk="0" hangingPunct="1">
                        <a:lnSpc>
                          <a:spcPct val="100000"/>
                        </a:lnSpc>
                        <a:spcBef>
                          <a:spcPts val="0"/>
                        </a:spcBef>
                        <a:spcAft>
                          <a:spcPts val="0"/>
                        </a:spcAft>
                        <a:buClrTx/>
                        <a:buSzTx/>
                        <a:buFont typeface="Wingdings" pitchFamily="2" charset="2"/>
                        <a:buChar char="§"/>
                        <a:tabLst/>
                        <a:defRPr/>
                      </a:pPr>
                      <a:r>
                        <a:rPr lang="fr-FR" sz="1200" kern="1200" dirty="0">
                          <a:solidFill>
                            <a:schemeClr val="dk1"/>
                          </a:solidFill>
                          <a:latin typeface="Arial" panose="020B0604020202020204" pitchFamily="34" charset="0"/>
                          <a:ea typeface="+mn-ea"/>
                          <a:cs typeface="Arial" panose="020B0604020202020204" pitchFamily="34" charset="0"/>
                        </a:rPr>
                        <a:t>Extraire et exploiter les informations sur les CI (Rapports, Indicateurs, …) </a:t>
                      </a:r>
                    </a:p>
                  </a:txBody>
                  <a:tcPr marL="91436" marR="91436" marT="45726" marB="4572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tc vMerge="1">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endParaRPr lang="fr-FR" sz="1200" dirty="0"/>
                    </a:p>
                  </a:txBody>
                  <a:tcPr/>
                </a:tc>
                <a:extLst>
                  <a:ext uri="{0D108BD9-81ED-4DB2-BD59-A6C34878D82A}">
                    <a16:rowId xmlns:a16="http://schemas.microsoft.com/office/drawing/2014/main" val="10007"/>
                  </a:ext>
                </a:extLst>
              </a:tr>
              <a:tr h="894196">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628650" marR="0" lvl="2" indent="-171450" algn="l" defTabSz="457200" rtl="0" eaLnBrk="1" fontAlgn="auto" latinLnBrk="0" hangingPunct="1">
                        <a:lnSpc>
                          <a:spcPct val="100000"/>
                        </a:lnSpc>
                        <a:spcBef>
                          <a:spcPts val="0"/>
                        </a:spcBef>
                        <a:spcAft>
                          <a:spcPts val="0"/>
                        </a:spcAft>
                        <a:buClrTx/>
                        <a:buSzTx/>
                        <a:buFont typeface="Wingdings" pitchFamily="2" charset="2"/>
                        <a:buChar char="§"/>
                        <a:tabLst/>
                        <a:defRPr/>
                      </a:pPr>
                      <a:r>
                        <a:rPr lang="fr-FR" sz="1200" kern="1200" dirty="0">
                          <a:solidFill>
                            <a:schemeClr val="dk1"/>
                          </a:solidFill>
                          <a:latin typeface="Arial" panose="020B0604020202020204" pitchFamily="34" charset="0"/>
                          <a:ea typeface="+mn-ea"/>
                          <a:cs typeface="Arial" panose="020B0604020202020204" pitchFamily="34" charset="0"/>
                        </a:rPr>
                        <a:t>Auditer la CMDB/CMS (Planifier les audits et s’assurer dans la durée de la fiabilité de la CMDB/CMS : via des audits physiques et autres)</a:t>
                      </a:r>
                    </a:p>
                  </a:txBody>
                  <a:tcPr marL="91436" marR="91436" marT="45726" marB="45726">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tc vMerge="1">
                  <a:txBody>
                    <a:bodyPr/>
                    <a:lstStyle/>
                    <a:p>
                      <a:pPr marL="0" marR="0" lvl="0" indent="0" algn="l" defTabSz="1038977" rtl="0" eaLnBrk="1" fontAlgn="auto" latinLnBrk="0" hangingPunct="1">
                        <a:lnSpc>
                          <a:spcPct val="100000"/>
                        </a:lnSpc>
                        <a:spcBef>
                          <a:spcPts val="0"/>
                        </a:spcBef>
                        <a:spcAft>
                          <a:spcPts val="0"/>
                        </a:spcAft>
                        <a:buClrTx/>
                        <a:buSzTx/>
                        <a:buFontTx/>
                        <a:buNone/>
                        <a:tabLst/>
                        <a:defRPr/>
                      </a:pPr>
                      <a:endParaRPr lang="fr-FR" sz="1200" dirty="0"/>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6D4BCF41-B2A8-48B3-8DE4-539AE72ACAF9}"/>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8195" name="Espace réservé du texte 2">
            <a:extLst>
              <a:ext uri="{FF2B5EF4-FFF2-40B4-BE49-F238E27FC236}">
                <a16:creationId xmlns:a16="http://schemas.microsoft.com/office/drawing/2014/main" id="{29BED8EF-5BEE-4403-9787-24E3EB0353EE}"/>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a:t>
            </a:r>
          </a:p>
        </p:txBody>
      </p:sp>
      <p:pic>
        <p:nvPicPr>
          <p:cNvPr id="8" name="Picture 6">
            <a:extLst>
              <a:ext uri="{FF2B5EF4-FFF2-40B4-BE49-F238E27FC236}">
                <a16:creationId xmlns:a16="http://schemas.microsoft.com/office/drawing/2014/main" id="{9D581490-9324-4607-ADF6-6D86C4CE01E8}"/>
              </a:ext>
            </a:extLst>
          </p:cNvPr>
          <p:cNvPicPr>
            <a:picLocks noChangeAspect="1" noChangeArrowheads="1"/>
          </p:cNvPicPr>
          <p:nvPr/>
        </p:nvPicPr>
        <p:blipFill>
          <a:blip r:embed="rId2" cstate="print">
            <a:duotone>
              <a:prstClr val="black"/>
              <a:srgbClr val="009AA6">
                <a:tint val="45000"/>
                <a:satMod val="400000"/>
              </a:srgbClr>
            </a:duotone>
            <a:extLst>
              <a:ext uri="{28A0092B-C50C-407E-A947-70E740481C1C}">
                <a14:useLocalDpi xmlns:a14="http://schemas.microsoft.com/office/drawing/2010/main" val="0"/>
              </a:ext>
            </a:extLst>
          </a:blip>
          <a:srcRect l="6976" r="1550"/>
          <a:stretch>
            <a:fillRect/>
          </a:stretch>
        </p:blipFill>
        <p:spPr bwMode="auto">
          <a:xfrm>
            <a:off x="909194" y="2277666"/>
            <a:ext cx="8429625" cy="273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sp>
        <p:nvSpPr>
          <p:cNvPr id="8197" name="Espace réservé du texte 2">
            <a:extLst>
              <a:ext uri="{FF2B5EF4-FFF2-40B4-BE49-F238E27FC236}">
                <a16:creationId xmlns:a16="http://schemas.microsoft.com/office/drawing/2014/main" id="{E3DDA7ED-483E-4827-A3D9-62E79C2151D3}"/>
              </a:ext>
            </a:extLst>
          </p:cNvPr>
          <p:cNvSpPr txBox="1">
            <a:spLocks/>
          </p:cNvSpPr>
          <p:nvPr/>
        </p:nvSpPr>
        <p:spPr bwMode="auto">
          <a:xfrm>
            <a:off x="168275" y="1341438"/>
            <a:ext cx="11599863" cy="465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rgbClr val="009AA6"/>
              </a:buClr>
              <a:buSzPct val="110000"/>
            </a:pPr>
            <a:endParaRPr lang="fr-FR" altLang="fr-FR" sz="1600">
              <a:solidFill>
                <a:srgbClr val="009AA6"/>
              </a:solidFill>
              <a:latin typeface="Arial" panose="020B0604020202020204" pitchFamily="34" charset="0"/>
            </a:endParaRPr>
          </a:p>
          <a:p>
            <a:pPr lvl="1" defTabSz="914400" eaLnBrk="1" hangingPunct="1">
              <a:buClr>
                <a:srgbClr val="3C3732"/>
              </a:buClr>
              <a:buFont typeface="Wingdings" panose="05000000000000000000" pitchFamily="2" charset="2"/>
              <a:buChar char="§"/>
            </a:pPr>
            <a:r>
              <a:rPr lang="fr-FR" altLang="fr-FR" sz="1400" b="1">
                <a:solidFill>
                  <a:srgbClr val="3C3732"/>
                </a:solidFill>
                <a:latin typeface="Arial" panose="020B0604020202020204" pitchFamily="34" charset="0"/>
              </a:rPr>
              <a:t>La Gestion des Configurations fournit un modèle logique de l’infrastructure et de ses services (identifiés comme des éléments de configuration ou CI) pour être la source d’information fiable et à jour de l’état de l’infrastructure.</a:t>
            </a:r>
          </a:p>
          <a:p>
            <a:pPr lvl="1" defTabSz="914400" eaLnBrk="1" hangingPunct="1">
              <a:buClr>
                <a:srgbClr val="3C3732"/>
              </a:buClr>
              <a:buFont typeface="Wingdings" panose="05000000000000000000" pitchFamily="2" charset="2"/>
              <a:buChar char="§"/>
            </a:pPr>
            <a:endParaRPr lang="fr-FR" altLang="fr-FR" sz="1400" b="1">
              <a:solidFill>
                <a:srgbClr val="3C3732"/>
              </a:solidFill>
              <a:latin typeface="Arial" panose="020B0604020202020204" pitchFamily="34" charset="0"/>
            </a:endParaRPr>
          </a:p>
          <a:p>
            <a:pPr lvl="1" defTabSz="914400" eaLnBrk="1" hangingPunct="1">
              <a:buClr>
                <a:srgbClr val="3C3732"/>
              </a:buClr>
              <a:buFont typeface="Wingdings" panose="05000000000000000000" pitchFamily="2" charset="2"/>
              <a:buChar char="§"/>
            </a:pPr>
            <a:endParaRPr lang="fr-FR" altLang="fr-FR" sz="1400" b="1">
              <a:solidFill>
                <a:srgbClr val="3C3732"/>
              </a:solidFill>
              <a:latin typeface="Arial" panose="020B0604020202020204" pitchFamily="34" charset="0"/>
            </a:endParaRPr>
          </a:p>
          <a:p>
            <a:pPr lvl="1" defTabSz="914400" eaLnBrk="1" hangingPunct="1">
              <a:buClr>
                <a:srgbClr val="3C3732"/>
              </a:buClr>
              <a:buFont typeface="Wingdings" panose="05000000000000000000" pitchFamily="2" charset="2"/>
              <a:buChar char="§"/>
            </a:pPr>
            <a:endParaRPr lang="fr-FR" altLang="fr-FR" sz="1400" b="1">
              <a:solidFill>
                <a:srgbClr val="3C3732"/>
              </a:solidFill>
              <a:latin typeface="Arial" panose="020B0604020202020204" pitchFamily="34" charset="0"/>
            </a:endParaRPr>
          </a:p>
          <a:p>
            <a:pPr lvl="1" defTabSz="914400" eaLnBrk="1" hangingPunct="1">
              <a:buClr>
                <a:srgbClr val="3C3732"/>
              </a:buClr>
              <a:buFont typeface="Wingdings" panose="05000000000000000000" pitchFamily="2" charset="2"/>
              <a:buChar char="§"/>
            </a:pPr>
            <a:endParaRPr lang="fr-FR" altLang="fr-FR" sz="1400" b="1">
              <a:solidFill>
                <a:srgbClr val="3C3732"/>
              </a:solidFill>
              <a:latin typeface="Arial" panose="020B0604020202020204" pitchFamily="34" charset="0"/>
            </a:endParaRPr>
          </a:p>
          <a:p>
            <a:pPr lvl="1" defTabSz="914400" eaLnBrk="1" hangingPunct="1">
              <a:buClr>
                <a:srgbClr val="3C3732"/>
              </a:buClr>
              <a:buFont typeface="Wingdings" panose="05000000000000000000" pitchFamily="2" charset="2"/>
              <a:buChar char="§"/>
            </a:pPr>
            <a:endParaRPr lang="fr-FR" altLang="fr-FR" sz="1400" b="1">
              <a:solidFill>
                <a:srgbClr val="3C3732"/>
              </a:solidFill>
              <a:latin typeface="Arial" panose="020B0604020202020204" pitchFamily="34" charset="0"/>
            </a:endParaRPr>
          </a:p>
          <a:p>
            <a:pPr lvl="1" defTabSz="914400" eaLnBrk="1" hangingPunct="1">
              <a:buClr>
                <a:srgbClr val="3C3732"/>
              </a:buClr>
              <a:buFont typeface="Wingdings" panose="05000000000000000000" pitchFamily="2" charset="2"/>
              <a:buChar char="§"/>
            </a:pPr>
            <a:endParaRPr lang="fr-FR" altLang="fr-FR" sz="1400" b="1">
              <a:solidFill>
                <a:srgbClr val="3C3732"/>
              </a:solidFill>
              <a:latin typeface="Arial" panose="020B0604020202020204" pitchFamily="34" charset="0"/>
            </a:endParaRPr>
          </a:p>
          <a:p>
            <a:pPr lvl="1" defTabSz="914400" eaLnBrk="1" hangingPunct="1">
              <a:buClr>
                <a:srgbClr val="3C3732"/>
              </a:buClr>
              <a:buFont typeface="Wingdings" panose="05000000000000000000" pitchFamily="2" charset="2"/>
              <a:buChar char="§"/>
            </a:pPr>
            <a:endParaRPr lang="fr-FR" altLang="fr-FR" sz="1400" b="1">
              <a:solidFill>
                <a:srgbClr val="3C3732"/>
              </a:solidFill>
              <a:latin typeface="Arial" panose="020B0604020202020204" pitchFamily="34" charset="0"/>
            </a:endParaRPr>
          </a:p>
          <a:p>
            <a:pPr lvl="1" defTabSz="914400" eaLnBrk="1" hangingPunct="1">
              <a:buClr>
                <a:srgbClr val="3C3732"/>
              </a:buClr>
              <a:buFont typeface="Wingdings" panose="05000000000000000000" pitchFamily="2" charset="2"/>
              <a:buChar char="§"/>
            </a:pPr>
            <a:endParaRPr lang="fr-FR" altLang="fr-FR" sz="1400" b="1">
              <a:solidFill>
                <a:srgbClr val="3C3732"/>
              </a:solidFill>
              <a:latin typeface="Arial" panose="020B0604020202020204" pitchFamily="34" charset="0"/>
            </a:endParaRPr>
          </a:p>
          <a:p>
            <a:pPr lvl="1" defTabSz="914400" eaLnBrk="1" hangingPunct="1">
              <a:buClr>
                <a:srgbClr val="3C3732"/>
              </a:buClr>
              <a:buFont typeface="Wingdings" panose="05000000000000000000" pitchFamily="2" charset="2"/>
              <a:buChar char="§"/>
            </a:pPr>
            <a:endParaRPr lang="fr-FR" altLang="fr-FR" sz="1400" b="1">
              <a:solidFill>
                <a:srgbClr val="3C3732"/>
              </a:solidFill>
              <a:latin typeface="Arial" panose="020B0604020202020204" pitchFamily="34" charset="0"/>
            </a:endParaRPr>
          </a:p>
          <a:p>
            <a:pPr lvl="1" defTabSz="914400" eaLnBrk="1" hangingPunct="1">
              <a:buClr>
                <a:srgbClr val="3C3732"/>
              </a:buClr>
              <a:buFont typeface="Wingdings" panose="05000000000000000000" pitchFamily="2" charset="2"/>
              <a:buChar char="§"/>
            </a:pPr>
            <a:endParaRPr lang="fr-FR" altLang="fr-FR" sz="1400" b="1">
              <a:solidFill>
                <a:srgbClr val="3C3732"/>
              </a:solidFill>
              <a:latin typeface="Arial" panose="020B0604020202020204" pitchFamily="34" charset="0"/>
            </a:endParaRPr>
          </a:p>
          <a:p>
            <a:pPr lvl="1" defTabSz="914400" eaLnBrk="1" hangingPunct="1">
              <a:buClr>
                <a:srgbClr val="3C3732"/>
              </a:buClr>
              <a:buFont typeface="Wingdings" panose="05000000000000000000" pitchFamily="2" charset="2"/>
              <a:buChar char="§"/>
            </a:pPr>
            <a:endParaRPr lang="fr-FR" altLang="fr-FR" sz="1400" b="1">
              <a:solidFill>
                <a:srgbClr val="3C3732"/>
              </a:solidFill>
              <a:latin typeface="Arial" panose="020B0604020202020204" pitchFamily="34" charset="0"/>
            </a:endParaRPr>
          </a:p>
          <a:p>
            <a:pPr lvl="1" defTabSz="914400" eaLnBrk="1" hangingPunct="1">
              <a:buClr>
                <a:srgbClr val="3C3732"/>
              </a:buClr>
              <a:buFont typeface="Wingdings" panose="05000000000000000000" pitchFamily="2" charset="2"/>
              <a:buChar char="§"/>
            </a:pPr>
            <a:endParaRPr lang="fr-FR" altLang="fr-FR" sz="1400" b="1">
              <a:solidFill>
                <a:srgbClr val="3C3732"/>
              </a:solidFill>
              <a:latin typeface="Arial" panose="020B0604020202020204" pitchFamily="34" charset="0"/>
            </a:endParaRPr>
          </a:p>
          <a:p>
            <a:pPr lvl="1" defTabSz="914400" eaLnBrk="1" hangingPunct="1">
              <a:buClr>
                <a:srgbClr val="3C3732"/>
              </a:buClr>
              <a:buFont typeface="Wingdings" panose="05000000000000000000" pitchFamily="2" charset="2"/>
              <a:buChar char="§"/>
            </a:pPr>
            <a:r>
              <a:rPr lang="fr-FR" altLang="fr-FR" sz="1400" b="1">
                <a:solidFill>
                  <a:srgbClr val="3C3732"/>
                </a:solidFill>
                <a:latin typeface="Arial" panose="020B0604020202020204" pitchFamily="34" charset="0"/>
              </a:rPr>
              <a:t>Les actifs et les CI</a:t>
            </a:r>
          </a:p>
          <a:p>
            <a:pPr lvl="2" defTabSz="914400" eaLnBrk="1" hangingPunct="1">
              <a:spcBef>
                <a:spcPts val="450"/>
              </a:spcBef>
              <a:buClr>
                <a:srgbClr val="3C3732"/>
              </a:buClr>
              <a:buFont typeface="Arial" panose="020B0604020202020204" pitchFamily="34" charset="0"/>
              <a:buChar char="–"/>
            </a:pPr>
            <a:r>
              <a:rPr lang="fr-FR" altLang="fr-FR" sz="1400" b="1">
                <a:solidFill>
                  <a:srgbClr val="3C3732"/>
                </a:solidFill>
                <a:latin typeface="Arial" panose="020B0604020202020204" pitchFamily="34" charset="0"/>
              </a:rPr>
              <a:t>Là où une gestion des actifs se contente d’inventorier les actifs (leur valeur, leur localisation, …), la gestion des configurations gère en plus les relations entre les actifs.</a:t>
            </a:r>
          </a:p>
          <a:p>
            <a:pPr lvl="2" defTabSz="914400" eaLnBrk="1" hangingPunct="1">
              <a:spcBef>
                <a:spcPts val="450"/>
              </a:spcBef>
              <a:buClr>
                <a:srgbClr val="3C3732"/>
              </a:buClr>
              <a:buFont typeface="Arial" panose="020B0604020202020204" pitchFamily="34" charset="0"/>
              <a:buChar char="–"/>
            </a:pPr>
            <a:endParaRPr lang="fr-FR" altLang="fr-FR" sz="1400" b="1">
              <a:solidFill>
                <a:srgbClr val="3C3732"/>
              </a:solidFill>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C5A93AE4-962A-4917-BBFB-0AC115766CD3}"/>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9219" name="Espace réservé du texte 2">
            <a:extLst>
              <a:ext uri="{FF2B5EF4-FFF2-40B4-BE49-F238E27FC236}">
                <a16:creationId xmlns:a16="http://schemas.microsoft.com/office/drawing/2014/main" id="{9825768B-1EC4-4BD0-B0D2-5C681317E3C1}"/>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STRUCTURATION DE LA CMDB</a:t>
            </a:r>
          </a:p>
        </p:txBody>
      </p:sp>
      <p:sp>
        <p:nvSpPr>
          <p:cNvPr id="6" name="Espace réservé du texte 2">
            <a:extLst>
              <a:ext uri="{FF2B5EF4-FFF2-40B4-BE49-F238E27FC236}">
                <a16:creationId xmlns:a16="http://schemas.microsoft.com/office/drawing/2014/main" id="{13CE9FEB-C825-4578-8E6C-F7ED78C25312}"/>
              </a:ext>
            </a:extLst>
          </p:cNvPr>
          <p:cNvSpPr txBox="1">
            <a:spLocks/>
          </p:cNvSpPr>
          <p:nvPr/>
        </p:nvSpPr>
        <p:spPr bwMode="auto">
          <a:xfrm>
            <a:off x="168275" y="1630363"/>
            <a:ext cx="11599863" cy="528637"/>
          </a:xfrm>
          <a:prstGeom prst="rect">
            <a:avLst/>
          </a:prstGeom>
          <a:noFill/>
          <a:ln w="9525">
            <a:noFill/>
            <a:miter lim="800000"/>
            <a:headEnd/>
            <a:tailEnd/>
          </a:ln>
        </p:spPr>
        <p:txBody>
          <a:bodyPr lIns="0" tIns="0" rIns="0" bIns="0"/>
          <a:lstStyle/>
          <a:p>
            <a:pPr marL="756488" lvl="1" indent="-285750" defTabSz="914400">
              <a:spcBef>
                <a:spcPct val="20000"/>
              </a:spcBef>
              <a:buClr>
                <a:srgbClr val="3C3732"/>
              </a:buClr>
              <a:buSzPct val="100000"/>
              <a:buFont typeface="Wingdings" panose="05000000000000000000" pitchFamily="2" charset="2"/>
              <a:buChar char="§"/>
              <a:defRPr/>
            </a:pPr>
            <a:r>
              <a:rPr lang="fr-FR" sz="1400" b="1" dirty="0">
                <a:solidFill>
                  <a:srgbClr val="3C3732"/>
                </a:solidFill>
                <a:latin typeface="Arial"/>
                <a:cs typeface="+mn-cs"/>
              </a:rPr>
              <a:t>Rôles - Responsabilités - Liens avec la DML</a:t>
            </a:r>
          </a:p>
          <a:p>
            <a:pPr marL="720686" lvl="1" indent="-249948" defTabSz="914400">
              <a:spcBef>
                <a:spcPct val="20000"/>
              </a:spcBef>
              <a:buClr>
                <a:srgbClr val="3C3732"/>
              </a:buClr>
              <a:buSzPct val="100000"/>
              <a:buFont typeface="Arial" pitchFamily="34" charset="0"/>
              <a:buChar char="•"/>
              <a:defRPr/>
            </a:pPr>
            <a:endParaRPr lang="fr-FR" sz="1400" b="1" dirty="0">
              <a:solidFill>
                <a:srgbClr val="3C3732"/>
              </a:solidFill>
              <a:latin typeface="Arial"/>
              <a:cs typeface="+mn-cs"/>
            </a:endParaRPr>
          </a:p>
          <a:p>
            <a:pPr marL="720686" lvl="1" indent="-249948" defTabSz="914400">
              <a:spcBef>
                <a:spcPct val="20000"/>
              </a:spcBef>
              <a:buClr>
                <a:srgbClr val="3C3732"/>
              </a:buClr>
              <a:buSzPct val="100000"/>
              <a:defRPr/>
            </a:pPr>
            <a:endParaRPr lang="fr-FR" sz="1400" b="1" dirty="0">
              <a:solidFill>
                <a:srgbClr val="3C3732"/>
              </a:solidFill>
              <a:latin typeface="Arial"/>
              <a:cs typeface="+mn-cs"/>
            </a:endParaRPr>
          </a:p>
        </p:txBody>
      </p:sp>
      <p:pic>
        <p:nvPicPr>
          <p:cNvPr id="9221" name="Image 6">
            <a:extLst>
              <a:ext uri="{FF2B5EF4-FFF2-40B4-BE49-F238E27FC236}">
                <a16:creationId xmlns:a16="http://schemas.microsoft.com/office/drawing/2014/main" id="{44BA3F34-A3A3-4555-AA85-F6DD9FBD61F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30513" y="1941513"/>
            <a:ext cx="6361112"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A649B02A-5C65-4C20-B24E-CF9651A0F54E}"/>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10243" name="Espace réservé du texte 2">
            <a:extLst>
              <a:ext uri="{FF2B5EF4-FFF2-40B4-BE49-F238E27FC236}">
                <a16:creationId xmlns:a16="http://schemas.microsoft.com/office/drawing/2014/main" id="{4DCE6AA8-3103-4806-8B8E-D5A02CB19F34}"/>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STRUCTURATION DE LA CMDB</a:t>
            </a:r>
          </a:p>
        </p:txBody>
      </p:sp>
      <p:sp>
        <p:nvSpPr>
          <p:cNvPr id="6" name="Espace réservé du texte 2">
            <a:extLst>
              <a:ext uri="{FF2B5EF4-FFF2-40B4-BE49-F238E27FC236}">
                <a16:creationId xmlns:a16="http://schemas.microsoft.com/office/drawing/2014/main" id="{47AA5A1A-40C6-4189-ABF6-3C994B9C5FF0}"/>
              </a:ext>
            </a:extLst>
          </p:cNvPr>
          <p:cNvSpPr txBox="1">
            <a:spLocks/>
          </p:cNvSpPr>
          <p:nvPr/>
        </p:nvSpPr>
        <p:spPr bwMode="auto">
          <a:xfrm>
            <a:off x="168275" y="1630363"/>
            <a:ext cx="11599863" cy="528637"/>
          </a:xfrm>
          <a:prstGeom prst="rect">
            <a:avLst/>
          </a:prstGeom>
          <a:noFill/>
          <a:ln w="9525">
            <a:noFill/>
            <a:miter lim="800000"/>
            <a:headEnd/>
            <a:tailEnd/>
          </a:ln>
        </p:spPr>
        <p:txBody>
          <a:bodyPr lIns="0" tIns="0" rIns="0" bIns="0"/>
          <a:lstStyle/>
          <a:p>
            <a:pPr marL="756488" lvl="1" indent="-285750" defTabSz="914400">
              <a:spcBef>
                <a:spcPct val="20000"/>
              </a:spcBef>
              <a:buClr>
                <a:srgbClr val="3C3732"/>
              </a:buClr>
              <a:buSzPct val="100000"/>
              <a:buFont typeface="Wingdings" panose="05000000000000000000" pitchFamily="2" charset="2"/>
              <a:buChar char="§"/>
              <a:defRPr/>
            </a:pPr>
            <a:r>
              <a:rPr lang="fr-FR" sz="1400" b="1" dirty="0">
                <a:solidFill>
                  <a:srgbClr val="3C3732"/>
                </a:solidFill>
                <a:latin typeface="Arial"/>
                <a:cs typeface="+mn-cs"/>
              </a:rPr>
              <a:t>Rôles - Responsabilités - Liens avec la DML</a:t>
            </a:r>
          </a:p>
          <a:p>
            <a:pPr marL="720686" lvl="1" indent="-249948" defTabSz="914400">
              <a:spcBef>
                <a:spcPct val="20000"/>
              </a:spcBef>
              <a:buClr>
                <a:srgbClr val="3C3732"/>
              </a:buClr>
              <a:buSzPct val="100000"/>
              <a:buFont typeface="Arial" pitchFamily="34" charset="0"/>
              <a:buChar char="•"/>
              <a:defRPr/>
            </a:pPr>
            <a:endParaRPr lang="fr-FR" sz="1400" b="1" dirty="0">
              <a:solidFill>
                <a:srgbClr val="3C3732"/>
              </a:solidFill>
              <a:latin typeface="Arial"/>
              <a:cs typeface="+mn-cs"/>
            </a:endParaRPr>
          </a:p>
          <a:p>
            <a:pPr marL="720686" lvl="1" indent="-249948" defTabSz="914400">
              <a:spcBef>
                <a:spcPct val="20000"/>
              </a:spcBef>
              <a:buClr>
                <a:srgbClr val="3C3732"/>
              </a:buClr>
              <a:buSzPct val="100000"/>
              <a:defRPr/>
            </a:pPr>
            <a:endParaRPr lang="fr-FR" sz="1400" b="1" dirty="0">
              <a:solidFill>
                <a:srgbClr val="3C3732"/>
              </a:solidFill>
              <a:latin typeface="Arial"/>
              <a:cs typeface="+mn-cs"/>
            </a:endParaRPr>
          </a:p>
        </p:txBody>
      </p:sp>
      <p:pic>
        <p:nvPicPr>
          <p:cNvPr id="10245" name="Image 7">
            <a:extLst>
              <a:ext uri="{FF2B5EF4-FFF2-40B4-BE49-F238E27FC236}">
                <a16:creationId xmlns:a16="http://schemas.microsoft.com/office/drawing/2014/main" id="{EAE310F2-15AF-44DA-8F0B-4389DC1BE2F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99013" y="1231900"/>
            <a:ext cx="7113587" cy="543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129C8B0D-1000-4C65-8AF0-FEB3863CA8EF}"/>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CIBLE : vue globale</a:t>
            </a:r>
          </a:p>
        </p:txBody>
      </p:sp>
      <p:sp>
        <p:nvSpPr>
          <p:cNvPr id="12291" name="Espace réservé du texte 2">
            <a:extLst>
              <a:ext uri="{FF2B5EF4-FFF2-40B4-BE49-F238E27FC236}">
                <a16:creationId xmlns:a16="http://schemas.microsoft.com/office/drawing/2014/main" id="{56D95DD0-00F9-421F-8D14-064C4ABBFDB5}"/>
              </a:ext>
            </a:extLst>
          </p:cNvPr>
          <p:cNvSpPr txBox="1">
            <a:spLocks/>
          </p:cNvSpPr>
          <p:nvPr/>
        </p:nvSpPr>
        <p:spPr bwMode="auto">
          <a:xfrm>
            <a:off x="5086350" y="1054100"/>
            <a:ext cx="693578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b="1">
                <a:solidFill>
                  <a:schemeClr val="tx2"/>
                </a:solidFill>
                <a:latin typeface="Arial" panose="020B0604020202020204" pitchFamily="34" charset="0"/>
              </a:rPr>
              <a:t>Processus Gestion des actifs de service et des configurations</a:t>
            </a:r>
          </a:p>
        </p:txBody>
      </p:sp>
      <p:graphicFrame>
        <p:nvGraphicFramePr>
          <p:cNvPr id="7" name="Diagramme 6">
            <a:extLst>
              <a:ext uri="{FF2B5EF4-FFF2-40B4-BE49-F238E27FC236}">
                <a16:creationId xmlns:a16="http://schemas.microsoft.com/office/drawing/2014/main" id="{BEACE669-5480-4478-9046-6AAB91A6BE3C}"/>
              </a:ext>
            </a:extLst>
          </p:cNvPr>
          <p:cNvGraphicFramePr/>
          <p:nvPr/>
        </p:nvGraphicFramePr>
        <p:xfrm>
          <a:off x="-1177602" y="2133650"/>
          <a:ext cx="8904406" cy="45756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293" name="Espace réservé du texte 2">
            <a:extLst>
              <a:ext uri="{FF2B5EF4-FFF2-40B4-BE49-F238E27FC236}">
                <a16:creationId xmlns:a16="http://schemas.microsoft.com/office/drawing/2014/main" id="{1903964D-66F1-4D17-B305-C19EE97F256F}"/>
              </a:ext>
            </a:extLst>
          </p:cNvPr>
          <p:cNvSpPr txBox="1">
            <a:spLocks/>
          </p:cNvSpPr>
          <p:nvPr/>
        </p:nvSpPr>
        <p:spPr bwMode="auto">
          <a:xfrm>
            <a:off x="5740400" y="1422400"/>
            <a:ext cx="6281738" cy="106045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42950" indent="-285750"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defTabSz="914400" eaLnBrk="1" hangingPunct="1">
              <a:spcBef>
                <a:spcPts val="450"/>
              </a:spcBef>
              <a:buClr>
                <a:srgbClr val="009AA6"/>
              </a:buClr>
              <a:buSzPct val="110000"/>
            </a:pPr>
            <a:r>
              <a:rPr lang="fr-FR" altLang="fr-FR" sz="1600" b="1">
                <a:solidFill>
                  <a:srgbClr val="FFFFFF"/>
                </a:solidFill>
                <a:latin typeface="Arial" panose="020B0604020202020204" pitchFamily="34" charset="0"/>
              </a:rPr>
              <a:t>Objectifs : </a:t>
            </a:r>
          </a:p>
          <a:p>
            <a:pPr defTabSz="914400" eaLnBrk="1" hangingPunct="1">
              <a:spcBef>
                <a:spcPts val="450"/>
              </a:spcBef>
              <a:buClr>
                <a:srgbClr val="FFFFFF"/>
              </a:buClr>
              <a:buSzPct val="110000"/>
              <a:buFont typeface="Arial" panose="020B0604020202020204" pitchFamily="34" charset="0"/>
              <a:buChar char="•"/>
            </a:pPr>
            <a:r>
              <a:rPr lang="fr-FR" altLang="fr-FR" sz="1400">
                <a:solidFill>
                  <a:srgbClr val="FFFFFF"/>
                </a:solidFill>
                <a:latin typeface="Arial" panose="020B0604020202020204" pitchFamily="34" charset="0"/>
              </a:rPr>
              <a:t>Le processus a pour objectif de fournir un modèle logique de l’infrastructure informatique corrélant les services informatiques et les différents composants nécessaires pour délivrer ce service.</a:t>
            </a:r>
            <a:endParaRPr lang="fr-FR" altLang="fr-FR" sz="1600">
              <a:solidFill>
                <a:srgbClr val="FFFFFF"/>
              </a:solidFill>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9518F2EA-ABF9-445A-BC9F-31CC47F16DB4}"/>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 (1/2)</a:t>
            </a:r>
          </a:p>
        </p:txBody>
      </p:sp>
      <p:sp>
        <p:nvSpPr>
          <p:cNvPr id="13315" name="Espace réservé du texte 2">
            <a:extLst>
              <a:ext uri="{FF2B5EF4-FFF2-40B4-BE49-F238E27FC236}">
                <a16:creationId xmlns:a16="http://schemas.microsoft.com/office/drawing/2014/main" id="{27B75915-9CC1-43D5-939F-E11492E35A1A}"/>
              </a:ext>
            </a:extLst>
          </p:cNvPr>
          <p:cNvSpPr txBox="1">
            <a:spLocks/>
          </p:cNvSpPr>
          <p:nvPr/>
        </p:nvSpPr>
        <p:spPr bwMode="auto">
          <a:xfrm>
            <a:off x="5910263" y="1163638"/>
            <a:ext cx="6118225" cy="1439862"/>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42950" indent="-285750"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defTabSz="914400" eaLnBrk="1" hangingPunct="1">
              <a:spcBef>
                <a:spcPts val="450"/>
              </a:spcBef>
              <a:buClr>
                <a:srgbClr val="009AA6"/>
              </a:buClr>
              <a:buSzPct val="110000"/>
            </a:pPr>
            <a:r>
              <a:rPr lang="fr-FR" altLang="fr-FR" sz="1600" b="1">
                <a:solidFill>
                  <a:srgbClr val="FFFFFF"/>
                </a:solidFill>
                <a:latin typeface="Arial" panose="020B0604020202020204" pitchFamily="34" charset="0"/>
              </a:rPr>
              <a:t>Objectifs : </a:t>
            </a:r>
          </a:p>
          <a:p>
            <a:pPr defTabSz="914400" eaLnBrk="1" hangingPunct="1">
              <a:spcBef>
                <a:spcPts val="450"/>
              </a:spcBef>
              <a:buClr>
                <a:srgbClr val="FFFFFF"/>
              </a:buClr>
              <a:buSzPct val="110000"/>
              <a:buFont typeface="Arial" panose="020B0604020202020204" pitchFamily="34" charset="0"/>
              <a:buChar char="•"/>
            </a:pPr>
            <a:r>
              <a:rPr lang="fr-FR" altLang="fr-FR" sz="1600">
                <a:solidFill>
                  <a:srgbClr val="FFFFFF"/>
                </a:solidFill>
                <a:latin typeface="Arial" panose="020B0604020202020204" pitchFamily="34" charset="0"/>
              </a:rPr>
              <a:t>Disposer d’un plan de gestion des configurations toujours en adéquation avec les nouveaux besoins identifiés et les évolutions nécessaires le cas échéant.</a:t>
            </a:r>
          </a:p>
          <a:p>
            <a:pPr defTabSz="914400" eaLnBrk="1" hangingPunct="1">
              <a:spcBef>
                <a:spcPts val="450"/>
              </a:spcBef>
              <a:buClr>
                <a:srgbClr val="FFFFFF"/>
              </a:buClr>
              <a:buSzPct val="110000"/>
              <a:buFont typeface="Arial" panose="020B0604020202020204" pitchFamily="34" charset="0"/>
              <a:buChar char="•"/>
            </a:pPr>
            <a:r>
              <a:rPr lang="fr-FR" altLang="fr-FR" sz="1600">
                <a:solidFill>
                  <a:srgbClr val="FFFFFF"/>
                </a:solidFill>
                <a:latin typeface="Arial" panose="020B0604020202020204" pitchFamily="34" charset="0"/>
              </a:rPr>
              <a:t>Favoriser la structuration et la mise à jour de la CMDB.</a:t>
            </a:r>
          </a:p>
        </p:txBody>
      </p:sp>
      <p:sp>
        <p:nvSpPr>
          <p:cNvPr id="13316" name="Espace réservé du texte 2">
            <a:extLst>
              <a:ext uri="{FF2B5EF4-FFF2-40B4-BE49-F238E27FC236}">
                <a16:creationId xmlns:a16="http://schemas.microsoft.com/office/drawing/2014/main" id="{1D17424D-F60E-4792-830F-3DFEBA265FC5}"/>
              </a:ext>
            </a:extLst>
          </p:cNvPr>
          <p:cNvSpPr txBox="1">
            <a:spLocks/>
          </p:cNvSpPr>
          <p:nvPr/>
        </p:nvSpPr>
        <p:spPr bwMode="auto">
          <a:xfrm>
            <a:off x="0" y="2811463"/>
            <a:ext cx="2552700"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algn="ctr" defTabSz="914400" eaLnBrk="1" hangingPunct="1">
              <a:spcBef>
                <a:spcPts val="450"/>
              </a:spcBef>
              <a:buClr>
                <a:srgbClr val="009AA6"/>
              </a:buClr>
              <a:buSzPct val="110000"/>
            </a:pPr>
            <a:r>
              <a:rPr lang="fr-FR" altLang="fr-FR" sz="1600">
                <a:solidFill>
                  <a:schemeClr val="tx2"/>
                </a:solidFill>
                <a:latin typeface="Arial" panose="020B0604020202020204" pitchFamily="34" charset="0"/>
              </a:rPr>
              <a:t>Les entrants</a:t>
            </a:r>
          </a:p>
          <a:p>
            <a:pPr lvl="1" defTabSz="914400" eaLnBrk="1" hangingPunct="1">
              <a:spcBef>
                <a:spcPct val="20000"/>
              </a:spcBef>
              <a:buClr>
                <a:srgbClr val="3C3732"/>
              </a:buClr>
              <a:buSzPct val="100000"/>
              <a:buFont typeface="Arial" panose="020B0604020202020204" pitchFamily="34" charset="0"/>
              <a:buChar char="•"/>
            </a:pPr>
            <a:endParaRPr lang="fr-FR" altLang="fr-FR" sz="1400">
              <a:solidFill>
                <a:srgbClr val="3C3732"/>
              </a:solidFill>
              <a:latin typeface="Arial" panose="020B0604020202020204" pitchFamily="34" charset="0"/>
            </a:endParaRP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Besoins liés à l’utilisation de la CMDB</a:t>
            </a: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Evolutions du périmètre des CI à gérer dans la CMDB</a:t>
            </a: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Evolutions techniques de la CMDB</a:t>
            </a:r>
          </a:p>
        </p:txBody>
      </p:sp>
      <p:pic>
        <p:nvPicPr>
          <p:cNvPr id="11" name="Shape 209" descr="arrow_right">
            <a:extLst>
              <a:ext uri="{FF2B5EF4-FFF2-40B4-BE49-F238E27FC236}">
                <a16:creationId xmlns:a16="http://schemas.microsoft.com/office/drawing/2014/main" id="{0EFAD157-F5EA-4425-9FB2-5456670C4744}"/>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2119789" y="2668520"/>
            <a:ext cx="573365" cy="573365"/>
          </a:xfrm>
          <a:prstGeom prst="rect">
            <a:avLst/>
          </a:prstGeom>
          <a:noFill/>
          <a:ln>
            <a:noFill/>
          </a:ln>
        </p:spPr>
      </p:pic>
      <p:sp>
        <p:nvSpPr>
          <p:cNvPr id="13318" name="Espace réservé du texte 2">
            <a:extLst>
              <a:ext uri="{FF2B5EF4-FFF2-40B4-BE49-F238E27FC236}">
                <a16:creationId xmlns:a16="http://schemas.microsoft.com/office/drawing/2014/main" id="{27BC1E00-2BD0-4654-9C60-19B8526C9610}"/>
              </a:ext>
            </a:extLst>
          </p:cNvPr>
          <p:cNvSpPr txBox="1">
            <a:spLocks/>
          </p:cNvSpPr>
          <p:nvPr/>
        </p:nvSpPr>
        <p:spPr bwMode="auto">
          <a:xfrm>
            <a:off x="0" y="849313"/>
            <a:ext cx="121920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b="1">
                <a:solidFill>
                  <a:schemeClr val="tx2"/>
                </a:solidFill>
                <a:latin typeface="Arial" panose="020B0604020202020204" pitchFamily="34" charset="0"/>
              </a:rPr>
              <a:t>Activité</a:t>
            </a:r>
            <a:r>
              <a:rPr lang="fr-FR" altLang="fr-FR" sz="1800" b="1">
                <a:solidFill>
                  <a:srgbClr val="009AA6"/>
                </a:solidFill>
                <a:latin typeface="Arial" panose="020B0604020202020204" pitchFamily="34" charset="0"/>
              </a:rPr>
              <a:t> </a:t>
            </a:r>
            <a:r>
              <a:rPr lang="fr-FR" altLang="fr-FR" sz="1800" b="1">
                <a:solidFill>
                  <a:srgbClr val="790050"/>
                </a:solidFill>
                <a:latin typeface="Arial" panose="020B0604020202020204" pitchFamily="34" charset="0"/>
              </a:rPr>
              <a:t>« Planifier la gestion des configurations » </a:t>
            </a:r>
            <a:r>
              <a:rPr lang="fr-FR" altLang="fr-FR" sz="1800" b="1">
                <a:solidFill>
                  <a:schemeClr val="tx2"/>
                </a:solidFill>
                <a:latin typeface="Arial" panose="020B0604020202020204" pitchFamily="34" charset="0"/>
              </a:rPr>
              <a:t>et sous-activités </a:t>
            </a:r>
          </a:p>
        </p:txBody>
      </p:sp>
      <p:sp>
        <p:nvSpPr>
          <p:cNvPr id="14" name="Line 10">
            <a:extLst>
              <a:ext uri="{FF2B5EF4-FFF2-40B4-BE49-F238E27FC236}">
                <a16:creationId xmlns:a16="http://schemas.microsoft.com/office/drawing/2014/main" id="{BCDD5B05-F0C8-4B7D-8CEF-BD7F787CE30C}"/>
              </a:ext>
            </a:extLst>
          </p:cNvPr>
          <p:cNvSpPr>
            <a:spLocks noChangeShapeType="1"/>
          </p:cNvSpPr>
          <p:nvPr/>
        </p:nvSpPr>
        <p:spPr bwMode="auto">
          <a:xfrm>
            <a:off x="0" y="1541463"/>
            <a:ext cx="5854700" cy="14287"/>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15" name="AutoShape 11">
            <a:extLst>
              <a:ext uri="{FF2B5EF4-FFF2-40B4-BE49-F238E27FC236}">
                <a16:creationId xmlns:a16="http://schemas.microsoft.com/office/drawing/2014/main" id="{F324E65B-7354-4589-BB4D-8993A9CDE2E0}"/>
              </a:ext>
            </a:extLst>
          </p:cNvPr>
          <p:cNvSpPr>
            <a:spLocks noChangeArrowheads="1"/>
          </p:cNvSpPr>
          <p:nvPr/>
        </p:nvSpPr>
        <p:spPr bwMode="auto">
          <a:xfrm>
            <a:off x="39688" y="1119188"/>
            <a:ext cx="863600" cy="9366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Planifier la gestion des configura-</a:t>
            </a:r>
            <a:br>
              <a:rPr lang="fr-FR" altLang="fr-FR" sz="847" b="1" kern="0" dirty="0">
                <a:solidFill>
                  <a:prstClr val="white"/>
                </a:solidFill>
                <a:latin typeface="Arial"/>
              </a:rPr>
            </a:br>
            <a:r>
              <a:rPr lang="fr-FR" altLang="fr-FR" sz="847" b="1" kern="0" dirty="0" err="1">
                <a:solidFill>
                  <a:prstClr val="white"/>
                </a:solidFill>
                <a:latin typeface="Arial"/>
              </a:rPr>
              <a:t>tions</a:t>
            </a:r>
            <a:endParaRPr lang="fr-FR" altLang="fr-FR" sz="847" b="1" kern="0" dirty="0">
              <a:solidFill>
                <a:prstClr val="white"/>
              </a:solidFill>
              <a:latin typeface="Arial"/>
            </a:endParaRPr>
          </a:p>
        </p:txBody>
      </p:sp>
      <p:sp>
        <p:nvSpPr>
          <p:cNvPr id="16" name="AutoShape 11">
            <a:extLst>
              <a:ext uri="{FF2B5EF4-FFF2-40B4-BE49-F238E27FC236}">
                <a16:creationId xmlns:a16="http://schemas.microsoft.com/office/drawing/2014/main" id="{70F0294D-379C-4F78-B178-CBD2BB6CE7C2}"/>
              </a:ext>
            </a:extLst>
          </p:cNvPr>
          <p:cNvSpPr>
            <a:spLocks noChangeArrowheads="1"/>
          </p:cNvSpPr>
          <p:nvPr/>
        </p:nvSpPr>
        <p:spPr bwMode="auto">
          <a:xfrm>
            <a:off x="39688" y="2157413"/>
            <a:ext cx="5661025" cy="3397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dirty="0">
                <a:solidFill>
                  <a:prstClr val="white"/>
                </a:solidFill>
                <a:latin typeface="Arial" panose="020B0604020202020204" pitchFamily="34" charset="0"/>
              </a:rPr>
              <a:t>Piloter le processus</a:t>
            </a:r>
          </a:p>
        </p:txBody>
      </p:sp>
      <p:sp>
        <p:nvSpPr>
          <p:cNvPr id="17" name="AutoShape 11">
            <a:extLst>
              <a:ext uri="{FF2B5EF4-FFF2-40B4-BE49-F238E27FC236}">
                <a16:creationId xmlns:a16="http://schemas.microsoft.com/office/drawing/2014/main" id="{BFEAF16C-49EE-4234-8995-3734C7CD65C6}"/>
              </a:ext>
            </a:extLst>
          </p:cNvPr>
          <p:cNvSpPr>
            <a:spLocks noChangeArrowheads="1"/>
          </p:cNvSpPr>
          <p:nvPr/>
        </p:nvSpPr>
        <p:spPr bwMode="auto">
          <a:xfrm>
            <a:off x="1000125" y="1135063"/>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Structurer la CMDB</a:t>
            </a:r>
          </a:p>
        </p:txBody>
      </p:sp>
      <p:sp>
        <p:nvSpPr>
          <p:cNvPr id="18" name="AutoShape 11">
            <a:extLst>
              <a:ext uri="{FF2B5EF4-FFF2-40B4-BE49-F238E27FC236}">
                <a16:creationId xmlns:a16="http://schemas.microsoft.com/office/drawing/2014/main" id="{91BD9C11-56A0-46B5-A8DC-CC2E98D3D36A}"/>
              </a:ext>
            </a:extLst>
          </p:cNvPr>
          <p:cNvSpPr>
            <a:spLocks noChangeArrowheads="1"/>
          </p:cNvSpPr>
          <p:nvPr/>
        </p:nvSpPr>
        <p:spPr bwMode="auto">
          <a:xfrm>
            <a:off x="1958975" y="1120775"/>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Mettre à jour les CI de façon contrôlée</a:t>
            </a:r>
          </a:p>
        </p:txBody>
      </p:sp>
      <p:sp>
        <p:nvSpPr>
          <p:cNvPr id="19" name="AutoShape 11">
            <a:extLst>
              <a:ext uri="{FF2B5EF4-FFF2-40B4-BE49-F238E27FC236}">
                <a16:creationId xmlns:a16="http://schemas.microsoft.com/office/drawing/2014/main" id="{1D652D96-2CD0-4E0A-9EEE-6372758EF078}"/>
              </a:ext>
            </a:extLst>
          </p:cNvPr>
          <p:cNvSpPr>
            <a:spLocks noChangeArrowheads="1"/>
          </p:cNvSpPr>
          <p:nvPr/>
        </p:nvSpPr>
        <p:spPr bwMode="auto">
          <a:xfrm>
            <a:off x="2917825" y="1136650"/>
            <a:ext cx="865188"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Détecter et traiter les </a:t>
            </a:r>
            <a:r>
              <a:rPr lang="fr-FR" altLang="fr-FR" sz="847" b="1" kern="0" dirty="0" err="1">
                <a:solidFill>
                  <a:prstClr val="white"/>
                </a:solidFill>
                <a:latin typeface="Arial"/>
              </a:rPr>
              <a:t>incohéren-ces</a:t>
            </a:r>
            <a:endParaRPr lang="fr-FR" altLang="fr-FR" sz="847" b="1" kern="0" dirty="0">
              <a:solidFill>
                <a:prstClr val="white"/>
              </a:solidFill>
              <a:latin typeface="Arial"/>
            </a:endParaRPr>
          </a:p>
        </p:txBody>
      </p:sp>
      <p:sp>
        <p:nvSpPr>
          <p:cNvPr id="20" name="AutoShape 11">
            <a:extLst>
              <a:ext uri="{FF2B5EF4-FFF2-40B4-BE49-F238E27FC236}">
                <a16:creationId xmlns:a16="http://schemas.microsoft.com/office/drawing/2014/main" id="{ED7D6F2D-0313-4BB9-AFA1-8A029DE4DC26}"/>
              </a:ext>
            </a:extLst>
          </p:cNvPr>
          <p:cNvSpPr>
            <a:spLocks noChangeArrowheads="1"/>
          </p:cNvSpPr>
          <p:nvPr/>
        </p:nvSpPr>
        <p:spPr bwMode="auto">
          <a:xfrm>
            <a:off x="3878263" y="1123950"/>
            <a:ext cx="863600" cy="935038"/>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Mettre à disposition les </a:t>
            </a:r>
            <a:r>
              <a:rPr lang="fr-FR" altLang="fr-FR" sz="847" b="1" kern="0" dirty="0" err="1">
                <a:solidFill>
                  <a:prstClr val="white"/>
                </a:solidFill>
                <a:latin typeface="Arial"/>
              </a:rPr>
              <a:t>informa-tions</a:t>
            </a:r>
            <a:r>
              <a:rPr lang="fr-FR" altLang="fr-FR" sz="847" b="1" kern="0" dirty="0">
                <a:solidFill>
                  <a:prstClr val="white"/>
                </a:solidFill>
                <a:latin typeface="Arial"/>
              </a:rPr>
              <a:t> sur les CI</a:t>
            </a:r>
          </a:p>
        </p:txBody>
      </p:sp>
      <p:sp>
        <p:nvSpPr>
          <p:cNvPr id="21" name="AutoShape 11">
            <a:extLst>
              <a:ext uri="{FF2B5EF4-FFF2-40B4-BE49-F238E27FC236}">
                <a16:creationId xmlns:a16="http://schemas.microsoft.com/office/drawing/2014/main" id="{0AC012FD-2C2A-4B3F-8E53-C35C856A3841}"/>
              </a:ext>
            </a:extLst>
          </p:cNvPr>
          <p:cNvSpPr>
            <a:spLocks noChangeArrowheads="1"/>
          </p:cNvSpPr>
          <p:nvPr/>
        </p:nvSpPr>
        <p:spPr bwMode="auto">
          <a:xfrm>
            <a:off x="4837113" y="1139825"/>
            <a:ext cx="863600" cy="935038"/>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Auditer et vérifier la CMDB</a:t>
            </a:r>
          </a:p>
        </p:txBody>
      </p:sp>
      <p:sp>
        <p:nvSpPr>
          <p:cNvPr id="22" name="AutoShape 11">
            <a:extLst>
              <a:ext uri="{FF2B5EF4-FFF2-40B4-BE49-F238E27FC236}">
                <a16:creationId xmlns:a16="http://schemas.microsoft.com/office/drawing/2014/main" id="{294A6420-A080-43CA-AF2E-A5B91A0E7978}"/>
              </a:ext>
            </a:extLst>
          </p:cNvPr>
          <p:cNvSpPr>
            <a:spLocks noChangeArrowheads="1"/>
          </p:cNvSpPr>
          <p:nvPr/>
        </p:nvSpPr>
        <p:spPr bwMode="auto">
          <a:xfrm>
            <a:off x="3344863" y="3395663"/>
            <a:ext cx="2316162" cy="13557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Réaliser la revue du plan de gestion des configurations et définir les nouveaux besoins</a:t>
            </a:r>
          </a:p>
        </p:txBody>
      </p:sp>
      <p:sp>
        <p:nvSpPr>
          <p:cNvPr id="23" name="AutoShape 11">
            <a:extLst>
              <a:ext uri="{FF2B5EF4-FFF2-40B4-BE49-F238E27FC236}">
                <a16:creationId xmlns:a16="http://schemas.microsoft.com/office/drawing/2014/main" id="{66F0EC33-AB5B-45AF-AABB-835CCA1EE55C}"/>
              </a:ext>
            </a:extLst>
          </p:cNvPr>
          <p:cNvSpPr>
            <a:spLocks noChangeArrowheads="1"/>
          </p:cNvSpPr>
          <p:nvPr/>
        </p:nvSpPr>
        <p:spPr bwMode="auto">
          <a:xfrm>
            <a:off x="3348038" y="4954588"/>
            <a:ext cx="23161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Prendre en compte les besoins unitaires d’évolution du plan de gestion des configurations</a:t>
            </a:r>
          </a:p>
        </p:txBody>
      </p:sp>
      <p:sp>
        <p:nvSpPr>
          <p:cNvPr id="24" name="AutoShape 11">
            <a:extLst>
              <a:ext uri="{FF2B5EF4-FFF2-40B4-BE49-F238E27FC236}">
                <a16:creationId xmlns:a16="http://schemas.microsoft.com/office/drawing/2014/main" id="{018848D7-2B80-442D-BBC4-ABF73A6F784C}"/>
              </a:ext>
            </a:extLst>
          </p:cNvPr>
          <p:cNvSpPr>
            <a:spLocks noChangeArrowheads="1"/>
          </p:cNvSpPr>
          <p:nvPr/>
        </p:nvSpPr>
        <p:spPr bwMode="auto">
          <a:xfrm>
            <a:off x="6564313" y="4202113"/>
            <a:ext cx="2155825"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Mettre à jour le plan de gestion des configurations</a:t>
            </a:r>
          </a:p>
        </p:txBody>
      </p:sp>
      <p:sp>
        <p:nvSpPr>
          <p:cNvPr id="25" name="AutoShape 11">
            <a:extLst>
              <a:ext uri="{FF2B5EF4-FFF2-40B4-BE49-F238E27FC236}">
                <a16:creationId xmlns:a16="http://schemas.microsoft.com/office/drawing/2014/main" id="{B20038E7-5729-4D10-BD22-272D68A8229C}"/>
              </a:ext>
            </a:extLst>
          </p:cNvPr>
          <p:cNvSpPr>
            <a:spLocks noChangeArrowheads="1"/>
          </p:cNvSpPr>
          <p:nvPr/>
        </p:nvSpPr>
        <p:spPr bwMode="auto">
          <a:xfrm>
            <a:off x="6513513" y="5608638"/>
            <a:ext cx="2274887" cy="685800"/>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Structurer la CMDB</a:t>
            </a:r>
          </a:p>
        </p:txBody>
      </p:sp>
      <p:cxnSp>
        <p:nvCxnSpPr>
          <p:cNvPr id="13331" name="Connecteur en angle 25">
            <a:extLst>
              <a:ext uri="{FF2B5EF4-FFF2-40B4-BE49-F238E27FC236}">
                <a16:creationId xmlns:a16="http://schemas.microsoft.com/office/drawing/2014/main" id="{8499A1E3-D505-49C7-9CF4-C05F05F49F5B}"/>
              </a:ext>
            </a:extLst>
          </p:cNvPr>
          <p:cNvCxnSpPr>
            <a:cxnSpLocks noChangeShapeType="1"/>
            <a:stCxn id="23" idx="3"/>
            <a:endCxn id="24" idx="1"/>
          </p:cNvCxnSpPr>
          <p:nvPr/>
        </p:nvCxnSpPr>
        <p:spPr bwMode="auto">
          <a:xfrm flipV="1">
            <a:off x="5664200" y="4878388"/>
            <a:ext cx="900113" cy="754062"/>
          </a:xfrm>
          <a:prstGeom prst="bentConnector3">
            <a:avLst>
              <a:gd name="adj1" fmla="val 50000"/>
            </a:avLst>
          </a:prstGeom>
          <a:noFill/>
          <a:ln w="28575" algn="ctr">
            <a:solidFill>
              <a:srgbClr val="790050"/>
            </a:solidFill>
            <a:miter lim="800000"/>
            <a:headEnd/>
            <a:tailEnd type="arrow" w="med" len="med"/>
          </a:ln>
          <a:extLst>
            <a:ext uri="{909E8E84-426E-40DD-AFC4-6F175D3DCCD1}">
              <a14:hiddenFill xmlns:a14="http://schemas.microsoft.com/office/drawing/2010/main">
                <a:noFill/>
              </a14:hiddenFill>
            </a:ext>
          </a:extLst>
        </p:spPr>
      </p:cxnSp>
      <p:cxnSp>
        <p:nvCxnSpPr>
          <p:cNvPr id="13332" name="Connecteur en angle 26">
            <a:extLst>
              <a:ext uri="{FF2B5EF4-FFF2-40B4-BE49-F238E27FC236}">
                <a16:creationId xmlns:a16="http://schemas.microsoft.com/office/drawing/2014/main" id="{A955E8E2-4A8B-4DEE-8AA6-2577833B83D4}"/>
              </a:ext>
            </a:extLst>
          </p:cNvPr>
          <p:cNvCxnSpPr>
            <a:cxnSpLocks noChangeShapeType="1"/>
            <a:stCxn id="22" idx="3"/>
            <a:endCxn id="24" idx="1"/>
          </p:cNvCxnSpPr>
          <p:nvPr/>
        </p:nvCxnSpPr>
        <p:spPr bwMode="auto">
          <a:xfrm>
            <a:off x="5661025" y="4073525"/>
            <a:ext cx="903288" cy="804863"/>
          </a:xfrm>
          <a:prstGeom prst="bentConnector3">
            <a:avLst>
              <a:gd name="adj1" fmla="val 50000"/>
            </a:avLst>
          </a:prstGeom>
          <a:noFill/>
          <a:ln w="28575" algn="ctr">
            <a:solidFill>
              <a:srgbClr val="790050"/>
            </a:solidFill>
            <a:miter lim="800000"/>
            <a:headEnd/>
            <a:tailEnd type="arrow" w="med" len="med"/>
          </a:ln>
          <a:extLst>
            <a:ext uri="{909E8E84-426E-40DD-AFC4-6F175D3DCCD1}">
              <a14:hiddenFill xmlns:a14="http://schemas.microsoft.com/office/drawing/2010/main">
                <a:noFill/>
              </a14:hiddenFill>
            </a:ext>
          </a:extLst>
        </p:spPr>
      </p:cxnSp>
      <p:cxnSp>
        <p:nvCxnSpPr>
          <p:cNvPr id="13333" name="Connecteur droit avec flèche 27">
            <a:extLst>
              <a:ext uri="{FF2B5EF4-FFF2-40B4-BE49-F238E27FC236}">
                <a16:creationId xmlns:a16="http://schemas.microsoft.com/office/drawing/2014/main" id="{6A4D3AB2-F6E5-4BCB-985C-A27E85FEC489}"/>
              </a:ext>
            </a:extLst>
          </p:cNvPr>
          <p:cNvCxnSpPr>
            <a:cxnSpLocks noChangeShapeType="1"/>
            <a:stCxn id="24" idx="3"/>
          </p:cNvCxnSpPr>
          <p:nvPr/>
        </p:nvCxnSpPr>
        <p:spPr bwMode="auto">
          <a:xfrm flipV="1">
            <a:off x="8720138" y="4872038"/>
            <a:ext cx="874712" cy="635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13334" name="Connecteur droit avec flèche 28">
            <a:extLst>
              <a:ext uri="{FF2B5EF4-FFF2-40B4-BE49-F238E27FC236}">
                <a16:creationId xmlns:a16="http://schemas.microsoft.com/office/drawing/2014/main" id="{C47EC341-D4C1-4C2E-AEF4-3832110BCCA1}"/>
              </a:ext>
            </a:extLst>
          </p:cNvPr>
          <p:cNvCxnSpPr>
            <a:cxnSpLocks noChangeShapeType="1"/>
          </p:cNvCxnSpPr>
          <p:nvPr/>
        </p:nvCxnSpPr>
        <p:spPr bwMode="auto">
          <a:xfrm>
            <a:off x="2838450" y="4040188"/>
            <a:ext cx="508000" cy="1587"/>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13335" name="Connecteur droit avec flèche 29">
            <a:extLst>
              <a:ext uri="{FF2B5EF4-FFF2-40B4-BE49-F238E27FC236}">
                <a16:creationId xmlns:a16="http://schemas.microsoft.com/office/drawing/2014/main" id="{2212D46C-EF02-41B9-B600-875DE4CD6D0C}"/>
              </a:ext>
            </a:extLst>
          </p:cNvPr>
          <p:cNvCxnSpPr>
            <a:cxnSpLocks noChangeShapeType="1"/>
          </p:cNvCxnSpPr>
          <p:nvPr/>
        </p:nvCxnSpPr>
        <p:spPr bwMode="auto">
          <a:xfrm>
            <a:off x="2868613" y="5668963"/>
            <a:ext cx="508000" cy="3175"/>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pic>
        <p:nvPicPr>
          <p:cNvPr id="31" name="Shape 209" descr="arrow_right">
            <a:extLst>
              <a:ext uri="{FF2B5EF4-FFF2-40B4-BE49-F238E27FC236}">
                <a16:creationId xmlns:a16="http://schemas.microsoft.com/office/drawing/2014/main" id="{1778E0EE-75AF-40EC-9798-4A7126BF47AB}"/>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1454859" y="4185696"/>
            <a:ext cx="573365" cy="573365"/>
          </a:xfrm>
          <a:prstGeom prst="rect">
            <a:avLst/>
          </a:prstGeom>
          <a:noFill/>
          <a:ln>
            <a:noFill/>
          </a:ln>
        </p:spPr>
      </p:pic>
      <p:sp>
        <p:nvSpPr>
          <p:cNvPr id="13337" name="Espace réservé du texte 2">
            <a:extLst>
              <a:ext uri="{FF2B5EF4-FFF2-40B4-BE49-F238E27FC236}">
                <a16:creationId xmlns:a16="http://schemas.microsoft.com/office/drawing/2014/main" id="{6A85D80C-5C2F-4C0D-8FF3-2470C8B61A5B}"/>
              </a:ext>
            </a:extLst>
          </p:cNvPr>
          <p:cNvSpPr txBox="1">
            <a:spLocks/>
          </p:cNvSpPr>
          <p:nvPr/>
        </p:nvSpPr>
        <p:spPr bwMode="auto">
          <a:xfrm>
            <a:off x="9520238" y="4343400"/>
            <a:ext cx="2551112"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algn="ctr" defTabSz="914400" eaLnBrk="1" hangingPunct="1">
              <a:spcBef>
                <a:spcPts val="450"/>
              </a:spcBef>
              <a:buClr>
                <a:srgbClr val="009AA6"/>
              </a:buClr>
              <a:buSzPct val="110000"/>
            </a:pPr>
            <a:r>
              <a:rPr lang="fr-FR" altLang="fr-FR" sz="1600">
                <a:solidFill>
                  <a:schemeClr val="tx2"/>
                </a:solidFill>
                <a:latin typeface="Arial" panose="020B0604020202020204" pitchFamily="34" charset="0"/>
              </a:rPr>
              <a:t>Les sorties</a:t>
            </a:r>
          </a:p>
          <a:p>
            <a:pPr lvl="1" defTabSz="914400" eaLnBrk="1" hangingPunct="1">
              <a:spcBef>
                <a:spcPct val="20000"/>
              </a:spcBef>
              <a:buClr>
                <a:srgbClr val="3C3732"/>
              </a:buClr>
              <a:buSzPct val="100000"/>
              <a:buFont typeface="Arial" panose="020B0604020202020204" pitchFamily="34" charset="0"/>
              <a:buChar char="•"/>
            </a:pPr>
            <a:endParaRPr lang="fr-FR" altLang="fr-FR" sz="1400">
              <a:solidFill>
                <a:srgbClr val="3C3732"/>
              </a:solidFill>
              <a:latin typeface="Arial" panose="020B0604020202020204" pitchFamily="34" charset="0"/>
            </a:endParaRP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Plan de gestion des configurations à jour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0C10C521-CDB2-4236-87AB-8A1B56833704}"/>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 (1/2)</a:t>
            </a:r>
          </a:p>
        </p:txBody>
      </p:sp>
      <p:sp>
        <p:nvSpPr>
          <p:cNvPr id="15363" name="Espace réservé du texte 2">
            <a:extLst>
              <a:ext uri="{FF2B5EF4-FFF2-40B4-BE49-F238E27FC236}">
                <a16:creationId xmlns:a16="http://schemas.microsoft.com/office/drawing/2014/main" id="{AC5006E2-ADD6-4914-9837-FD21194C2BBC}"/>
              </a:ext>
            </a:extLst>
          </p:cNvPr>
          <p:cNvSpPr txBox="1">
            <a:spLocks/>
          </p:cNvSpPr>
          <p:nvPr/>
        </p:nvSpPr>
        <p:spPr bwMode="auto">
          <a:xfrm>
            <a:off x="5910263" y="1163638"/>
            <a:ext cx="6092825" cy="1163637"/>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42950" indent="-285750"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defTabSz="914400" eaLnBrk="1" hangingPunct="1">
              <a:spcBef>
                <a:spcPts val="450"/>
              </a:spcBef>
              <a:buClr>
                <a:srgbClr val="009AA6"/>
              </a:buClr>
              <a:buSzPct val="110000"/>
            </a:pPr>
            <a:r>
              <a:rPr lang="fr-FR" altLang="fr-FR" sz="1600" b="1">
                <a:solidFill>
                  <a:srgbClr val="FFFFFF"/>
                </a:solidFill>
                <a:latin typeface="Arial" panose="020B0604020202020204" pitchFamily="34" charset="0"/>
              </a:rPr>
              <a:t>Objectif : </a:t>
            </a:r>
          </a:p>
          <a:p>
            <a:pPr defTabSz="914400" eaLnBrk="1" hangingPunct="1">
              <a:spcBef>
                <a:spcPts val="450"/>
              </a:spcBef>
              <a:buClr>
                <a:srgbClr val="FFFFFF"/>
              </a:buClr>
              <a:buSzPct val="110000"/>
              <a:buFont typeface="Arial" panose="020B0604020202020204" pitchFamily="34" charset="0"/>
              <a:buChar char="•"/>
            </a:pPr>
            <a:r>
              <a:rPr lang="fr-FR" altLang="fr-FR" sz="1400">
                <a:solidFill>
                  <a:srgbClr val="FFFFFF"/>
                </a:solidFill>
                <a:latin typeface="Arial" panose="020B0604020202020204" pitchFamily="34" charset="0"/>
              </a:rPr>
              <a:t>Définir les règles de peuplement de la CMDB</a:t>
            </a:r>
          </a:p>
          <a:p>
            <a:pPr defTabSz="914400" eaLnBrk="1" hangingPunct="1">
              <a:spcBef>
                <a:spcPts val="450"/>
              </a:spcBef>
              <a:buClr>
                <a:srgbClr val="FFFFFF"/>
              </a:buClr>
              <a:buSzPct val="110000"/>
              <a:buFont typeface="Arial" panose="020B0604020202020204" pitchFamily="34" charset="0"/>
              <a:buChar char="•"/>
            </a:pPr>
            <a:r>
              <a:rPr lang="fr-FR" altLang="fr-FR" sz="1400">
                <a:solidFill>
                  <a:srgbClr val="FFFFFF"/>
                </a:solidFill>
                <a:latin typeface="Arial" panose="020B0604020202020204" pitchFamily="34" charset="0"/>
              </a:rPr>
              <a:t>Définir les évolutions techniques de la CMDB et suivre leur bonne exécution</a:t>
            </a:r>
            <a:endParaRPr lang="fr-FR" altLang="fr-FR" sz="1600">
              <a:solidFill>
                <a:srgbClr val="FFFFFF"/>
              </a:solidFill>
              <a:latin typeface="Arial" panose="020B0604020202020204" pitchFamily="34" charset="0"/>
            </a:endParaRPr>
          </a:p>
        </p:txBody>
      </p:sp>
      <p:sp>
        <p:nvSpPr>
          <p:cNvPr id="15364" name="Espace réservé du texte 2">
            <a:extLst>
              <a:ext uri="{FF2B5EF4-FFF2-40B4-BE49-F238E27FC236}">
                <a16:creationId xmlns:a16="http://schemas.microsoft.com/office/drawing/2014/main" id="{BF031222-32A4-482F-AED5-D8414B5A5BE1}"/>
              </a:ext>
            </a:extLst>
          </p:cNvPr>
          <p:cNvSpPr txBox="1">
            <a:spLocks/>
          </p:cNvSpPr>
          <p:nvPr/>
        </p:nvSpPr>
        <p:spPr bwMode="auto">
          <a:xfrm>
            <a:off x="-25400" y="2824163"/>
            <a:ext cx="25527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algn="ctr" defTabSz="914400" eaLnBrk="1" hangingPunct="1">
              <a:spcBef>
                <a:spcPts val="450"/>
              </a:spcBef>
              <a:buClr>
                <a:srgbClr val="009AA6"/>
              </a:buClr>
              <a:buSzPct val="110000"/>
            </a:pPr>
            <a:r>
              <a:rPr lang="fr-FR" altLang="fr-FR" sz="1600">
                <a:solidFill>
                  <a:schemeClr val="tx2"/>
                </a:solidFill>
                <a:latin typeface="Arial" panose="020B0604020202020204" pitchFamily="34" charset="0"/>
              </a:rPr>
              <a:t>Les entrants</a:t>
            </a:r>
          </a:p>
          <a:p>
            <a:pPr lvl="1" defTabSz="914400" eaLnBrk="1" hangingPunct="1">
              <a:spcBef>
                <a:spcPct val="20000"/>
              </a:spcBef>
              <a:buClr>
                <a:srgbClr val="3C3732"/>
              </a:buClr>
              <a:buSzPct val="100000"/>
              <a:buFont typeface="Arial" panose="020B0604020202020204" pitchFamily="34" charset="0"/>
              <a:buChar char="•"/>
            </a:pPr>
            <a:endParaRPr lang="fr-FR" altLang="fr-FR" sz="1400">
              <a:solidFill>
                <a:srgbClr val="3C3732"/>
              </a:solidFill>
              <a:latin typeface="Arial" panose="020B0604020202020204" pitchFamily="34" charset="0"/>
            </a:endParaRP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Plan de gestion des configurations mis à jour</a:t>
            </a:r>
          </a:p>
        </p:txBody>
      </p:sp>
      <p:pic>
        <p:nvPicPr>
          <p:cNvPr id="35" name="Shape 209" descr="arrow_right">
            <a:extLst>
              <a:ext uri="{FF2B5EF4-FFF2-40B4-BE49-F238E27FC236}">
                <a16:creationId xmlns:a16="http://schemas.microsoft.com/office/drawing/2014/main" id="{8B01DCC5-666B-44E4-82B7-83EBDC82C74F}"/>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2119789" y="2668520"/>
            <a:ext cx="573365" cy="573365"/>
          </a:xfrm>
          <a:prstGeom prst="rect">
            <a:avLst/>
          </a:prstGeom>
          <a:noFill/>
          <a:ln>
            <a:noFill/>
          </a:ln>
        </p:spPr>
      </p:pic>
      <p:sp>
        <p:nvSpPr>
          <p:cNvPr id="15366" name="Espace réservé du texte 2">
            <a:extLst>
              <a:ext uri="{FF2B5EF4-FFF2-40B4-BE49-F238E27FC236}">
                <a16:creationId xmlns:a16="http://schemas.microsoft.com/office/drawing/2014/main" id="{93868F4C-6520-45A4-9C5A-C56BA7EA0728}"/>
              </a:ext>
            </a:extLst>
          </p:cNvPr>
          <p:cNvSpPr txBox="1">
            <a:spLocks/>
          </p:cNvSpPr>
          <p:nvPr/>
        </p:nvSpPr>
        <p:spPr bwMode="auto">
          <a:xfrm>
            <a:off x="9623425" y="4379913"/>
            <a:ext cx="2224088"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algn="ctr" defTabSz="914400" eaLnBrk="1" hangingPunct="1">
              <a:spcBef>
                <a:spcPts val="450"/>
              </a:spcBef>
              <a:buClr>
                <a:srgbClr val="009AA6"/>
              </a:buClr>
              <a:buSzPct val="110000"/>
            </a:pPr>
            <a:r>
              <a:rPr lang="fr-FR" altLang="fr-FR" sz="1600">
                <a:solidFill>
                  <a:schemeClr val="tx2"/>
                </a:solidFill>
                <a:latin typeface="Arial" panose="020B0604020202020204" pitchFamily="34" charset="0"/>
              </a:rPr>
              <a:t>Les sorties</a:t>
            </a:r>
          </a:p>
          <a:p>
            <a:pPr lvl="1" defTabSz="914400" eaLnBrk="1" hangingPunct="1">
              <a:spcBef>
                <a:spcPct val="20000"/>
              </a:spcBef>
              <a:buClr>
                <a:srgbClr val="3C3732"/>
              </a:buClr>
              <a:buSzPct val="100000"/>
              <a:buFont typeface="Arial" panose="020B0604020202020204" pitchFamily="34" charset="0"/>
              <a:buChar char="•"/>
            </a:pPr>
            <a:endParaRPr lang="fr-FR" altLang="fr-FR" sz="1400">
              <a:solidFill>
                <a:srgbClr val="3C3732"/>
              </a:solidFill>
              <a:latin typeface="Arial" panose="020B0604020202020204" pitchFamily="34" charset="0"/>
            </a:endParaRP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Evolutions techniques de la CMDB mises en œuvre et opérationnelles</a:t>
            </a:r>
          </a:p>
        </p:txBody>
      </p:sp>
      <p:sp>
        <p:nvSpPr>
          <p:cNvPr id="15367" name="Espace réservé du texte 2">
            <a:extLst>
              <a:ext uri="{FF2B5EF4-FFF2-40B4-BE49-F238E27FC236}">
                <a16:creationId xmlns:a16="http://schemas.microsoft.com/office/drawing/2014/main" id="{9F708E7B-D18E-4511-A7CC-A42FAC5D39D9}"/>
              </a:ext>
            </a:extLst>
          </p:cNvPr>
          <p:cNvSpPr txBox="1">
            <a:spLocks/>
          </p:cNvSpPr>
          <p:nvPr/>
        </p:nvSpPr>
        <p:spPr bwMode="auto">
          <a:xfrm>
            <a:off x="0" y="849313"/>
            <a:ext cx="121920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b="1">
                <a:solidFill>
                  <a:schemeClr val="tx2"/>
                </a:solidFill>
                <a:latin typeface="Arial" panose="020B0604020202020204" pitchFamily="34" charset="0"/>
              </a:rPr>
              <a:t>Activité</a:t>
            </a:r>
            <a:r>
              <a:rPr lang="fr-FR" altLang="fr-FR" sz="1800" b="1">
                <a:solidFill>
                  <a:srgbClr val="009AA6"/>
                </a:solidFill>
                <a:latin typeface="Arial" panose="020B0604020202020204" pitchFamily="34" charset="0"/>
              </a:rPr>
              <a:t> </a:t>
            </a:r>
            <a:r>
              <a:rPr lang="fr-FR" altLang="fr-FR" sz="1800" b="1">
                <a:solidFill>
                  <a:srgbClr val="790050"/>
                </a:solidFill>
                <a:latin typeface="Arial" panose="020B0604020202020204" pitchFamily="34" charset="0"/>
              </a:rPr>
              <a:t>« Structurer la CMDB »</a:t>
            </a:r>
            <a:r>
              <a:rPr lang="fr-FR" altLang="fr-FR" sz="1800" b="1">
                <a:solidFill>
                  <a:srgbClr val="009AA6"/>
                </a:solidFill>
                <a:latin typeface="Arial" panose="020B0604020202020204" pitchFamily="34" charset="0"/>
              </a:rPr>
              <a:t> </a:t>
            </a:r>
            <a:r>
              <a:rPr lang="fr-FR" altLang="fr-FR" sz="1800" b="1">
                <a:solidFill>
                  <a:schemeClr val="tx2"/>
                </a:solidFill>
                <a:latin typeface="Arial" panose="020B0604020202020204" pitchFamily="34" charset="0"/>
              </a:rPr>
              <a:t>et sous-activités </a:t>
            </a:r>
          </a:p>
        </p:txBody>
      </p:sp>
      <p:sp>
        <p:nvSpPr>
          <p:cNvPr id="38" name="Line 10">
            <a:extLst>
              <a:ext uri="{FF2B5EF4-FFF2-40B4-BE49-F238E27FC236}">
                <a16:creationId xmlns:a16="http://schemas.microsoft.com/office/drawing/2014/main" id="{848B0271-1404-4802-A193-B8B9C5C04D72}"/>
              </a:ext>
            </a:extLst>
          </p:cNvPr>
          <p:cNvSpPr>
            <a:spLocks noChangeShapeType="1"/>
          </p:cNvSpPr>
          <p:nvPr/>
        </p:nvSpPr>
        <p:spPr bwMode="auto">
          <a:xfrm>
            <a:off x="0" y="1541463"/>
            <a:ext cx="5854700" cy="14287"/>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39" name="AutoShape 11">
            <a:extLst>
              <a:ext uri="{FF2B5EF4-FFF2-40B4-BE49-F238E27FC236}">
                <a16:creationId xmlns:a16="http://schemas.microsoft.com/office/drawing/2014/main" id="{D10342F7-FA9A-4053-A555-970122DBCA83}"/>
              </a:ext>
            </a:extLst>
          </p:cNvPr>
          <p:cNvSpPr>
            <a:spLocks noChangeArrowheads="1"/>
          </p:cNvSpPr>
          <p:nvPr/>
        </p:nvSpPr>
        <p:spPr bwMode="auto">
          <a:xfrm>
            <a:off x="39688" y="1119188"/>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Planifier la gestion des </a:t>
            </a:r>
            <a:r>
              <a:rPr lang="fr-FR" altLang="fr-FR" sz="847" b="1" kern="0" dirty="0" err="1">
                <a:solidFill>
                  <a:prstClr val="white"/>
                </a:solidFill>
                <a:latin typeface="Arial"/>
              </a:rPr>
              <a:t>configura-tions</a:t>
            </a:r>
            <a:endParaRPr lang="fr-FR" altLang="fr-FR" sz="847" b="1" kern="0" dirty="0">
              <a:solidFill>
                <a:prstClr val="white"/>
              </a:solidFill>
              <a:latin typeface="Arial"/>
            </a:endParaRPr>
          </a:p>
        </p:txBody>
      </p:sp>
      <p:sp>
        <p:nvSpPr>
          <p:cNvPr id="40" name="AutoShape 11">
            <a:extLst>
              <a:ext uri="{FF2B5EF4-FFF2-40B4-BE49-F238E27FC236}">
                <a16:creationId xmlns:a16="http://schemas.microsoft.com/office/drawing/2014/main" id="{01BF8960-C72E-488D-8328-B380BCC20EB2}"/>
              </a:ext>
            </a:extLst>
          </p:cNvPr>
          <p:cNvSpPr>
            <a:spLocks noChangeArrowheads="1"/>
          </p:cNvSpPr>
          <p:nvPr/>
        </p:nvSpPr>
        <p:spPr bwMode="auto">
          <a:xfrm>
            <a:off x="39688" y="2157413"/>
            <a:ext cx="5661025" cy="3397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dirty="0">
                <a:solidFill>
                  <a:prstClr val="white"/>
                </a:solidFill>
                <a:latin typeface="Arial" panose="020B0604020202020204" pitchFamily="34" charset="0"/>
              </a:rPr>
              <a:t>Piloter le processus</a:t>
            </a:r>
          </a:p>
        </p:txBody>
      </p:sp>
      <p:sp>
        <p:nvSpPr>
          <p:cNvPr id="41" name="AutoShape 11">
            <a:extLst>
              <a:ext uri="{FF2B5EF4-FFF2-40B4-BE49-F238E27FC236}">
                <a16:creationId xmlns:a16="http://schemas.microsoft.com/office/drawing/2014/main" id="{19C4F789-8118-4BA2-80D6-A31A9D038A88}"/>
              </a:ext>
            </a:extLst>
          </p:cNvPr>
          <p:cNvSpPr>
            <a:spLocks noChangeArrowheads="1"/>
          </p:cNvSpPr>
          <p:nvPr/>
        </p:nvSpPr>
        <p:spPr bwMode="auto">
          <a:xfrm>
            <a:off x="1000125" y="1135063"/>
            <a:ext cx="863600" cy="9366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Structurer la CMDB</a:t>
            </a:r>
          </a:p>
        </p:txBody>
      </p:sp>
      <p:sp>
        <p:nvSpPr>
          <p:cNvPr id="42" name="AutoShape 11">
            <a:extLst>
              <a:ext uri="{FF2B5EF4-FFF2-40B4-BE49-F238E27FC236}">
                <a16:creationId xmlns:a16="http://schemas.microsoft.com/office/drawing/2014/main" id="{F40402FF-DBC8-47EF-B0D1-85C6BB0BB5C0}"/>
              </a:ext>
            </a:extLst>
          </p:cNvPr>
          <p:cNvSpPr>
            <a:spLocks noChangeArrowheads="1"/>
          </p:cNvSpPr>
          <p:nvPr/>
        </p:nvSpPr>
        <p:spPr bwMode="auto">
          <a:xfrm>
            <a:off x="1958975" y="1120775"/>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Mettre à jour les CI de façon contrôlée</a:t>
            </a:r>
          </a:p>
        </p:txBody>
      </p:sp>
      <p:sp>
        <p:nvSpPr>
          <p:cNvPr id="43" name="AutoShape 11">
            <a:extLst>
              <a:ext uri="{FF2B5EF4-FFF2-40B4-BE49-F238E27FC236}">
                <a16:creationId xmlns:a16="http://schemas.microsoft.com/office/drawing/2014/main" id="{2EB5F74D-A132-405D-88CF-1BDB39C22E45}"/>
              </a:ext>
            </a:extLst>
          </p:cNvPr>
          <p:cNvSpPr>
            <a:spLocks noChangeArrowheads="1"/>
          </p:cNvSpPr>
          <p:nvPr/>
        </p:nvSpPr>
        <p:spPr bwMode="auto">
          <a:xfrm>
            <a:off x="2917825" y="1136650"/>
            <a:ext cx="865188"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Détecter et traiter les </a:t>
            </a:r>
            <a:r>
              <a:rPr lang="fr-FR" altLang="fr-FR" sz="847" b="1" kern="0" dirty="0" err="1">
                <a:solidFill>
                  <a:prstClr val="white"/>
                </a:solidFill>
                <a:latin typeface="Arial"/>
              </a:rPr>
              <a:t>incohéren-ces</a:t>
            </a:r>
            <a:endParaRPr lang="fr-FR" altLang="fr-FR" sz="847" b="1" kern="0" dirty="0">
              <a:solidFill>
                <a:prstClr val="white"/>
              </a:solidFill>
              <a:latin typeface="Arial"/>
            </a:endParaRPr>
          </a:p>
        </p:txBody>
      </p:sp>
      <p:sp>
        <p:nvSpPr>
          <p:cNvPr id="44" name="AutoShape 11">
            <a:extLst>
              <a:ext uri="{FF2B5EF4-FFF2-40B4-BE49-F238E27FC236}">
                <a16:creationId xmlns:a16="http://schemas.microsoft.com/office/drawing/2014/main" id="{BF12BE51-1F16-4FCB-A7E5-7475BDBC0A32}"/>
              </a:ext>
            </a:extLst>
          </p:cNvPr>
          <p:cNvSpPr>
            <a:spLocks noChangeArrowheads="1"/>
          </p:cNvSpPr>
          <p:nvPr/>
        </p:nvSpPr>
        <p:spPr bwMode="auto">
          <a:xfrm>
            <a:off x="3878263" y="1123950"/>
            <a:ext cx="863600" cy="935038"/>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Mettre à disposition les </a:t>
            </a:r>
            <a:r>
              <a:rPr lang="fr-FR" altLang="fr-FR" sz="847" b="1" kern="0" dirty="0" err="1">
                <a:solidFill>
                  <a:prstClr val="white"/>
                </a:solidFill>
                <a:latin typeface="Arial"/>
              </a:rPr>
              <a:t>informa-tions</a:t>
            </a:r>
            <a:r>
              <a:rPr lang="fr-FR" altLang="fr-FR" sz="847" b="1" kern="0" dirty="0">
                <a:solidFill>
                  <a:prstClr val="white"/>
                </a:solidFill>
                <a:latin typeface="Arial"/>
              </a:rPr>
              <a:t> sur les CI</a:t>
            </a:r>
          </a:p>
        </p:txBody>
      </p:sp>
      <p:sp>
        <p:nvSpPr>
          <p:cNvPr id="45" name="AutoShape 11">
            <a:extLst>
              <a:ext uri="{FF2B5EF4-FFF2-40B4-BE49-F238E27FC236}">
                <a16:creationId xmlns:a16="http://schemas.microsoft.com/office/drawing/2014/main" id="{D6E63073-403E-4B83-93F3-80A16C7C4733}"/>
              </a:ext>
            </a:extLst>
          </p:cNvPr>
          <p:cNvSpPr>
            <a:spLocks noChangeArrowheads="1"/>
          </p:cNvSpPr>
          <p:nvPr/>
        </p:nvSpPr>
        <p:spPr bwMode="auto">
          <a:xfrm>
            <a:off x="4837113" y="1139825"/>
            <a:ext cx="863600" cy="935038"/>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Auditer et vérifier la CMDB</a:t>
            </a:r>
          </a:p>
        </p:txBody>
      </p:sp>
      <p:sp>
        <p:nvSpPr>
          <p:cNvPr id="46" name="AutoShape 11">
            <a:extLst>
              <a:ext uri="{FF2B5EF4-FFF2-40B4-BE49-F238E27FC236}">
                <a16:creationId xmlns:a16="http://schemas.microsoft.com/office/drawing/2014/main" id="{97831065-E0F5-44C3-B206-F63897E661CF}"/>
              </a:ext>
            </a:extLst>
          </p:cNvPr>
          <p:cNvSpPr>
            <a:spLocks noChangeArrowheads="1"/>
          </p:cNvSpPr>
          <p:nvPr/>
        </p:nvSpPr>
        <p:spPr bwMode="auto">
          <a:xfrm>
            <a:off x="1536700" y="4249738"/>
            <a:ext cx="2316163" cy="13557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Valider les évolutions techniques de la CMDB pour répondre aux besoins </a:t>
            </a:r>
          </a:p>
        </p:txBody>
      </p:sp>
      <p:sp>
        <p:nvSpPr>
          <p:cNvPr id="47" name="AutoShape 11">
            <a:extLst>
              <a:ext uri="{FF2B5EF4-FFF2-40B4-BE49-F238E27FC236}">
                <a16:creationId xmlns:a16="http://schemas.microsoft.com/office/drawing/2014/main" id="{EA1A0EA1-E216-4C67-8224-391B6E4D1427}"/>
              </a:ext>
            </a:extLst>
          </p:cNvPr>
          <p:cNvSpPr>
            <a:spLocks noChangeArrowheads="1"/>
          </p:cNvSpPr>
          <p:nvPr/>
        </p:nvSpPr>
        <p:spPr bwMode="auto">
          <a:xfrm>
            <a:off x="4051300" y="4249738"/>
            <a:ext cx="2316163" cy="13557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Structurer et peupler la CMDB</a:t>
            </a:r>
          </a:p>
        </p:txBody>
      </p:sp>
      <p:sp>
        <p:nvSpPr>
          <p:cNvPr id="48" name="AutoShape 11">
            <a:extLst>
              <a:ext uri="{FF2B5EF4-FFF2-40B4-BE49-F238E27FC236}">
                <a16:creationId xmlns:a16="http://schemas.microsoft.com/office/drawing/2014/main" id="{C2B38759-42B0-4430-8089-11CE89BF67BE}"/>
              </a:ext>
            </a:extLst>
          </p:cNvPr>
          <p:cNvSpPr>
            <a:spLocks noChangeArrowheads="1"/>
          </p:cNvSpPr>
          <p:nvPr/>
        </p:nvSpPr>
        <p:spPr bwMode="auto">
          <a:xfrm>
            <a:off x="6564313" y="4249738"/>
            <a:ext cx="2155825" cy="13557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Assurer la conduite du changement</a:t>
            </a:r>
          </a:p>
        </p:txBody>
      </p:sp>
      <p:sp>
        <p:nvSpPr>
          <p:cNvPr id="49" name="AutoShape 11">
            <a:extLst>
              <a:ext uri="{FF2B5EF4-FFF2-40B4-BE49-F238E27FC236}">
                <a16:creationId xmlns:a16="http://schemas.microsoft.com/office/drawing/2014/main" id="{D4699D93-36AD-4320-B0B2-A2E3360DA6C5}"/>
              </a:ext>
            </a:extLst>
          </p:cNvPr>
          <p:cNvSpPr>
            <a:spLocks noChangeArrowheads="1"/>
          </p:cNvSpPr>
          <p:nvPr/>
        </p:nvSpPr>
        <p:spPr bwMode="auto">
          <a:xfrm>
            <a:off x="1546225" y="5949950"/>
            <a:ext cx="2274888" cy="685800"/>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buSzPct val="25000"/>
              <a:defRPr/>
            </a:pPr>
            <a:r>
              <a:rPr lang="fr-FR" sz="1320" b="1" kern="0" dirty="0">
                <a:solidFill>
                  <a:prstClr val="white"/>
                </a:solidFill>
                <a:ea typeface="Calibri"/>
                <a:sym typeface="Calibri"/>
              </a:rPr>
              <a:t>Planifier la gestion des configurations</a:t>
            </a:r>
          </a:p>
        </p:txBody>
      </p:sp>
      <p:cxnSp>
        <p:nvCxnSpPr>
          <p:cNvPr id="15380" name="Connecteur droit avec flèche 49">
            <a:extLst>
              <a:ext uri="{FF2B5EF4-FFF2-40B4-BE49-F238E27FC236}">
                <a16:creationId xmlns:a16="http://schemas.microsoft.com/office/drawing/2014/main" id="{44B0B794-3E15-4F94-B127-78DEF8B78BA0}"/>
              </a:ext>
            </a:extLst>
          </p:cNvPr>
          <p:cNvCxnSpPr>
            <a:cxnSpLocks noChangeShapeType="1"/>
            <a:stCxn id="48" idx="3"/>
          </p:cNvCxnSpPr>
          <p:nvPr/>
        </p:nvCxnSpPr>
        <p:spPr bwMode="auto">
          <a:xfrm flipV="1">
            <a:off x="8720138" y="4913313"/>
            <a:ext cx="860425" cy="14287"/>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15381" name="Connecteur droit avec flèche 50">
            <a:extLst>
              <a:ext uri="{FF2B5EF4-FFF2-40B4-BE49-F238E27FC236}">
                <a16:creationId xmlns:a16="http://schemas.microsoft.com/office/drawing/2014/main" id="{BBD17BE5-ED7A-4106-B269-9461225783B5}"/>
              </a:ext>
            </a:extLst>
          </p:cNvPr>
          <p:cNvCxnSpPr>
            <a:cxnSpLocks noChangeShapeType="1"/>
            <a:stCxn id="46" idx="3"/>
            <a:endCxn id="47" idx="1"/>
          </p:cNvCxnSpPr>
          <p:nvPr/>
        </p:nvCxnSpPr>
        <p:spPr bwMode="auto">
          <a:xfrm>
            <a:off x="3852863" y="4927600"/>
            <a:ext cx="198437" cy="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15382" name="Connecteur droit avec flèche 51">
            <a:extLst>
              <a:ext uri="{FF2B5EF4-FFF2-40B4-BE49-F238E27FC236}">
                <a16:creationId xmlns:a16="http://schemas.microsoft.com/office/drawing/2014/main" id="{AE17EE52-4A19-41C6-9612-BB0AF2B63DA8}"/>
              </a:ext>
            </a:extLst>
          </p:cNvPr>
          <p:cNvCxnSpPr>
            <a:cxnSpLocks noChangeShapeType="1"/>
            <a:stCxn id="47" idx="3"/>
            <a:endCxn id="48" idx="1"/>
          </p:cNvCxnSpPr>
          <p:nvPr/>
        </p:nvCxnSpPr>
        <p:spPr bwMode="auto">
          <a:xfrm>
            <a:off x="6367463" y="4927600"/>
            <a:ext cx="196850" cy="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15383" name="Connecteur droit avec flèche 52">
            <a:extLst>
              <a:ext uri="{FF2B5EF4-FFF2-40B4-BE49-F238E27FC236}">
                <a16:creationId xmlns:a16="http://schemas.microsoft.com/office/drawing/2014/main" id="{A075EB76-CFD3-4C83-B397-4B44BC79A048}"/>
              </a:ext>
            </a:extLst>
          </p:cNvPr>
          <p:cNvCxnSpPr>
            <a:cxnSpLocks noChangeShapeType="1"/>
            <a:stCxn id="46" idx="2"/>
            <a:endCxn id="49" idx="0"/>
          </p:cNvCxnSpPr>
          <p:nvPr/>
        </p:nvCxnSpPr>
        <p:spPr bwMode="auto">
          <a:xfrm flipH="1">
            <a:off x="2682875" y="5605463"/>
            <a:ext cx="11113" cy="344487"/>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15384" name="Connecteur droit avec flèche 53">
            <a:extLst>
              <a:ext uri="{FF2B5EF4-FFF2-40B4-BE49-F238E27FC236}">
                <a16:creationId xmlns:a16="http://schemas.microsoft.com/office/drawing/2014/main" id="{4C61916F-6030-4783-803E-2B62F06AB833}"/>
              </a:ext>
            </a:extLst>
          </p:cNvPr>
          <p:cNvCxnSpPr>
            <a:cxnSpLocks noChangeShapeType="1"/>
          </p:cNvCxnSpPr>
          <p:nvPr/>
        </p:nvCxnSpPr>
        <p:spPr bwMode="auto">
          <a:xfrm flipV="1">
            <a:off x="684213" y="4914900"/>
            <a:ext cx="860425" cy="14288"/>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pic>
        <p:nvPicPr>
          <p:cNvPr id="55" name="Shape 209" descr="arrow_right">
            <a:extLst>
              <a:ext uri="{FF2B5EF4-FFF2-40B4-BE49-F238E27FC236}">
                <a16:creationId xmlns:a16="http://schemas.microsoft.com/office/drawing/2014/main" id="{E3659C31-16C9-45B4-81BE-3EED0B67D969}"/>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1429837" y="4226639"/>
            <a:ext cx="573365" cy="57336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AA4FE16F-D2A0-4E0E-B97A-0B3E818EA6DB}"/>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 (1/2)</a:t>
            </a:r>
          </a:p>
        </p:txBody>
      </p:sp>
      <p:sp>
        <p:nvSpPr>
          <p:cNvPr id="17411" name="Espace réservé du texte 2">
            <a:extLst>
              <a:ext uri="{FF2B5EF4-FFF2-40B4-BE49-F238E27FC236}">
                <a16:creationId xmlns:a16="http://schemas.microsoft.com/office/drawing/2014/main" id="{7576D2DC-B4E7-48F4-9162-254F47A428B4}"/>
              </a:ext>
            </a:extLst>
          </p:cNvPr>
          <p:cNvSpPr txBox="1">
            <a:spLocks/>
          </p:cNvSpPr>
          <p:nvPr/>
        </p:nvSpPr>
        <p:spPr bwMode="auto">
          <a:xfrm>
            <a:off x="5910263" y="1163638"/>
            <a:ext cx="6092825" cy="106045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42950" indent="-285750"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defTabSz="914400" eaLnBrk="1" hangingPunct="1">
              <a:spcBef>
                <a:spcPts val="450"/>
              </a:spcBef>
              <a:buClr>
                <a:srgbClr val="009AA6"/>
              </a:buClr>
              <a:buSzPct val="110000"/>
            </a:pPr>
            <a:r>
              <a:rPr lang="fr-FR" altLang="fr-FR" sz="1600" b="1">
                <a:solidFill>
                  <a:srgbClr val="FFFFFF"/>
                </a:solidFill>
                <a:latin typeface="Arial" panose="020B0604020202020204" pitchFamily="34" charset="0"/>
              </a:rPr>
              <a:t>Objectifs : </a:t>
            </a:r>
          </a:p>
          <a:p>
            <a:pPr defTabSz="914400" eaLnBrk="1" hangingPunct="1">
              <a:spcBef>
                <a:spcPts val="450"/>
              </a:spcBef>
              <a:buClr>
                <a:srgbClr val="FFFFFF"/>
              </a:buClr>
              <a:buSzPct val="110000"/>
              <a:buFont typeface="Arial" panose="020B0604020202020204" pitchFamily="34" charset="0"/>
              <a:buChar char="•"/>
            </a:pPr>
            <a:r>
              <a:rPr lang="fr-FR" altLang="fr-FR" sz="1400">
                <a:solidFill>
                  <a:srgbClr val="FFFFFF"/>
                </a:solidFill>
                <a:latin typeface="Arial" panose="020B0604020202020204" pitchFamily="34" charset="0"/>
              </a:rPr>
              <a:t>…</a:t>
            </a:r>
            <a:endParaRPr lang="fr-FR" altLang="fr-FR" sz="1600">
              <a:solidFill>
                <a:srgbClr val="FFFFFF"/>
              </a:solidFill>
              <a:latin typeface="Arial" panose="020B0604020202020204" pitchFamily="34" charset="0"/>
            </a:endParaRPr>
          </a:p>
        </p:txBody>
      </p:sp>
      <p:sp>
        <p:nvSpPr>
          <p:cNvPr id="17412" name="Espace réservé du texte 2">
            <a:extLst>
              <a:ext uri="{FF2B5EF4-FFF2-40B4-BE49-F238E27FC236}">
                <a16:creationId xmlns:a16="http://schemas.microsoft.com/office/drawing/2014/main" id="{97EA5100-7178-477A-8BF1-28783C953338}"/>
              </a:ext>
            </a:extLst>
          </p:cNvPr>
          <p:cNvSpPr txBox="1">
            <a:spLocks/>
          </p:cNvSpPr>
          <p:nvPr/>
        </p:nvSpPr>
        <p:spPr bwMode="auto">
          <a:xfrm>
            <a:off x="0" y="2825750"/>
            <a:ext cx="2552700" cy="175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algn="ctr" defTabSz="914400" eaLnBrk="1" hangingPunct="1">
              <a:spcBef>
                <a:spcPts val="450"/>
              </a:spcBef>
              <a:buClr>
                <a:srgbClr val="009AA6"/>
              </a:buClr>
              <a:buSzPct val="110000"/>
            </a:pPr>
            <a:r>
              <a:rPr lang="fr-FR" altLang="fr-FR" sz="1600">
                <a:solidFill>
                  <a:schemeClr val="tx2"/>
                </a:solidFill>
                <a:latin typeface="Arial" panose="020B0604020202020204" pitchFamily="34" charset="0"/>
              </a:rPr>
              <a:t>Les entrants</a:t>
            </a:r>
          </a:p>
          <a:p>
            <a:pPr lvl="1" defTabSz="914400" eaLnBrk="1" hangingPunct="1">
              <a:spcBef>
                <a:spcPct val="20000"/>
              </a:spcBef>
              <a:buClr>
                <a:srgbClr val="3C3732"/>
              </a:buClr>
              <a:buSzPct val="100000"/>
              <a:buFont typeface="Arial" panose="020B0604020202020204" pitchFamily="34" charset="0"/>
              <a:buChar char="•"/>
            </a:pPr>
            <a:endParaRPr lang="fr-FR" altLang="fr-FR" sz="1400">
              <a:solidFill>
                <a:srgbClr val="3C3732"/>
              </a:solidFill>
              <a:latin typeface="Arial" panose="020B0604020202020204" pitchFamily="34" charset="0"/>
            </a:endParaRP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Plan de gestion des configurations où sont définies les règles de mise à jour des CI</a:t>
            </a: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MEP</a:t>
            </a:r>
          </a:p>
        </p:txBody>
      </p:sp>
      <p:pic>
        <p:nvPicPr>
          <p:cNvPr id="28" name="Shape 209" descr="arrow_right">
            <a:extLst>
              <a:ext uri="{FF2B5EF4-FFF2-40B4-BE49-F238E27FC236}">
                <a16:creationId xmlns:a16="http://schemas.microsoft.com/office/drawing/2014/main" id="{179D2FDF-550E-4797-932E-A532CDD24C5E}"/>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2119789" y="2668520"/>
            <a:ext cx="573365" cy="573365"/>
          </a:xfrm>
          <a:prstGeom prst="rect">
            <a:avLst/>
          </a:prstGeom>
          <a:noFill/>
          <a:ln>
            <a:noFill/>
          </a:ln>
        </p:spPr>
      </p:pic>
      <p:sp>
        <p:nvSpPr>
          <p:cNvPr id="17414" name="Espace réservé du texte 2">
            <a:extLst>
              <a:ext uri="{FF2B5EF4-FFF2-40B4-BE49-F238E27FC236}">
                <a16:creationId xmlns:a16="http://schemas.microsoft.com/office/drawing/2014/main" id="{C3A5F28E-2102-483B-A5FB-99E7A94A395A}"/>
              </a:ext>
            </a:extLst>
          </p:cNvPr>
          <p:cNvSpPr txBox="1">
            <a:spLocks/>
          </p:cNvSpPr>
          <p:nvPr/>
        </p:nvSpPr>
        <p:spPr bwMode="auto">
          <a:xfrm>
            <a:off x="9551988" y="4379913"/>
            <a:ext cx="222408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algn="ctr" defTabSz="914400" eaLnBrk="1" hangingPunct="1">
              <a:spcBef>
                <a:spcPts val="450"/>
              </a:spcBef>
              <a:buClr>
                <a:srgbClr val="009AA6"/>
              </a:buClr>
              <a:buSzPct val="110000"/>
            </a:pPr>
            <a:r>
              <a:rPr lang="fr-FR" altLang="fr-FR" sz="1600">
                <a:solidFill>
                  <a:schemeClr val="tx2"/>
                </a:solidFill>
                <a:latin typeface="Arial" panose="020B0604020202020204" pitchFamily="34" charset="0"/>
              </a:rPr>
              <a:t>Les sorties</a:t>
            </a:r>
          </a:p>
          <a:p>
            <a:pPr lvl="1" defTabSz="914400" eaLnBrk="1" hangingPunct="1">
              <a:spcBef>
                <a:spcPct val="20000"/>
              </a:spcBef>
              <a:buClr>
                <a:srgbClr val="3C3732"/>
              </a:buClr>
              <a:buSzPct val="100000"/>
              <a:buFont typeface="Arial" panose="020B0604020202020204" pitchFamily="34" charset="0"/>
              <a:buChar char="•"/>
            </a:pPr>
            <a:endParaRPr lang="fr-FR" altLang="fr-FR" sz="1400">
              <a:solidFill>
                <a:srgbClr val="3C3732"/>
              </a:solidFill>
              <a:latin typeface="Arial" panose="020B0604020202020204" pitchFamily="34" charset="0"/>
            </a:endParaRP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CI à mis à jour </a:t>
            </a:r>
          </a:p>
        </p:txBody>
      </p:sp>
      <p:sp>
        <p:nvSpPr>
          <p:cNvPr id="17415" name="Espace réservé du texte 2">
            <a:extLst>
              <a:ext uri="{FF2B5EF4-FFF2-40B4-BE49-F238E27FC236}">
                <a16:creationId xmlns:a16="http://schemas.microsoft.com/office/drawing/2014/main" id="{F5C836D9-CC5B-475D-AD9A-F7C75B2D246B}"/>
              </a:ext>
            </a:extLst>
          </p:cNvPr>
          <p:cNvSpPr txBox="1">
            <a:spLocks/>
          </p:cNvSpPr>
          <p:nvPr/>
        </p:nvSpPr>
        <p:spPr bwMode="auto">
          <a:xfrm>
            <a:off x="0" y="849313"/>
            <a:ext cx="121920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b="1">
                <a:solidFill>
                  <a:schemeClr val="tx2"/>
                </a:solidFill>
                <a:latin typeface="Arial" panose="020B0604020202020204" pitchFamily="34" charset="0"/>
              </a:rPr>
              <a:t>Activité</a:t>
            </a:r>
            <a:r>
              <a:rPr lang="fr-FR" altLang="fr-FR" sz="1800" b="1">
                <a:solidFill>
                  <a:srgbClr val="009AA6"/>
                </a:solidFill>
                <a:latin typeface="Arial" panose="020B0604020202020204" pitchFamily="34" charset="0"/>
              </a:rPr>
              <a:t> </a:t>
            </a:r>
            <a:r>
              <a:rPr lang="fr-FR" altLang="fr-FR" sz="1800" b="1">
                <a:solidFill>
                  <a:srgbClr val="790050"/>
                </a:solidFill>
                <a:latin typeface="Arial" panose="020B0604020202020204" pitchFamily="34" charset="0"/>
              </a:rPr>
              <a:t>« Mettre à jour les CI de façon contrôlée »</a:t>
            </a:r>
            <a:r>
              <a:rPr lang="fr-FR" altLang="fr-FR" sz="1800" b="1">
                <a:solidFill>
                  <a:srgbClr val="009AA6"/>
                </a:solidFill>
                <a:latin typeface="Arial" panose="020B0604020202020204" pitchFamily="34" charset="0"/>
              </a:rPr>
              <a:t> </a:t>
            </a:r>
            <a:r>
              <a:rPr lang="fr-FR" altLang="fr-FR" sz="1800" b="1">
                <a:solidFill>
                  <a:schemeClr val="tx2"/>
                </a:solidFill>
                <a:latin typeface="Arial" panose="020B0604020202020204" pitchFamily="34" charset="0"/>
              </a:rPr>
              <a:t>et sous-activités </a:t>
            </a:r>
          </a:p>
        </p:txBody>
      </p:sp>
      <p:sp>
        <p:nvSpPr>
          <p:cNvPr id="31" name="Line 10">
            <a:extLst>
              <a:ext uri="{FF2B5EF4-FFF2-40B4-BE49-F238E27FC236}">
                <a16:creationId xmlns:a16="http://schemas.microsoft.com/office/drawing/2014/main" id="{F436CE94-0B9F-48D4-AD5D-CFA1025F8B59}"/>
              </a:ext>
            </a:extLst>
          </p:cNvPr>
          <p:cNvSpPr>
            <a:spLocks noChangeShapeType="1"/>
          </p:cNvSpPr>
          <p:nvPr/>
        </p:nvSpPr>
        <p:spPr bwMode="auto">
          <a:xfrm>
            <a:off x="0" y="1541463"/>
            <a:ext cx="5854700" cy="14287"/>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32" name="AutoShape 11">
            <a:extLst>
              <a:ext uri="{FF2B5EF4-FFF2-40B4-BE49-F238E27FC236}">
                <a16:creationId xmlns:a16="http://schemas.microsoft.com/office/drawing/2014/main" id="{9E70C862-B036-4495-8253-E17653A88492}"/>
              </a:ext>
            </a:extLst>
          </p:cNvPr>
          <p:cNvSpPr>
            <a:spLocks noChangeArrowheads="1"/>
          </p:cNvSpPr>
          <p:nvPr/>
        </p:nvSpPr>
        <p:spPr bwMode="auto">
          <a:xfrm>
            <a:off x="39688" y="1119188"/>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Planifier la gestion des </a:t>
            </a:r>
            <a:r>
              <a:rPr lang="fr-FR" altLang="fr-FR" sz="847" b="1" kern="0" dirty="0" err="1">
                <a:solidFill>
                  <a:prstClr val="white"/>
                </a:solidFill>
                <a:latin typeface="Arial"/>
              </a:rPr>
              <a:t>configura-tions</a:t>
            </a:r>
            <a:endParaRPr lang="fr-FR" altLang="fr-FR" sz="847" b="1" kern="0" dirty="0">
              <a:solidFill>
                <a:prstClr val="white"/>
              </a:solidFill>
              <a:latin typeface="Arial"/>
            </a:endParaRPr>
          </a:p>
        </p:txBody>
      </p:sp>
      <p:sp>
        <p:nvSpPr>
          <p:cNvPr id="56" name="AutoShape 11">
            <a:extLst>
              <a:ext uri="{FF2B5EF4-FFF2-40B4-BE49-F238E27FC236}">
                <a16:creationId xmlns:a16="http://schemas.microsoft.com/office/drawing/2014/main" id="{CB28574F-8B93-42AC-A5B1-A23C4E55ECE0}"/>
              </a:ext>
            </a:extLst>
          </p:cNvPr>
          <p:cNvSpPr>
            <a:spLocks noChangeArrowheads="1"/>
          </p:cNvSpPr>
          <p:nvPr/>
        </p:nvSpPr>
        <p:spPr bwMode="auto">
          <a:xfrm>
            <a:off x="39688" y="2157413"/>
            <a:ext cx="5661025" cy="3397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dirty="0">
                <a:solidFill>
                  <a:prstClr val="white"/>
                </a:solidFill>
                <a:latin typeface="Arial" panose="020B0604020202020204" pitchFamily="34" charset="0"/>
              </a:rPr>
              <a:t>Piloter le processus</a:t>
            </a:r>
          </a:p>
        </p:txBody>
      </p:sp>
      <p:sp>
        <p:nvSpPr>
          <p:cNvPr id="57" name="AutoShape 11">
            <a:extLst>
              <a:ext uri="{FF2B5EF4-FFF2-40B4-BE49-F238E27FC236}">
                <a16:creationId xmlns:a16="http://schemas.microsoft.com/office/drawing/2014/main" id="{7D64153C-380C-4C14-96CC-51728B873B6A}"/>
              </a:ext>
            </a:extLst>
          </p:cNvPr>
          <p:cNvSpPr>
            <a:spLocks noChangeArrowheads="1"/>
          </p:cNvSpPr>
          <p:nvPr/>
        </p:nvSpPr>
        <p:spPr bwMode="auto">
          <a:xfrm>
            <a:off x="1000125" y="1135063"/>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Structurer la CMDB</a:t>
            </a:r>
          </a:p>
        </p:txBody>
      </p:sp>
      <p:sp>
        <p:nvSpPr>
          <p:cNvPr id="58" name="AutoShape 11">
            <a:extLst>
              <a:ext uri="{FF2B5EF4-FFF2-40B4-BE49-F238E27FC236}">
                <a16:creationId xmlns:a16="http://schemas.microsoft.com/office/drawing/2014/main" id="{777DB850-EA85-4F57-BE2C-62A2375967A6}"/>
              </a:ext>
            </a:extLst>
          </p:cNvPr>
          <p:cNvSpPr>
            <a:spLocks noChangeArrowheads="1"/>
          </p:cNvSpPr>
          <p:nvPr/>
        </p:nvSpPr>
        <p:spPr bwMode="auto">
          <a:xfrm>
            <a:off x="1958975" y="1120775"/>
            <a:ext cx="863600" cy="9366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Mettre à jour les CI de façon contrôlée</a:t>
            </a:r>
          </a:p>
        </p:txBody>
      </p:sp>
      <p:sp>
        <p:nvSpPr>
          <p:cNvPr id="59" name="AutoShape 11">
            <a:extLst>
              <a:ext uri="{FF2B5EF4-FFF2-40B4-BE49-F238E27FC236}">
                <a16:creationId xmlns:a16="http://schemas.microsoft.com/office/drawing/2014/main" id="{4B97FA3C-BC0F-406B-B183-09D54FE326B4}"/>
              </a:ext>
            </a:extLst>
          </p:cNvPr>
          <p:cNvSpPr>
            <a:spLocks noChangeArrowheads="1"/>
          </p:cNvSpPr>
          <p:nvPr/>
        </p:nvSpPr>
        <p:spPr bwMode="auto">
          <a:xfrm>
            <a:off x="2917825" y="1136650"/>
            <a:ext cx="865188"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Détecter et traiter les </a:t>
            </a:r>
            <a:r>
              <a:rPr lang="fr-FR" altLang="fr-FR" sz="847" b="1" kern="0" dirty="0" err="1">
                <a:solidFill>
                  <a:prstClr val="white"/>
                </a:solidFill>
                <a:latin typeface="Arial"/>
              </a:rPr>
              <a:t>incohéren-ces</a:t>
            </a:r>
            <a:endParaRPr lang="fr-FR" altLang="fr-FR" sz="847" b="1" kern="0" dirty="0">
              <a:solidFill>
                <a:prstClr val="white"/>
              </a:solidFill>
              <a:latin typeface="Arial"/>
            </a:endParaRPr>
          </a:p>
        </p:txBody>
      </p:sp>
      <p:sp>
        <p:nvSpPr>
          <p:cNvPr id="60" name="AutoShape 11">
            <a:extLst>
              <a:ext uri="{FF2B5EF4-FFF2-40B4-BE49-F238E27FC236}">
                <a16:creationId xmlns:a16="http://schemas.microsoft.com/office/drawing/2014/main" id="{8C4B0497-E4F2-47DC-A903-806F0315AE6A}"/>
              </a:ext>
            </a:extLst>
          </p:cNvPr>
          <p:cNvSpPr>
            <a:spLocks noChangeArrowheads="1"/>
          </p:cNvSpPr>
          <p:nvPr/>
        </p:nvSpPr>
        <p:spPr bwMode="auto">
          <a:xfrm>
            <a:off x="3878263" y="1123950"/>
            <a:ext cx="863600" cy="935038"/>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Mettre à disposition les </a:t>
            </a:r>
            <a:r>
              <a:rPr lang="fr-FR" altLang="fr-FR" sz="847" b="1" kern="0" dirty="0" err="1">
                <a:solidFill>
                  <a:prstClr val="white"/>
                </a:solidFill>
                <a:latin typeface="Arial"/>
              </a:rPr>
              <a:t>informa-tions</a:t>
            </a:r>
            <a:r>
              <a:rPr lang="fr-FR" altLang="fr-FR" sz="847" b="1" kern="0" dirty="0">
                <a:solidFill>
                  <a:prstClr val="white"/>
                </a:solidFill>
                <a:latin typeface="Arial"/>
              </a:rPr>
              <a:t> sur les CI</a:t>
            </a:r>
          </a:p>
        </p:txBody>
      </p:sp>
      <p:sp>
        <p:nvSpPr>
          <p:cNvPr id="61" name="AutoShape 11">
            <a:extLst>
              <a:ext uri="{FF2B5EF4-FFF2-40B4-BE49-F238E27FC236}">
                <a16:creationId xmlns:a16="http://schemas.microsoft.com/office/drawing/2014/main" id="{0D12D9D9-3E3F-4E49-A79D-64DF7DB23ADC}"/>
              </a:ext>
            </a:extLst>
          </p:cNvPr>
          <p:cNvSpPr>
            <a:spLocks noChangeArrowheads="1"/>
          </p:cNvSpPr>
          <p:nvPr/>
        </p:nvSpPr>
        <p:spPr bwMode="auto">
          <a:xfrm>
            <a:off x="4837113" y="1139825"/>
            <a:ext cx="863600" cy="935038"/>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Auditer et vérifier la CMDB</a:t>
            </a:r>
          </a:p>
        </p:txBody>
      </p:sp>
      <p:cxnSp>
        <p:nvCxnSpPr>
          <p:cNvPr id="17424" name="Connecteur droit avec flèche 61">
            <a:extLst>
              <a:ext uri="{FF2B5EF4-FFF2-40B4-BE49-F238E27FC236}">
                <a16:creationId xmlns:a16="http://schemas.microsoft.com/office/drawing/2014/main" id="{E6CDDC9C-4C60-4216-8015-D2C43F66BBF2}"/>
              </a:ext>
            </a:extLst>
          </p:cNvPr>
          <p:cNvCxnSpPr>
            <a:cxnSpLocks noChangeShapeType="1"/>
          </p:cNvCxnSpPr>
          <p:nvPr/>
        </p:nvCxnSpPr>
        <p:spPr bwMode="auto">
          <a:xfrm>
            <a:off x="1665288" y="4927600"/>
            <a:ext cx="7629525" cy="1270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pic>
        <p:nvPicPr>
          <p:cNvPr id="63" name="Shape 209" descr="arrow_right">
            <a:extLst>
              <a:ext uri="{FF2B5EF4-FFF2-40B4-BE49-F238E27FC236}">
                <a16:creationId xmlns:a16="http://schemas.microsoft.com/office/drawing/2014/main" id="{3177D9EF-8DE9-48C5-9D2F-2A3E1CCE2449}"/>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1429837" y="4226639"/>
            <a:ext cx="573365" cy="573365"/>
          </a:xfrm>
          <a:prstGeom prst="rect">
            <a:avLst/>
          </a:prstGeom>
          <a:noFill/>
          <a:ln>
            <a:noFill/>
          </a:ln>
        </p:spPr>
      </p:pic>
      <p:sp>
        <p:nvSpPr>
          <p:cNvPr id="64" name="AutoShape 11">
            <a:extLst>
              <a:ext uri="{FF2B5EF4-FFF2-40B4-BE49-F238E27FC236}">
                <a16:creationId xmlns:a16="http://schemas.microsoft.com/office/drawing/2014/main" id="{40DD8BA2-20FC-4D98-AB70-C4819B8C2F9A}"/>
              </a:ext>
            </a:extLst>
          </p:cNvPr>
          <p:cNvSpPr>
            <a:spLocks noChangeArrowheads="1"/>
          </p:cNvSpPr>
          <p:nvPr/>
        </p:nvSpPr>
        <p:spPr bwMode="auto">
          <a:xfrm>
            <a:off x="4051300" y="4249738"/>
            <a:ext cx="2316163" cy="13557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Ajouter / modifier le CI de la CMDB</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E888B57B-A86C-4BA3-9D07-CF22BD9FE829}"/>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 (1/2)</a:t>
            </a:r>
          </a:p>
        </p:txBody>
      </p:sp>
      <p:sp>
        <p:nvSpPr>
          <p:cNvPr id="19459" name="Espace réservé du texte 2">
            <a:extLst>
              <a:ext uri="{FF2B5EF4-FFF2-40B4-BE49-F238E27FC236}">
                <a16:creationId xmlns:a16="http://schemas.microsoft.com/office/drawing/2014/main" id="{31B9C513-8742-4A52-82E7-20E134E2820C}"/>
              </a:ext>
            </a:extLst>
          </p:cNvPr>
          <p:cNvSpPr txBox="1">
            <a:spLocks/>
          </p:cNvSpPr>
          <p:nvPr/>
        </p:nvSpPr>
        <p:spPr bwMode="auto">
          <a:xfrm>
            <a:off x="5949950" y="1239838"/>
            <a:ext cx="6053138" cy="677862"/>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42950" indent="-285750"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defTabSz="914400" eaLnBrk="1" hangingPunct="1">
              <a:spcBef>
                <a:spcPts val="450"/>
              </a:spcBef>
              <a:buClr>
                <a:srgbClr val="009AA6"/>
              </a:buClr>
              <a:buSzPct val="110000"/>
            </a:pPr>
            <a:r>
              <a:rPr lang="fr-FR" altLang="fr-FR" sz="1600" b="1">
                <a:solidFill>
                  <a:srgbClr val="FFFFFF"/>
                </a:solidFill>
                <a:latin typeface="Arial" panose="020B0604020202020204" pitchFamily="34" charset="0"/>
              </a:rPr>
              <a:t>Objectif : </a:t>
            </a:r>
          </a:p>
          <a:p>
            <a:pPr defTabSz="914400" eaLnBrk="1" hangingPunct="1">
              <a:spcBef>
                <a:spcPts val="450"/>
              </a:spcBef>
              <a:buClr>
                <a:srgbClr val="FFFFFF"/>
              </a:buClr>
              <a:buSzPct val="110000"/>
              <a:buFont typeface="Arial" panose="020B0604020202020204" pitchFamily="34" charset="0"/>
              <a:buChar char="•"/>
            </a:pPr>
            <a:r>
              <a:rPr lang="fr-FR" altLang="fr-FR" sz="1600">
                <a:solidFill>
                  <a:srgbClr val="FFFFFF"/>
                </a:solidFill>
                <a:latin typeface="Arial" panose="020B0604020202020204" pitchFamily="34" charset="0"/>
              </a:rPr>
              <a:t>Garantir la qualité des données contenues dans la CMDB</a:t>
            </a:r>
          </a:p>
        </p:txBody>
      </p:sp>
      <p:sp>
        <p:nvSpPr>
          <p:cNvPr id="19460" name="Espace réservé du texte 2">
            <a:extLst>
              <a:ext uri="{FF2B5EF4-FFF2-40B4-BE49-F238E27FC236}">
                <a16:creationId xmlns:a16="http://schemas.microsoft.com/office/drawing/2014/main" id="{47FF374E-5AB1-4F06-BD01-4C655DF276F0}"/>
              </a:ext>
            </a:extLst>
          </p:cNvPr>
          <p:cNvSpPr txBox="1">
            <a:spLocks/>
          </p:cNvSpPr>
          <p:nvPr/>
        </p:nvSpPr>
        <p:spPr bwMode="auto">
          <a:xfrm>
            <a:off x="0" y="2809875"/>
            <a:ext cx="25527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algn="ctr" defTabSz="914400" eaLnBrk="1" hangingPunct="1">
              <a:spcBef>
                <a:spcPts val="450"/>
              </a:spcBef>
              <a:buClr>
                <a:srgbClr val="009AA6"/>
              </a:buClr>
              <a:buSzPct val="110000"/>
            </a:pPr>
            <a:r>
              <a:rPr lang="fr-FR" altLang="fr-FR" sz="1600">
                <a:solidFill>
                  <a:schemeClr val="tx2"/>
                </a:solidFill>
                <a:latin typeface="Arial" panose="020B0604020202020204" pitchFamily="34" charset="0"/>
              </a:rPr>
              <a:t>Les entrants</a:t>
            </a:r>
          </a:p>
          <a:p>
            <a:pPr lvl="1" defTabSz="914400" eaLnBrk="1" hangingPunct="1">
              <a:spcBef>
                <a:spcPct val="20000"/>
              </a:spcBef>
              <a:buClr>
                <a:srgbClr val="3C3732"/>
              </a:buClr>
              <a:buSzPct val="100000"/>
              <a:buFont typeface="Arial" panose="020B0604020202020204" pitchFamily="34" charset="0"/>
              <a:buChar char="•"/>
            </a:pPr>
            <a:endParaRPr lang="fr-FR" altLang="fr-FR" sz="1400">
              <a:solidFill>
                <a:srgbClr val="3C3732"/>
              </a:solidFill>
              <a:latin typeface="Arial" panose="020B0604020202020204" pitchFamily="34" charset="0"/>
            </a:endParaRP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Incohérence détectée entre la CMDB et le terrain</a:t>
            </a:r>
          </a:p>
        </p:txBody>
      </p:sp>
      <p:pic>
        <p:nvPicPr>
          <p:cNvPr id="6" name="Shape 209" descr="arrow_right">
            <a:extLst>
              <a:ext uri="{FF2B5EF4-FFF2-40B4-BE49-F238E27FC236}">
                <a16:creationId xmlns:a16="http://schemas.microsoft.com/office/drawing/2014/main" id="{C8DA1E1A-D1BB-4B6F-A8F9-4459FF142553}"/>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2119789" y="2668520"/>
            <a:ext cx="573365" cy="573365"/>
          </a:xfrm>
          <a:prstGeom prst="rect">
            <a:avLst/>
          </a:prstGeom>
          <a:noFill/>
          <a:ln>
            <a:noFill/>
          </a:ln>
        </p:spPr>
      </p:pic>
      <p:sp>
        <p:nvSpPr>
          <p:cNvPr id="19462" name="Espace réservé du texte 2">
            <a:extLst>
              <a:ext uri="{FF2B5EF4-FFF2-40B4-BE49-F238E27FC236}">
                <a16:creationId xmlns:a16="http://schemas.microsoft.com/office/drawing/2014/main" id="{85AC0B9D-783F-4424-8045-42017A11686A}"/>
              </a:ext>
            </a:extLst>
          </p:cNvPr>
          <p:cNvSpPr txBox="1">
            <a:spLocks/>
          </p:cNvSpPr>
          <p:nvPr/>
        </p:nvSpPr>
        <p:spPr bwMode="auto">
          <a:xfrm>
            <a:off x="9677400" y="4383088"/>
            <a:ext cx="222567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algn="ctr" defTabSz="914400" eaLnBrk="1" hangingPunct="1">
              <a:spcBef>
                <a:spcPts val="450"/>
              </a:spcBef>
              <a:buClr>
                <a:srgbClr val="009AA6"/>
              </a:buClr>
              <a:buSzPct val="110000"/>
            </a:pPr>
            <a:r>
              <a:rPr lang="fr-FR" altLang="fr-FR" sz="1600">
                <a:solidFill>
                  <a:schemeClr val="tx2"/>
                </a:solidFill>
                <a:latin typeface="Arial" panose="020B0604020202020204" pitchFamily="34" charset="0"/>
              </a:rPr>
              <a:t>Les sorties</a:t>
            </a:r>
          </a:p>
          <a:p>
            <a:pPr lvl="1" defTabSz="914400" eaLnBrk="1" hangingPunct="1">
              <a:spcBef>
                <a:spcPct val="20000"/>
              </a:spcBef>
              <a:buClr>
                <a:srgbClr val="3C3732"/>
              </a:buClr>
              <a:buSzPct val="100000"/>
              <a:buFont typeface="Arial" panose="020B0604020202020204" pitchFamily="34" charset="0"/>
              <a:buChar char="•"/>
            </a:pPr>
            <a:endParaRPr lang="fr-FR" altLang="fr-FR" sz="1400">
              <a:solidFill>
                <a:srgbClr val="3C3732"/>
              </a:solidFill>
              <a:latin typeface="Arial" panose="020B0604020202020204" pitchFamily="34" charset="0"/>
            </a:endParaRP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Incohérence corrigée</a:t>
            </a:r>
          </a:p>
        </p:txBody>
      </p:sp>
      <p:sp>
        <p:nvSpPr>
          <p:cNvPr id="19463" name="Espace réservé du texte 2">
            <a:extLst>
              <a:ext uri="{FF2B5EF4-FFF2-40B4-BE49-F238E27FC236}">
                <a16:creationId xmlns:a16="http://schemas.microsoft.com/office/drawing/2014/main" id="{F1008490-9FF9-4E9F-8FEA-B53F9D7EB271}"/>
              </a:ext>
            </a:extLst>
          </p:cNvPr>
          <p:cNvSpPr txBox="1">
            <a:spLocks/>
          </p:cNvSpPr>
          <p:nvPr/>
        </p:nvSpPr>
        <p:spPr bwMode="auto">
          <a:xfrm>
            <a:off x="0" y="849313"/>
            <a:ext cx="121920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b="1">
                <a:solidFill>
                  <a:schemeClr val="tx2"/>
                </a:solidFill>
                <a:latin typeface="Arial" panose="020B0604020202020204" pitchFamily="34" charset="0"/>
              </a:rPr>
              <a:t>Activité</a:t>
            </a:r>
            <a:r>
              <a:rPr lang="fr-FR" altLang="fr-FR" sz="1800" b="1">
                <a:solidFill>
                  <a:srgbClr val="009AA6"/>
                </a:solidFill>
                <a:latin typeface="Arial" panose="020B0604020202020204" pitchFamily="34" charset="0"/>
              </a:rPr>
              <a:t> </a:t>
            </a:r>
            <a:r>
              <a:rPr lang="fr-FR" altLang="fr-FR" sz="1800" b="1">
                <a:solidFill>
                  <a:srgbClr val="790050"/>
                </a:solidFill>
                <a:latin typeface="Arial" panose="020B0604020202020204" pitchFamily="34" charset="0"/>
              </a:rPr>
              <a:t>« Détecter et traiter les incohérences »</a:t>
            </a:r>
            <a:r>
              <a:rPr lang="fr-FR" altLang="fr-FR" sz="1800" b="1">
                <a:solidFill>
                  <a:srgbClr val="009AA6"/>
                </a:solidFill>
                <a:latin typeface="Arial" panose="020B0604020202020204" pitchFamily="34" charset="0"/>
              </a:rPr>
              <a:t> </a:t>
            </a:r>
            <a:r>
              <a:rPr lang="fr-FR" altLang="fr-FR" sz="1800" b="1">
                <a:solidFill>
                  <a:schemeClr val="tx2"/>
                </a:solidFill>
                <a:latin typeface="Arial" panose="020B0604020202020204" pitchFamily="34" charset="0"/>
              </a:rPr>
              <a:t>et sous-activités </a:t>
            </a:r>
          </a:p>
        </p:txBody>
      </p:sp>
      <p:sp>
        <p:nvSpPr>
          <p:cNvPr id="9" name="Line 10">
            <a:extLst>
              <a:ext uri="{FF2B5EF4-FFF2-40B4-BE49-F238E27FC236}">
                <a16:creationId xmlns:a16="http://schemas.microsoft.com/office/drawing/2014/main" id="{D42A238B-2F1C-4329-A973-9A35AFEF1347}"/>
              </a:ext>
            </a:extLst>
          </p:cNvPr>
          <p:cNvSpPr>
            <a:spLocks noChangeShapeType="1"/>
          </p:cNvSpPr>
          <p:nvPr/>
        </p:nvSpPr>
        <p:spPr bwMode="auto">
          <a:xfrm>
            <a:off x="0" y="1541463"/>
            <a:ext cx="5854700" cy="14287"/>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10" name="AutoShape 11">
            <a:extLst>
              <a:ext uri="{FF2B5EF4-FFF2-40B4-BE49-F238E27FC236}">
                <a16:creationId xmlns:a16="http://schemas.microsoft.com/office/drawing/2014/main" id="{172FE7B9-C268-466B-80EE-0FBED04E4456}"/>
              </a:ext>
            </a:extLst>
          </p:cNvPr>
          <p:cNvSpPr>
            <a:spLocks noChangeArrowheads="1"/>
          </p:cNvSpPr>
          <p:nvPr/>
        </p:nvSpPr>
        <p:spPr bwMode="auto">
          <a:xfrm>
            <a:off x="39688" y="1119188"/>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Planifier la gestion des </a:t>
            </a:r>
            <a:r>
              <a:rPr lang="fr-FR" altLang="fr-FR" sz="847" b="1" kern="0" dirty="0" err="1">
                <a:solidFill>
                  <a:prstClr val="white"/>
                </a:solidFill>
                <a:latin typeface="Arial"/>
              </a:rPr>
              <a:t>configura-tions</a:t>
            </a:r>
            <a:endParaRPr lang="fr-FR" altLang="fr-FR" sz="847" b="1" kern="0" dirty="0">
              <a:solidFill>
                <a:prstClr val="white"/>
              </a:solidFill>
              <a:latin typeface="Arial"/>
            </a:endParaRPr>
          </a:p>
        </p:txBody>
      </p:sp>
      <p:sp>
        <p:nvSpPr>
          <p:cNvPr id="11" name="AutoShape 11">
            <a:extLst>
              <a:ext uri="{FF2B5EF4-FFF2-40B4-BE49-F238E27FC236}">
                <a16:creationId xmlns:a16="http://schemas.microsoft.com/office/drawing/2014/main" id="{738A3B02-23B2-466C-ADEF-4A2879EBC5E8}"/>
              </a:ext>
            </a:extLst>
          </p:cNvPr>
          <p:cNvSpPr>
            <a:spLocks noChangeArrowheads="1"/>
          </p:cNvSpPr>
          <p:nvPr/>
        </p:nvSpPr>
        <p:spPr bwMode="auto">
          <a:xfrm>
            <a:off x="150813" y="2157413"/>
            <a:ext cx="5513387" cy="3397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dirty="0">
                <a:solidFill>
                  <a:prstClr val="white"/>
                </a:solidFill>
                <a:latin typeface="Arial" panose="020B0604020202020204" pitchFamily="34" charset="0"/>
              </a:rPr>
              <a:t>Piloter le processus</a:t>
            </a:r>
          </a:p>
        </p:txBody>
      </p:sp>
      <p:sp>
        <p:nvSpPr>
          <p:cNvPr id="12" name="AutoShape 11">
            <a:extLst>
              <a:ext uri="{FF2B5EF4-FFF2-40B4-BE49-F238E27FC236}">
                <a16:creationId xmlns:a16="http://schemas.microsoft.com/office/drawing/2014/main" id="{9612924F-C5AD-4C1E-AAA4-07D8C8A31A96}"/>
              </a:ext>
            </a:extLst>
          </p:cNvPr>
          <p:cNvSpPr>
            <a:spLocks noChangeArrowheads="1"/>
          </p:cNvSpPr>
          <p:nvPr/>
        </p:nvSpPr>
        <p:spPr bwMode="auto">
          <a:xfrm>
            <a:off x="1000125" y="1135063"/>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Structurer la CMDB</a:t>
            </a:r>
          </a:p>
        </p:txBody>
      </p:sp>
      <p:sp>
        <p:nvSpPr>
          <p:cNvPr id="13" name="AutoShape 11">
            <a:extLst>
              <a:ext uri="{FF2B5EF4-FFF2-40B4-BE49-F238E27FC236}">
                <a16:creationId xmlns:a16="http://schemas.microsoft.com/office/drawing/2014/main" id="{D595A4E9-09EC-4DA4-ADA9-204654A238BD}"/>
              </a:ext>
            </a:extLst>
          </p:cNvPr>
          <p:cNvSpPr>
            <a:spLocks noChangeArrowheads="1"/>
          </p:cNvSpPr>
          <p:nvPr/>
        </p:nvSpPr>
        <p:spPr bwMode="auto">
          <a:xfrm>
            <a:off x="1958975" y="1120775"/>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Mettre à jour les CI de façon contrôlée</a:t>
            </a:r>
          </a:p>
        </p:txBody>
      </p:sp>
      <p:sp>
        <p:nvSpPr>
          <p:cNvPr id="14" name="AutoShape 11">
            <a:extLst>
              <a:ext uri="{FF2B5EF4-FFF2-40B4-BE49-F238E27FC236}">
                <a16:creationId xmlns:a16="http://schemas.microsoft.com/office/drawing/2014/main" id="{91481621-FB99-46FF-AEA0-11CF856CE191}"/>
              </a:ext>
            </a:extLst>
          </p:cNvPr>
          <p:cNvSpPr>
            <a:spLocks noChangeArrowheads="1"/>
          </p:cNvSpPr>
          <p:nvPr/>
        </p:nvSpPr>
        <p:spPr bwMode="auto">
          <a:xfrm>
            <a:off x="2917825" y="1136650"/>
            <a:ext cx="865188" cy="9366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Détecter et traiter les </a:t>
            </a:r>
            <a:r>
              <a:rPr lang="fr-FR" altLang="fr-FR" sz="847" b="1" kern="0" dirty="0" err="1">
                <a:solidFill>
                  <a:prstClr val="white"/>
                </a:solidFill>
                <a:latin typeface="Arial"/>
              </a:rPr>
              <a:t>incohéren-ces</a:t>
            </a:r>
            <a:endParaRPr lang="fr-FR" altLang="fr-FR" sz="847" b="1" kern="0" dirty="0">
              <a:solidFill>
                <a:prstClr val="white"/>
              </a:solidFill>
              <a:latin typeface="Arial"/>
            </a:endParaRPr>
          </a:p>
        </p:txBody>
      </p:sp>
      <p:sp>
        <p:nvSpPr>
          <p:cNvPr id="15" name="AutoShape 11">
            <a:extLst>
              <a:ext uri="{FF2B5EF4-FFF2-40B4-BE49-F238E27FC236}">
                <a16:creationId xmlns:a16="http://schemas.microsoft.com/office/drawing/2014/main" id="{A350E819-FB73-4C89-80D9-A005C4EA8FE8}"/>
              </a:ext>
            </a:extLst>
          </p:cNvPr>
          <p:cNvSpPr>
            <a:spLocks noChangeArrowheads="1"/>
          </p:cNvSpPr>
          <p:nvPr/>
        </p:nvSpPr>
        <p:spPr bwMode="auto">
          <a:xfrm>
            <a:off x="3878263" y="1123950"/>
            <a:ext cx="863600" cy="935038"/>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Mettre à disposition les </a:t>
            </a:r>
            <a:r>
              <a:rPr lang="fr-FR" altLang="fr-FR" sz="847" b="1" kern="0" dirty="0" err="1">
                <a:solidFill>
                  <a:prstClr val="white"/>
                </a:solidFill>
                <a:latin typeface="Arial"/>
              </a:rPr>
              <a:t>informa-tions</a:t>
            </a:r>
            <a:r>
              <a:rPr lang="fr-FR" altLang="fr-FR" sz="847" b="1" kern="0" dirty="0">
                <a:solidFill>
                  <a:prstClr val="white"/>
                </a:solidFill>
                <a:latin typeface="Arial"/>
              </a:rPr>
              <a:t> sur les CI</a:t>
            </a:r>
          </a:p>
        </p:txBody>
      </p:sp>
      <p:sp>
        <p:nvSpPr>
          <p:cNvPr id="16" name="AutoShape 11">
            <a:extLst>
              <a:ext uri="{FF2B5EF4-FFF2-40B4-BE49-F238E27FC236}">
                <a16:creationId xmlns:a16="http://schemas.microsoft.com/office/drawing/2014/main" id="{A2291562-1529-4D0A-B3C8-A375B9F67F79}"/>
              </a:ext>
            </a:extLst>
          </p:cNvPr>
          <p:cNvSpPr>
            <a:spLocks noChangeArrowheads="1"/>
          </p:cNvSpPr>
          <p:nvPr/>
        </p:nvSpPr>
        <p:spPr bwMode="auto">
          <a:xfrm>
            <a:off x="4837113" y="1139825"/>
            <a:ext cx="863600" cy="935038"/>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Auditer et vérifier la CMDB</a:t>
            </a:r>
          </a:p>
        </p:txBody>
      </p:sp>
      <p:cxnSp>
        <p:nvCxnSpPr>
          <p:cNvPr id="19472" name="Connecteur droit avec flèche 16">
            <a:extLst>
              <a:ext uri="{FF2B5EF4-FFF2-40B4-BE49-F238E27FC236}">
                <a16:creationId xmlns:a16="http://schemas.microsoft.com/office/drawing/2014/main" id="{7F63B5EE-D9BA-404E-B261-D19F21AB468A}"/>
              </a:ext>
            </a:extLst>
          </p:cNvPr>
          <p:cNvCxnSpPr>
            <a:cxnSpLocks noChangeShapeType="1"/>
            <a:stCxn id="22" idx="3"/>
          </p:cNvCxnSpPr>
          <p:nvPr/>
        </p:nvCxnSpPr>
        <p:spPr bwMode="auto">
          <a:xfrm flipV="1">
            <a:off x="2274888" y="4803775"/>
            <a:ext cx="7824787" cy="15875"/>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pic>
        <p:nvPicPr>
          <p:cNvPr id="18" name="Shape 209" descr="arrow_right">
            <a:extLst>
              <a:ext uri="{FF2B5EF4-FFF2-40B4-BE49-F238E27FC236}">
                <a16:creationId xmlns:a16="http://schemas.microsoft.com/office/drawing/2014/main" id="{3454B303-FF3F-455D-B48F-D2E1771BEB75}"/>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1429837" y="4226639"/>
            <a:ext cx="573365" cy="573365"/>
          </a:xfrm>
          <a:prstGeom prst="rect">
            <a:avLst/>
          </a:prstGeom>
          <a:noFill/>
          <a:ln>
            <a:noFill/>
          </a:ln>
        </p:spPr>
      </p:pic>
      <p:sp>
        <p:nvSpPr>
          <p:cNvPr id="19" name="AutoShape 11">
            <a:extLst>
              <a:ext uri="{FF2B5EF4-FFF2-40B4-BE49-F238E27FC236}">
                <a16:creationId xmlns:a16="http://schemas.microsoft.com/office/drawing/2014/main" id="{C0D55A56-AC72-4A94-BF0A-B26D5A5A0436}"/>
              </a:ext>
            </a:extLst>
          </p:cNvPr>
          <p:cNvSpPr>
            <a:spLocks noChangeArrowheads="1"/>
          </p:cNvSpPr>
          <p:nvPr/>
        </p:nvSpPr>
        <p:spPr bwMode="auto">
          <a:xfrm>
            <a:off x="2386013" y="4062413"/>
            <a:ext cx="23161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Déclarer une incohérence détectée</a:t>
            </a:r>
          </a:p>
        </p:txBody>
      </p:sp>
      <p:sp>
        <p:nvSpPr>
          <p:cNvPr id="20" name="AutoShape 11">
            <a:extLst>
              <a:ext uri="{FF2B5EF4-FFF2-40B4-BE49-F238E27FC236}">
                <a16:creationId xmlns:a16="http://schemas.microsoft.com/office/drawing/2014/main" id="{21B6BA85-494D-4B84-90AE-A6B305A3F10C}"/>
              </a:ext>
            </a:extLst>
          </p:cNvPr>
          <p:cNvSpPr>
            <a:spLocks noChangeArrowheads="1"/>
          </p:cNvSpPr>
          <p:nvPr/>
        </p:nvSpPr>
        <p:spPr bwMode="auto">
          <a:xfrm>
            <a:off x="4878388" y="4062413"/>
            <a:ext cx="23161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Prendre en compte et analyser l’incohérence</a:t>
            </a:r>
          </a:p>
        </p:txBody>
      </p:sp>
      <p:sp>
        <p:nvSpPr>
          <p:cNvPr id="21" name="AutoShape 11">
            <a:extLst>
              <a:ext uri="{FF2B5EF4-FFF2-40B4-BE49-F238E27FC236}">
                <a16:creationId xmlns:a16="http://schemas.microsoft.com/office/drawing/2014/main" id="{686C38EF-C2AD-4FF9-94BE-40B3C4DCD177}"/>
              </a:ext>
            </a:extLst>
          </p:cNvPr>
          <p:cNvSpPr>
            <a:spLocks noChangeArrowheads="1"/>
          </p:cNvSpPr>
          <p:nvPr/>
        </p:nvSpPr>
        <p:spPr bwMode="auto">
          <a:xfrm>
            <a:off x="7370763" y="4062413"/>
            <a:ext cx="2317750"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Traiter l’écart</a:t>
            </a:r>
          </a:p>
        </p:txBody>
      </p:sp>
      <p:sp>
        <p:nvSpPr>
          <p:cNvPr id="22" name="AutoShape 11">
            <a:extLst>
              <a:ext uri="{FF2B5EF4-FFF2-40B4-BE49-F238E27FC236}">
                <a16:creationId xmlns:a16="http://schemas.microsoft.com/office/drawing/2014/main" id="{211DD793-5C92-4EBB-B8D4-02C8A85BB158}"/>
              </a:ext>
            </a:extLst>
          </p:cNvPr>
          <p:cNvSpPr>
            <a:spLocks noChangeArrowheads="1"/>
          </p:cNvSpPr>
          <p:nvPr/>
        </p:nvSpPr>
        <p:spPr bwMode="auto">
          <a:xfrm>
            <a:off x="0" y="4476750"/>
            <a:ext cx="2274888" cy="685800"/>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buSzPct val="25000"/>
              <a:defRPr/>
            </a:pPr>
            <a:r>
              <a:rPr lang="fr-FR" sz="1320" b="1" kern="0" dirty="0">
                <a:solidFill>
                  <a:prstClr val="white"/>
                </a:solidFill>
                <a:ea typeface="Calibri"/>
                <a:sym typeface="Calibri"/>
              </a:rPr>
              <a:t>Incohérence à corriger de manière non urgente</a:t>
            </a:r>
          </a:p>
        </p:txBody>
      </p:sp>
      <p:sp>
        <p:nvSpPr>
          <p:cNvPr id="23" name="AutoShape 11">
            <a:extLst>
              <a:ext uri="{FF2B5EF4-FFF2-40B4-BE49-F238E27FC236}">
                <a16:creationId xmlns:a16="http://schemas.microsoft.com/office/drawing/2014/main" id="{38B94669-F06F-4D79-9362-BF37AB1EA060}"/>
              </a:ext>
            </a:extLst>
          </p:cNvPr>
          <p:cNvSpPr>
            <a:spLocks noChangeArrowheads="1"/>
          </p:cNvSpPr>
          <p:nvPr/>
        </p:nvSpPr>
        <p:spPr bwMode="auto">
          <a:xfrm>
            <a:off x="7372350" y="2881313"/>
            <a:ext cx="2274888" cy="685800"/>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buSzPct val="25000"/>
              <a:defRPr/>
            </a:pPr>
            <a:r>
              <a:rPr lang="fr-FR" sz="1320" b="1" kern="0" dirty="0">
                <a:solidFill>
                  <a:prstClr val="white"/>
                </a:solidFill>
                <a:ea typeface="Calibri"/>
                <a:sym typeface="Calibri"/>
              </a:rPr>
              <a:t>Incohérence à corriger de manière urgente</a:t>
            </a:r>
          </a:p>
        </p:txBody>
      </p:sp>
      <p:cxnSp>
        <p:nvCxnSpPr>
          <p:cNvPr id="19479" name="Connecteur droit avec flèche 23">
            <a:extLst>
              <a:ext uri="{FF2B5EF4-FFF2-40B4-BE49-F238E27FC236}">
                <a16:creationId xmlns:a16="http://schemas.microsoft.com/office/drawing/2014/main" id="{83DD37FE-670C-4781-9BF2-9719A0837B8A}"/>
              </a:ext>
            </a:extLst>
          </p:cNvPr>
          <p:cNvCxnSpPr>
            <a:cxnSpLocks/>
            <a:stCxn id="23" idx="2"/>
          </p:cNvCxnSpPr>
          <p:nvPr/>
        </p:nvCxnSpPr>
        <p:spPr bwMode="auto">
          <a:xfrm>
            <a:off x="8510588" y="3567113"/>
            <a:ext cx="0" cy="49530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AA3D6617-A8D4-44D4-8FF1-71F26A6B4F46}"/>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 (1/2)</a:t>
            </a:r>
          </a:p>
        </p:txBody>
      </p:sp>
      <p:sp>
        <p:nvSpPr>
          <p:cNvPr id="21507" name="Espace réservé du texte 2">
            <a:extLst>
              <a:ext uri="{FF2B5EF4-FFF2-40B4-BE49-F238E27FC236}">
                <a16:creationId xmlns:a16="http://schemas.microsoft.com/office/drawing/2014/main" id="{825A29DE-77C1-4937-B9B3-802D5C03A0BC}"/>
              </a:ext>
            </a:extLst>
          </p:cNvPr>
          <p:cNvSpPr txBox="1">
            <a:spLocks/>
          </p:cNvSpPr>
          <p:nvPr/>
        </p:nvSpPr>
        <p:spPr bwMode="auto">
          <a:xfrm>
            <a:off x="5910263" y="1163638"/>
            <a:ext cx="6092825" cy="89217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42950" indent="-285750"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defTabSz="914400" eaLnBrk="1" hangingPunct="1">
              <a:spcBef>
                <a:spcPts val="450"/>
              </a:spcBef>
              <a:buClr>
                <a:srgbClr val="009AA6"/>
              </a:buClr>
              <a:buSzPct val="110000"/>
            </a:pPr>
            <a:r>
              <a:rPr lang="fr-FR" altLang="fr-FR" sz="1600" b="1">
                <a:solidFill>
                  <a:srgbClr val="FFFFFF"/>
                </a:solidFill>
                <a:latin typeface="Arial" panose="020B0604020202020204" pitchFamily="34" charset="0"/>
              </a:rPr>
              <a:t>Objectif : </a:t>
            </a:r>
          </a:p>
          <a:p>
            <a:pPr defTabSz="914400" eaLnBrk="1" hangingPunct="1">
              <a:spcBef>
                <a:spcPts val="450"/>
              </a:spcBef>
              <a:buClr>
                <a:srgbClr val="FFFFFF"/>
              </a:buClr>
              <a:buSzPct val="110000"/>
              <a:buFont typeface="Arial" panose="020B0604020202020204" pitchFamily="34" charset="0"/>
              <a:buChar char="•"/>
            </a:pPr>
            <a:r>
              <a:rPr lang="fr-FR" altLang="fr-FR" sz="1400">
                <a:solidFill>
                  <a:srgbClr val="FFFFFF"/>
                </a:solidFill>
                <a:latin typeface="Arial" panose="020B0604020202020204" pitchFamily="34" charset="0"/>
              </a:rPr>
              <a:t>Rendre disponible de tous les informations sur les CI contenus dans la CMDB</a:t>
            </a:r>
            <a:endParaRPr lang="fr-FR" altLang="fr-FR" sz="1600">
              <a:solidFill>
                <a:srgbClr val="FFFFFF"/>
              </a:solidFill>
              <a:latin typeface="Arial" panose="020B0604020202020204" pitchFamily="34" charset="0"/>
            </a:endParaRPr>
          </a:p>
        </p:txBody>
      </p:sp>
      <p:sp>
        <p:nvSpPr>
          <p:cNvPr id="21508" name="Espace réservé du texte 2">
            <a:extLst>
              <a:ext uri="{FF2B5EF4-FFF2-40B4-BE49-F238E27FC236}">
                <a16:creationId xmlns:a16="http://schemas.microsoft.com/office/drawing/2014/main" id="{91FB6995-CB86-49EF-8AFE-E24D281ECF1E}"/>
              </a:ext>
            </a:extLst>
          </p:cNvPr>
          <p:cNvSpPr txBox="1">
            <a:spLocks/>
          </p:cNvSpPr>
          <p:nvPr/>
        </p:nvSpPr>
        <p:spPr bwMode="auto">
          <a:xfrm>
            <a:off x="0" y="2578100"/>
            <a:ext cx="390366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algn="ctr" defTabSz="914400" eaLnBrk="1" hangingPunct="1">
              <a:spcBef>
                <a:spcPts val="450"/>
              </a:spcBef>
              <a:buClr>
                <a:srgbClr val="009AA6"/>
              </a:buClr>
              <a:buSzPct val="110000"/>
            </a:pPr>
            <a:r>
              <a:rPr lang="fr-FR" altLang="fr-FR" sz="1600">
                <a:solidFill>
                  <a:schemeClr val="tx2"/>
                </a:solidFill>
                <a:latin typeface="Arial" panose="020B0604020202020204" pitchFamily="34" charset="0"/>
              </a:rPr>
              <a:t>Les entrants</a:t>
            </a:r>
          </a:p>
          <a:p>
            <a:pPr algn="ctr" defTabSz="914400" eaLnBrk="1" hangingPunct="1">
              <a:spcBef>
                <a:spcPts val="450"/>
              </a:spcBef>
              <a:buClr>
                <a:srgbClr val="009AA6"/>
              </a:buClr>
              <a:buSzPct val="110000"/>
            </a:pPr>
            <a:endParaRPr lang="fr-FR" altLang="fr-FR" sz="1400">
              <a:solidFill>
                <a:srgbClr val="3C3732"/>
              </a:solidFill>
              <a:latin typeface="Arial" panose="020B0604020202020204" pitchFamily="34" charset="0"/>
            </a:endParaRP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Plan de gestion des configurations mis à jour</a:t>
            </a: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Besoin d’information de la CMDB</a:t>
            </a:r>
          </a:p>
        </p:txBody>
      </p:sp>
      <p:pic>
        <p:nvPicPr>
          <p:cNvPr id="6" name="Shape 209" descr="arrow_right">
            <a:extLst>
              <a:ext uri="{FF2B5EF4-FFF2-40B4-BE49-F238E27FC236}">
                <a16:creationId xmlns:a16="http://schemas.microsoft.com/office/drawing/2014/main" id="{DDAE07FC-C661-407D-8158-5472C36B19A7}"/>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2870416" y="2436504"/>
            <a:ext cx="573365" cy="573365"/>
          </a:xfrm>
          <a:prstGeom prst="rect">
            <a:avLst/>
          </a:prstGeom>
          <a:noFill/>
          <a:ln>
            <a:noFill/>
          </a:ln>
        </p:spPr>
      </p:pic>
      <p:sp>
        <p:nvSpPr>
          <p:cNvPr id="21510" name="Espace réservé du texte 2">
            <a:extLst>
              <a:ext uri="{FF2B5EF4-FFF2-40B4-BE49-F238E27FC236}">
                <a16:creationId xmlns:a16="http://schemas.microsoft.com/office/drawing/2014/main" id="{087AB7E1-C240-4186-9E2B-A2C749A53095}"/>
              </a:ext>
            </a:extLst>
          </p:cNvPr>
          <p:cNvSpPr txBox="1">
            <a:spLocks/>
          </p:cNvSpPr>
          <p:nvPr/>
        </p:nvSpPr>
        <p:spPr bwMode="auto">
          <a:xfrm>
            <a:off x="9677400" y="5051425"/>
            <a:ext cx="2225675" cy="155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algn="ctr" defTabSz="914400" eaLnBrk="1" hangingPunct="1">
              <a:spcBef>
                <a:spcPts val="450"/>
              </a:spcBef>
              <a:buClr>
                <a:srgbClr val="009AA6"/>
              </a:buClr>
              <a:buSzPct val="110000"/>
            </a:pPr>
            <a:r>
              <a:rPr lang="fr-FR" altLang="fr-FR" sz="1600">
                <a:solidFill>
                  <a:schemeClr val="tx2"/>
                </a:solidFill>
                <a:latin typeface="Arial" panose="020B0604020202020204" pitchFamily="34" charset="0"/>
              </a:rPr>
              <a:t>Les sorties</a:t>
            </a:r>
          </a:p>
          <a:p>
            <a:pPr lvl="1" defTabSz="914400" eaLnBrk="1" hangingPunct="1">
              <a:spcBef>
                <a:spcPct val="20000"/>
              </a:spcBef>
              <a:buClr>
                <a:srgbClr val="3C3732"/>
              </a:buClr>
              <a:buSzPct val="100000"/>
              <a:buFont typeface="Arial" panose="020B0604020202020204" pitchFamily="34" charset="0"/>
              <a:buChar char="•"/>
            </a:pPr>
            <a:endParaRPr lang="fr-FR" altLang="fr-FR" sz="1400">
              <a:solidFill>
                <a:srgbClr val="3C3732"/>
              </a:solidFill>
              <a:latin typeface="Arial" panose="020B0604020202020204" pitchFamily="34" charset="0"/>
            </a:endParaRP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Informations communiquées</a:t>
            </a:r>
          </a:p>
        </p:txBody>
      </p:sp>
      <p:sp>
        <p:nvSpPr>
          <p:cNvPr id="21511" name="Espace réservé du texte 2">
            <a:extLst>
              <a:ext uri="{FF2B5EF4-FFF2-40B4-BE49-F238E27FC236}">
                <a16:creationId xmlns:a16="http://schemas.microsoft.com/office/drawing/2014/main" id="{9392FA84-5622-427E-A31B-4B185B46ECA8}"/>
              </a:ext>
            </a:extLst>
          </p:cNvPr>
          <p:cNvSpPr txBox="1">
            <a:spLocks/>
          </p:cNvSpPr>
          <p:nvPr/>
        </p:nvSpPr>
        <p:spPr bwMode="auto">
          <a:xfrm>
            <a:off x="0" y="849313"/>
            <a:ext cx="121920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b="1">
                <a:solidFill>
                  <a:schemeClr val="tx2"/>
                </a:solidFill>
                <a:latin typeface="Arial" panose="020B0604020202020204" pitchFamily="34" charset="0"/>
              </a:rPr>
              <a:t>Activité</a:t>
            </a:r>
            <a:r>
              <a:rPr lang="fr-FR" altLang="fr-FR" sz="1800" b="1">
                <a:solidFill>
                  <a:srgbClr val="009AA6"/>
                </a:solidFill>
                <a:latin typeface="Arial" panose="020B0604020202020204" pitchFamily="34" charset="0"/>
              </a:rPr>
              <a:t> </a:t>
            </a:r>
            <a:r>
              <a:rPr lang="fr-FR" altLang="fr-FR" sz="1800" b="1">
                <a:solidFill>
                  <a:srgbClr val="790050"/>
                </a:solidFill>
                <a:latin typeface="Arial" panose="020B0604020202020204" pitchFamily="34" charset="0"/>
              </a:rPr>
              <a:t>« Mettre à disposition les informations sur les CI »</a:t>
            </a:r>
            <a:r>
              <a:rPr lang="fr-FR" altLang="fr-FR" sz="1800" b="1">
                <a:solidFill>
                  <a:srgbClr val="009AA6"/>
                </a:solidFill>
                <a:latin typeface="Arial" panose="020B0604020202020204" pitchFamily="34" charset="0"/>
              </a:rPr>
              <a:t> </a:t>
            </a:r>
            <a:r>
              <a:rPr lang="fr-FR" altLang="fr-FR" sz="1800" b="1">
                <a:solidFill>
                  <a:schemeClr val="tx2"/>
                </a:solidFill>
                <a:latin typeface="Arial" panose="020B0604020202020204" pitchFamily="34" charset="0"/>
              </a:rPr>
              <a:t>et sous-activités </a:t>
            </a:r>
          </a:p>
        </p:txBody>
      </p:sp>
      <p:sp>
        <p:nvSpPr>
          <p:cNvPr id="9" name="Line 10">
            <a:extLst>
              <a:ext uri="{FF2B5EF4-FFF2-40B4-BE49-F238E27FC236}">
                <a16:creationId xmlns:a16="http://schemas.microsoft.com/office/drawing/2014/main" id="{C1A2FD9C-4B28-43DE-AE00-5143DF41B7D2}"/>
              </a:ext>
            </a:extLst>
          </p:cNvPr>
          <p:cNvSpPr>
            <a:spLocks noChangeShapeType="1"/>
          </p:cNvSpPr>
          <p:nvPr/>
        </p:nvSpPr>
        <p:spPr bwMode="auto">
          <a:xfrm>
            <a:off x="0" y="1541463"/>
            <a:ext cx="5854700" cy="14287"/>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10" name="AutoShape 11">
            <a:extLst>
              <a:ext uri="{FF2B5EF4-FFF2-40B4-BE49-F238E27FC236}">
                <a16:creationId xmlns:a16="http://schemas.microsoft.com/office/drawing/2014/main" id="{CE942803-E1E3-4C88-BD4B-9EFC7B0EFF89}"/>
              </a:ext>
            </a:extLst>
          </p:cNvPr>
          <p:cNvSpPr>
            <a:spLocks noChangeArrowheads="1"/>
          </p:cNvSpPr>
          <p:nvPr/>
        </p:nvSpPr>
        <p:spPr bwMode="auto">
          <a:xfrm>
            <a:off x="39688" y="1119188"/>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Planifier la gestion des </a:t>
            </a:r>
            <a:r>
              <a:rPr lang="fr-FR" altLang="fr-FR" sz="847" b="1" kern="0" dirty="0" err="1">
                <a:solidFill>
                  <a:prstClr val="white"/>
                </a:solidFill>
                <a:latin typeface="Arial"/>
              </a:rPr>
              <a:t>configura-tions</a:t>
            </a:r>
            <a:endParaRPr lang="fr-FR" altLang="fr-FR" sz="847" b="1" kern="0" dirty="0">
              <a:solidFill>
                <a:prstClr val="white"/>
              </a:solidFill>
              <a:latin typeface="Arial"/>
            </a:endParaRPr>
          </a:p>
        </p:txBody>
      </p:sp>
      <p:sp>
        <p:nvSpPr>
          <p:cNvPr id="11" name="AutoShape 11">
            <a:extLst>
              <a:ext uri="{FF2B5EF4-FFF2-40B4-BE49-F238E27FC236}">
                <a16:creationId xmlns:a16="http://schemas.microsoft.com/office/drawing/2014/main" id="{955E1814-6712-44C5-B980-FA82298873A1}"/>
              </a:ext>
            </a:extLst>
          </p:cNvPr>
          <p:cNvSpPr>
            <a:spLocks noChangeArrowheads="1"/>
          </p:cNvSpPr>
          <p:nvPr/>
        </p:nvSpPr>
        <p:spPr bwMode="auto">
          <a:xfrm>
            <a:off x="150813" y="2157413"/>
            <a:ext cx="5513387" cy="3397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dirty="0">
                <a:solidFill>
                  <a:prstClr val="white"/>
                </a:solidFill>
                <a:latin typeface="Arial" panose="020B0604020202020204" pitchFamily="34" charset="0"/>
              </a:rPr>
              <a:t>Piloter le processus</a:t>
            </a:r>
          </a:p>
        </p:txBody>
      </p:sp>
      <p:sp>
        <p:nvSpPr>
          <p:cNvPr id="12" name="AutoShape 11">
            <a:extLst>
              <a:ext uri="{FF2B5EF4-FFF2-40B4-BE49-F238E27FC236}">
                <a16:creationId xmlns:a16="http://schemas.microsoft.com/office/drawing/2014/main" id="{2B57D566-30A9-4F78-81F7-DC6126AAD235}"/>
              </a:ext>
            </a:extLst>
          </p:cNvPr>
          <p:cNvSpPr>
            <a:spLocks noChangeArrowheads="1"/>
          </p:cNvSpPr>
          <p:nvPr/>
        </p:nvSpPr>
        <p:spPr bwMode="auto">
          <a:xfrm>
            <a:off x="1000125" y="1135063"/>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Structurer la CMDB</a:t>
            </a:r>
          </a:p>
        </p:txBody>
      </p:sp>
      <p:sp>
        <p:nvSpPr>
          <p:cNvPr id="13" name="AutoShape 11">
            <a:extLst>
              <a:ext uri="{FF2B5EF4-FFF2-40B4-BE49-F238E27FC236}">
                <a16:creationId xmlns:a16="http://schemas.microsoft.com/office/drawing/2014/main" id="{B918F138-C578-44D0-9C23-7EA90ED85ECB}"/>
              </a:ext>
            </a:extLst>
          </p:cNvPr>
          <p:cNvSpPr>
            <a:spLocks noChangeArrowheads="1"/>
          </p:cNvSpPr>
          <p:nvPr/>
        </p:nvSpPr>
        <p:spPr bwMode="auto">
          <a:xfrm>
            <a:off x="1958975" y="1120775"/>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Mettre à jour les CI de façon contrôlée</a:t>
            </a:r>
          </a:p>
        </p:txBody>
      </p:sp>
      <p:sp>
        <p:nvSpPr>
          <p:cNvPr id="14" name="AutoShape 11">
            <a:extLst>
              <a:ext uri="{FF2B5EF4-FFF2-40B4-BE49-F238E27FC236}">
                <a16:creationId xmlns:a16="http://schemas.microsoft.com/office/drawing/2014/main" id="{8540C17B-21AD-42F5-8A22-463950C495F6}"/>
              </a:ext>
            </a:extLst>
          </p:cNvPr>
          <p:cNvSpPr>
            <a:spLocks noChangeArrowheads="1"/>
          </p:cNvSpPr>
          <p:nvPr/>
        </p:nvSpPr>
        <p:spPr bwMode="auto">
          <a:xfrm>
            <a:off x="2917825" y="1136650"/>
            <a:ext cx="865188"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Détecter et traiter les </a:t>
            </a:r>
            <a:r>
              <a:rPr lang="fr-FR" altLang="fr-FR" sz="847" b="1" kern="0" dirty="0" err="1">
                <a:solidFill>
                  <a:prstClr val="white"/>
                </a:solidFill>
                <a:latin typeface="Arial"/>
              </a:rPr>
              <a:t>incohéren-ces</a:t>
            </a:r>
            <a:endParaRPr lang="fr-FR" altLang="fr-FR" sz="847" b="1" kern="0" dirty="0">
              <a:solidFill>
                <a:prstClr val="white"/>
              </a:solidFill>
              <a:latin typeface="Arial"/>
            </a:endParaRPr>
          </a:p>
        </p:txBody>
      </p:sp>
      <p:sp>
        <p:nvSpPr>
          <p:cNvPr id="15" name="AutoShape 11">
            <a:extLst>
              <a:ext uri="{FF2B5EF4-FFF2-40B4-BE49-F238E27FC236}">
                <a16:creationId xmlns:a16="http://schemas.microsoft.com/office/drawing/2014/main" id="{46523D21-5EB3-4632-A24C-26368F40CB1B}"/>
              </a:ext>
            </a:extLst>
          </p:cNvPr>
          <p:cNvSpPr>
            <a:spLocks noChangeArrowheads="1"/>
          </p:cNvSpPr>
          <p:nvPr/>
        </p:nvSpPr>
        <p:spPr bwMode="auto">
          <a:xfrm>
            <a:off x="3878263" y="1123950"/>
            <a:ext cx="863600" cy="935038"/>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Mettre à disposition les </a:t>
            </a:r>
            <a:r>
              <a:rPr lang="fr-FR" altLang="fr-FR" sz="847" b="1" kern="0" dirty="0" err="1">
                <a:solidFill>
                  <a:prstClr val="white"/>
                </a:solidFill>
                <a:latin typeface="Arial"/>
              </a:rPr>
              <a:t>informa-tions</a:t>
            </a:r>
            <a:r>
              <a:rPr lang="fr-FR" altLang="fr-FR" sz="847" b="1" kern="0" dirty="0">
                <a:solidFill>
                  <a:prstClr val="white"/>
                </a:solidFill>
                <a:latin typeface="Arial"/>
              </a:rPr>
              <a:t> sur les CI</a:t>
            </a:r>
          </a:p>
        </p:txBody>
      </p:sp>
      <p:sp>
        <p:nvSpPr>
          <p:cNvPr id="16" name="AutoShape 11">
            <a:extLst>
              <a:ext uri="{FF2B5EF4-FFF2-40B4-BE49-F238E27FC236}">
                <a16:creationId xmlns:a16="http://schemas.microsoft.com/office/drawing/2014/main" id="{28A52832-7693-4286-B77B-2553F896D4A6}"/>
              </a:ext>
            </a:extLst>
          </p:cNvPr>
          <p:cNvSpPr>
            <a:spLocks noChangeArrowheads="1"/>
          </p:cNvSpPr>
          <p:nvPr/>
        </p:nvSpPr>
        <p:spPr bwMode="auto">
          <a:xfrm>
            <a:off x="4837113" y="1139825"/>
            <a:ext cx="863600" cy="935038"/>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Auditer et vérifier la CMDB</a:t>
            </a:r>
          </a:p>
        </p:txBody>
      </p:sp>
      <p:cxnSp>
        <p:nvCxnSpPr>
          <p:cNvPr id="21520" name="Connecteur droit avec flèche 16">
            <a:extLst>
              <a:ext uri="{FF2B5EF4-FFF2-40B4-BE49-F238E27FC236}">
                <a16:creationId xmlns:a16="http://schemas.microsoft.com/office/drawing/2014/main" id="{A8410082-5BE7-4EE3-9D8D-055D02DA3C88}"/>
              </a:ext>
            </a:extLst>
          </p:cNvPr>
          <p:cNvCxnSpPr>
            <a:cxnSpLocks noChangeShapeType="1"/>
          </p:cNvCxnSpPr>
          <p:nvPr/>
        </p:nvCxnSpPr>
        <p:spPr bwMode="auto">
          <a:xfrm flipV="1">
            <a:off x="0" y="4708525"/>
            <a:ext cx="10821988" cy="41275"/>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pic>
        <p:nvPicPr>
          <p:cNvPr id="18" name="Shape 209" descr="arrow_right">
            <a:extLst>
              <a:ext uri="{FF2B5EF4-FFF2-40B4-BE49-F238E27FC236}">
                <a16:creationId xmlns:a16="http://schemas.microsoft.com/office/drawing/2014/main" id="{1D17C610-BBD6-4448-8BD6-956DCBEFA0A8}"/>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1429837" y="4909039"/>
            <a:ext cx="573365" cy="573365"/>
          </a:xfrm>
          <a:prstGeom prst="rect">
            <a:avLst/>
          </a:prstGeom>
          <a:noFill/>
          <a:ln>
            <a:noFill/>
          </a:ln>
        </p:spPr>
      </p:pic>
      <p:sp>
        <p:nvSpPr>
          <p:cNvPr id="19" name="AutoShape 11">
            <a:extLst>
              <a:ext uri="{FF2B5EF4-FFF2-40B4-BE49-F238E27FC236}">
                <a16:creationId xmlns:a16="http://schemas.microsoft.com/office/drawing/2014/main" id="{F27595E5-E184-4C71-AD23-0A13AE20BE50}"/>
              </a:ext>
            </a:extLst>
          </p:cNvPr>
          <p:cNvSpPr>
            <a:spLocks noChangeArrowheads="1"/>
          </p:cNvSpPr>
          <p:nvPr/>
        </p:nvSpPr>
        <p:spPr bwMode="auto">
          <a:xfrm>
            <a:off x="215900" y="3986213"/>
            <a:ext cx="2316163"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Emettre un besoin de mise à disposition d’information à partir de la CMDB </a:t>
            </a:r>
          </a:p>
        </p:txBody>
      </p:sp>
      <p:sp>
        <p:nvSpPr>
          <p:cNvPr id="20" name="AutoShape 11">
            <a:extLst>
              <a:ext uri="{FF2B5EF4-FFF2-40B4-BE49-F238E27FC236}">
                <a16:creationId xmlns:a16="http://schemas.microsoft.com/office/drawing/2014/main" id="{BF552AB4-E5F8-4B09-BA91-5E5181824552}"/>
              </a:ext>
            </a:extLst>
          </p:cNvPr>
          <p:cNvSpPr>
            <a:spLocks noChangeArrowheads="1"/>
          </p:cNvSpPr>
          <p:nvPr/>
        </p:nvSpPr>
        <p:spPr bwMode="auto">
          <a:xfrm>
            <a:off x="5132388" y="3986213"/>
            <a:ext cx="23161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Mettre en œuvre un nouveau rapport ou faire évoluer les rapports</a:t>
            </a:r>
          </a:p>
        </p:txBody>
      </p:sp>
      <p:sp>
        <p:nvSpPr>
          <p:cNvPr id="21" name="AutoShape 11">
            <a:extLst>
              <a:ext uri="{FF2B5EF4-FFF2-40B4-BE49-F238E27FC236}">
                <a16:creationId xmlns:a16="http://schemas.microsoft.com/office/drawing/2014/main" id="{1E95A623-F70C-40FC-9808-479ECC677644}"/>
              </a:ext>
            </a:extLst>
          </p:cNvPr>
          <p:cNvSpPr>
            <a:spLocks noChangeArrowheads="1"/>
          </p:cNvSpPr>
          <p:nvPr/>
        </p:nvSpPr>
        <p:spPr bwMode="auto">
          <a:xfrm>
            <a:off x="7589838" y="3986213"/>
            <a:ext cx="23161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Communiquer sur les rapports</a:t>
            </a:r>
          </a:p>
        </p:txBody>
      </p:sp>
      <p:sp>
        <p:nvSpPr>
          <p:cNvPr id="22" name="AutoShape 11">
            <a:extLst>
              <a:ext uri="{FF2B5EF4-FFF2-40B4-BE49-F238E27FC236}">
                <a16:creationId xmlns:a16="http://schemas.microsoft.com/office/drawing/2014/main" id="{A9E705D8-5927-4FB2-86FB-225CC5ACC8E2}"/>
              </a:ext>
            </a:extLst>
          </p:cNvPr>
          <p:cNvSpPr>
            <a:spLocks noChangeArrowheads="1"/>
          </p:cNvSpPr>
          <p:nvPr/>
        </p:nvSpPr>
        <p:spPr bwMode="auto">
          <a:xfrm>
            <a:off x="2673350" y="3986213"/>
            <a:ext cx="2316163"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Valider les besoins de mise à disposition d’information</a:t>
            </a:r>
          </a:p>
        </p:txBody>
      </p:sp>
      <p:sp>
        <p:nvSpPr>
          <p:cNvPr id="23" name="AutoShape 11">
            <a:extLst>
              <a:ext uri="{FF2B5EF4-FFF2-40B4-BE49-F238E27FC236}">
                <a16:creationId xmlns:a16="http://schemas.microsoft.com/office/drawing/2014/main" id="{ED09925D-902A-407B-89A1-970A16E39EA0}"/>
              </a:ext>
            </a:extLst>
          </p:cNvPr>
          <p:cNvSpPr>
            <a:spLocks noChangeArrowheads="1"/>
          </p:cNvSpPr>
          <p:nvPr/>
        </p:nvSpPr>
        <p:spPr bwMode="auto">
          <a:xfrm>
            <a:off x="2662238" y="5381625"/>
            <a:ext cx="2316162" cy="1354138"/>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Contrôler l’utilisation des rapports</a:t>
            </a:r>
          </a:p>
        </p:txBody>
      </p:sp>
      <p:cxnSp>
        <p:nvCxnSpPr>
          <p:cNvPr id="21527" name="Forme 39">
            <a:extLst>
              <a:ext uri="{FF2B5EF4-FFF2-40B4-BE49-F238E27FC236}">
                <a16:creationId xmlns:a16="http://schemas.microsoft.com/office/drawing/2014/main" id="{2366BF69-2173-4F70-B21F-1DB44566603B}"/>
              </a:ext>
            </a:extLst>
          </p:cNvPr>
          <p:cNvCxnSpPr>
            <a:cxnSpLocks noChangeShapeType="1"/>
            <a:stCxn id="23" idx="3"/>
            <a:endCxn id="20" idx="2"/>
          </p:cNvCxnSpPr>
          <p:nvPr/>
        </p:nvCxnSpPr>
        <p:spPr bwMode="auto">
          <a:xfrm flipV="1">
            <a:off x="4978400" y="5340350"/>
            <a:ext cx="1311275" cy="717550"/>
          </a:xfrm>
          <a:prstGeom prst="bentConnector2">
            <a:avLst/>
          </a:prstGeom>
          <a:noFill/>
          <a:ln w="28575" algn="ctr">
            <a:solidFill>
              <a:srgbClr val="790050"/>
            </a:solidFill>
            <a:miter lim="800000"/>
            <a:headEnd/>
            <a:tailEnd type="arrow" w="med" len="med"/>
          </a:ln>
          <a:extLst>
            <a:ext uri="{909E8E84-426E-40DD-AFC4-6F175D3DCCD1}">
              <a14:hiddenFill xmlns:a14="http://schemas.microsoft.com/office/drawing/2010/main">
                <a:noFill/>
              </a14:hiddenFill>
            </a:ext>
          </a:extLst>
        </p:spPr>
      </p:cxnSp>
      <p:cxnSp>
        <p:nvCxnSpPr>
          <p:cNvPr id="21528" name="Connecteur droit avec flèche 24">
            <a:extLst>
              <a:ext uri="{FF2B5EF4-FFF2-40B4-BE49-F238E27FC236}">
                <a16:creationId xmlns:a16="http://schemas.microsoft.com/office/drawing/2014/main" id="{82745E57-903B-42A6-BF1A-D00FBDB89B08}"/>
              </a:ext>
            </a:extLst>
          </p:cNvPr>
          <p:cNvCxnSpPr>
            <a:cxnSpLocks noChangeShapeType="1"/>
            <a:endCxn id="23" idx="1"/>
          </p:cNvCxnSpPr>
          <p:nvPr/>
        </p:nvCxnSpPr>
        <p:spPr bwMode="auto">
          <a:xfrm flipV="1">
            <a:off x="0" y="6057900"/>
            <a:ext cx="2662238" cy="15875"/>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71DA983E-1986-4EEB-AC6C-D86D6C210980}"/>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 (1/2)</a:t>
            </a:r>
          </a:p>
        </p:txBody>
      </p:sp>
      <p:sp>
        <p:nvSpPr>
          <p:cNvPr id="23555" name="Espace réservé du texte 2">
            <a:extLst>
              <a:ext uri="{FF2B5EF4-FFF2-40B4-BE49-F238E27FC236}">
                <a16:creationId xmlns:a16="http://schemas.microsoft.com/office/drawing/2014/main" id="{03DC447D-B939-4DD3-8414-211BED85C06A}"/>
              </a:ext>
            </a:extLst>
          </p:cNvPr>
          <p:cNvSpPr txBox="1">
            <a:spLocks/>
          </p:cNvSpPr>
          <p:nvPr/>
        </p:nvSpPr>
        <p:spPr bwMode="auto">
          <a:xfrm>
            <a:off x="5910263" y="1163638"/>
            <a:ext cx="6281737" cy="993775"/>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42950" indent="-285750"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defTabSz="914400" eaLnBrk="1" hangingPunct="1">
              <a:spcBef>
                <a:spcPts val="450"/>
              </a:spcBef>
              <a:buClr>
                <a:srgbClr val="009AA6"/>
              </a:buClr>
              <a:buSzPct val="110000"/>
            </a:pPr>
            <a:r>
              <a:rPr lang="fr-FR" altLang="fr-FR" sz="1600" b="1">
                <a:solidFill>
                  <a:srgbClr val="FFFFFF"/>
                </a:solidFill>
                <a:latin typeface="Arial" panose="020B0604020202020204" pitchFamily="34" charset="0"/>
              </a:rPr>
              <a:t>Objectifs : </a:t>
            </a:r>
          </a:p>
          <a:p>
            <a:pPr defTabSz="914400" eaLnBrk="1" hangingPunct="1">
              <a:spcBef>
                <a:spcPts val="450"/>
              </a:spcBef>
              <a:buClr>
                <a:srgbClr val="FFFFFF"/>
              </a:buClr>
              <a:buSzPct val="110000"/>
              <a:buFont typeface="Arial" panose="020B0604020202020204" pitchFamily="34" charset="0"/>
              <a:buChar char="•"/>
            </a:pPr>
            <a:r>
              <a:rPr lang="fr-FR" altLang="fr-FR" sz="1600">
                <a:solidFill>
                  <a:srgbClr val="FFFFFF"/>
                </a:solidFill>
                <a:latin typeface="Arial" panose="020B0604020202020204" pitchFamily="34" charset="0"/>
              </a:rPr>
              <a:t>Vérifier la qualité des données publiées dans la CMDB</a:t>
            </a:r>
          </a:p>
          <a:p>
            <a:pPr defTabSz="914400" eaLnBrk="1" hangingPunct="1">
              <a:spcBef>
                <a:spcPts val="450"/>
              </a:spcBef>
              <a:buClr>
                <a:srgbClr val="FFFFFF"/>
              </a:buClr>
              <a:buSzPct val="110000"/>
              <a:buFont typeface="Arial" panose="020B0604020202020204" pitchFamily="34" charset="0"/>
              <a:buChar char="•"/>
            </a:pPr>
            <a:r>
              <a:rPr lang="fr-FR" altLang="fr-FR" sz="1600">
                <a:solidFill>
                  <a:srgbClr val="FFFFFF"/>
                </a:solidFill>
                <a:latin typeface="Arial" panose="020B0604020202020204" pitchFamily="34" charset="0"/>
              </a:rPr>
              <a:t>Corriger les écarts le cas échéant</a:t>
            </a:r>
          </a:p>
        </p:txBody>
      </p:sp>
      <p:sp>
        <p:nvSpPr>
          <p:cNvPr id="23556" name="Espace réservé du texte 2">
            <a:extLst>
              <a:ext uri="{FF2B5EF4-FFF2-40B4-BE49-F238E27FC236}">
                <a16:creationId xmlns:a16="http://schemas.microsoft.com/office/drawing/2014/main" id="{A057AB0D-0100-4C86-BD20-5868EFAC1657}"/>
              </a:ext>
            </a:extLst>
          </p:cNvPr>
          <p:cNvSpPr txBox="1">
            <a:spLocks/>
          </p:cNvSpPr>
          <p:nvPr/>
        </p:nvSpPr>
        <p:spPr bwMode="auto">
          <a:xfrm>
            <a:off x="0" y="2593975"/>
            <a:ext cx="390366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algn="ctr" defTabSz="914400" eaLnBrk="1" hangingPunct="1">
              <a:spcBef>
                <a:spcPts val="450"/>
              </a:spcBef>
              <a:buClr>
                <a:srgbClr val="009AA6"/>
              </a:buClr>
              <a:buSzPct val="110000"/>
            </a:pPr>
            <a:r>
              <a:rPr lang="fr-FR" altLang="fr-FR" sz="1600">
                <a:solidFill>
                  <a:schemeClr val="tx2"/>
                </a:solidFill>
                <a:latin typeface="Arial" panose="020B0604020202020204" pitchFamily="34" charset="0"/>
              </a:rPr>
              <a:t>Les entrants</a:t>
            </a:r>
          </a:p>
          <a:p>
            <a:pPr algn="ctr" defTabSz="914400" eaLnBrk="1" hangingPunct="1">
              <a:spcBef>
                <a:spcPts val="450"/>
              </a:spcBef>
              <a:buClr>
                <a:srgbClr val="009AA6"/>
              </a:buClr>
              <a:buSzPct val="110000"/>
            </a:pPr>
            <a:endParaRPr lang="fr-FR" altLang="fr-FR" sz="1400">
              <a:solidFill>
                <a:srgbClr val="3C3732"/>
              </a:solidFill>
              <a:latin typeface="Arial" panose="020B0604020202020204" pitchFamily="34" charset="0"/>
            </a:endParaRP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Plan de gestion des configurations</a:t>
            </a: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CMDB</a:t>
            </a:r>
          </a:p>
          <a:p>
            <a:pPr lvl="1" defTabSz="914400" eaLnBrk="1" hangingPunct="1">
              <a:spcBef>
                <a:spcPct val="20000"/>
              </a:spcBef>
              <a:buClr>
                <a:srgbClr val="3C3732"/>
              </a:buClr>
              <a:buSzPct val="100000"/>
              <a:buFont typeface="Arial" panose="020B0604020202020204" pitchFamily="34" charset="0"/>
              <a:buChar char="•"/>
            </a:pPr>
            <a:endParaRPr lang="fr-FR" altLang="fr-FR" sz="1400">
              <a:solidFill>
                <a:srgbClr val="3C3732"/>
              </a:solidFill>
              <a:latin typeface="Arial" panose="020B0604020202020204" pitchFamily="34" charset="0"/>
            </a:endParaRPr>
          </a:p>
        </p:txBody>
      </p:sp>
      <p:pic>
        <p:nvPicPr>
          <p:cNvPr id="6" name="Shape 209" descr="arrow_right">
            <a:extLst>
              <a:ext uri="{FF2B5EF4-FFF2-40B4-BE49-F238E27FC236}">
                <a16:creationId xmlns:a16="http://schemas.microsoft.com/office/drawing/2014/main" id="{8484717C-4058-4B78-AE52-932EC0432A9B}"/>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2870416" y="2436504"/>
            <a:ext cx="573365" cy="573365"/>
          </a:xfrm>
          <a:prstGeom prst="rect">
            <a:avLst/>
          </a:prstGeom>
          <a:noFill/>
          <a:ln>
            <a:noFill/>
          </a:ln>
        </p:spPr>
      </p:pic>
      <p:sp>
        <p:nvSpPr>
          <p:cNvPr id="23558" name="Espace réservé du texte 2">
            <a:extLst>
              <a:ext uri="{FF2B5EF4-FFF2-40B4-BE49-F238E27FC236}">
                <a16:creationId xmlns:a16="http://schemas.microsoft.com/office/drawing/2014/main" id="{162506B5-CD65-442C-979E-CD712AA7F392}"/>
              </a:ext>
            </a:extLst>
          </p:cNvPr>
          <p:cNvSpPr txBox="1">
            <a:spLocks/>
          </p:cNvSpPr>
          <p:nvPr/>
        </p:nvSpPr>
        <p:spPr bwMode="auto">
          <a:xfrm>
            <a:off x="0" y="849313"/>
            <a:ext cx="121920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b="1">
                <a:solidFill>
                  <a:schemeClr val="tx2"/>
                </a:solidFill>
                <a:latin typeface="Arial" panose="020B0604020202020204" pitchFamily="34" charset="0"/>
              </a:rPr>
              <a:t>Activité</a:t>
            </a:r>
            <a:r>
              <a:rPr lang="fr-FR" altLang="fr-FR" sz="1800" b="1">
                <a:solidFill>
                  <a:srgbClr val="009AA6"/>
                </a:solidFill>
                <a:latin typeface="Arial" panose="020B0604020202020204" pitchFamily="34" charset="0"/>
              </a:rPr>
              <a:t> </a:t>
            </a:r>
            <a:r>
              <a:rPr lang="fr-FR" altLang="fr-FR" sz="1800" b="1">
                <a:solidFill>
                  <a:srgbClr val="790050"/>
                </a:solidFill>
                <a:latin typeface="Arial" panose="020B0604020202020204" pitchFamily="34" charset="0"/>
              </a:rPr>
              <a:t>« Auditer et vérifier la CMDB »</a:t>
            </a:r>
            <a:r>
              <a:rPr lang="fr-FR" altLang="fr-FR" sz="1800" b="1">
                <a:solidFill>
                  <a:srgbClr val="009AA6"/>
                </a:solidFill>
                <a:latin typeface="Arial" panose="020B0604020202020204" pitchFamily="34" charset="0"/>
              </a:rPr>
              <a:t> </a:t>
            </a:r>
            <a:r>
              <a:rPr lang="fr-FR" altLang="fr-FR" sz="1800" b="1">
                <a:solidFill>
                  <a:schemeClr val="tx2"/>
                </a:solidFill>
                <a:latin typeface="Arial" panose="020B0604020202020204" pitchFamily="34" charset="0"/>
              </a:rPr>
              <a:t>et sous-activités </a:t>
            </a:r>
          </a:p>
        </p:txBody>
      </p:sp>
      <p:sp>
        <p:nvSpPr>
          <p:cNvPr id="8" name="Line 10">
            <a:extLst>
              <a:ext uri="{FF2B5EF4-FFF2-40B4-BE49-F238E27FC236}">
                <a16:creationId xmlns:a16="http://schemas.microsoft.com/office/drawing/2014/main" id="{19779458-29F7-4880-8C57-E62A5320F6FD}"/>
              </a:ext>
            </a:extLst>
          </p:cNvPr>
          <p:cNvSpPr>
            <a:spLocks noChangeShapeType="1"/>
          </p:cNvSpPr>
          <p:nvPr/>
        </p:nvSpPr>
        <p:spPr bwMode="auto">
          <a:xfrm>
            <a:off x="0" y="1541463"/>
            <a:ext cx="5854700" cy="14287"/>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9" name="AutoShape 11">
            <a:extLst>
              <a:ext uri="{FF2B5EF4-FFF2-40B4-BE49-F238E27FC236}">
                <a16:creationId xmlns:a16="http://schemas.microsoft.com/office/drawing/2014/main" id="{DE5CFD30-3F9C-4B5C-834B-F4814DF72C02}"/>
              </a:ext>
            </a:extLst>
          </p:cNvPr>
          <p:cNvSpPr>
            <a:spLocks noChangeArrowheads="1"/>
          </p:cNvSpPr>
          <p:nvPr/>
        </p:nvSpPr>
        <p:spPr bwMode="auto">
          <a:xfrm>
            <a:off x="39688" y="1119188"/>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Planifier la gestion des </a:t>
            </a:r>
            <a:r>
              <a:rPr lang="fr-FR" altLang="fr-FR" sz="847" b="1" kern="0" dirty="0" err="1">
                <a:solidFill>
                  <a:prstClr val="white"/>
                </a:solidFill>
                <a:latin typeface="Arial"/>
              </a:rPr>
              <a:t>configura-tions</a:t>
            </a:r>
            <a:endParaRPr lang="fr-FR" altLang="fr-FR" sz="847" b="1" kern="0" dirty="0">
              <a:solidFill>
                <a:prstClr val="white"/>
              </a:solidFill>
              <a:latin typeface="Arial"/>
            </a:endParaRPr>
          </a:p>
        </p:txBody>
      </p:sp>
      <p:sp>
        <p:nvSpPr>
          <p:cNvPr id="10" name="AutoShape 11">
            <a:extLst>
              <a:ext uri="{FF2B5EF4-FFF2-40B4-BE49-F238E27FC236}">
                <a16:creationId xmlns:a16="http://schemas.microsoft.com/office/drawing/2014/main" id="{A7EA02ED-0E54-49A7-9340-5C82E5A0786A}"/>
              </a:ext>
            </a:extLst>
          </p:cNvPr>
          <p:cNvSpPr>
            <a:spLocks noChangeArrowheads="1"/>
          </p:cNvSpPr>
          <p:nvPr/>
        </p:nvSpPr>
        <p:spPr bwMode="auto">
          <a:xfrm>
            <a:off x="150813" y="2157413"/>
            <a:ext cx="5513387" cy="3397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dirty="0">
                <a:solidFill>
                  <a:prstClr val="white"/>
                </a:solidFill>
                <a:latin typeface="Arial" panose="020B0604020202020204" pitchFamily="34" charset="0"/>
              </a:rPr>
              <a:t>Piloter le processus</a:t>
            </a:r>
          </a:p>
        </p:txBody>
      </p:sp>
      <p:sp>
        <p:nvSpPr>
          <p:cNvPr id="11" name="AutoShape 11">
            <a:extLst>
              <a:ext uri="{FF2B5EF4-FFF2-40B4-BE49-F238E27FC236}">
                <a16:creationId xmlns:a16="http://schemas.microsoft.com/office/drawing/2014/main" id="{858CE9BB-EB14-4CF0-8B41-9A40BBC789D1}"/>
              </a:ext>
            </a:extLst>
          </p:cNvPr>
          <p:cNvSpPr>
            <a:spLocks noChangeArrowheads="1"/>
          </p:cNvSpPr>
          <p:nvPr/>
        </p:nvSpPr>
        <p:spPr bwMode="auto">
          <a:xfrm>
            <a:off x="1000125" y="1135063"/>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Structurer la CMDB</a:t>
            </a:r>
          </a:p>
        </p:txBody>
      </p:sp>
      <p:sp>
        <p:nvSpPr>
          <p:cNvPr id="12" name="AutoShape 11">
            <a:extLst>
              <a:ext uri="{FF2B5EF4-FFF2-40B4-BE49-F238E27FC236}">
                <a16:creationId xmlns:a16="http://schemas.microsoft.com/office/drawing/2014/main" id="{9A8D2EA4-0C37-4BF4-A708-FBDA0BF460E9}"/>
              </a:ext>
            </a:extLst>
          </p:cNvPr>
          <p:cNvSpPr>
            <a:spLocks noChangeArrowheads="1"/>
          </p:cNvSpPr>
          <p:nvPr/>
        </p:nvSpPr>
        <p:spPr bwMode="auto">
          <a:xfrm>
            <a:off x="1958975" y="1120775"/>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Mettre à jour les CI de façon contrôlée</a:t>
            </a:r>
          </a:p>
        </p:txBody>
      </p:sp>
      <p:sp>
        <p:nvSpPr>
          <p:cNvPr id="13" name="AutoShape 11">
            <a:extLst>
              <a:ext uri="{FF2B5EF4-FFF2-40B4-BE49-F238E27FC236}">
                <a16:creationId xmlns:a16="http://schemas.microsoft.com/office/drawing/2014/main" id="{41C4774A-2D84-4C46-AF3B-BC34F6E3FB37}"/>
              </a:ext>
            </a:extLst>
          </p:cNvPr>
          <p:cNvSpPr>
            <a:spLocks noChangeArrowheads="1"/>
          </p:cNvSpPr>
          <p:nvPr/>
        </p:nvSpPr>
        <p:spPr bwMode="auto">
          <a:xfrm>
            <a:off x="2917825" y="1136650"/>
            <a:ext cx="865188"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Détecter et traiter les </a:t>
            </a:r>
            <a:r>
              <a:rPr lang="fr-FR" altLang="fr-FR" sz="847" b="1" kern="0" dirty="0" err="1">
                <a:solidFill>
                  <a:prstClr val="white"/>
                </a:solidFill>
                <a:latin typeface="Arial"/>
              </a:rPr>
              <a:t>incohéren-ces</a:t>
            </a:r>
            <a:endParaRPr lang="fr-FR" altLang="fr-FR" sz="847" b="1" kern="0" dirty="0">
              <a:solidFill>
                <a:prstClr val="white"/>
              </a:solidFill>
              <a:latin typeface="Arial"/>
            </a:endParaRPr>
          </a:p>
        </p:txBody>
      </p:sp>
      <p:sp>
        <p:nvSpPr>
          <p:cNvPr id="14" name="AutoShape 11">
            <a:extLst>
              <a:ext uri="{FF2B5EF4-FFF2-40B4-BE49-F238E27FC236}">
                <a16:creationId xmlns:a16="http://schemas.microsoft.com/office/drawing/2014/main" id="{07D2BA6C-8577-4448-B2D6-6C7C7D556F74}"/>
              </a:ext>
            </a:extLst>
          </p:cNvPr>
          <p:cNvSpPr>
            <a:spLocks noChangeArrowheads="1"/>
          </p:cNvSpPr>
          <p:nvPr/>
        </p:nvSpPr>
        <p:spPr bwMode="auto">
          <a:xfrm>
            <a:off x="3878263" y="1123950"/>
            <a:ext cx="863600" cy="935038"/>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Mettre à disposition les </a:t>
            </a:r>
            <a:r>
              <a:rPr lang="fr-FR" altLang="fr-FR" sz="847" b="1" kern="0" dirty="0" err="1">
                <a:solidFill>
                  <a:prstClr val="white"/>
                </a:solidFill>
                <a:latin typeface="Arial"/>
              </a:rPr>
              <a:t>informa-tions</a:t>
            </a:r>
            <a:r>
              <a:rPr lang="fr-FR" altLang="fr-FR" sz="847" b="1" kern="0" dirty="0">
                <a:solidFill>
                  <a:prstClr val="white"/>
                </a:solidFill>
                <a:latin typeface="Arial"/>
              </a:rPr>
              <a:t> sur les CI</a:t>
            </a:r>
          </a:p>
        </p:txBody>
      </p:sp>
      <p:sp>
        <p:nvSpPr>
          <p:cNvPr id="15" name="AutoShape 11">
            <a:extLst>
              <a:ext uri="{FF2B5EF4-FFF2-40B4-BE49-F238E27FC236}">
                <a16:creationId xmlns:a16="http://schemas.microsoft.com/office/drawing/2014/main" id="{FB4C3A15-EB45-4B19-A55C-CA5BA22BE2D4}"/>
              </a:ext>
            </a:extLst>
          </p:cNvPr>
          <p:cNvSpPr>
            <a:spLocks noChangeArrowheads="1"/>
          </p:cNvSpPr>
          <p:nvPr/>
        </p:nvSpPr>
        <p:spPr bwMode="auto">
          <a:xfrm>
            <a:off x="4837113" y="1139825"/>
            <a:ext cx="863600" cy="935038"/>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Auditer et vérifier la CMDB</a:t>
            </a:r>
          </a:p>
        </p:txBody>
      </p:sp>
      <p:cxnSp>
        <p:nvCxnSpPr>
          <p:cNvPr id="23567" name="Connecteur droit avec flèche 15">
            <a:extLst>
              <a:ext uri="{FF2B5EF4-FFF2-40B4-BE49-F238E27FC236}">
                <a16:creationId xmlns:a16="http://schemas.microsoft.com/office/drawing/2014/main" id="{A9654EB1-A21E-4E2B-B30C-D6D44339A84C}"/>
              </a:ext>
            </a:extLst>
          </p:cNvPr>
          <p:cNvCxnSpPr>
            <a:cxnSpLocks noChangeShapeType="1"/>
          </p:cNvCxnSpPr>
          <p:nvPr/>
        </p:nvCxnSpPr>
        <p:spPr bwMode="auto">
          <a:xfrm flipV="1">
            <a:off x="1050925" y="4708525"/>
            <a:ext cx="8693150" cy="41275"/>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pic>
        <p:nvPicPr>
          <p:cNvPr id="17" name="Shape 209" descr="arrow_right">
            <a:extLst>
              <a:ext uri="{FF2B5EF4-FFF2-40B4-BE49-F238E27FC236}">
                <a16:creationId xmlns:a16="http://schemas.microsoft.com/office/drawing/2014/main" id="{743212F5-BD21-42B7-A8F7-459F52C42EA7}"/>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1429837" y="4909039"/>
            <a:ext cx="573365" cy="573365"/>
          </a:xfrm>
          <a:prstGeom prst="rect">
            <a:avLst/>
          </a:prstGeom>
          <a:noFill/>
          <a:ln>
            <a:noFill/>
          </a:ln>
        </p:spPr>
      </p:pic>
      <p:sp>
        <p:nvSpPr>
          <p:cNvPr id="18" name="AutoShape 11">
            <a:extLst>
              <a:ext uri="{FF2B5EF4-FFF2-40B4-BE49-F238E27FC236}">
                <a16:creationId xmlns:a16="http://schemas.microsoft.com/office/drawing/2014/main" id="{E9FD884D-6292-4DE6-B69C-666F185CB7F6}"/>
              </a:ext>
            </a:extLst>
          </p:cNvPr>
          <p:cNvSpPr>
            <a:spLocks noChangeArrowheads="1"/>
          </p:cNvSpPr>
          <p:nvPr/>
        </p:nvSpPr>
        <p:spPr bwMode="auto">
          <a:xfrm>
            <a:off x="4052888" y="3986213"/>
            <a:ext cx="2317750"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Réaliser les audits de la CMDB</a:t>
            </a:r>
          </a:p>
        </p:txBody>
      </p:sp>
      <p:sp>
        <p:nvSpPr>
          <p:cNvPr id="19" name="AutoShape 11">
            <a:extLst>
              <a:ext uri="{FF2B5EF4-FFF2-40B4-BE49-F238E27FC236}">
                <a16:creationId xmlns:a16="http://schemas.microsoft.com/office/drawing/2014/main" id="{FF7BD55B-9AF3-43DD-A506-AE4FDFB92B3A}"/>
              </a:ext>
            </a:extLst>
          </p:cNvPr>
          <p:cNvSpPr>
            <a:spLocks noChangeArrowheads="1"/>
          </p:cNvSpPr>
          <p:nvPr/>
        </p:nvSpPr>
        <p:spPr bwMode="auto">
          <a:xfrm>
            <a:off x="6511925" y="3986213"/>
            <a:ext cx="2316163"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Analyser et  traiter les écarts</a:t>
            </a:r>
          </a:p>
        </p:txBody>
      </p:sp>
      <p:sp>
        <p:nvSpPr>
          <p:cNvPr id="20" name="AutoShape 11">
            <a:extLst>
              <a:ext uri="{FF2B5EF4-FFF2-40B4-BE49-F238E27FC236}">
                <a16:creationId xmlns:a16="http://schemas.microsoft.com/office/drawing/2014/main" id="{36331AF8-B5FD-4C03-BEC4-4EE3DFAEF3ED}"/>
              </a:ext>
            </a:extLst>
          </p:cNvPr>
          <p:cNvSpPr>
            <a:spLocks noChangeArrowheads="1"/>
          </p:cNvSpPr>
          <p:nvPr/>
        </p:nvSpPr>
        <p:spPr bwMode="auto">
          <a:xfrm>
            <a:off x="1595438" y="3986213"/>
            <a:ext cx="23161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Planifier et suivre les audits de la CMDB</a:t>
            </a:r>
          </a:p>
        </p:txBody>
      </p:sp>
      <p:sp>
        <p:nvSpPr>
          <p:cNvPr id="23572" name="Espace réservé du texte 2">
            <a:extLst>
              <a:ext uri="{FF2B5EF4-FFF2-40B4-BE49-F238E27FC236}">
                <a16:creationId xmlns:a16="http://schemas.microsoft.com/office/drawing/2014/main" id="{D4EDBD00-8F20-441E-B6E1-692ED45221A5}"/>
              </a:ext>
            </a:extLst>
          </p:cNvPr>
          <p:cNvSpPr txBox="1">
            <a:spLocks/>
          </p:cNvSpPr>
          <p:nvPr/>
        </p:nvSpPr>
        <p:spPr bwMode="auto">
          <a:xfrm>
            <a:off x="9551988" y="5051425"/>
            <a:ext cx="2224087" cy="155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algn="ctr" defTabSz="914400" eaLnBrk="1" hangingPunct="1">
              <a:spcBef>
                <a:spcPts val="450"/>
              </a:spcBef>
              <a:buClr>
                <a:schemeClr val="accent1"/>
              </a:buClr>
              <a:buSzPct val="110000"/>
            </a:pPr>
            <a:r>
              <a:rPr lang="fr-FR" altLang="fr-FR" sz="1600">
                <a:solidFill>
                  <a:schemeClr val="tx2"/>
                </a:solidFill>
                <a:latin typeface="Arial" panose="020B0604020202020204" pitchFamily="34" charset="0"/>
              </a:rPr>
              <a:t>Les sorties</a:t>
            </a:r>
          </a:p>
          <a:p>
            <a:pPr lvl="1" defTabSz="914400" eaLnBrk="1" hangingPunct="1">
              <a:spcBef>
                <a:spcPct val="20000"/>
              </a:spcBef>
              <a:buClr>
                <a:schemeClr val="tx1"/>
              </a:buClr>
              <a:buSzPct val="100000"/>
              <a:buFont typeface="Arial" panose="020B0604020202020204" pitchFamily="34" charset="0"/>
              <a:buChar char="•"/>
            </a:pPr>
            <a:endParaRPr lang="fr-FR" altLang="fr-FR" sz="1400">
              <a:solidFill>
                <a:srgbClr val="3C3732"/>
              </a:solidFill>
            </a:endParaRPr>
          </a:p>
          <a:p>
            <a:pPr lvl="1" defTabSz="914400" eaLnBrk="1" hangingPunct="1">
              <a:spcBef>
                <a:spcPct val="20000"/>
              </a:spcBef>
              <a:buClr>
                <a:schemeClr val="tx1"/>
              </a:buClr>
              <a:buSzPct val="100000"/>
              <a:buFont typeface="Arial" panose="020B0604020202020204" pitchFamily="34" charset="0"/>
              <a:buChar char="•"/>
            </a:pPr>
            <a:r>
              <a:rPr lang="fr-FR" altLang="fr-FR" sz="1400">
                <a:solidFill>
                  <a:srgbClr val="3C3732"/>
                </a:solidFill>
                <a:latin typeface="Arial" panose="020B0604020202020204" pitchFamily="34" charset="0"/>
              </a:rPr>
              <a:t>CMDB à jour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96F41C8C-0DD2-4803-8F28-BABBF8DCC0D4}"/>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 (1/2)</a:t>
            </a:r>
          </a:p>
        </p:txBody>
      </p:sp>
      <p:sp>
        <p:nvSpPr>
          <p:cNvPr id="25603" name="Espace réservé du texte 2">
            <a:extLst>
              <a:ext uri="{FF2B5EF4-FFF2-40B4-BE49-F238E27FC236}">
                <a16:creationId xmlns:a16="http://schemas.microsoft.com/office/drawing/2014/main" id="{1B48B2B4-312E-437D-AA2F-DDB7C9D9DF8D}"/>
              </a:ext>
            </a:extLst>
          </p:cNvPr>
          <p:cNvSpPr txBox="1">
            <a:spLocks/>
          </p:cNvSpPr>
          <p:nvPr/>
        </p:nvSpPr>
        <p:spPr bwMode="auto">
          <a:xfrm>
            <a:off x="0" y="849313"/>
            <a:ext cx="121920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a:solidFill>
                  <a:schemeClr val="tx2"/>
                </a:solidFill>
                <a:latin typeface="Arial" panose="020B0604020202020204" pitchFamily="34" charset="0"/>
              </a:rPr>
              <a:t>Activité</a:t>
            </a:r>
            <a:r>
              <a:rPr lang="fr-FR" altLang="fr-FR" sz="1800">
                <a:solidFill>
                  <a:srgbClr val="009AA6"/>
                </a:solidFill>
                <a:latin typeface="Arial" panose="020B0604020202020204" pitchFamily="34" charset="0"/>
              </a:rPr>
              <a:t> </a:t>
            </a:r>
            <a:r>
              <a:rPr lang="fr-FR" altLang="fr-FR" sz="1800">
                <a:solidFill>
                  <a:srgbClr val="790050"/>
                </a:solidFill>
                <a:latin typeface="Arial" panose="020B0604020202020204" pitchFamily="34" charset="0"/>
              </a:rPr>
              <a:t>« </a:t>
            </a:r>
            <a:r>
              <a:rPr lang="fr-FR" altLang="fr-FR" sz="1800" b="1">
                <a:solidFill>
                  <a:srgbClr val="790050"/>
                </a:solidFill>
                <a:latin typeface="Arial" panose="020B0604020202020204" pitchFamily="34" charset="0"/>
              </a:rPr>
              <a:t>Piloter le processus</a:t>
            </a:r>
            <a:r>
              <a:rPr lang="fr-FR" altLang="fr-FR" sz="1800">
                <a:solidFill>
                  <a:srgbClr val="790050"/>
                </a:solidFill>
                <a:latin typeface="Arial" panose="020B0604020202020204" pitchFamily="34" charset="0"/>
              </a:rPr>
              <a:t> » </a:t>
            </a:r>
            <a:r>
              <a:rPr lang="fr-FR" altLang="fr-FR" sz="1800">
                <a:solidFill>
                  <a:schemeClr val="tx2"/>
                </a:solidFill>
                <a:latin typeface="Arial" panose="020B0604020202020204" pitchFamily="34" charset="0"/>
              </a:rPr>
              <a:t>et sous-activités </a:t>
            </a:r>
          </a:p>
        </p:txBody>
      </p:sp>
      <p:sp>
        <p:nvSpPr>
          <p:cNvPr id="23" name="AutoShape 11">
            <a:extLst>
              <a:ext uri="{FF2B5EF4-FFF2-40B4-BE49-F238E27FC236}">
                <a16:creationId xmlns:a16="http://schemas.microsoft.com/office/drawing/2014/main" id="{B6C92565-280D-4D60-A5EB-A2E2A2F1F76C}"/>
              </a:ext>
            </a:extLst>
          </p:cNvPr>
          <p:cNvSpPr>
            <a:spLocks noChangeArrowheads="1"/>
          </p:cNvSpPr>
          <p:nvPr/>
        </p:nvSpPr>
        <p:spPr bwMode="auto">
          <a:xfrm>
            <a:off x="4699000" y="3560763"/>
            <a:ext cx="3724275"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400" b="1" kern="0" dirty="0">
                <a:solidFill>
                  <a:prstClr val="white"/>
                </a:solidFill>
              </a:rPr>
              <a:t>Collecter, mettre en forme et analyser les indicateurs du processus</a:t>
            </a:r>
          </a:p>
        </p:txBody>
      </p:sp>
      <p:sp>
        <p:nvSpPr>
          <p:cNvPr id="25605" name="Espace réservé du texte 2">
            <a:extLst>
              <a:ext uri="{FF2B5EF4-FFF2-40B4-BE49-F238E27FC236}">
                <a16:creationId xmlns:a16="http://schemas.microsoft.com/office/drawing/2014/main" id="{EE92D1B6-2A80-45BC-8186-74EC02E813C6}"/>
              </a:ext>
            </a:extLst>
          </p:cNvPr>
          <p:cNvSpPr txBox="1">
            <a:spLocks/>
          </p:cNvSpPr>
          <p:nvPr/>
        </p:nvSpPr>
        <p:spPr bwMode="auto">
          <a:xfrm>
            <a:off x="0" y="3016250"/>
            <a:ext cx="2224088"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algn="ctr" defTabSz="914400" eaLnBrk="1" hangingPunct="1">
              <a:spcBef>
                <a:spcPts val="450"/>
              </a:spcBef>
              <a:buClr>
                <a:srgbClr val="009AA6"/>
              </a:buClr>
              <a:buSzPct val="110000"/>
            </a:pPr>
            <a:r>
              <a:rPr lang="fr-FR" altLang="fr-FR" sz="1600">
                <a:solidFill>
                  <a:schemeClr val="tx2"/>
                </a:solidFill>
                <a:latin typeface="Arial" panose="020B0604020202020204" pitchFamily="34" charset="0"/>
              </a:rPr>
              <a:t>Les entrants</a:t>
            </a:r>
          </a:p>
          <a:p>
            <a:pPr lvl="1" defTabSz="914400" eaLnBrk="1" hangingPunct="1">
              <a:spcBef>
                <a:spcPct val="20000"/>
              </a:spcBef>
              <a:buClr>
                <a:srgbClr val="3C3732"/>
              </a:buClr>
              <a:buSzPct val="100000"/>
              <a:buFont typeface="Arial" panose="020B0604020202020204" pitchFamily="34" charset="0"/>
              <a:buChar char="•"/>
            </a:pPr>
            <a:endParaRPr lang="fr-FR" altLang="fr-FR" sz="1400">
              <a:solidFill>
                <a:srgbClr val="3C3732"/>
              </a:solidFill>
              <a:latin typeface="Arial" panose="020B0604020202020204" pitchFamily="34" charset="0"/>
            </a:endParaRP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 Stratégie d’entreprise</a:t>
            </a:r>
          </a:p>
        </p:txBody>
      </p:sp>
      <p:sp>
        <p:nvSpPr>
          <p:cNvPr id="25606" name="Espace réservé du texte 2">
            <a:extLst>
              <a:ext uri="{FF2B5EF4-FFF2-40B4-BE49-F238E27FC236}">
                <a16:creationId xmlns:a16="http://schemas.microsoft.com/office/drawing/2014/main" id="{1D7DC405-9F89-4C90-A579-B8B19457E862}"/>
              </a:ext>
            </a:extLst>
          </p:cNvPr>
          <p:cNvSpPr txBox="1">
            <a:spLocks/>
          </p:cNvSpPr>
          <p:nvPr/>
        </p:nvSpPr>
        <p:spPr bwMode="auto">
          <a:xfrm>
            <a:off x="9580563" y="4611688"/>
            <a:ext cx="222408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algn="ctr" defTabSz="914400" eaLnBrk="1" hangingPunct="1">
              <a:spcBef>
                <a:spcPts val="450"/>
              </a:spcBef>
              <a:buClr>
                <a:srgbClr val="009AA6"/>
              </a:buClr>
              <a:buSzPct val="110000"/>
            </a:pPr>
            <a:r>
              <a:rPr lang="fr-FR" altLang="fr-FR" sz="1600">
                <a:solidFill>
                  <a:schemeClr val="tx2"/>
                </a:solidFill>
                <a:latin typeface="Arial" panose="020B0604020202020204" pitchFamily="34" charset="0"/>
              </a:rPr>
              <a:t>Les sorties</a:t>
            </a:r>
          </a:p>
          <a:p>
            <a:pPr algn="ctr" defTabSz="914400" eaLnBrk="1" hangingPunct="1">
              <a:spcBef>
                <a:spcPts val="450"/>
              </a:spcBef>
              <a:buClr>
                <a:srgbClr val="009AA6"/>
              </a:buClr>
              <a:buSzPct val="110000"/>
            </a:pPr>
            <a:endParaRPr lang="fr-FR" altLang="fr-FR" sz="1600">
              <a:solidFill>
                <a:srgbClr val="009AA6"/>
              </a:solidFill>
              <a:latin typeface="Arial" panose="020B0604020202020204" pitchFamily="34" charset="0"/>
            </a:endParaRP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Processus piloté</a:t>
            </a: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Processus soumis à amélioration continue</a:t>
            </a:r>
          </a:p>
        </p:txBody>
      </p:sp>
      <p:pic>
        <p:nvPicPr>
          <p:cNvPr id="26" name="Shape 209" descr="arrow_right">
            <a:extLst>
              <a:ext uri="{FF2B5EF4-FFF2-40B4-BE49-F238E27FC236}">
                <a16:creationId xmlns:a16="http://schemas.microsoft.com/office/drawing/2014/main" id="{01F88553-07CC-4FC9-B647-148311595031}"/>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829344" y="2898247"/>
            <a:ext cx="573365" cy="573365"/>
          </a:xfrm>
          <a:prstGeom prst="rect">
            <a:avLst/>
          </a:prstGeom>
          <a:noFill/>
          <a:ln>
            <a:noFill/>
          </a:ln>
        </p:spPr>
      </p:pic>
      <p:cxnSp>
        <p:nvCxnSpPr>
          <p:cNvPr id="25608" name="Connecteur droit avec flèche 26">
            <a:extLst>
              <a:ext uri="{FF2B5EF4-FFF2-40B4-BE49-F238E27FC236}">
                <a16:creationId xmlns:a16="http://schemas.microsoft.com/office/drawing/2014/main" id="{059C7D34-66E3-4535-B185-50514D76F969}"/>
              </a:ext>
            </a:extLst>
          </p:cNvPr>
          <p:cNvCxnSpPr>
            <a:cxnSpLocks noChangeShapeType="1"/>
            <a:stCxn id="23" idx="3"/>
          </p:cNvCxnSpPr>
          <p:nvPr/>
        </p:nvCxnSpPr>
        <p:spPr bwMode="auto">
          <a:xfrm>
            <a:off x="8423275" y="4237038"/>
            <a:ext cx="2346325" cy="4762"/>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25609" name="Connecteur droit avec flèche 27">
            <a:extLst>
              <a:ext uri="{FF2B5EF4-FFF2-40B4-BE49-F238E27FC236}">
                <a16:creationId xmlns:a16="http://schemas.microsoft.com/office/drawing/2014/main" id="{3E60B340-401A-4836-ACE4-BFC074E94DCF}"/>
              </a:ext>
            </a:extLst>
          </p:cNvPr>
          <p:cNvCxnSpPr>
            <a:cxnSpLocks noChangeShapeType="1"/>
            <a:endCxn id="23" idx="1"/>
          </p:cNvCxnSpPr>
          <p:nvPr/>
        </p:nvCxnSpPr>
        <p:spPr bwMode="auto">
          <a:xfrm flipV="1">
            <a:off x="2425700" y="4237038"/>
            <a:ext cx="2273300" cy="4762"/>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25610" name="Espace réservé du texte 2">
            <a:extLst>
              <a:ext uri="{FF2B5EF4-FFF2-40B4-BE49-F238E27FC236}">
                <a16:creationId xmlns:a16="http://schemas.microsoft.com/office/drawing/2014/main" id="{36F41F1E-F2A5-4904-91A6-87442E24821D}"/>
              </a:ext>
            </a:extLst>
          </p:cNvPr>
          <p:cNvSpPr txBox="1">
            <a:spLocks/>
          </p:cNvSpPr>
          <p:nvPr/>
        </p:nvSpPr>
        <p:spPr bwMode="auto">
          <a:xfrm>
            <a:off x="5910263" y="1163638"/>
            <a:ext cx="6089650" cy="1163637"/>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36000" tIns="36000" rIns="36000" bIns="36000"/>
          <a:lstStyle>
            <a:lvl1pPr marL="242888" indent="-242888" eaLnBrk="0" hangingPunct="0">
              <a:defRPr sz="2100">
                <a:solidFill>
                  <a:schemeClr val="tx1"/>
                </a:solidFill>
                <a:latin typeface="Calibri" panose="020F0502020204030204" pitchFamily="34" charset="0"/>
                <a:cs typeface="Arial" panose="020B0604020202020204" pitchFamily="34" charset="0"/>
              </a:defRPr>
            </a:lvl1pPr>
            <a:lvl2pPr marL="742950" indent="-285750"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defTabSz="914400" eaLnBrk="1" hangingPunct="1">
              <a:spcBef>
                <a:spcPts val="450"/>
              </a:spcBef>
              <a:buClr>
                <a:srgbClr val="009AA6"/>
              </a:buClr>
              <a:buSzPct val="110000"/>
            </a:pPr>
            <a:r>
              <a:rPr lang="fr-FR" altLang="fr-FR" sz="1600" b="1">
                <a:solidFill>
                  <a:srgbClr val="FFFFFF"/>
                </a:solidFill>
                <a:latin typeface="Arial" panose="020B0604020202020204" pitchFamily="34" charset="0"/>
              </a:rPr>
              <a:t>Objectifs : </a:t>
            </a:r>
          </a:p>
          <a:p>
            <a:pPr defTabSz="914400" eaLnBrk="1" hangingPunct="1">
              <a:spcBef>
                <a:spcPts val="450"/>
              </a:spcBef>
              <a:buClr>
                <a:srgbClr val="FFFFFF"/>
              </a:buClr>
              <a:buSzPct val="110000"/>
              <a:buFont typeface="Arial" panose="020B0604020202020204" pitchFamily="34" charset="0"/>
              <a:buChar char="•"/>
            </a:pPr>
            <a:r>
              <a:rPr lang="fr-FR" altLang="fr-FR" sz="1400">
                <a:solidFill>
                  <a:srgbClr val="FFFFFF"/>
                </a:solidFill>
                <a:latin typeface="Arial" panose="020B0604020202020204" pitchFamily="34" charset="0"/>
              </a:rPr>
              <a:t>Définir les objectifs et indicateurs du processus</a:t>
            </a:r>
          </a:p>
          <a:p>
            <a:pPr defTabSz="914400" eaLnBrk="1" hangingPunct="1">
              <a:spcBef>
                <a:spcPts val="450"/>
              </a:spcBef>
              <a:buClr>
                <a:srgbClr val="FFFFFF"/>
              </a:buClr>
              <a:buSzPct val="110000"/>
              <a:buFont typeface="Arial" panose="020B0604020202020204" pitchFamily="34" charset="0"/>
              <a:buChar char="•"/>
            </a:pPr>
            <a:r>
              <a:rPr lang="fr-FR" altLang="fr-FR" sz="1400">
                <a:solidFill>
                  <a:srgbClr val="FFFFFF"/>
                </a:solidFill>
                <a:latin typeface="Arial" panose="020B0604020202020204" pitchFamily="34" charset="0"/>
              </a:rPr>
              <a:t>Produire et analyser les KPI</a:t>
            </a:r>
          </a:p>
          <a:p>
            <a:pPr defTabSz="914400" eaLnBrk="1" hangingPunct="1">
              <a:spcBef>
                <a:spcPts val="450"/>
              </a:spcBef>
              <a:buClr>
                <a:srgbClr val="FFFFFF"/>
              </a:buClr>
              <a:buSzPct val="110000"/>
              <a:buFont typeface="Arial" panose="020B0604020202020204" pitchFamily="34" charset="0"/>
              <a:buChar char="•"/>
            </a:pPr>
            <a:r>
              <a:rPr lang="fr-FR" altLang="fr-FR" sz="1400">
                <a:solidFill>
                  <a:srgbClr val="FFFFFF"/>
                </a:solidFill>
                <a:latin typeface="Arial" panose="020B0604020202020204" pitchFamily="34" charset="0"/>
              </a:rPr>
              <a:t>Décider des actions d’amélioration </a:t>
            </a:r>
          </a:p>
          <a:p>
            <a:pPr defTabSz="914400" eaLnBrk="1" hangingPunct="1">
              <a:spcBef>
                <a:spcPts val="450"/>
              </a:spcBef>
              <a:buClr>
                <a:srgbClr val="FFFFFF"/>
              </a:buClr>
              <a:buSzPct val="110000"/>
              <a:buFont typeface="Arial" panose="020B0604020202020204" pitchFamily="34" charset="0"/>
              <a:buChar char="•"/>
            </a:pPr>
            <a:endParaRPr lang="fr-FR" altLang="fr-FR" sz="1600">
              <a:solidFill>
                <a:srgbClr val="FFFFFF"/>
              </a:solidFill>
              <a:latin typeface="Arial" panose="020B0604020202020204" pitchFamily="34" charset="0"/>
            </a:endParaRPr>
          </a:p>
          <a:p>
            <a:pPr defTabSz="914400" eaLnBrk="1" hangingPunct="1">
              <a:spcBef>
                <a:spcPts val="450"/>
              </a:spcBef>
              <a:buClr>
                <a:srgbClr val="009AA6"/>
              </a:buClr>
              <a:buSzPct val="110000"/>
            </a:pPr>
            <a:endParaRPr lang="fr-FR" altLang="fr-FR" sz="1600">
              <a:solidFill>
                <a:srgbClr val="FFFFFF"/>
              </a:solidFill>
              <a:latin typeface="Arial" panose="020B0604020202020204" pitchFamily="34" charset="0"/>
            </a:endParaRPr>
          </a:p>
        </p:txBody>
      </p:sp>
      <p:pic>
        <p:nvPicPr>
          <p:cNvPr id="25611" name="Picture 35" descr="MM900336445[1]">
            <a:extLst>
              <a:ext uri="{FF2B5EF4-FFF2-40B4-BE49-F238E27FC236}">
                <a16:creationId xmlns:a16="http://schemas.microsoft.com/office/drawing/2014/main" id="{896928F9-FC45-4520-9743-538DD913CD95}"/>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1274425" y="4192588"/>
            <a:ext cx="917575"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Line 10">
            <a:extLst>
              <a:ext uri="{FF2B5EF4-FFF2-40B4-BE49-F238E27FC236}">
                <a16:creationId xmlns:a16="http://schemas.microsoft.com/office/drawing/2014/main" id="{855F24BA-60CF-4BC2-8F0A-47F92AB7A1B1}"/>
              </a:ext>
            </a:extLst>
          </p:cNvPr>
          <p:cNvSpPr>
            <a:spLocks noChangeShapeType="1"/>
          </p:cNvSpPr>
          <p:nvPr/>
        </p:nvSpPr>
        <p:spPr bwMode="auto">
          <a:xfrm>
            <a:off x="0" y="1541463"/>
            <a:ext cx="5854700" cy="14287"/>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32" name="AutoShape 11">
            <a:extLst>
              <a:ext uri="{FF2B5EF4-FFF2-40B4-BE49-F238E27FC236}">
                <a16:creationId xmlns:a16="http://schemas.microsoft.com/office/drawing/2014/main" id="{F0387A4A-EEA4-4659-9A38-49D7DDB3E2FD}"/>
              </a:ext>
            </a:extLst>
          </p:cNvPr>
          <p:cNvSpPr>
            <a:spLocks noChangeArrowheads="1"/>
          </p:cNvSpPr>
          <p:nvPr/>
        </p:nvSpPr>
        <p:spPr bwMode="auto">
          <a:xfrm>
            <a:off x="39688" y="1119188"/>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Planifier la gestion des configurations</a:t>
            </a:r>
          </a:p>
        </p:txBody>
      </p:sp>
      <p:sp>
        <p:nvSpPr>
          <p:cNvPr id="33" name="AutoShape 11">
            <a:extLst>
              <a:ext uri="{FF2B5EF4-FFF2-40B4-BE49-F238E27FC236}">
                <a16:creationId xmlns:a16="http://schemas.microsoft.com/office/drawing/2014/main" id="{F6CEADEB-8EDB-4474-BEFF-4B027D6D1DC9}"/>
              </a:ext>
            </a:extLst>
          </p:cNvPr>
          <p:cNvSpPr>
            <a:spLocks noChangeArrowheads="1"/>
          </p:cNvSpPr>
          <p:nvPr/>
        </p:nvSpPr>
        <p:spPr bwMode="auto">
          <a:xfrm>
            <a:off x="150813" y="2157413"/>
            <a:ext cx="5513387" cy="339725"/>
          </a:xfrm>
          <a:prstGeom prst="roundRect">
            <a:avLst>
              <a:gd name="adj" fmla="val 16667"/>
            </a:avLst>
          </a:prstGeom>
          <a:solidFill>
            <a:schemeClr val="tx2"/>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dirty="0">
                <a:solidFill>
                  <a:prstClr val="white"/>
                </a:solidFill>
                <a:latin typeface="Arial" panose="020B0604020202020204" pitchFamily="34" charset="0"/>
              </a:rPr>
              <a:t>Piloter le processus</a:t>
            </a:r>
          </a:p>
        </p:txBody>
      </p:sp>
      <p:sp>
        <p:nvSpPr>
          <p:cNvPr id="34" name="AutoShape 11">
            <a:extLst>
              <a:ext uri="{FF2B5EF4-FFF2-40B4-BE49-F238E27FC236}">
                <a16:creationId xmlns:a16="http://schemas.microsoft.com/office/drawing/2014/main" id="{88C8CBFD-45AF-4E9D-85C4-A0C4AD313BCF}"/>
              </a:ext>
            </a:extLst>
          </p:cNvPr>
          <p:cNvSpPr>
            <a:spLocks noChangeArrowheads="1"/>
          </p:cNvSpPr>
          <p:nvPr/>
        </p:nvSpPr>
        <p:spPr bwMode="auto">
          <a:xfrm>
            <a:off x="1000125" y="1135063"/>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Structurer la CMDB</a:t>
            </a:r>
          </a:p>
        </p:txBody>
      </p:sp>
      <p:sp>
        <p:nvSpPr>
          <p:cNvPr id="35" name="AutoShape 11">
            <a:extLst>
              <a:ext uri="{FF2B5EF4-FFF2-40B4-BE49-F238E27FC236}">
                <a16:creationId xmlns:a16="http://schemas.microsoft.com/office/drawing/2014/main" id="{92C45E0D-3E10-4C02-99A9-152A65611573}"/>
              </a:ext>
            </a:extLst>
          </p:cNvPr>
          <p:cNvSpPr>
            <a:spLocks noChangeArrowheads="1"/>
          </p:cNvSpPr>
          <p:nvPr/>
        </p:nvSpPr>
        <p:spPr bwMode="auto">
          <a:xfrm>
            <a:off x="1958975" y="1120775"/>
            <a:ext cx="863600"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Mettre à jour les CI de façon contrôlée</a:t>
            </a:r>
          </a:p>
        </p:txBody>
      </p:sp>
      <p:sp>
        <p:nvSpPr>
          <p:cNvPr id="36" name="AutoShape 11">
            <a:extLst>
              <a:ext uri="{FF2B5EF4-FFF2-40B4-BE49-F238E27FC236}">
                <a16:creationId xmlns:a16="http://schemas.microsoft.com/office/drawing/2014/main" id="{DF9220AE-C221-452B-9A39-19E6E73494BB}"/>
              </a:ext>
            </a:extLst>
          </p:cNvPr>
          <p:cNvSpPr>
            <a:spLocks noChangeArrowheads="1"/>
          </p:cNvSpPr>
          <p:nvPr/>
        </p:nvSpPr>
        <p:spPr bwMode="auto">
          <a:xfrm>
            <a:off x="2917825" y="1136650"/>
            <a:ext cx="865188" cy="9366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Détecter et traiter les incohérences</a:t>
            </a:r>
          </a:p>
        </p:txBody>
      </p:sp>
      <p:sp>
        <p:nvSpPr>
          <p:cNvPr id="37" name="AutoShape 11">
            <a:extLst>
              <a:ext uri="{FF2B5EF4-FFF2-40B4-BE49-F238E27FC236}">
                <a16:creationId xmlns:a16="http://schemas.microsoft.com/office/drawing/2014/main" id="{875FC822-5260-4648-860F-0286EDDA1F07}"/>
              </a:ext>
            </a:extLst>
          </p:cNvPr>
          <p:cNvSpPr>
            <a:spLocks noChangeArrowheads="1"/>
          </p:cNvSpPr>
          <p:nvPr/>
        </p:nvSpPr>
        <p:spPr bwMode="auto">
          <a:xfrm>
            <a:off x="3878263" y="1123950"/>
            <a:ext cx="863600" cy="935038"/>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Mettre à disposition les informations sur les CI</a:t>
            </a:r>
          </a:p>
        </p:txBody>
      </p:sp>
      <p:sp>
        <p:nvSpPr>
          <p:cNvPr id="38" name="AutoShape 11">
            <a:extLst>
              <a:ext uri="{FF2B5EF4-FFF2-40B4-BE49-F238E27FC236}">
                <a16:creationId xmlns:a16="http://schemas.microsoft.com/office/drawing/2014/main" id="{55EB0699-D5C9-4FF9-A4E5-8346038DFC80}"/>
              </a:ext>
            </a:extLst>
          </p:cNvPr>
          <p:cNvSpPr>
            <a:spLocks noChangeArrowheads="1"/>
          </p:cNvSpPr>
          <p:nvPr/>
        </p:nvSpPr>
        <p:spPr bwMode="auto">
          <a:xfrm>
            <a:off x="4837113" y="1139825"/>
            <a:ext cx="863600" cy="935038"/>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dirty="0">
                <a:solidFill>
                  <a:prstClr val="white"/>
                </a:solidFill>
                <a:latin typeface="Arial"/>
              </a:rPr>
              <a:t>Auditer et vérifier la CMDB</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6979DA37-B87F-4A60-907E-8F8227E46998}"/>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indicateurs</a:t>
            </a:r>
          </a:p>
        </p:txBody>
      </p:sp>
      <p:sp>
        <p:nvSpPr>
          <p:cNvPr id="8" name="AutoShape 11">
            <a:extLst>
              <a:ext uri="{FF2B5EF4-FFF2-40B4-BE49-F238E27FC236}">
                <a16:creationId xmlns:a16="http://schemas.microsoft.com/office/drawing/2014/main" id="{B1B5AC93-6FD7-4591-8259-126967FAC9ED}"/>
              </a:ext>
            </a:extLst>
          </p:cNvPr>
          <p:cNvSpPr>
            <a:spLocks noChangeArrowheads="1"/>
          </p:cNvSpPr>
          <p:nvPr/>
        </p:nvSpPr>
        <p:spPr bwMode="auto">
          <a:xfrm>
            <a:off x="2290763" y="2112963"/>
            <a:ext cx="2239962" cy="38417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1 </a:t>
            </a:r>
          </a:p>
        </p:txBody>
      </p:sp>
      <p:sp>
        <p:nvSpPr>
          <p:cNvPr id="27652" name="Espace réservé du texte 2">
            <a:extLst>
              <a:ext uri="{FF2B5EF4-FFF2-40B4-BE49-F238E27FC236}">
                <a16:creationId xmlns:a16="http://schemas.microsoft.com/office/drawing/2014/main" id="{9F7DBAEB-234C-420B-BE1B-E76EF7AB435E}"/>
              </a:ext>
            </a:extLst>
          </p:cNvPr>
          <p:cNvSpPr txBox="1">
            <a:spLocks/>
          </p:cNvSpPr>
          <p:nvPr/>
        </p:nvSpPr>
        <p:spPr bwMode="auto">
          <a:xfrm>
            <a:off x="2319338" y="2784475"/>
            <a:ext cx="222567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10" name="AutoShape 11">
            <a:extLst>
              <a:ext uri="{FF2B5EF4-FFF2-40B4-BE49-F238E27FC236}">
                <a16:creationId xmlns:a16="http://schemas.microsoft.com/office/drawing/2014/main" id="{06FE5A1C-FA55-43FB-9E23-756D7C4F052D}"/>
              </a:ext>
            </a:extLst>
          </p:cNvPr>
          <p:cNvSpPr>
            <a:spLocks noChangeArrowheads="1"/>
          </p:cNvSpPr>
          <p:nvPr/>
        </p:nvSpPr>
        <p:spPr bwMode="auto">
          <a:xfrm>
            <a:off x="7273925" y="2089150"/>
            <a:ext cx="2241550" cy="382588"/>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2 </a:t>
            </a:r>
          </a:p>
        </p:txBody>
      </p:sp>
      <p:sp>
        <p:nvSpPr>
          <p:cNvPr id="27654" name="Espace réservé du texte 2">
            <a:extLst>
              <a:ext uri="{FF2B5EF4-FFF2-40B4-BE49-F238E27FC236}">
                <a16:creationId xmlns:a16="http://schemas.microsoft.com/office/drawing/2014/main" id="{64388D8B-460C-47FB-9045-088F93377F9B}"/>
              </a:ext>
            </a:extLst>
          </p:cNvPr>
          <p:cNvSpPr txBox="1">
            <a:spLocks/>
          </p:cNvSpPr>
          <p:nvPr/>
        </p:nvSpPr>
        <p:spPr bwMode="auto">
          <a:xfrm>
            <a:off x="7456488" y="2911475"/>
            <a:ext cx="222408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12" name="AutoShape 11">
            <a:extLst>
              <a:ext uri="{FF2B5EF4-FFF2-40B4-BE49-F238E27FC236}">
                <a16:creationId xmlns:a16="http://schemas.microsoft.com/office/drawing/2014/main" id="{7DBF3DC3-0B23-4A92-A42B-7BCEB5572EC2}"/>
              </a:ext>
            </a:extLst>
          </p:cNvPr>
          <p:cNvSpPr>
            <a:spLocks noChangeArrowheads="1"/>
          </p:cNvSpPr>
          <p:nvPr/>
        </p:nvSpPr>
        <p:spPr bwMode="auto">
          <a:xfrm>
            <a:off x="2292350" y="4149725"/>
            <a:ext cx="2241550" cy="38417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3 </a:t>
            </a:r>
          </a:p>
        </p:txBody>
      </p:sp>
      <p:sp>
        <p:nvSpPr>
          <p:cNvPr id="27656" name="Espace réservé du texte 2">
            <a:extLst>
              <a:ext uri="{FF2B5EF4-FFF2-40B4-BE49-F238E27FC236}">
                <a16:creationId xmlns:a16="http://schemas.microsoft.com/office/drawing/2014/main" id="{EBD418B9-6EA8-48D3-90CF-DED7A924AE0D}"/>
              </a:ext>
            </a:extLst>
          </p:cNvPr>
          <p:cNvSpPr txBox="1">
            <a:spLocks/>
          </p:cNvSpPr>
          <p:nvPr/>
        </p:nvSpPr>
        <p:spPr bwMode="auto">
          <a:xfrm>
            <a:off x="2322513" y="4819650"/>
            <a:ext cx="222408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14" name="AutoShape 11">
            <a:extLst>
              <a:ext uri="{FF2B5EF4-FFF2-40B4-BE49-F238E27FC236}">
                <a16:creationId xmlns:a16="http://schemas.microsoft.com/office/drawing/2014/main" id="{6572452F-AA15-4AEA-BFDD-315336617E0E}"/>
              </a:ext>
            </a:extLst>
          </p:cNvPr>
          <p:cNvSpPr>
            <a:spLocks noChangeArrowheads="1"/>
          </p:cNvSpPr>
          <p:nvPr/>
        </p:nvSpPr>
        <p:spPr bwMode="auto">
          <a:xfrm>
            <a:off x="7304088" y="4151313"/>
            <a:ext cx="2239962" cy="38417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4</a:t>
            </a:r>
          </a:p>
        </p:txBody>
      </p:sp>
      <p:sp>
        <p:nvSpPr>
          <p:cNvPr id="27658" name="Espace réservé du texte 2">
            <a:extLst>
              <a:ext uri="{FF2B5EF4-FFF2-40B4-BE49-F238E27FC236}">
                <a16:creationId xmlns:a16="http://schemas.microsoft.com/office/drawing/2014/main" id="{884F9CDE-6CC2-444D-AEAD-75A804794DE5}"/>
              </a:ext>
            </a:extLst>
          </p:cNvPr>
          <p:cNvSpPr txBox="1">
            <a:spLocks/>
          </p:cNvSpPr>
          <p:nvPr/>
        </p:nvSpPr>
        <p:spPr bwMode="auto">
          <a:xfrm>
            <a:off x="7332663" y="4822825"/>
            <a:ext cx="222567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defRPr sz="2100">
                <a:solidFill>
                  <a:schemeClr val="tx1"/>
                </a:solidFill>
                <a:latin typeface="Calibri" panose="020F0502020204030204" pitchFamily="34" charset="0"/>
                <a:cs typeface="Arial" panose="020B0604020202020204" pitchFamily="34" charset="0"/>
              </a:defRPr>
            </a:lvl1pPr>
            <a:lvl2pPr marL="719138" indent="-249238" eaLnBrk="0" hangingPunct="0">
              <a:defRPr sz="2100">
                <a:solidFill>
                  <a:schemeClr val="tx1"/>
                </a:solidFill>
                <a:latin typeface="Calibri" panose="020F0502020204030204" pitchFamily="34" charset="0"/>
                <a:cs typeface="Arial" panose="020B0604020202020204" pitchFamily="34" charset="0"/>
              </a:defRPr>
            </a:lvl2pPr>
            <a:lvl3pPr marL="1143000" indent="-228600" eaLnBrk="0" hangingPunct="0">
              <a:defRPr sz="2100">
                <a:solidFill>
                  <a:schemeClr val="tx1"/>
                </a:solidFill>
                <a:latin typeface="Calibri" panose="020F0502020204030204" pitchFamily="34" charset="0"/>
                <a:cs typeface="Arial" panose="020B0604020202020204" pitchFamily="34" charset="0"/>
              </a:defRPr>
            </a:lvl3pPr>
            <a:lvl4pPr marL="1600200" indent="-228600" eaLnBrk="0" hangingPunct="0">
              <a:defRPr sz="2100">
                <a:solidFill>
                  <a:schemeClr val="tx1"/>
                </a:solidFill>
                <a:latin typeface="Calibri" panose="020F0502020204030204" pitchFamily="34" charset="0"/>
                <a:cs typeface="Arial" panose="020B0604020202020204" pitchFamily="34" charset="0"/>
              </a:defRPr>
            </a:lvl4pPr>
            <a:lvl5pPr marL="2057400" indent="-228600" eaLnBrk="0" hangingPunct="0">
              <a:defRPr sz="21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Calibri" panose="020F0502020204030204" pitchFamily="34" charset="0"/>
                <a:cs typeface="Arial" panose="020B0604020202020204" pitchFamily="34" charset="0"/>
              </a:defRPr>
            </a:lvl9pPr>
          </a:lstStyle>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spcBef>
                <a:spcPct val="20000"/>
              </a:spcBef>
              <a:buClr>
                <a:srgbClr val="3C3732"/>
              </a:buClr>
              <a:buSzPct val="100000"/>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27659" name="Espace réservé du texte 2">
            <a:extLst>
              <a:ext uri="{FF2B5EF4-FFF2-40B4-BE49-F238E27FC236}">
                <a16:creationId xmlns:a16="http://schemas.microsoft.com/office/drawing/2014/main" id="{D216E31F-13F2-4FFA-8A1A-4E56C788F385}"/>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dirty="0">
                <a:solidFill>
                  <a:schemeClr val="tx2"/>
                </a:solidFill>
                <a:latin typeface="Arial" panose="020B0604020202020204" pitchFamily="34" charset="0"/>
              </a:rPr>
              <a:t>SYNTHESE DES INDICATEURS :  aucun indicateur défini</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2FE7794E-AD0E-4EF6-B4F2-9B60E996AFBD}"/>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indicateurs</a:t>
            </a:r>
          </a:p>
        </p:txBody>
      </p:sp>
      <p:sp>
        <p:nvSpPr>
          <p:cNvPr id="28675" name="Espace réservé du texte 2">
            <a:extLst>
              <a:ext uri="{FF2B5EF4-FFF2-40B4-BE49-F238E27FC236}">
                <a16:creationId xmlns:a16="http://schemas.microsoft.com/office/drawing/2014/main" id="{F6BF67E5-1CEE-4FE7-AC3C-7843879FCA3D}"/>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DESCRIPTION PAR INDICATEUR</a:t>
            </a:r>
          </a:p>
        </p:txBody>
      </p:sp>
      <p:graphicFrame>
        <p:nvGraphicFramePr>
          <p:cNvPr id="17" name="Tableau 16">
            <a:extLst>
              <a:ext uri="{FF2B5EF4-FFF2-40B4-BE49-F238E27FC236}">
                <a16:creationId xmlns:a16="http://schemas.microsoft.com/office/drawing/2014/main" id="{C38CA2B7-64E2-4876-B43A-0D1BD0BE277E}"/>
              </a:ext>
            </a:extLst>
          </p:cNvPr>
          <p:cNvGraphicFramePr>
            <a:graphicFrameLocks noGrp="1"/>
          </p:cNvGraphicFramePr>
          <p:nvPr/>
        </p:nvGraphicFramePr>
        <p:xfrm>
          <a:off x="1058863" y="1816100"/>
          <a:ext cx="10074274" cy="4494213"/>
        </p:xfrm>
        <a:graphic>
          <a:graphicData uri="http://schemas.openxmlformats.org/drawingml/2006/table">
            <a:tbl>
              <a:tblPr>
                <a:noFill/>
              </a:tblPr>
              <a:tblGrid>
                <a:gridCol w="2917302">
                  <a:extLst>
                    <a:ext uri="{9D8B030D-6E8A-4147-A177-3AD203B41FA5}">
                      <a16:colId xmlns:a16="http://schemas.microsoft.com/office/drawing/2014/main" val="20000"/>
                    </a:ext>
                  </a:extLst>
                </a:gridCol>
                <a:gridCol w="1444377">
                  <a:extLst>
                    <a:ext uri="{9D8B030D-6E8A-4147-A177-3AD203B41FA5}">
                      <a16:colId xmlns:a16="http://schemas.microsoft.com/office/drawing/2014/main" val="20001"/>
                    </a:ext>
                  </a:extLst>
                </a:gridCol>
                <a:gridCol w="762493">
                  <a:extLst>
                    <a:ext uri="{9D8B030D-6E8A-4147-A177-3AD203B41FA5}">
                      <a16:colId xmlns:a16="http://schemas.microsoft.com/office/drawing/2014/main" val="20002"/>
                    </a:ext>
                  </a:extLst>
                </a:gridCol>
                <a:gridCol w="1370915">
                  <a:extLst>
                    <a:ext uri="{9D8B030D-6E8A-4147-A177-3AD203B41FA5}">
                      <a16:colId xmlns:a16="http://schemas.microsoft.com/office/drawing/2014/main" val="20003"/>
                    </a:ext>
                  </a:extLst>
                </a:gridCol>
                <a:gridCol w="1145341">
                  <a:extLst>
                    <a:ext uri="{9D8B030D-6E8A-4147-A177-3AD203B41FA5}">
                      <a16:colId xmlns:a16="http://schemas.microsoft.com/office/drawing/2014/main" val="20004"/>
                    </a:ext>
                  </a:extLst>
                </a:gridCol>
                <a:gridCol w="762493">
                  <a:extLst>
                    <a:ext uri="{9D8B030D-6E8A-4147-A177-3AD203B41FA5}">
                      <a16:colId xmlns:a16="http://schemas.microsoft.com/office/drawing/2014/main" val="20005"/>
                    </a:ext>
                  </a:extLst>
                </a:gridCol>
                <a:gridCol w="1671353">
                  <a:extLst>
                    <a:ext uri="{9D8B030D-6E8A-4147-A177-3AD203B41FA5}">
                      <a16:colId xmlns:a16="http://schemas.microsoft.com/office/drawing/2014/main" val="20006"/>
                    </a:ext>
                  </a:extLst>
                </a:gridCol>
              </a:tblGrid>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FFFFFF"/>
                        </a:buClr>
                        <a:buSzPct val="25000"/>
                        <a:buFont typeface="Calibri"/>
                        <a:buNone/>
                      </a:pPr>
                      <a:r>
                        <a:rPr lang="fr-FR" sz="1400" b="1" u="none" strike="noStrike" cap="none" dirty="0">
                          <a:solidFill>
                            <a:srgbClr val="FFFFFF"/>
                          </a:solidFill>
                          <a:latin typeface="+mj-lt"/>
                          <a:ea typeface="Calibri"/>
                          <a:cs typeface="Calibri"/>
                          <a:sym typeface="Calibri"/>
                        </a:rPr>
                        <a:t>Indicateur 1</a:t>
                      </a:r>
                    </a:p>
                  </a:txBody>
                  <a:tcPr marL="58200" marR="58200" marT="0" marB="0">
                    <a:lnL w="12700" cap="flat" cmpd="sng">
                      <a:solidFill>
                        <a:srgbClr val="FFFFFF"/>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0504D"/>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FFFFFF"/>
                        </a:buClr>
                        <a:buSzPct val="25000"/>
                        <a:buFont typeface="Calibri"/>
                        <a:buNone/>
                      </a:pPr>
                      <a:r>
                        <a:rPr lang="fr-FR" sz="1400" b="1" u="none" strike="noStrike" cap="none" dirty="0">
                          <a:solidFill>
                            <a:srgbClr val="FFFFFF"/>
                          </a:solidFill>
                          <a:latin typeface="+mj-lt"/>
                          <a:ea typeface="Calibri"/>
                          <a:cs typeface="Calibri"/>
                          <a:sym typeface="Calibri"/>
                        </a:rPr>
                        <a:t>Libellé Indicateur 1</a:t>
                      </a:r>
                    </a:p>
                  </a:txBody>
                  <a:tcPr marL="58200" marR="58200" marT="0" marB="0">
                    <a:lnL w="9525" cap="flat" cmpd="sng">
                      <a:solidFill>
                        <a:srgbClr val="000000">
                          <a:alpha val="0"/>
                        </a:srgbClr>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0504D"/>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0"/>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Objectifs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Classification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2"/>
                  </a:ext>
                </a:extLst>
              </a:tr>
              <a:tr h="540458">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Données et formules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sng" strike="noStrike" cap="none" dirty="0">
                          <a:solidFill>
                            <a:srgbClr val="1F497D"/>
                          </a:solidFill>
                          <a:latin typeface="+mj-lt"/>
                          <a:ea typeface="Calibri"/>
                          <a:cs typeface="Calibri"/>
                          <a:sym typeface="Calibri"/>
                        </a:rPr>
                        <a:t>Formule</a:t>
                      </a:r>
                      <a:r>
                        <a:rPr lang="fr-FR" sz="1200" b="0" u="none" strike="noStrike" cap="none" dirty="0">
                          <a:solidFill>
                            <a:srgbClr val="1F497D"/>
                          </a:solidFill>
                          <a:latin typeface="+mj-lt"/>
                          <a:ea typeface="Calibri"/>
                          <a:cs typeface="Calibri"/>
                          <a:sym typeface="Calibri"/>
                        </a:rPr>
                        <a:t> =  </a:t>
                      </a:r>
                    </a:p>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3"/>
                  </a:ext>
                </a:extLst>
              </a:tr>
              <a:tr h="270229">
                <a:tc row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Mode de collecte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sng" strike="noStrike" cap="none" dirty="0">
                          <a:solidFill>
                            <a:srgbClr val="1F497D"/>
                          </a:solidFill>
                          <a:latin typeface="+mj-lt"/>
                          <a:ea typeface="Calibri"/>
                          <a:cs typeface="Calibri"/>
                          <a:sym typeface="Calibri"/>
                        </a:rPr>
                        <a:t>Périodicité de l’indicateur</a:t>
                      </a:r>
                      <a:r>
                        <a:rPr lang="fr-FR" sz="1200" b="0" u="none" strike="noStrike" cap="none" dirty="0">
                          <a:solidFill>
                            <a:srgbClr val="1F497D"/>
                          </a:solidFill>
                          <a:latin typeface="+mj-lt"/>
                          <a:ea typeface="Calibri"/>
                          <a:cs typeface="Calibri"/>
                          <a:sym typeface="Calibri"/>
                        </a:rPr>
                        <a:t> :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4"/>
                  </a:ext>
                </a:extLst>
              </a:tr>
              <a:tr h="270229">
                <a:tc vMerge="1">
                  <a:txBody>
                    <a:bodyPr/>
                    <a:lstStyle/>
                    <a:p>
                      <a:endParaRPr lang="fr-FR"/>
                    </a:p>
                  </a:txBody>
                  <a:tcPr/>
                </a:tc>
                <a:tc gridSpan="3">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gridSpan="3">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5"/>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Cible et seuils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Cible =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ID =&lt; xxx</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xxx &lt; ID&lt; xxx</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hMerge="1">
                  <a:txBody>
                    <a:bodyPr/>
                    <a:lstStyle/>
                    <a:p>
                      <a:endParaRPr lang="fr-FR"/>
                    </a:p>
                  </a:txBody>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ID &gt;= xxx</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6"/>
                  </a:ext>
                </a:extLst>
              </a:tr>
              <a:tr h="711007">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Mode d’exploitation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Suivi opérationnel</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Pilotage du processus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Suivi stratégique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fr-FR"/>
                    </a:p>
                  </a:txBody>
                  <a:tcPr/>
                </a:tc>
                <a:extLst>
                  <a:ext uri="{0D108BD9-81ED-4DB2-BD59-A6C34878D82A}">
                    <a16:rowId xmlns:a16="http://schemas.microsoft.com/office/drawing/2014/main" val="10007"/>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Responsable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08"/>
                  </a:ext>
                </a:extLst>
              </a:tr>
              <a:tr h="540458">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Périodicité de la diffusion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09"/>
                  </a:ext>
                </a:extLst>
              </a:tr>
              <a:tr h="540458">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Lieu de stockage de l’analyse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10"/>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Liste de diffusion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2">
            <a:extLst>
              <a:ext uri="{FF2B5EF4-FFF2-40B4-BE49-F238E27FC236}">
                <a16:creationId xmlns:a16="http://schemas.microsoft.com/office/drawing/2014/main" id="{38348DF4-3B7F-4F23-974C-B0250B3FC3F7}"/>
              </a:ext>
            </a:extLst>
          </p:cNvPr>
          <p:cNvSpPr txBox="1">
            <a:spLocks/>
          </p:cNvSpPr>
          <p:nvPr/>
        </p:nvSpPr>
        <p:spPr bwMode="auto">
          <a:xfrm>
            <a:off x="561975" y="585788"/>
            <a:ext cx="11069638" cy="1403350"/>
          </a:xfrm>
          <a:prstGeom prst="rect">
            <a:avLst/>
          </a:prstGeom>
          <a:solidFill>
            <a:schemeClr val="tx2"/>
          </a:solidFill>
          <a:ln w="9525">
            <a:noFill/>
            <a:miter lim="800000"/>
            <a:headEnd/>
            <a:tailEnd/>
          </a:ln>
        </p:spPr>
        <p:txBody>
          <a:bodyPr lIns="180000" tIns="36000" rIns="180000" bIns="36000">
            <a:spAutoFit/>
          </a:bodyPr>
          <a:lstStyle>
            <a:lvl1pPr algn="l" rtl="0" eaLnBrk="1" fontAlgn="base" hangingPunct="1">
              <a:lnSpc>
                <a:spcPct val="90000"/>
              </a:lnSpc>
              <a:spcBef>
                <a:spcPct val="0"/>
              </a:spcBef>
              <a:spcAft>
                <a:spcPct val="0"/>
              </a:spcAft>
              <a:defRPr sz="4800" b="0" kern="1200" cap="all" baseline="0">
                <a:solidFill>
                  <a:srgbClr val="FFFFFF"/>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sz="3600">
                <a:latin typeface="Arial"/>
              </a:rPr>
              <a:t>Support de description du processus</a:t>
            </a:r>
            <a:r>
              <a:rPr lang="fr-FR">
                <a:latin typeface="Arial"/>
              </a:rPr>
              <a:t/>
            </a:r>
            <a:br>
              <a:rPr lang="fr-FR">
                <a:latin typeface="Arial"/>
              </a:rPr>
            </a:br>
            <a:r>
              <a:rPr lang="fr-FR" sz="2400">
                <a:latin typeface="Arial"/>
              </a:rPr>
              <a:t>Principes, Règles, Activités</a:t>
            </a:r>
            <a:endParaRPr lang="fr-FR" sz="1600" dirty="0">
              <a:latin typeface="Arial"/>
            </a:endParaRPr>
          </a:p>
        </p:txBody>
      </p:sp>
      <p:sp>
        <p:nvSpPr>
          <p:cNvPr id="9" name="Espace réservé du texte 3">
            <a:extLst>
              <a:ext uri="{FF2B5EF4-FFF2-40B4-BE49-F238E27FC236}">
                <a16:creationId xmlns:a16="http://schemas.microsoft.com/office/drawing/2014/main" id="{6F9694EC-8E77-4168-BE6D-6F2BA93E0A2C}"/>
              </a:ext>
            </a:extLst>
          </p:cNvPr>
          <p:cNvSpPr txBox="1">
            <a:spLocks/>
          </p:cNvSpPr>
          <p:nvPr/>
        </p:nvSpPr>
        <p:spPr bwMode="auto">
          <a:xfrm>
            <a:off x="561975" y="2386013"/>
            <a:ext cx="11069638" cy="1674305"/>
          </a:xfrm>
          <a:prstGeom prst="rect">
            <a:avLst/>
          </a:prstGeom>
          <a:solidFill>
            <a:schemeClr val="bg2"/>
          </a:solidFill>
          <a:ln w="9525">
            <a:noFill/>
            <a:miter lim="800000"/>
            <a:headEnd/>
            <a:tailEnd/>
          </a:ln>
        </p:spPr>
        <p:txBody>
          <a:bodyPr lIns="0" tIns="0" rIns="0" bIns="0">
            <a:spAutoFit/>
          </a:bodyPr>
          <a:lstStyle>
            <a:lvl1pPr marL="0" indent="0" algn="l" rtl="0" eaLnBrk="1" fontAlgn="base" hangingPunct="1">
              <a:spcBef>
                <a:spcPct val="20000"/>
              </a:spcBef>
              <a:spcAft>
                <a:spcPct val="0"/>
              </a:spcAft>
              <a:buClr>
                <a:schemeClr val="accent1"/>
              </a:buClr>
              <a:defRPr sz="3200" b="0" kern="1200" cap="all" baseline="0">
                <a:solidFill>
                  <a:srgbClr val="FFFFFF"/>
                </a:solidFill>
                <a:latin typeface="+mn-lt"/>
                <a:ea typeface="+mn-ea"/>
                <a:cs typeface="+mn-cs"/>
              </a:defRPr>
            </a:lvl1pPr>
            <a:lvl2pPr marL="519488" indent="-259744" algn="l" rtl="0" eaLnBrk="1" fontAlgn="base" hangingPunct="1">
              <a:spcBef>
                <a:spcPct val="20000"/>
              </a:spcBef>
              <a:spcAft>
                <a:spcPct val="0"/>
              </a:spcAft>
              <a:buClr>
                <a:schemeClr val="accent1"/>
              </a:buClr>
              <a:buSzPct val="110000"/>
              <a:buFont typeface="Arial" pitchFamily="34" charset="0"/>
              <a:buChar char="•"/>
              <a:defRPr sz="3200" b="0" kern="1200">
                <a:solidFill>
                  <a:srgbClr val="FFFFFF"/>
                </a:solidFill>
                <a:latin typeface="+mn-lt"/>
                <a:ea typeface="+mn-ea"/>
                <a:cs typeface="+mn-cs"/>
              </a:defRPr>
            </a:lvl2pPr>
            <a:lvl3pPr marL="1038977" indent="-259744" algn="l" rtl="0" eaLnBrk="1" fontAlgn="base" hangingPunct="1">
              <a:spcBef>
                <a:spcPct val="20000"/>
              </a:spcBef>
              <a:spcAft>
                <a:spcPct val="0"/>
              </a:spcAft>
              <a:buClr>
                <a:schemeClr val="tx1"/>
              </a:buClr>
              <a:buFont typeface="Arial" pitchFamily="34" charset="0"/>
              <a:buChar char="•"/>
              <a:defRPr sz="3200" b="0" kern="1200">
                <a:solidFill>
                  <a:srgbClr val="FFFFFF"/>
                </a:solidFill>
                <a:latin typeface="+mn-lt"/>
                <a:ea typeface="+mn-ea"/>
                <a:cs typeface="+mn-cs"/>
              </a:defRPr>
            </a:lvl3pPr>
            <a:lvl4pPr marL="1563877" indent="-263352"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4pPr>
            <a:lvl5pPr marL="2339502" indent="-261548"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a:lstStyle>
          <a:p>
            <a:pPr defTabSz="914400">
              <a:buClr>
                <a:srgbClr val="009AA6"/>
              </a:buClr>
              <a:defRPr/>
            </a:pPr>
            <a:r>
              <a:rPr lang="fr-FR" dirty="0">
                <a:solidFill>
                  <a:schemeClr val="tx2"/>
                </a:solidFill>
                <a:latin typeface="Arial"/>
              </a:rPr>
              <a:t>Processus: Gestion DE LA CAPACITE</a:t>
            </a:r>
          </a:p>
          <a:p>
            <a:pPr defTabSz="914400">
              <a:buClr>
                <a:srgbClr val="009AA6"/>
              </a:buClr>
              <a:defRPr/>
            </a:pPr>
            <a:endParaRPr lang="fr-FR" dirty="0">
              <a:solidFill>
                <a:schemeClr val="tx2"/>
              </a:solidFill>
              <a:latin typeface="Arial"/>
            </a:endParaRPr>
          </a:p>
          <a:p>
            <a:pPr defTabSz="914400">
              <a:buClr>
                <a:srgbClr val="009AA6"/>
              </a:buClr>
              <a:defRPr/>
            </a:pPr>
            <a:endParaRPr lang="fr-FR" dirty="0">
              <a:solidFill>
                <a:schemeClr val="tx2"/>
              </a:solidFill>
              <a:latin typeface="Arial"/>
            </a:endParaRPr>
          </a:p>
        </p:txBody>
      </p:sp>
    </p:spTree>
    <p:extLst>
      <p:ext uri="{BB962C8B-B14F-4D97-AF65-F5344CB8AC3E}">
        <p14:creationId xmlns:p14="http://schemas.microsoft.com/office/powerpoint/2010/main" val="19676954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re 5">
            <a:extLst>
              <a:ext uri="{FF2B5EF4-FFF2-40B4-BE49-F238E27FC236}">
                <a16:creationId xmlns:a16="http://schemas.microsoft.com/office/drawing/2014/main" id="{8791602A-393F-446F-8194-E5D523863061}"/>
              </a:ext>
            </a:extLst>
          </p:cNvPr>
          <p:cNvSpPr txBox="1">
            <a:spLocks/>
          </p:cNvSpPr>
          <p:nvPr/>
        </p:nvSpPr>
        <p:spPr bwMode="auto">
          <a:xfrm>
            <a:off x="0" y="-3175"/>
            <a:ext cx="3724275" cy="831850"/>
          </a:xfrm>
          <a:prstGeom prst="rect">
            <a:avLst/>
          </a:prstGeom>
          <a:solidFill>
            <a:srgbClr val="3C3732">
              <a:lumMod val="20000"/>
              <a:lumOff val="80000"/>
            </a:srgbClr>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tx2"/>
                </a:solidFill>
                <a:latin typeface="Arial"/>
              </a:rPr>
              <a:t>Carte d’environnement</a:t>
            </a:r>
          </a:p>
        </p:txBody>
      </p:sp>
      <p:sp>
        <p:nvSpPr>
          <p:cNvPr id="48" name="Ellipse 47">
            <a:extLst>
              <a:ext uri="{FF2B5EF4-FFF2-40B4-BE49-F238E27FC236}">
                <a16:creationId xmlns:a16="http://schemas.microsoft.com/office/drawing/2014/main" id="{38E86EF5-5EF0-4BFF-93E9-4AC961FA2E54}"/>
              </a:ext>
            </a:extLst>
          </p:cNvPr>
          <p:cNvSpPr/>
          <p:nvPr/>
        </p:nvSpPr>
        <p:spPr>
          <a:xfrm>
            <a:off x="5246693" y="788849"/>
            <a:ext cx="1839913" cy="549275"/>
          </a:xfrm>
          <a:prstGeom prst="ellipse">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Métiers</a:t>
            </a:r>
          </a:p>
        </p:txBody>
      </p:sp>
      <p:sp>
        <p:nvSpPr>
          <p:cNvPr id="50" name="AutoShape 11">
            <a:extLst>
              <a:ext uri="{FF2B5EF4-FFF2-40B4-BE49-F238E27FC236}">
                <a16:creationId xmlns:a16="http://schemas.microsoft.com/office/drawing/2014/main" id="{384DB659-CAD7-45A7-AE94-A51B0A7F53D2}"/>
              </a:ext>
            </a:extLst>
          </p:cNvPr>
          <p:cNvSpPr>
            <a:spLocks noChangeArrowheads="1"/>
          </p:cNvSpPr>
          <p:nvPr/>
        </p:nvSpPr>
        <p:spPr bwMode="auto">
          <a:xfrm>
            <a:off x="3394075" y="2179638"/>
            <a:ext cx="5459413" cy="3090862"/>
          </a:xfrm>
          <a:prstGeom prst="roundRect">
            <a:avLst>
              <a:gd name="adj" fmla="val 2728"/>
            </a:avLst>
          </a:prstGeom>
          <a:noFill/>
          <a:ln w="31750">
            <a:solidFill>
              <a:schemeClr val="tx2"/>
            </a:solidFill>
            <a:round/>
            <a:headEnd/>
            <a:tailEnd/>
          </a:ln>
        </p:spPr>
        <p:txBody>
          <a:bodyP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2000" b="1" kern="0" dirty="0">
                <a:solidFill>
                  <a:schemeClr val="tx2"/>
                </a:solidFill>
              </a:rPr>
              <a:t>Gestion de la capacité</a:t>
            </a:r>
            <a:endParaRPr lang="fr-FR" altLang="fr-FR" sz="1400" b="1" u="sng" kern="0" dirty="0">
              <a:solidFill>
                <a:schemeClr val="tx2"/>
              </a:solidFill>
            </a:endParaRPr>
          </a:p>
          <a:p>
            <a:pPr algn="ctr" eaLnBrk="1" fontAlgn="auto" hangingPunct="1">
              <a:spcBef>
                <a:spcPts val="0"/>
              </a:spcBef>
              <a:spcAft>
                <a:spcPts val="0"/>
              </a:spcAft>
              <a:defRPr/>
            </a:pPr>
            <a:endParaRPr lang="fr-FR" altLang="fr-FR" sz="1400" kern="0" dirty="0">
              <a:solidFill>
                <a:schemeClr val="tx2"/>
              </a:solidFill>
            </a:endParaRPr>
          </a:p>
          <a:p>
            <a:pPr algn="ctr" eaLnBrk="1" fontAlgn="auto" hangingPunct="1">
              <a:spcBef>
                <a:spcPts val="0"/>
              </a:spcBef>
              <a:spcAft>
                <a:spcPts val="0"/>
              </a:spcAft>
              <a:defRPr/>
            </a:pPr>
            <a:r>
              <a:rPr lang="fr-FR" altLang="fr-FR" sz="1400" kern="0" dirty="0">
                <a:solidFill>
                  <a:schemeClr val="tx2"/>
                </a:solidFill>
              </a:rPr>
              <a:t>La gestion de la capacité a pour but de s’assurer que les ressources matérielles, logicielles et organisationnelles, sont en phase avec les besoins présents et futurs pour un niveau de coûts justifiables.</a:t>
            </a:r>
          </a:p>
          <a:p>
            <a:pPr eaLnBrk="1" fontAlgn="auto" hangingPunct="1">
              <a:spcBef>
                <a:spcPts val="0"/>
              </a:spcBef>
              <a:spcAft>
                <a:spcPts val="0"/>
              </a:spcAft>
              <a:defRPr/>
            </a:pPr>
            <a:endParaRPr lang="fr-FR" altLang="fr-FR" sz="1050" u="sng" kern="0" dirty="0">
              <a:solidFill>
                <a:schemeClr val="tx2"/>
              </a:solidFill>
            </a:endParaRPr>
          </a:p>
          <a:p>
            <a:pPr eaLnBrk="1" fontAlgn="auto" hangingPunct="1">
              <a:spcBef>
                <a:spcPts val="0"/>
              </a:spcBef>
              <a:spcAft>
                <a:spcPts val="0"/>
              </a:spcAft>
              <a:defRPr/>
            </a:pPr>
            <a:r>
              <a:rPr lang="fr-FR" altLang="fr-FR" sz="1050" u="sng" kern="0" dirty="0">
                <a:solidFill>
                  <a:schemeClr val="tx2"/>
                </a:solidFill>
              </a:rPr>
              <a:t>Avantages pour les métiers</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Comprendre les besoins futurs des métiers (la fourniture de service attendue), les processus en cours dans l’organisation (la fourniture de services en cours), l’infrastructure (les moyens mis œuvre pour fournir le service)</a:t>
            </a:r>
          </a:p>
          <a:p>
            <a:pPr eaLnBrk="1" fontAlgn="auto" hangingPunct="1">
              <a:spcBef>
                <a:spcPts val="0"/>
              </a:spcBef>
              <a:spcAft>
                <a:spcPts val="0"/>
              </a:spcAft>
              <a:defRPr/>
            </a:pPr>
            <a:endParaRPr lang="fr-FR" altLang="fr-FR" sz="1050" u="sng" kern="0" dirty="0">
              <a:solidFill>
                <a:schemeClr val="tx2"/>
              </a:solidFill>
            </a:endParaRPr>
          </a:p>
          <a:p>
            <a:pPr eaLnBrk="1" fontAlgn="auto" hangingPunct="1">
              <a:spcBef>
                <a:spcPts val="0"/>
              </a:spcBef>
              <a:spcAft>
                <a:spcPts val="0"/>
              </a:spcAft>
              <a:defRPr/>
            </a:pPr>
            <a:r>
              <a:rPr lang="fr-FR" altLang="fr-FR" sz="1050" u="sng" kern="0" dirty="0">
                <a:solidFill>
                  <a:schemeClr val="tx2"/>
                </a:solidFill>
              </a:rPr>
              <a:t>Avantages pour la DSI</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Anticiper les problématiques de sous-performance des services</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Gérer la capacité des métiers, des services et des composants</a:t>
            </a:r>
          </a:p>
        </p:txBody>
      </p:sp>
      <p:sp>
        <p:nvSpPr>
          <p:cNvPr id="52" name="Rectangle : coins arrondis 7">
            <a:extLst>
              <a:ext uri="{FF2B5EF4-FFF2-40B4-BE49-F238E27FC236}">
                <a16:creationId xmlns:a16="http://schemas.microsoft.com/office/drawing/2014/main" id="{FFA0FB32-A4E1-48C1-8F7D-E435D47B6D02}"/>
              </a:ext>
            </a:extLst>
          </p:cNvPr>
          <p:cNvSpPr/>
          <p:nvPr/>
        </p:nvSpPr>
        <p:spPr>
          <a:xfrm>
            <a:off x="163135" y="2676271"/>
            <a:ext cx="1462088" cy="550862"/>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des incidents</a:t>
            </a:r>
          </a:p>
        </p:txBody>
      </p:sp>
      <p:sp>
        <p:nvSpPr>
          <p:cNvPr id="56" name="Rectangle : coins arrondis 9">
            <a:extLst>
              <a:ext uri="{FF2B5EF4-FFF2-40B4-BE49-F238E27FC236}">
                <a16:creationId xmlns:a16="http://schemas.microsoft.com/office/drawing/2014/main" id="{0891F104-6F88-4944-A2E5-B5DE8A84C7B1}"/>
              </a:ext>
            </a:extLst>
          </p:cNvPr>
          <p:cNvSpPr/>
          <p:nvPr/>
        </p:nvSpPr>
        <p:spPr>
          <a:xfrm>
            <a:off x="10215563" y="2481263"/>
            <a:ext cx="1566862" cy="890587"/>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des problèmes</a:t>
            </a:r>
          </a:p>
        </p:txBody>
      </p:sp>
      <p:cxnSp>
        <p:nvCxnSpPr>
          <p:cNvPr id="3079" name="Connecteur droit avec flèche 56">
            <a:extLst>
              <a:ext uri="{FF2B5EF4-FFF2-40B4-BE49-F238E27FC236}">
                <a16:creationId xmlns:a16="http://schemas.microsoft.com/office/drawing/2014/main" id="{FBD27E52-617A-43E7-9758-2774361BA6DB}"/>
              </a:ext>
            </a:extLst>
          </p:cNvPr>
          <p:cNvCxnSpPr>
            <a:cxnSpLocks/>
          </p:cNvCxnSpPr>
          <p:nvPr/>
        </p:nvCxnSpPr>
        <p:spPr bwMode="auto">
          <a:xfrm flipH="1">
            <a:off x="8869363" y="2695575"/>
            <a:ext cx="1346200" cy="0"/>
          </a:xfrm>
          <a:prstGeom prst="straightConnector1">
            <a:avLst/>
          </a:prstGeom>
          <a:noFill/>
          <a:ln w="9525" algn="ctr">
            <a:solidFill>
              <a:srgbClr val="747678"/>
            </a:solidFill>
            <a:round/>
            <a:headEnd type="triangle" w="med" len="med"/>
            <a:tailEnd/>
          </a:ln>
          <a:extLst>
            <a:ext uri="{909E8E84-426E-40DD-AFC4-6F175D3DCCD1}">
              <a14:hiddenFill xmlns:a14="http://schemas.microsoft.com/office/drawing/2010/main">
                <a:noFill/>
              </a14:hiddenFill>
            </a:ext>
          </a:extLst>
        </p:spPr>
      </p:cxnSp>
      <p:sp>
        <p:nvSpPr>
          <p:cNvPr id="61" name="Rectangle : coins arrondis 71">
            <a:extLst>
              <a:ext uri="{FF2B5EF4-FFF2-40B4-BE49-F238E27FC236}">
                <a16:creationId xmlns:a16="http://schemas.microsoft.com/office/drawing/2014/main" id="{3EB7B1E5-D645-4E41-A0D1-E5BE76B34815}"/>
              </a:ext>
            </a:extLst>
          </p:cNvPr>
          <p:cNvSpPr/>
          <p:nvPr/>
        </p:nvSpPr>
        <p:spPr>
          <a:xfrm>
            <a:off x="10215563" y="3833813"/>
            <a:ext cx="1566862" cy="889000"/>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des niveaux de services</a:t>
            </a:r>
          </a:p>
        </p:txBody>
      </p:sp>
      <p:sp>
        <p:nvSpPr>
          <p:cNvPr id="64" name="Rectangle : coins arrondis 171">
            <a:extLst>
              <a:ext uri="{FF2B5EF4-FFF2-40B4-BE49-F238E27FC236}">
                <a16:creationId xmlns:a16="http://schemas.microsoft.com/office/drawing/2014/main" id="{9226CBF5-678D-4F9C-ACB4-9C874F5CBA1D}"/>
              </a:ext>
            </a:extLst>
          </p:cNvPr>
          <p:cNvSpPr/>
          <p:nvPr/>
        </p:nvSpPr>
        <p:spPr>
          <a:xfrm>
            <a:off x="204788" y="3511550"/>
            <a:ext cx="1455737" cy="693738"/>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des changements</a:t>
            </a:r>
          </a:p>
        </p:txBody>
      </p:sp>
      <p:sp>
        <p:nvSpPr>
          <p:cNvPr id="67" name="Organigramme : Document 66">
            <a:extLst>
              <a:ext uri="{FF2B5EF4-FFF2-40B4-BE49-F238E27FC236}">
                <a16:creationId xmlns:a16="http://schemas.microsoft.com/office/drawing/2014/main" id="{4B22F507-8992-4CAA-839A-F27B4B5D47A4}"/>
              </a:ext>
            </a:extLst>
          </p:cNvPr>
          <p:cNvSpPr/>
          <p:nvPr/>
        </p:nvSpPr>
        <p:spPr>
          <a:xfrm>
            <a:off x="8994775" y="2462213"/>
            <a:ext cx="1084263" cy="460375"/>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Problèmes de capacité</a:t>
            </a:r>
          </a:p>
        </p:txBody>
      </p:sp>
      <p:cxnSp>
        <p:nvCxnSpPr>
          <p:cNvPr id="3083" name="Connecteur droit avec flèche 67">
            <a:extLst>
              <a:ext uri="{FF2B5EF4-FFF2-40B4-BE49-F238E27FC236}">
                <a16:creationId xmlns:a16="http://schemas.microsoft.com/office/drawing/2014/main" id="{2A0C1213-8C8A-403A-B454-31DD2EFC0831}"/>
              </a:ext>
            </a:extLst>
          </p:cNvPr>
          <p:cNvCxnSpPr>
            <a:cxnSpLocks/>
            <a:endCxn id="48" idx="3"/>
          </p:cNvCxnSpPr>
          <p:nvPr/>
        </p:nvCxnSpPr>
        <p:spPr bwMode="auto">
          <a:xfrm flipV="1">
            <a:off x="5275268" y="1258749"/>
            <a:ext cx="241300" cy="94615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73" name="Organigramme : Document 72">
            <a:extLst>
              <a:ext uri="{FF2B5EF4-FFF2-40B4-BE49-F238E27FC236}">
                <a16:creationId xmlns:a16="http://schemas.microsoft.com/office/drawing/2014/main" id="{BD85A1BF-14FE-4DD9-9EE1-F805380BEF62}"/>
              </a:ext>
            </a:extLst>
          </p:cNvPr>
          <p:cNvSpPr/>
          <p:nvPr/>
        </p:nvSpPr>
        <p:spPr>
          <a:xfrm>
            <a:off x="4879981" y="1479411"/>
            <a:ext cx="1098550" cy="584200"/>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Plans de continuité</a:t>
            </a:r>
          </a:p>
        </p:txBody>
      </p:sp>
      <p:cxnSp>
        <p:nvCxnSpPr>
          <p:cNvPr id="3086" name="Connecteur droit avec flèche 74">
            <a:extLst>
              <a:ext uri="{FF2B5EF4-FFF2-40B4-BE49-F238E27FC236}">
                <a16:creationId xmlns:a16="http://schemas.microsoft.com/office/drawing/2014/main" id="{6BD367DC-5CAE-47BB-A5C4-B1B258CED501}"/>
              </a:ext>
            </a:extLst>
          </p:cNvPr>
          <p:cNvCxnSpPr>
            <a:cxnSpLocks noChangeShapeType="1"/>
          </p:cNvCxnSpPr>
          <p:nvPr/>
        </p:nvCxnSpPr>
        <p:spPr bwMode="auto">
          <a:xfrm>
            <a:off x="1670050" y="3687763"/>
            <a:ext cx="1735138"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cxnSp>
        <p:nvCxnSpPr>
          <p:cNvPr id="3087" name="Connecteur droit avec flèche 75">
            <a:extLst>
              <a:ext uri="{FF2B5EF4-FFF2-40B4-BE49-F238E27FC236}">
                <a16:creationId xmlns:a16="http://schemas.microsoft.com/office/drawing/2014/main" id="{5199FDB9-E2E1-44C7-B5DA-F701AB45CB5B}"/>
              </a:ext>
            </a:extLst>
          </p:cNvPr>
          <p:cNvCxnSpPr>
            <a:cxnSpLocks/>
          </p:cNvCxnSpPr>
          <p:nvPr/>
        </p:nvCxnSpPr>
        <p:spPr bwMode="auto">
          <a:xfrm flipH="1">
            <a:off x="1660525" y="4033838"/>
            <a:ext cx="1733550"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79" name="Organigramme : Document 78">
            <a:extLst>
              <a:ext uri="{FF2B5EF4-FFF2-40B4-BE49-F238E27FC236}">
                <a16:creationId xmlns:a16="http://schemas.microsoft.com/office/drawing/2014/main" id="{0A8AF992-95A1-4255-ADA3-F8040AFF5BD3}"/>
              </a:ext>
            </a:extLst>
          </p:cNvPr>
          <p:cNvSpPr/>
          <p:nvPr/>
        </p:nvSpPr>
        <p:spPr>
          <a:xfrm>
            <a:off x="1938338" y="3430588"/>
            <a:ext cx="1198562" cy="461962"/>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Mise en </a:t>
            </a:r>
            <a:r>
              <a:rPr lang="fr-FR" sz="1050" kern="0" dirty="0" err="1">
                <a:solidFill>
                  <a:srgbClr val="3C3732"/>
                </a:solidFill>
                <a:latin typeface="Arial" pitchFamily="34" charset="0"/>
              </a:rPr>
              <a:t>oeuvre</a:t>
            </a:r>
            <a:endParaRPr lang="fr-FR" sz="1050" kern="0" dirty="0">
              <a:solidFill>
                <a:srgbClr val="3C3732"/>
              </a:solidFill>
              <a:latin typeface="Arial" pitchFamily="34" charset="0"/>
            </a:endParaRPr>
          </a:p>
        </p:txBody>
      </p:sp>
      <p:sp>
        <p:nvSpPr>
          <p:cNvPr id="81" name="Organigramme : Document 80">
            <a:extLst>
              <a:ext uri="{FF2B5EF4-FFF2-40B4-BE49-F238E27FC236}">
                <a16:creationId xmlns:a16="http://schemas.microsoft.com/office/drawing/2014/main" id="{24782241-1B72-43C6-8D42-34B9AB4A424F}"/>
              </a:ext>
            </a:extLst>
          </p:cNvPr>
          <p:cNvSpPr/>
          <p:nvPr/>
        </p:nvSpPr>
        <p:spPr>
          <a:xfrm>
            <a:off x="1938338" y="3932238"/>
            <a:ext cx="1198562" cy="273050"/>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RFC</a:t>
            </a:r>
          </a:p>
        </p:txBody>
      </p:sp>
      <p:cxnSp>
        <p:nvCxnSpPr>
          <p:cNvPr id="3090" name="Connecteur droit avec flèche 81">
            <a:extLst>
              <a:ext uri="{FF2B5EF4-FFF2-40B4-BE49-F238E27FC236}">
                <a16:creationId xmlns:a16="http://schemas.microsoft.com/office/drawing/2014/main" id="{CF6DEE0E-67EC-4BDC-A627-1760EFDB0DDD}"/>
              </a:ext>
            </a:extLst>
          </p:cNvPr>
          <p:cNvCxnSpPr>
            <a:cxnSpLocks/>
            <a:endCxn id="90" idx="1"/>
          </p:cNvCxnSpPr>
          <p:nvPr/>
        </p:nvCxnSpPr>
        <p:spPr bwMode="auto">
          <a:xfrm>
            <a:off x="8121650" y="5238750"/>
            <a:ext cx="0" cy="830263"/>
          </a:xfrm>
          <a:prstGeom prst="straightConnector1">
            <a:avLst/>
          </a:prstGeom>
          <a:noFill/>
          <a:ln w="9525" algn="ctr">
            <a:solidFill>
              <a:srgbClr val="747678"/>
            </a:solidFill>
            <a:round/>
            <a:headEnd type="triangle" w="med" len="med"/>
            <a:tailEnd type="triangle" w="med" len="med"/>
          </a:ln>
          <a:extLst>
            <a:ext uri="{909E8E84-426E-40DD-AFC4-6F175D3DCCD1}">
              <a14:hiddenFill xmlns:a14="http://schemas.microsoft.com/office/drawing/2010/main">
                <a:noFill/>
              </a14:hiddenFill>
            </a:ext>
          </a:extLst>
        </p:spPr>
      </p:cxnSp>
      <p:sp>
        <p:nvSpPr>
          <p:cNvPr id="83" name="Organigramme : Document 82">
            <a:extLst>
              <a:ext uri="{FF2B5EF4-FFF2-40B4-BE49-F238E27FC236}">
                <a16:creationId xmlns:a16="http://schemas.microsoft.com/office/drawing/2014/main" id="{E461F6B3-4FAB-4841-9529-8E19027EE3A1}"/>
              </a:ext>
            </a:extLst>
          </p:cNvPr>
          <p:cNvSpPr/>
          <p:nvPr/>
        </p:nvSpPr>
        <p:spPr>
          <a:xfrm>
            <a:off x="7747000" y="5422900"/>
            <a:ext cx="750888" cy="461963"/>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Détails sur les CI</a:t>
            </a:r>
          </a:p>
        </p:txBody>
      </p:sp>
      <p:cxnSp>
        <p:nvCxnSpPr>
          <p:cNvPr id="3092" name="Connecteur droit avec flèche 83">
            <a:extLst>
              <a:ext uri="{FF2B5EF4-FFF2-40B4-BE49-F238E27FC236}">
                <a16:creationId xmlns:a16="http://schemas.microsoft.com/office/drawing/2014/main" id="{CF3B3C4F-79E7-442C-ABDC-7C32D88398E2}"/>
              </a:ext>
            </a:extLst>
          </p:cNvPr>
          <p:cNvCxnSpPr>
            <a:cxnSpLocks/>
          </p:cNvCxnSpPr>
          <p:nvPr/>
        </p:nvCxnSpPr>
        <p:spPr bwMode="auto">
          <a:xfrm flipH="1">
            <a:off x="8880475" y="3214688"/>
            <a:ext cx="1335088"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85" name="Organigramme : Document 84">
            <a:extLst>
              <a:ext uri="{FF2B5EF4-FFF2-40B4-BE49-F238E27FC236}">
                <a16:creationId xmlns:a16="http://schemas.microsoft.com/office/drawing/2014/main" id="{0279C754-D183-4E4A-AD9D-91C813FDC5BA}"/>
              </a:ext>
            </a:extLst>
          </p:cNvPr>
          <p:cNvSpPr/>
          <p:nvPr/>
        </p:nvSpPr>
        <p:spPr>
          <a:xfrm>
            <a:off x="9001125" y="2987675"/>
            <a:ext cx="1077913" cy="484188"/>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Solutions</a:t>
            </a:r>
          </a:p>
        </p:txBody>
      </p:sp>
      <p:cxnSp>
        <p:nvCxnSpPr>
          <p:cNvPr id="3095" name="Connecteur droit avec flèche 86">
            <a:extLst>
              <a:ext uri="{FF2B5EF4-FFF2-40B4-BE49-F238E27FC236}">
                <a16:creationId xmlns:a16="http://schemas.microsoft.com/office/drawing/2014/main" id="{33246D75-2220-4D7E-AF77-E105E2711C5F}"/>
              </a:ext>
            </a:extLst>
          </p:cNvPr>
          <p:cNvCxnSpPr>
            <a:cxnSpLocks/>
          </p:cNvCxnSpPr>
          <p:nvPr/>
        </p:nvCxnSpPr>
        <p:spPr bwMode="auto">
          <a:xfrm>
            <a:off x="8862745" y="4291013"/>
            <a:ext cx="1362075" cy="1"/>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88" name="Organigramme : Document 87">
            <a:extLst>
              <a:ext uri="{FF2B5EF4-FFF2-40B4-BE49-F238E27FC236}">
                <a16:creationId xmlns:a16="http://schemas.microsoft.com/office/drawing/2014/main" id="{A58C4F0F-863D-4019-8981-E99FA25B0037}"/>
              </a:ext>
            </a:extLst>
          </p:cNvPr>
          <p:cNvSpPr/>
          <p:nvPr/>
        </p:nvSpPr>
        <p:spPr>
          <a:xfrm>
            <a:off x="9004032" y="4164013"/>
            <a:ext cx="1084263" cy="395288"/>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Niveaux de services</a:t>
            </a:r>
          </a:p>
        </p:txBody>
      </p:sp>
      <p:sp>
        <p:nvSpPr>
          <p:cNvPr id="90" name="Organigramme : Disque magnétique 89">
            <a:extLst>
              <a:ext uri="{FF2B5EF4-FFF2-40B4-BE49-F238E27FC236}">
                <a16:creationId xmlns:a16="http://schemas.microsoft.com/office/drawing/2014/main" id="{FC2EAF1D-8F4E-40A7-9AFB-0C2E9942EDCA}"/>
              </a:ext>
            </a:extLst>
          </p:cNvPr>
          <p:cNvSpPr/>
          <p:nvPr/>
        </p:nvSpPr>
        <p:spPr>
          <a:xfrm>
            <a:off x="7747000" y="6069013"/>
            <a:ext cx="750888" cy="742950"/>
          </a:xfrm>
          <a:prstGeom prst="flowChartMagneticDisk">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CMS</a:t>
            </a:r>
          </a:p>
        </p:txBody>
      </p:sp>
      <p:cxnSp>
        <p:nvCxnSpPr>
          <p:cNvPr id="3099" name="Connecteur droit avec flèche 90">
            <a:extLst>
              <a:ext uri="{FF2B5EF4-FFF2-40B4-BE49-F238E27FC236}">
                <a16:creationId xmlns:a16="http://schemas.microsoft.com/office/drawing/2014/main" id="{13790AAF-2E31-4890-8839-C92065F7EAEE}"/>
              </a:ext>
            </a:extLst>
          </p:cNvPr>
          <p:cNvCxnSpPr>
            <a:cxnSpLocks/>
            <a:stCxn id="52" idx="3"/>
          </p:cNvCxnSpPr>
          <p:nvPr/>
        </p:nvCxnSpPr>
        <p:spPr bwMode="auto">
          <a:xfrm flipV="1">
            <a:off x="1625223" y="2931878"/>
            <a:ext cx="1735137" cy="19824"/>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92" name="Organigramme : Document 91">
            <a:extLst>
              <a:ext uri="{FF2B5EF4-FFF2-40B4-BE49-F238E27FC236}">
                <a16:creationId xmlns:a16="http://schemas.microsoft.com/office/drawing/2014/main" id="{673CB94E-3DC8-4CBD-8370-9F5F0200F931}"/>
              </a:ext>
            </a:extLst>
          </p:cNvPr>
          <p:cNvSpPr/>
          <p:nvPr/>
        </p:nvSpPr>
        <p:spPr>
          <a:xfrm>
            <a:off x="1961222" y="2673311"/>
            <a:ext cx="1169987" cy="550863"/>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Incidents liés à la performance</a:t>
            </a:r>
          </a:p>
        </p:txBody>
      </p:sp>
      <p:cxnSp>
        <p:nvCxnSpPr>
          <p:cNvPr id="3109" name="Connecteur droit avec flèche 100">
            <a:extLst>
              <a:ext uri="{FF2B5EF4-FFF2-40B4-BE49-F238E27FC236}">
                <a16:creationId xmlns:a16="http://schemas.microsoft.com/office/drawing/2014/main" id="{3F94923A-FF83-4C1A-BC97-C77214EF4327}"/>
              </a:ext>
            </a:extLst>
          </p:cNvPr>
          <p:cNvCxnSpPr>
            <a:cxnSpLocks/>
            <a:stCxn id="48" idx="5"/>
          </p:cNvCxnSpPr>
          <p:nvPr/>
        </p:nvCxnSpPr>
        <p:spPr bwMode="auto">
          <a:xfrm>
            <a:off x="6816731" y="1258749"/>
            <a:ext cx="222250" cy="95250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02" name="Organigramme : Document 101">
            <a:extLst>
              <a:ext uri="{FF2B5EF4-FFF2-40B4-BE49-F238E27FC236}">
                <a16:creationId xmlns:a16="http://schemas.microsoft.com/office/drawing/2014/main" id="{8B766FF5-8C9B-4A0C-A3C1-30EF715B0502}"/>
              </a:ext>
            </a:extLst>
          </p:cNvPr>
          <p:cNvSpPr/>
          <p:nvPr/>
        </p:nvSpPr>
        <p:spPr>
          <a:xfrm>
            <a:off x="6453193" y="1493699"/>
            <a:ext cx="1098550" cy="438150"/>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Exigences de continuité</a:t>
            </a:r>
          </a:p>
        </p:txBody>
      </p:sp>
    </p:spTree>
    <p:extLst>
      <p:ext uri="{BB962C8B-B14F-4D97-AF65-F5344CB8AC3E}">
        <p14:creationId xmlns:p14="http://schemas.microsoft.com/office/powerpoint/2010/main" val="42818002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879E9119-99F4-4157-A172-B06C67C3D157}"/>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9219" name="Espace réservé du texte 2">
            <a:extLst>
              <a:ext uri="{FF2B5EF4-FFF2-40B4-BE49-F238E27FC236}">
                <a16:creationId xmlns:a16="http://schemas.microsoft.com/office/drawing/2014/main" id="{18F13D0F-185C-49F2-A683-2461537A5E0F}"/>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dirty="0">
                <a:solidFill>
                  <a:schemeClr val="tx2"/>
                </a:solidFill>
                <a:latin typeface="Arial" panose="020B0604020202020204" pitchFamily="34" charset="0"/>
              </a:rPr>
              <a:t>PRINCIPES : reste à définir</a:t>
            </a:r>
          </a:p>
        </p:txBody>
      </p:sp>
      <p:sp>
        <p:nvSpPr>
          <p:cNvPr id="2" name="ZoneTexte 1">
            <a:extLst>
              <a:ext uri="{FF2B5EF4-FFF2-40B4-BE49-F238E27FC236}">
                <a16:creationId xmlns:a16="http://schemas.microsoft.com/office/drawing/2014/main" id="{17D2DF89-FAFB-4E7E-9ABD-110A6896AA91}"/>
              </a:ext>
            </a:extLst>
          </p:cNvPr>
          <p:cNvSpPr txBox="1"/>
          <p:nvPr/>
        </p:nvSpPr>
        <p:spPr>
          <a:xfrm>
            <a:off x="174557" y="1701602"/>
            <a:ext cx="11307436" cy="4401205"/>
          </a:xfrm>
          <a:prstGeom prst="rect">
            <a:avLst/>
          </a:prstGeom>
          <a:noFill/>
        </p:spPr>
        <p:txBody>
          <a:bodyPr wrap="square" rtlCol="0">
            <a:spAutoFit/>
          </a:bodyPr>
          <a:lstStyle/>
          <a:p>
            <a:pPr indent="-61913" algn="just"/>
            <a:r>
              <a:rPr lang="fr-FR" dirty="0"/>
              <a:t>Le Groupe TORPIER est conscient de l’importance de mettre en place des pratiques de gestion de la capacité. C’est prévu dans le cadre du SDSI.</a:t>
            </a:r>
          </a:p>
          <a:p>
            <a:pPr indent="-61913" algn="just"/>
            <a:r>
              <a:rPr lang="fr-FR" dirty="0"/>
              <a:t> </a:t>
            </a:r>
          </a:p>
          <a:p>
            <a:pPr indent="-61913" algn="just"/>
            <a:r>
              <a:rPr lang="fr-FR" dirty="0"/>
              <a:t>Il est d’ors et déjà identifié que le processus impliquera les activités suivantes : </a:t>
            </a:r>
          </a:p>
          <a:p>
            <a:pPr marL="800100" lvl="1" indent="-342900">
              <a:buFont typeface="Arial" panose="020B0604020202020204" pitchFamily="34" charset="0"/>
              <a:buChar char="•"/>
            </a:pPr>
            <a:r>
              <a:rPr lang="fr-FR" dirty="0"/>
              <a:t>produire et maintenir un plan de capacité approprié et à jour qui reflète les besoins actuels et futurs du métier</a:t>
            </a:r>
          </a:p>
          <a:p>
            <a:pPr marL="800100" lvl="1" indent="-342900">
              <a:buFont typeface="Arial" panose="020B0604020202020204" pitchFamily="34" charset="0"/>
              <a:buChar char="•"/>
            </a:pPr>
            <a:r>
              <a:rPr lang="fr-FR" dirty="0"/>
              <a:t>fournir un conseil et un guide pour tous les problèmes relatifs à la capacité et à la performance</a:t>
            </a:r>
          </a:p>
          <a:p>
            <a:pPr marL="800100" lvl="1" indent="-342900">
              <a:buFont typeface="Arial" panose="020B0604020202020204" pitchFamily="34" charset="0"/>
              <a:buChar char="•"/>
            </a:pPr>
            <a:r>
              <a:rPr lang="fr-FR" dirty="0"/>
              <a:t>s’assurer que les niveaux de service sont atteints par la gestion de la capacité et de la performance des services et ressources</a:t>
            </a:r>
          </a:p>
          <a:p>
            <a:pPr marL="800100" lvl="1" indent="-342900">
              <a:buFont typeface="Arial" panose="020B0604020202020204" pitchFamily="34" charset="0"/>
              <a:buChar char="•"/>
            </a:pPr>
            <a:r>
              <a:rPr lang="fr-FR" dirty="0"/>
              <a:t>participer aux diagnostics et à la résolution des incidents et problèmes relatifs à la capacité ou à la performance</a:t>
            </a:r>
          </a:p>
          <a:p>
            <a:pPr marL="800100" lvl="1" indent="-342900">
              <a:buFont typeface="Arial" panose="020B0604020202020204" pitchFamily="34" charset="0"/>
              <a:buChar char="•"/>
            </a:pPr>
            <a:r>
              <a:rPr lang="fr-FR" dirty="0"/>
              <a:t>évaluer l’impact des changements sur les aspects capacité et performance</a:t>
            </a:r>
          </a:p>
          <a:p>
            <a:pPr algn="just"/>
            <a:endParaRPr lang="fr-FR" dirty="0"/>
          </a:p>
          <a:p>
            <a:pPr algn="just"/>
            <a:r>
              <a:rPr lang="fr-FR" dirty="0"/>
              <a:t>Reste à en définir la démarche et les modalités</a:t>
            </a:r>
            <a:endParaRPr lang="en-GB" dirty="0"/>
          </a:p>
        </p:txBody>
      </p:sp>
    </p:spTree>
    <p:extLst>
      <p:ext uri="{BB962C8B-B14F-4D97-AF65-F5344CB8AC3E}">
        <p14:creationId xmlns:p14="http://schemas.microsoft.com/office/powerpoint/2010/main" val="14385280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2">
            <a:extLst>
              <a:ext uri="{FF2B5EF4-FFF2-40B4-BE49-F238E27FC236}">
                <a16:creationId xmlns:a16="http://schemas.microsoft.com/office/drawing/2014/main" id="{32F4A1E5-9FDE-42F9-87BB-510A11C5535E}"/>
              </a:ext>
            </a:extLst>
          </p:cNvPr>
          <p:cNvSpPr txBox="1">
            <a:spLocks/>
          </p:cNvSpPr>
          <p:nvPr/>
        </p:nvSpPr>
        <p:spPr bwMode="auto">
          <a:xfrm>
            <a:off x="561975" y="585788"/>
            <a:ext cx="11069638" cy="1403350"/>
          </a:xfrm>
          <a:prstGeom prst="rect">
            <a:avLst/>
          </a:prstGeom>
          <a:solidFill>
            <a:schemeClr val="tx2"/>
          </a:solidFill>
          <a:ln w="9525">
            <a:noFill/>
            <a:miter lim="800000"/>
            <a:headEnd/>
            <a:tailEnd/>
          </a:ln>
        </p:spPr>
        <p:txBody>
          <a:bodyPr lIns="180000" tIns="36000" rIns="180000" bIns="36000">
            <a:spAutoFit/>
          </a:bodyPr>
          <a:lstStyle>
            <a:lvl1pPr algn="l" rtl="0" eaLnBrk="1" fontAlgn="base" hangingPunct="1">
              <a:lnSpc>
                <a:spcPct val="90000"/>
              </a:lnSpc>
              <a:spcBef>
                <a:spcPct val="0"/>
              </a:spcBef>
              <a:spcAft>
                <a:spcPct val="0"/>
              </a:spcAft>
              <a:defRPr sz="4800" b="0" kern="1200" cap="all" baseline="0">
                <a:solidFill>
                  <a:srgbClr val="FFFFFF"/>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sz="3600">
                <a:latin typeface="Arial"/>
              </a:rPr>
              <a:t>Support de description du processus</a:t>
            </a:r>
            <a:r>
              <a:rPr lang="fr-FR">
                <a:latin typeface="Arial"/>
              </a:rPr>
              <a:t/>
            </a:r>
            <a:br>
              <a:rPr lang="fr-FR">
                <a:latin typeface="Arial"/>
              </a:rPr>
            </a:br>
            <a:r>
              <a:rPr lang="fr-FR" sz="2400">
                <a:latin typeface="Arial"/>
              </a:rPr>
              <a:t>Principes, Règles, Activités</a:t>
            </a:r>
            <a:endParaRPr lang="fr-FR" sz="1600" dirty="0">
              <a:latin typeface="Arial"/>
            </a:endParaRPr>
          </a:p>
        </p:txBody>
      </p:sp>
      <p:sp>
        <p:nvSpPr>
          <p:cNvPr id="9" name="Espace réservé du texte 3">
            <a:extLst>
              <a:ext uri="{FF2B5EF4-FFF2-40B4-BE49-F238E27FC236}">
                <a16:creationId xmlns:a16="http://schemas.microsoft.com/office/drawing/2014/main" id="{F60655F7-18FD-4BD1-8457-85EF43D4CAEA}"/>
              </a:ext>
            </a:extLst>
          </p:cNvPr>
          <p:cNvSpPr txBox="1">
            <a:spLocks/>
          </p:cNvSpPr>
          <p:nvPr/>
        </p:nvSpPr>
        <p:spPr bwMode="auto">
          <a:xfrm>
            <a:off x="561975" y="2386013"/>
            <a:ext cx="11069638" cy="3060700"/>
          </a:xfrm>
          <a:prstGeom prst="rect">
            <a:avLst/>
          </a:prstGeom>
          <a:solidFill>
            <a:schemeClr val="bg2"/>
          </a:solidFill>
          <a:ln w="9525">
            <a:noFill/>
            <a:miter lim="800000"/>
            <a:headEnd/>
            <a:tailEnd/>
          </a:ln>
        </p:spPr>
        <p:txBody>
          <a:bodyPr lIns="0" tIns="0" rIns="0" bIns="0">
            <a:spAutoFit/>
          </a:bodyPr>
          <a:lstStyle>
            <a:lvl1pPr marL="0" indent="0" algn="l" rtl="0" eaLnBrk="1" fontAlgn="base" hangingPunct="1">
              <a:spcBef>
                <a:spcPct val="20000"/>
              </a:spcBef>
              <a:spcAft>
                <a:spcPct val="0"/>
              </a:spcAft>
              <a:buClr>
                <a:schemeClr val="accent1"/>
              </a:buClr>
              <a:defRPr sz="3200" b="0" kern="1200" cap="all" baseline="0">
                <a:solidFill>
                  <a:srgbClr val="FFFFFF"/>
                </a:solidFill>
                <a:latin typeface="+mn-lt"/>
                <a:ea typeface="+mn-ea"/>
                <a:cs typeface="+mn-cs"/>
              </a:defRPr>
            </a:lvl1pPr>
            <a:lvl2pPr marL="519488" indent="-259744" algn="l" rtl="0" eaLnBrk="1" fontAlgn="base" hangingPunct="1">
              <a:spcBef>
                <a:spcPct val="20000"/>
              </a:spcBef>
              <a:spcAft>
                <a:spcPct val="0"/>
              </a:spcAft>
              <a:buClr>
                <a:schemeClr val="accent1"/>
              </a:buClr>
              <a:buSzPct val="110000"/>
              <a:buFont typeface="Arial" pitchFamily="34" charset="0"/>
              <a:buChar char="•"/>
              <a:defRPr sz="3200" b="0" kern="1200">
                <a:solidFill>
                  <a:srgbClr val="FFFFFF"/>
                </a:solidFill>
                <a:latin typeface="+mn-lt"/>
                <a:ea typeface="+mn-ea"/>
                <a:cs typeface="+mn-cs"/>
              </a:defRPr>
            </a:lvl2pPr>
            <a:lvl3pPr marL="1038977" indent="-259744" algn="l" rtl="0" eaLnBrk="1" fontAlgn="base" hangingPunct="1">
              <a:spcBef>
                <a:spcPct val="20000"/>
              </a:spcBef>
              <a:spcAft>
                <a:spcPct val="0"/>
              </a:spcAft>
              <a:buClr>
                <a:schemeClr val="tx1"/>
              </a:buClr>
              <a:buFont typeface="Arial" pitchFamily="34" charset="0"/>
              <a:buChar char="•"/>
              <a:defRPr sz="3200" b="0" kern="1200">
                <a:solidFill>
                  <a:srgbClr val="FFFFFF"/>
                </a:solidFill>
                <a:latin typeface="+mn-lt"/>
                <a:ea typeface="+mn-ea"/>
                <a:cs typeface="+mn-cs"/>
              </a:defRPr>
            </a:lvl3pPr>
            <a:lvl4pPr marL="1563877" indent="-263352"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4pPr>
            <a:lvl5pPr marL="2339502" indent="-261548"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a:lstStyle>
          <a:p>
            <a:pPr defTabSz="914400">
              <a:buClr>
                <a:srgbClr val="009AA6"/>
              </a:buClr>
              <a:defRPr/>
            </a:pPr>
            <a:r>
              <a:rPr lang="fr-FR" dirty="0">
                <a:solidFill>
                  <a:schemeClr val="tx2"/>
                </a:solidFill>
                <a:latin typeface="Arial"/>
              </a:rPr>
              <a:t>Processus: Gestion des Problèmes</a:t>
            </a:r>
          </a:p>
          <a:p>
            <a:pPr defTabSz="914400">
              <a:buClr>
                <a:srgbClr val="009AA6"/>
              </a:buClr>
              <a:defRPr/>
            </a:pPr>
            <a:endParaRPr lang="fr-FR" dirty="0">
              <a:solidFill>
                <a:schemeClr val="tx2"/>
              </a:solidFill>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re 5">
            <a:extLst>
              <a:ext uri="{FF2B5EF4-FFF2-40B4-BE49-F238E27FC236}">
                <a16:creationId xmlns:a16="http://schemas.microsoft.com/office/drawing/2014/main" id="{603F4331-16F1-468B-9967-1B49A883E94A}"/>
              </a:ext>
            </a:extLst>
          </p:cNvPr>
          <p:cNvSpPr txBox="1">
            <a:spLocks/>
          </p:cNvSpPr>
          <p:nvPr/>
        </p:nvSpPr>
        <p:spPr bwMode="auto">
          <a:xfrm>
            <a:off x="0" y="-3175"/>
            <a:ext cx="3724275" cy="831850"/>
          </a:xfrm>
          <a:prstGeom prst="rect">
            <a:avLst/>
          </a:prstGeom>
          <a:solidFill>
            <a:srgbClr val="3C3732">
              <a:lumMod val="20000"/>
              <a:lumOff val="80000"/>
            </a:srgbClr>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tx2"/>
                </a:solidFill>
                <a:latin typeface="Arial"/>
              </a:rPr>
              <a:t>Carte d’environnement</a:t>
            </a:r>
          </a:p>
        </p:txBody>
      </p:sp>
      <p:sp>
        <p:nvSpPr>
          <p:cNvPr id="106" name="AutoShape 11">
            <a:extLst>
              <a:ext uri="{FF2B5EF4-FFF2-40B4-BE49-F238E27FC236}">
                <a16:creationId xmlns:a16="http://schemas.microsoft.com/office/drawing/2014/main" id="{BE7E45EB-864C-4147-9392-416467BEB1C9}"/>
              </a:ext>
            </a:extLst>
          </p:cNvPr>
          <p:cNvSpPr>
            <a:spLocks noChangeArrowheads="1"/>
          </p:cNvSpPr>
          <p:nvPr/>
        </p:nvSpPr>
        <p:spPr bwMode="auto">
          <a:xfrm>
            <a:off x="3394075" y="2179638"/>
            <a:ext cx="5459413" cy="2328862"/>
          </a:xfrm>
          <a:prstGeom prst="roundRect">
            <a:avLst>
              <a:gd name="adj" fmla="val 2728"/>
            </a:avLst>
          </a:prstGeom>
          <a:noFill/>
          <a:ln w="31750">
            <a:solidFill>
              <a:schemeClr val="tx2"/>
            </a:solidFill>
            <a:round/>
            <a:headEnd/>
            <a:tailEnd/>
          </a:ln>
        </p:spPr>
        <p:txBody>
          <a:bodyP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2000" b="1" kern="0" dirty="0">
                <a:solidFill>
                  <a:schemeClr val="tx2"/>
                </a:solidFill>
              </a:rPr>
              <a:t>Gestion des problèmes </a:t>
            </a:r>
            <a:endParaRPr lang="fr-FR" altLang="fr-FR" sz="1400" kern="0" dirty="0">
              <a:solidFill>
                <a:schemeClr val="tx2"/>
              </a:solidFill>
            </a:endParaRPr>
          </a:p>
          <a:p>
            <a:pPr algn="ctr" eaLnBrk="1" fontAlgn="auto" hangingPunct="1">
              <a:spcBef>
                <a:spcPts val="0"/>
              </a:spcBef>
              <a:spcAft>
                <a:spcPts val="0"/>
              </a:spcAft>
              <a:defRPr/>
            </a:pPr>
            <a:r>
              <a:rPr lang="fr-FR" altLang="fr-FR" sz="1400" kern="0" dirty="0">
                <a:solidFill>
                  <a:schemeClr val="tx2"/>
                </a:solidFill>
              </a:rPr>
              <a:t>Le but de la gestion des problèmes est de réduire au minimum la nuisance sur les métiers des incidents et des problèmes provoqués par des erreurs dans l'infrastructure et d’empêcher proactivement l'occurrence des incidents</a:t>
            </a:r>
          </a:p>
          <a:p>
            <a:pPr eaLnBrk="1" fontAlgn="auto" hangingPunct="1">
              <a:spcBef>
                <a:spcPts val="0"/>
              </a:spcBef>
              <a:spcAft>
                <a:spcPts val="0"/>
              </a:spcAft>
              <a:defRPr/>
            </a:pPr>
            <a:endParaRPr lang="fr-FR" altLang="fr-FR" sz="1050" kern="0" dirty="0">
              <a:solidFill>
                <a:schemeClr val="tx2"/>
              </a:solidFill>
            </a:endParaRPr>
          </a:p>
          <a:p>
            <a:pPr eaLnBrk="1" fontAlgn="auto" hangingPunct="1">
              <a:spcBef>
                <a:spcPts val="0"/>
              </a:spcBef>
              <a:spcAft>
                <a:spcPts val="0"/>
              </a:spcAft>
              <a:defRPr/>
            </a:pPr>
            <a:r>
              <a:rPr lang="fr-FR" altLang="fr-FR" sz="1050" u="sng" kern="0" dirty="0">
                <a:solidFill>
                  <a:schemeClr val="tx2"/>
                </a:solidFill>
              </a:rPr>
              <a:t>Avantages pour les Métiers et la DSI</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Amélioration du traitement des incidents</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Diminution du nombre des incidents</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Maîtrise des erreurs connues dans l’infrastructure</a:t>
            </a:r>
          </a:p>
        </p:txBody>
      </p:sp>
      <p:sp>
        <p:nvSpPr>
          <p:cNvPr id="107" name="Rectangle : coins arrondis 7">
            <a:extLst>
              <a:ext uri="{FF2B5EF4-FFF2-40B4-BE49-F238E27FC236}">
                <a16:creationId xmlns:a16="http://schemas.microsoft.com/office/drawing/2014/main" id="{E2CE3D29-E796-45E4-A544-F86490D4A212}"/>
              </a:ext>
            </a:extLst>
          </p:cNvPr>
          <p:cNvSpPr/>
          <p:nvPr/>
        </p:nvSpPr>
        <p:spPr>
          <a:xfrm>
            <a:off x="4006850" y="625475"/>
            <a:ext cx="1454150" cy="625475"/>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des incidents</a:t>
            </a:r>
          </a:p>
        </p:txBody>
      </p:sp>
      <p:sp>
        <p:nvSpPr>
          <p:cNvPr id="108" name="Rectangle : coins arrondis 9">
            <a:extLst>
              <a:ext uri="{FF2B5EF4-FFF2-40B4-BE49-F238E27FC236}">
                <a16:creationId xmlns:a16="http://schemas.microsoft.com/office/drawing/2014/main" id="{8C3EA7BE-130B-4F86-87B7-19BD26A4A12A}"/>
              </a:ext>
            </a:extLst>
          </p:cNvPr>
          <p:cNvSpPr/>
          <p:nvPr/>
        </p:nvSpPr>
        <p:spPr>
          <a:xfrm>
            <a:off x="10215563" y="2525713"/>
            <a:ext cx="1566862" cy="693737"/>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des configurations</a:t>
            </a:r>
          </a:p>
        </p:txBody>
      </p:sp>
      <p:sp>
        <p:nvSpPr>
          <p:cNvPr id="109" name="Rectangle : coins arrondis 171">
            <a:extLst>
              <a:ext uri="{FF2B5EF4-FFF2-40B4-BE49-F238E27FC236}">
                <a16:creationId xmlns:a16="http://schemas.microsoft.com/office/drawing/2014/main" id="{FE1F59F5-396A-4F2D-BD59-B72B90D3DEF5}"/>
              </a:ext>
            </a:extLst>
          </p:cNvPr>
          <p:cNvSpPr/>
          <p:nvPr/>
        </p:nvSpPr>
        <p:spPr>
          <a:xfrm>
            <a:off x="203200" y="2662238"/>
            <a:ext cx="1455738" cy="693737"/>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des changements</a:t>
            </a:r>
          </a:p>
        </p:txBody>
      </p:sp>
      <p:cxnSp>
        <p:nvCxnSpPr>
          <p:cNvPr id="2055" name="Connecteur droit avec flèche 109">
            <a:extLst>
              <a:ext uri="{FF2B5EF4-FFF2-40B4-BE49-F238E27FC236}">
                <a16:creationId xmlns:a16="http://schemas.microsoft.com/office/drawing/2014/main" id="{A1FAD1CF-1DBF-444F-A53D-1E13F64371BD}"/>
              </a:ext>
            </a:extLst>
          </p:cNvPr>
          <p:cNvCxnSpPr>
            <a:cxnSpLocks noChangeShapeType="1"/>
          </p:cNvCxnSpPr>
          <p:nvPr/>
        </p:nvCxnSpPr>
        <p:spPr bwMode="auto">
          <a:xfrm>
            <a:off x="1668463" y="2838450"/>
            <a:ext cx="1735137"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cxnSp>
        <p:nvCxnSpPr>
          <p:cNvPr id="2056" name="Connecteur droit avec flèche 110">
            <a:extLst>
              <a:ext uri="{FF2B5EF4-FFF2-40B4-BE49-F238E27FC236}">
                <a16:creationId xmlns:a16="http://schemas.microsoft.com/office/drawing/2014/main" id="{33E8700C-6578-4744-B7B6-00B0141138FD}"/>
              </a:ext>
            </a:extLst>
          </p:cNvPr>
          <p:cNvCxnSpPr>
            <a:cxnSpLocks/>
          </p:cNvCxnSpPr>
          <p:nvPr/>
        </p:nvCxnSpPr>
        <p:spPr bwMode="auto">
          <a:xfrm flipH="1">
            <a:off x="1658938" y="3184525"/>
            <a:ext cx="1733550"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12" name="Organigramme : Document 111">
            <a:extLst>
              <a:ext uri="{FF2B5EF4-FFF2-40B4-BE49-F238E27FC236}">
                <a16:creationId xmlns:a16="http://schemas.microsoft.com/office/drawing/2014/main" id="{88791492-54A4-4BE3-B03D-205700613095}"/>
              </a:ext>
            </a:extLst>
          </p:cNvPr>
          <p:cNvSpPr/>
          <p:nvPr/>
        </p:nvSpPr>
        <p:spPr>
          <a:xfrm>
            <a:off x="1936750" y="2581275"/>
            <a:ext cx="1198563" cy="461963"/>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Solutions mises en œuvre</a:t>
            </a:r>
          </a:p>
        </p:txBody>
      </p:sp>
      <p:sp>
        <p:nvSpPr>
          <p:cNvPr id="113" name="Organigramme : Document 112">
            <a:extLst>
              <a:ext uri="{FF2B5EF4-FFF2-40B4-BE49-F238E27FC236}">
                <a16:creationId xmlns:a16="http://schemas.microsoft.com/office/drawing/2014/main" id="{EFB86C37-1705-4486-8425-D5238A936424}"/>
              </a:ext>
            </a:extLst>
          </p:cNvPr>
          <p:cNvSpPr/>
          <p:nvPr/>
        </p:nvSpPr>
        <p:spPr>
          <a:xfrm>
            <a:off x="1936750" y="3082925"/>
            <a:ext cx="1198563" cy="273050"/>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RFC</a:t>
            </a:r>
          </a:p>
        </p:txBody>
      </p:sp>
      <p:cxnSp>
        <p:nvCxnSpPr>
          <p:cNvPr id="2059" name="Connecteur droit avec flèche 113">
            <a:extLst>
              <a:ext uri="{FF2B5EF4-FFF2-40B4-BE49-F238E27FC236}">
                <a16:creationId xmlns:a16="http://schemas.microsoft.com/office/drawing/2014/main" id="{9BCBB510-74E9-4419-8440-3A39ABAB59E1}"/>
              </a:ext>
            </a:extLst>
          </p:cNvPr>
          <p:cNvCxnSpPr>
            <a:cxnSpLocks/>
            <a:stCxn id="108" idx="1"/>
          </p:cNvCxnSpPr>
          <p:nvPr/>
        </p:nvCxnSpPr>
        <p:spPr bwMode="auto">
          <a:xfrm flipH="1">
            <a:off x="8853488" y="2873375"/>
            <a:ext cx="1362075"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15" name="Organigramme : Disque magnétique 114">
            <a:extLst>
              <a:ext uri="{FF2B5EF4-FFF2-40B4-BE49-F238E27FC236}">
                <a16:creationId xmlns:a16="http://schemas.microsoft.com/office/drawing/2014/main" id="{B4C66CD1-2DF6-41BD-87BF-AA3B1FE6DE05}"/>
              </a:ext>
            </a:extLst>
          </p:cNvPr>
          <p:cNvSpPr/>
          <p:nvPr/>
        </p:nvSpPr>
        <p:spPr>
          <a:xfrm>
            <a:off x="7481888" y="5118100"/>
            <a:ext cx="1196975" cy="1092200"/>
          </a:xfrm>
          <a:prstGeom prst="flowChartMagneticDisk">
            <a:avLst/>
          </a:prstGeom>
          <a:solidFill>
            <a:srgbClr val="E1E1E1"/>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050" b="1" kern="0" dirty="0">
                <a:solidFill>
                  <a:srgbClr val="3C3732"/>
                </a:solidFill>
                <a:latin typeface="Arial" pitchFamily="34" charset="0"/>
              </a:rPr>
              <a:t>Base de connaissances</a:t>
            </a:r>
          </a:p>
        </p:txBody>
      </p:sp>
      <p:cxnSp>
        <p:nvCxnSpPr>
          <p:cNvPr id="2061" name="Connecteur droit avec flèche 115">
            <a:extLst>
              <a:ext uri="{FF2B5EF4-FFF2-40B4-BE49-F238E27FC236}">
                <a16:creationId xmlns:a16="http://schemas.microsoft.com/office/drawing/2014/main" id="{6AD90DAC-AED2-4783-B766-96445E0F10B4}"/>
              </a:ext>
            </a:extLst>
          </p:cNvPr>
          <p:cNvCxnSpPr>
            <a:cxnSpLocks/>
          </p:cNvCxnSpPr>
          <p:nvPr/>
        </p:nvCxnSpPr>
        <p:spPr bwMode="auto">
          <a:xfrm flipV="1">
            <a:off x="4260850" y="1250950"/>
            <a:ext cx="0" cy="914400"/>
          </a:xfrm>
          <a:prstGeom prst="straightConnector1">
            <a:avLst/>
          </a:prstGeom>
          <a:noFill/>
          <a:ln w="9525" algn="ctr">
            <a:solidFill>
              <a:srgbClr val="747678"/>
            </a:solidFill>
            <a:round/>
            <a:headEnd type="triangle" w="med" len="med"/>
            <a:tailEnd/>
          </a:ln>
          <a:extLst>
            <a:ext uri="{909E8E84-426E-40DD-AFC4-6F175D3DCCD1}">
              <a14:hiddenFill xmlns:a14="http://schemas.microsoft.com/office/drawing/2010/main">
                <a:noFill/>
              </a14:hiddenFill>
            </a:ext>
          </a:extLst>
        </p:spPr>
      </p:cxnSp>
      <p:sp>
        <p:nvSpPr>
          <p:cNvPr id="117" name="Rectangle : coins arrondis 60">
            <a:extLst>
              <a:ext uri="{FF2B5EF4-FFF2-40B4-BE49-F238E27FC236}">
                <a16:creationId xmlns:a16="http://schemas.microsoft.com/office/drawing/2014/main" id="{FA1D788C-CC5A-46C5-B613-3B2D45B7EB30}"/>
              </a:ext>
            </a:extLst>
          </p:cNvPr>
          <p:cNvSpPr/>
          <p:nvPr/>
        </p:nvSpPr>
        <p:spPr>
          <a:xfrm>
            <a:off x="3314700" y="5248275"/>
            <a:ext cx="1347788" cy="550863"/>
          </a:xfrm>
          <a:prstGeom prst="roundRect">
            <a:avLst/>
          </a:prstGeom>
          <a:solidFill>
            <a:srgbClr val="D2E100">
              <a:lumMod val="20000"/>
              <a:lumOff val="80000"/>
            </a:srgbClr>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de la capacité</a:t>
            </a:r>
          </a:p>
        </p:txBody>
      </p:sp>
      <p:sp>
        <p:nvSpPr>
          <p:cNvPr id="118" name="Rectangle : coins arrondis 61">
            <a:extLst>
              <a:ext uri="{FF2B5EF4-FFF2-40B4-BE49-F238E27FC236}">
                <a16:creationId xmlns:a16="http://schemas.microsoft.com/office/drawing/2014/main" id="{3BADD846-C657-4844-8AEE-D544143CE2E5}"/>
              </a:ext>
            </a:extLst>
          </p:cNvPr>
          <p:cNvSpPr/>
          <p:nvPr/>
        </p:nvSpPr>
        <p:spPr>
          <a:xfrm>
            <a:off x="4711700" y="5233988"/>
            <a:ext cx="1485900" cy="550862"/>
          </a:xfrm>
          <a:prstGeom prst="roundRect">
            <a:avLst/>
          </a:prstGeom>
          <a:solidFill>
            <a:srgbClr val="D2E100">
              <a:lumMod val="20000"/>
              <a:lumOff val="80000"/>
            </a:srgbClr>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de la disponibilité</a:t>
            </a:r>
          </a:p>
        </p:txBody>
      </p:sp>
      <p:cxnSp>
        <p:nvCxnSpPr>
          <p:cNvPr id="2064" name="Connecteur droit avec flèche 118">
            <a:extLst>
              <a:ext uri="{FF2B5EF4-FFF2-40B4-BE49-F238E27FC236}">
                <a16:creationId xmlns:a16="http://schemas.microsoft.com/office/drawing/2014/main" id="{5987EB7E-15C9-4155-A263-5913A90CCAE7}"/>
              </a:ext>
            </a:extLst>
          </p:cNvPr>
          <p:cNvCxnSpPr>
            <a:cxnSpLocks/>
            <a:endCxn id="117" idx="0"/>
          </p:cNvCxnSpPr>
          <p:nvPr/>
        </p:nvCxnSpPr>
        <p:spPr bwMode="auto">
          <a:xfrm>
            <a:off x="3987800" y="4503738"/>
            <a:ext cx="0" cy="744537"/>
          </a:xfrm>
          <a:prstGeom prst="straightConnector1">
            <a:avLst/>
          </a:prstGeom>
          <a:noFill/>
          <a:ln w="9525" algn="ctr">
            <a:solidFill>
              <a:srgbClr val="747678"/>
            </a:solidFill>
            <a:round/>
            <a:headEnd type="triangle" w="med" len="med"/>
            <a:tailEnd/>
          </a:ln>
          <a:extLst>
            <a:ext uri="{909E8E84-426E-40DD-AFC4-6F175D3DCCD1}">
              <a14:hiddenFill xmlns:a14="http://schemas.microsoft.com/office/drawing/2010/main">
                <a:noFill/>
              </a14:hiddenFill>
            </a:ext>
          </a:extLst>
        </p:spPr>
      </p:cxnSp>
      <p:cxnSp>
        <p:nvCxnSpPr>
          <p:cNvPr id="2065" name="Connecteur droit avec flèche 119">
            <a:extLst>
              <a:ext uri="{FF2B5EF4-FFF2-40B4-BE49-F238E27FC236}">
                <a16:creationId xmlns:a16="http://schemas.microsoft.com/office/drawing/2014/main" id="{6F3D846A-69CA-4F4B-96D1-CE3873608DB6}"/>
              </a:ext>
            </a:extLst>
          </p:cNvPr>
          <p:cNvCxnSpPr>
            <a:cxnSpLocks/>
            <a:endCxn id="118" idx="0"/>
          </p:cNvCxnSpPr>
          <p:nvPr/>
        </p:nvCxnSpPr>
        <p:spPr bwMode="auto">
          <a:xfrm>
            <a:off x="5454650" y="4503738"/>
            <a:ext cx="0" cy="730250"/>
          </a:xfrm>
          <a:prstGeom prst="straightConnector1">
            <a:avLst/>
          </a:prstGeom>
          <a:noFill/>
          <a:ln w="9525" algn="ctr">
            <a:solidFill>
              <a:srgbClr val="747678"/>
            </a:solidFill>
            <a:round/>
            <a:headEnd type="triangle" w="med" len="med"/>
            <a:tailEnd/>
          </a:ln>
          <a:extLst>
            <a:ext uri="{909E8E84-426E-40DD-AFC4-6F175D3DCCD1}">
              <a14:hiddenFill xmlns:a14="http://schemas.microsoft.com/office/drawing/2010/main">
                <a:noFill/>
              </a14:hiddenFill>
            </a:ext>
          </a:extLst>
        </p:spPr>
      </p:cxnSp>
      <p:sp>
        <p:nvSpPr>
          <p:cNvPr id="121" name="Organigramme : Document 120">
            <a:extLst>
              <a:ext uri="{FF2B5EF4-FFF2-40B4-BE49-F238E27FC236}">
                <a16:creationId xmlns:a16="http://schemas.microsoft.com/office/drawing/2014/main" id="{42D959D5-31ED-42C9-BFA6-11A2858B1179}"/>
              </a:ext>
            </a:extLst>
          </p:cNvPr>
          <p:cNvSpPr/>
          <p:nvPr/>
        </p:nvSpPr>
        <p:spPr>
          <a:xfrm>
            <a:off x="3481388" y="4657725"/>
            <a:ext cx="1025525" cy="460375"/>
          </a:xfrm>
          <a:prstGeom prst="flowChartDocument">
            <a:avLst/>
          </a:prstGeom>
          <a:solidFill>
            <a:srgbClr val="D2E100">
              <a:lumMod val="20000"/>
              <a:lumOff val="80000"/>
            </a:srgbClr>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Informations</a:t>
            </a:r>
          </a:p>
        </p:txBody>
      </p:sp>
      <p:sp>
        <p:nvSpPr>
          <p:cNvPr id="122" name="Organigramme : Document 121">
            <a:extLst>
              <a:ext uri="{FF2B5EF4-FFF2-40B4-BE49-F238E27FC236}">
                <a16:creationId xmlns:a16="http://schemas.microsoft.com/office/drawing/2014/main" id="{8675514F-CCC7-46B3-9B8A-ADCFD67D5C07}"/>
              </a:ext>
            </a:extLst>
          </p:cNvPr>
          <p:cNvSpPr/>
          <p:nvPr/>
        </p:nvSpPr>
        <p:spPr>
          <a:xfrm>
            <a:off x="4941888" y="4683125"/>
            <a:ext cx="1025525" cy="460375"/>
          </a:xfrm>
          <a:prstGeom prst="flowChartDocument">
            <a:avLst/>
          </a:prstGeom>
          <a:solidFill>
            <a:srgbClr val="D2E100">
              <a:lumMod val="20000"/>
              <a:lumOff val="80000"/>
            </a:srgbClr>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Informations</a:t>
            </a:r>
          </a:p>
        </p:txBody>
      </p:sp>
      <p:sp>
        <p:nvSpPr>
          <p:cNvPr id="123" name="Organigramme : Document 122">
            <a:extLst>
              <a:ext uri="{FF2B5EF4-FFF2-40B4-BE49-F238E27FC236}">
                <a16:creationId xmlns:a16="http://schemas.microsoft.com/office/drawing/2014/main" id="{187BE059-007A-449C-94B0-8A677CE7B349}"/>
              </a:ext>
            </a:extLst>
          </p:cNvPr>
          <p:cNvSpPr/>
          <p:nvPr/>
        </p:nvSpPr>
        <p:spPr>
          <a:xfrm>
            <a:off x="9020175" y="2665413"/>
            <a:ext cx="1027113" cy="460375"/>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Informations sur les CI</a:t>
            </a:r>
          </a:p>
        </p:txBody>
      </p:sp>
      <p:sp>
        <p:nvSpPr>
          <p:cNvPr id="124" name="Organigramme : Document 123">
            <a:extLst>
              <a:ext uri="{FF2B5EF4-FFF2-40B4-BE49-F238E27FC236}">
                <a16:creationId xmlns:a16="http://schemas.microsoft.com/office/drawing/2014/main" id="{ABB538E8-D1B5-4E52-ADA5-1274903F6AE5}"/>
              </a:ext>
            </a:extLst>
          </p:cNvPr>
          <p:cNvSpPr/>
          <p:nvPr/>
        </p:nvSpPr>
        <p:spPr>
          <a:xfrm>
            <a:off x="3532188" y="1412875"/>
            <a:ext cx="1111250" cy="563563"/>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Incidents significatifs, récurrents</a:t>
            </a:r>
          </a:p>
        </p:txBody>
      </p:sp>
      <p:cxnSp>
        <p:nvCxnSpPr>
          <p:cNvPr id="2070" name="Connecteur droit avec flèche 124">
            <a:extLst>
              <a:ext uri="{FF2B5EF4-FFF2-40B4-BE49-F238E27FC236}">
                <a16:creationId xmlns:a16="http://schemas.microsoft.com/office/drawing/2014/main" id="{6FE3936A-FB89-4BD6-9AB3-E03282AC81F7}"/>
              </a:ext>
            </a:extLst>
          </p:cNvPr>
          <p:cNvCxnSpPr>
            <a:cxnSpLocks/>
          </p:cNvCxnSpPr>
          <p:nvPr/>
        </p:nvCxnSpPr>
        <p:spPr bwMode="auto">
          <a:xfrm flipV="1">
            <a:off x="5154613" y="1250950"/>
            <a:ext cx="0" cy="917575"/>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26" name="Organigramme : Document 125">
            <a:extLst>
              <a:ext uri="{FF2B5EF4-FFF2-40B4-BE49-F238E27FC236}">
                <a16:creationId xmlns:a16="http://schemas.microsoft.com/office/drawing/2014/main" id="{853E26BC-E970-4CB4-9751-250566DAAF93}"/>
              </a:ext>
            </a:extLst>
          </p:cNvPr>
          <p:cNvSpPr/>
          <p:nvPr/>
        </p:nvSpPr>
        <p:spPr>
          <a:xfrm>
            <a:off x="4738688" y="1438275"/>
            <a:ext cx="1111250" cy="461963"/>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Consignes de résolution</a:t>
            </a:r>
          </a:p>
        </p:txBody>
      </p:sp>
      <p:sp>
        <p:nvSpPr>
          <p:cNvPr id="127" name="Rectangle : coins arrondis 26">
            <a:extLst>
              <a:ext uri="{FF2B5EF4-FFF2-40B4-BE49-F238E27FC236}">
                <a16:creationId xmlns:a16="http://schemas.microsoft.com/office/drawing/2014/main" id="{C47173CC-4AD3-4CDA-9578-9B15D1A1B4D5}"/>
              </a:ext>
            </a:extLst>
          </p:cNvPr>
          <p:cNvSpPr/>
          <p:nvPr/>
        </p:nvSpPr>
        <p:spPr>
          <a:xfrm>
            <a:off x="10201275" y="3498850"/>
            <a:ext cx="1566863" cy="889000"/>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des niveaux de services</a:t>
            </a:r>
          </a:p>
        </p:txBody>
      </p:sp>
      <p:cxnSp>
        <p:nvCxnSpPr>
          <p:cNvPr id="2073" name="Connecteur droit avec flèche 127">
            <a:extLst>
              <a:ext uri="{FF2B5EF4-FFF2-40B4-BE49-F238E27FC236}">
                <a16:creationId xmlns:a16="http://schemas.microsoft.com/office/drawing/2014/main" id="{77263FBE-B899-45C0-924F-B580DB4A54F4}"/>
              </a:ext>
            </a:extLst>
          </p:cNvPr>
          <p:cNvCxnSpPr>
            <a:cxnSpLocks/>
          </p:cNvCxnSpPr>
          <p:nvPr/>
        </p:nvCxnSpPr>
        <p:spPr bwMode="auto">
          <a:xfrm flipH="1">
            <a:off x="8843963" y="3711575"/>
            <a:ext cx="1346200" cy="0"/>
          </a:xfrm>
          <a:prstGeom prst="straightConnector1">
            <a:avLst/>
          </a:prstGeom>
          <a:noFill/>
          <a:ln w="9525" algn="ctr">
            <a:solidFill>
              <a:srgbClr val="747678"/>
            </a:solidFill>
            <a:round/>
            <a:headEnd type="triangle" w="med" len="med"/>
            <a:tailEnd/>
          </a:ln>
          <a:extLst>
            <a:ext uri="{909E8E84-426E-40DD-AFC4-6F175D3DCCD1}">
              <a14:hiddenFill xmlns:a14="http://schemas.microsoft.com/office/drawing/2010/main">
                <a:noFill/>
              </a14:hiddenFill>
            </a:ext>
          </a:extLst>
        </p:spPr>
      </p:cxnSp>
      <p:cxnSp>
        <p:nvCxnSpPr>
          <p:cNvPr id="2074" name="Connecteur droit avec flèche 128">
            <a:extLst>
              <a:ext uri="{FF2B5EF4-FFF2-40B4-BE49-F238E27FC236}">
                <a16:creationId xmlns:a16="http://schemas.microsoft.com/office/drawing/2014/main" id="{A4016314-AB09-4A38-96A3-1FBBD9B0254C}"/>
              </a:ext>
            </a:extLst>
          </p:cNvPr>
          <p:cNvCxnSpPr>
            <a:cxnSpLocks/>
          </p:cNvCxnSpPr>
          <p:nvPr/>
        </p:nvCxnSpPr>
        <p:spPr bwMode="auto">
          <a:xfrm flipH="1">
            <a:off x="8855075" y="4232275"/>
            <a:ext cx="1335088"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30" name="Organigramme : Document 129">
            <a:extLst>
              <a:ext uri="{FF2B5EF4-FFF2-40B4-BE49-F238E27FC236}">
                <a16:creationId xmlns:a16="http://schemas.microsoft.com/office/drawing/2014/main" id="{FA0B368F-0E7D-4AB9-9036-27FEAE5E8655}"/>
              </a:ext>
            </a:extLst>
          </p:cNvPr>
          <p:cNvSpPr/>
          <p:nvPr/>
        </p:nvSpPr>
        <p:spPr>
          <a:xfrm>
            <a:off x="8980488" y="4037013"/>
            <a:ext cx="1084262" cy="395287"/>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Remontées clients</a:t>
            </a:r>
          </a:p>
        </p:txBody>
      </p:sp>
      <p:sp>
        <p:nvSpPr>
          <p:cNvPr id="131" name="Organigramme : Document 130">
            <a:extLst>
              <a:ext uri="{FF2B5EF4-FFF2-40B4-BE49-F238E27FC236}">
                <a16:creationId xmlns:a16="http://schemas.microsoft.com/office/drawing/2014/main" id="{17C63F72-F117-47A6-83E4-ECBB0B4FC287}"/>
              </a:ext>
            </a:extLst>
          </p:cNvPr>
          <p:cNvSpPr/>
          <p:nvPr/>
        </p:nvSpPr>
        <p:spPr>
          <a:xfrm>
            <a:off x="8980488" y="3524250"/>
            <a:ext cx="1071562" cy="460375"/>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Informations pour le SIP</a:t>
            </a:r>
          </a:p>
        </p:txBody>
      </p:sp>
      <p:cxnSp>
        <p:nvCxnSpPr>
          <p:cNvPr id="2077" name="Connecteur droit avec flèche 131">
            <a:extLst>
              <a:ext uri="{FF2B5EF4-FFF2-40B4-BE49-F238E27FC236}">
                <a16:creationId xmlns:a16="http://schemas.microsoft.com/office/drawing/2014/main" id="{79782751-A48B-4F76-A4F9-3BF5E3BDB61E}"/>
              </a:ext>
            </a:extLst>
          </p:cNvPr>
          <p:cNvCxnSpPr>
            <a:cxnSpLocks/>
            <a:stCxn id="134" idx="2"/>
          </p:cNvCxnSpPr>
          <p:nvPr/>
        </p:nvCxnSpPr>
        <p:spPr bwMode="auto">
          <a:xfrm>
            <a:off x="7921625" y="1517650"/>
            <a:ext cx="0" cy="658813"/>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33" name="Organigramme : Document 132">
            <a:extLst>
              <a:ext uri="{FF2B5EF4-FFF2-40B4-BE49-F238E27FC236}">
                <a16:creationId xmlns:a16="http://schemas.microsoft.com/office/drawing/2014/main" id="{D00AD954-4EF2-464F-946E-A380E259F794}"/>
              </a:ext>
            </a:extLst>
          </p:cNvPr>
          <p:cNvSpPr/>
          <p:nvPr/>
        </p:nvSpPr>
        <p:spPr>
          <a:xfrm>
            <a:off x="7366000" y="1593850"/>
            <a:ext cx="1112838" cy="436563"/>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Evénements de type exception</a:t>
            </a:r>
          </a:p>
        </p:txBody>
      </p:sp>
      <p:sp>
        <p:nvSpPr>
          <p:cNvPr id="134" name="Rectangle : coins arrondis 42">
            <a:extLst>
              <a:ext uri="{FF2B5EF4-FFF2-40B4-BE49-F238E27FC236}">
                <a16:creationId xmlns:a16="http://schemas.microsoft.com/office/drawing/2014/main" id="{2FB43B6E-2DD7-4EF2-98B4-92F265C8835E}"/>
              </a:ext>
            </a:extLst>
          </p:cNvPr>
          <p:cNvSpPr/>
          <p:nvPr/>
        </p:nvSpPr>
        <p:spPr>
          <a:xfrm>
            <a:off x="7138988" y="627063"/>
            <a:ext cx="1566862" cy="890587"/>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des événements</a:t>
            </a:r>
          </a:p>
        </p:txBody>
      </p:sp>
      <p:cxnSp>
        <p:nvCxnSpPr>
          <p:cNvPr id="2080" name="Connecteur droit avec flèche 134">
            <a:extLst>
              <a:ext uri="{FF2B5EF4-FFF2-40B4-BE49-F238E27FC236}">
                <a16:creationId xmlns:a16="http://schemas.microsoft.com/office/drawing/2014/main" id="{3BBA0E90-215B-463E-9BE6-DA0B6F5B4AD7}"/>
              </a:ext>
            </a:extLst>
          </p:cNvPr>
          <p:cNvCxnSpPr>
            <a:cxnSpLocks/>
          </p:cNvCxnSpPr>
          <p:nvPr/>
        </p:nvCxnSpPr>
        <p:spPr bwMode="auto">
          <a:xfrm flipV="1">
            <a:off x="8050213" y="4527550"/>
            <a:ext cx="0" cy="771525"/>
          </a:xfrm>
          <a:prstGeom prst="straightConnector1">
            <a:avLst/>
          </a:prstGeom>
          <a:noFill/>
          <a:ln w="9525" algn="ctr">
            <a:solidFill>
              <a:srgbClr val="747678"/>
            </a:solidFill>
            <a:round/>
            <a:headEnd type="triangle" w="med" len="med"/>
            <a:tailEnd type="triangle" w="med" len="med"/>
          </a:ln>
          <a:extLst>
            <a:ext uri="{909E8E84-426E-40DD-AFC4-6F175D3DCCD1}">
              <a14:hiddenFill xmlns:a14="http://schemas.microsoft.com/office/drawing/2010/main">
                <a:noFill/>
              </a14:hiddenFill>
            </a:ext>
          </a:extLst>
        </p:spPr>
      </p:cxnSp>
      <p:sp>
        <p:nvSpPr>
          <p:cNvPr id="136" name="Organigramme : Document 135">
            <a:extLst>
              <a:ext uri="{FF2B5EF4-FFF2-40B4-BE49-F238E27FC236}">
                <a16:creationId xmlns:a16="http://schemas.microsoft.com/office/drawing/2014/main" id="{1C9E3AB1-3503-4B92-8944-C336E188ED3B}"/>
              </a:ext>
            </a:extLst>
          </p:cNvPr>
          <p:cNvSpPr/>
          <p:nvPr/>
        </p:nvSpPr>
        <p:spPr>
          <a:xfrm>
            <a:off x="7434263" y="4664075"/>
            <a:ext cx="1112837" cy="460375"/>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Consignes de résolution</a:t>
            </a:r>
          </a:p>
        </p:txBody>
      </p:sp>
      <p:sp>
        <p:nvSpPr>
          <p:cNvPr id="137" name="Rectangle : coins arrondis 44">
            <a:extLst>
              <a:ext uri="{FF2B5EF4-FFF2-40B4-BE49-F238E27FC236}">
                <a16:creationId xmlns:a16="http://schemas.microsoft.com/office/drawing/2014/main" id="{BC17CDB6-33EE-4611-AD8E-C68AF40CAB64}"/>
              </a:ext>
            </a:extLst>
          </p:cNvPr>
          <p:cNvSpPr/>
          <p:nvPr/>
        </p:nvSpPr>
        <p:spPr>
          <a:xfrm>
            <a:off x="192088" y="3541713"/>
            <a:ext cx="1455737" cy="693737"/>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fontAlgn="auto">
              <a:spcBef>
                <a:spcPts val="0"/>
              </a:spcBef>
              <a:spcAft>
                <a:spcPts val="0"/>
              </a:spcAft>
              <a:defRPr/>
            </a:pPr>
            <a:r>
              <a:rPr lang="fr-FR" sz="1400" b="1" kern="0" dirty="0">
                <a:solidFill>
                  <a:srgbClr val="3C3732"/>
                </a:solidFill>
                <a:latin typeface="Arial" pitchFamily="34" charset="0"/>
              </a:rPr>
              <a:t>Gestion des réalisations et déploiements</a:t>
            </a:r>
          </a:p>
        </p:txBody>
      </p:sp>
      <p:cxnSp>
        <p:nvCxnSpPr>
          <p:cNvPr id="2083" name="Connecteur droit avec flèche 137">
            <a:extLst>
              <a:ext uri="{FF2B5EF4-FFF2-40B4-BE49-F238E27FC236}">
                <a16:creationId xmlns:a16="http://schemas.microsoft.com/office/drawing/2014/main" id="{D4E878EE-781E-4D26-86A3-8E503ED31913}"/>
              </a:ext>
            </a:extLst>
          </p:cNvPr>
          <p:cNvCxnSpPr>
            <a:cxnSpLocks noChangeShapeType="1"/>
          </p:cNvCxnSpPr>
          <p:nvPr/>
        </p:nvCxnSpPr>
        <p:spPr bwMode="auto">
          <a:xfrm>
            <a:off x="1658938" y="3887788"/>
            <a:ext cx="1735137"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39" name="Organigramme : Document 138">
            <a:extLst>
              <a:ext uri="{FF2B5EF4-FFF2-40B4-BE49-F238E27FC236}">
                <a16:creationId xmlns:a16="http://schemas.microsoft.com/office/drawing/2014/main" id="{B78E1EEA-553F-4A61-9F8F-DEF3C2B178A9}"/>
              </a:ext>
            </a:extLst>
          </p:cNvPr>
          <p:cNvSpPr/>
          <p:nvPr/>
        </p:nvSpPr>
        <p:spPr>
          <a:xfrm>
            <a:off x="1927225" y="3629025"/>
            <a:ext cx="1198563" cy="463550"/>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fontAlgn="auto">
              <a:spcBef>
                <a:spcPts val="0"/>
              </a:spcBef>
              <a:spcAft>
                <a:spcPts val="0"/>
              </a:spcAft>
              <a:defRPr/>
            </a:pPr>
            <a:r>
              <a:rPr lang="fr-FR" sz="1050" kern="0" dirty="0">
                <a:solidFill>
                  <a:srgbClr val="3C3732"/>
                </a:solidFill>
                <a:latin typeface="Arial" pitchFamily="34" charset="0"/>
              </a:rPr>
              <a:t>Anomalies résiduelles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7ED430EB-C4AE-4DA8-AC82-7D51DD43DE39}"/>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7171" name="Espace réservé du texte 2">
            <a:extLst>
              <a:ext uri="{FF2B5EF4-FFF2-40B4-BE49-F238E27FC236}">
                <a16:creationId xmlns:a16="http://schemas.microsoft.com/office/drawing/2014/main" id="{32571A41-D763-468B-82F7-495AE619DDF9}"/>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a:t>
            </a:r>
          </a:p>
        </p:txBody>
      </p:sp>
      <p:graphicFrame>
        <p:nvGraphicFramePr>
          <p:cNvPr id="6" name="Tableau 5">
            <a:extLst>
              <a:ext uri="{FF2B5EF4-FFF2-40B4-BE49-F238E27FC236}">
                <a16:creationId xmlns:a16="http://schemas.microsoft.com/office/drawing/2014/main" id="{BE77DD4C-C9D8-41EA-8246-0B4FAE70DC2D}"/>
              </a:ext>
            </a:extLst>
          </p:cNvPr>
          <p:cNvGraphicFramePr>
            <a:graphicFrameLocks noGrp="1"/>
          </p:cNvGraphicFramePr>
          <p:nvPr>
            <p:extLst>
              <p:ext uri="{D42A27DB-BD31-4B8C-83A1-F6EECF244321}">
                <p14:modId xmlns:p14="http://schemas.microsoft.com/office/powerpoint/2010/main" val="2728878882"/>
              </p:ext>
            </p:extLst>
          </p:nvPr>
        </p:nvGraphicFramePr>
        <p:xfrm>
          <a:off x="792163" y="1579563"/>
          <a:ext cx="10607675" cy="4530724"/>
        </p:xfrm>
        <a:graphic>
          <a:graphicData uri="http://schemas.openxmlformats.org/drawingml/2006/table">
            <a:tbl>
              <a:tblPr firstRow="1" bandRow="1"/>
              <a:tblGrid>
                <a:gridCol w="10607675">
                  <a:extLst>
                    <a:ext uri="{9D8B030D-6E8A-4147-A177-3AD203B41FA5}">
                      <a16:colId xmlns:a16="http://schemas.microsoft.com/office/drawing/2014/main" val="20000"/>
                    </a:ext>
                  </a:extLst>
                </a:gridCol>
              </a:tblGrid>
              <a:tr h="411525">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t>Principes fondamentaux</a:t>
                      </a:r>
                    </a:p>
                  </a:txBody>
                  <a:tcPr marL="91446" marR="91446" marT="45725" marB="457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7088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Le propriétaire du processus gestion des problèmes est identifié</a:t>
                      </a:r>
                    </a:p>
                  </a:txBody>
                  <a:tcPr marL="91446" marR="91446" marT="45725" marB="45725">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37088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09161"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Le (ou les) gestionnaire(s) des problèmes est (sont) identifié(s)</a:t>
                      </a:r>
                    </a:p>
                  </a:txBody>
                  <a:tcPr marL="91446" marR="91446" marT="45725" marB="457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2"/>
                  </a:ext>
                </a:extLst>
              </a:tr>
              <a:tr h="37088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09161"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Le (ou les) coordinateur(s) des problèmes est (sont) identifié(s)</a:t>
                      </a:r>
                    </a:p>
                  </a:txBody>
                  <a:tcPr marL="91446" marR="91446" marT="45725" marB="457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r h="37088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09161"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Tous les problèmes sont gérés et centralisés dans un outil unique et utilisé de manière identique par l’ensemble des groupes supports</a:t>
                      </a:r>
                    </a:p>
                  </a:txBody>
                  <a:tcPr marL="91446" marR="91446" marT="45725" marB="457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4"/>
                  </a:ext>
                </a:extLst>
              </a:tr>
              <a:tr h="37088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09161"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Du temps, des ressources et des compétences sont clairement définis et budgétés pour réaliser la détection et la validation des problèmes</a:t>
                      </a:r>
                    </a:p>
                  </a:txBody>
                  <a:tcPr marL="91446" marR="91446" marT="45725" marB="457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5"/>
                  </a:ext>
                </a:extLst>
              </a:tr>
              <a:tr h="45725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09161"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La gestion des problèmes est garante de la mise à disposition des consignes de résolution des incidents de manière à faciliter leur traitement tant que l’erreur à l’origine du problème n’est pas corrigée</a:t>
                      </a:r>
                    </a:p>
                  </a:txBody>
                  <a:tcPr marL="91446" marR="91446" marT="45725" marB="457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6"/>
                  </a:ext>
                </a:extLst>
              </a:tr>
              <a:tr h="45725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09161"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Les solutions trouvées aux problèmes sont systématiquement transmises à la gestion des changements pour le contrôle et le suivi de leur mise en œuvre</a:t>
                      </a:r>
                    </a:p>
                  </a:txBody>
                  <a:tcPr marL="91446" marR="91446" marT="45725" marB="457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7"/>
                  </a:ext>
                </a:extLst>
              </a:tr>
              <a:tr h="542491">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09161"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La clôture définitive d’un problème n’est possible que suite à la validation de l’efficacité de la solution qui a été mise en œuvre par la gestion des changements (en s’assurant notamment de la non réapparition des incidents dont le problème était à l’origine)</a:t>
                      </a:r>
                    </a:p>
                  </a:txBody>
                  <a:tcPr marL="91446" marR="91446" marT="45725" marB="457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8"/>
                  </a:ext>
                </a:extLst>
              </a:tr>
              <a:tr h="411525">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46" marR="91446" marT="45725" marB="457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9"/>
                  </a:ext>
                </a:extLst>
              </a:tr>
              <a:tr h="396283">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1F497D"/>
                        </a:buClr>
                        <a:buSzTx/>
                        <a:buFont typeface="Wingdings" pitchFamily="2" charset="2"/>
                        <a:buChar char="§"/>
                        <a:tabLst/>
                        <a:defRPr/>
                      </a:pPr>
                      <a:r>
                        <a:rPr kumimoji="0" lang="fr-FR" sz="1200" b="0" i="0" u="none" strike="noStrike" kern="1200" cap="none" spc="0" normalizeH="0" baseline="0" noProof="0" dirty="0">
                          <a:ln>
                            <a:noFill/>
                          </a:ln>
                          <a:solidFill>
                            <a:prstClr val="black"/>
                          </a:solidFill>
                          <a:effectLst/>
                          <a:uLnTx/>
                          <a:uFillTx/>
                          <a:latin typeface="Calibri"/>
                          <a:ea typeface="+mn-ea"/>
                          <a:cs typeface="+mn-cs"/>
                        </a:rPr>
                        <a:t>La gestion des problèmes est réalisée au coup par coup, sans formalisation particulière</a:t>
                      </a:r>
                    </a:p>
                  </a:txBody>
                  <a:tcPr marL="91446" marR="91446" marT="45725" marB="457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0D695FF0-42B7-4FAF-8BC7-6B5C62873C21}"/>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9219" name="Espace réservé du texte 2">
            <a:extLst>
              <a:ext uri="{FF2B5EF4-FFF2-40B4-BE49-F238E27FC236}">
                <a16:creationId xmlns:a16="http://schemas.microsoft.com/office/drawing/2014/main" id="{1D80C787-3EC6-413E-AC03-223CC762346F}"/>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DETECTION D’UN PROBLEME</a:t>
            </a:r>
          </a:p>
        </p:txBody>
      </p:sp>
      <p:graphicFrame>
        <p:nvGraphicFramePr>
          <p:cNvPr id="5" name="Tableau 4">
            <a:extLst>
              <a:ext uri="{FF2B5EF4-FFF2-40B4-BE49-F238E27FC236}">
                <a16:creationId xmlns:a16="http://schemas.microsoft.com/office/drawing/2014/main" id="{08838333-2ED9-4D27-B042-6B1CC8D33844}"/>
              </a:ext>
            </a:extLst>
          </p:cNvPr>
          <p:cNvGraphicFramePr>
            <a:graphicFrameLocks noGrp="1"/>
          </p:cNvGraphicFramePr>
          <p:nvPr>
            <p:extLst>
              <p:ext uri="{D42A27DB-BD31-4B8C-83A1-F6EECF244321}">
                <p14:modId xmlns:p14="http://schemas.microsoft.com/office/powerpoint/2010/main" val="3211709841"/>
              </p:ext>
            </p:extLst>
          </p:nvPr>
        </p:nvGraphicFramePr>
        <p:xfrm>
          <a:off x="781050" y="1766888"/>
          <a:ext cx="10628313" cy="3982380"/>
        </p:xfrm>
        <a:graphic>
          <a:graphicData uri="http://schemas.openxmlformats.org/drawingml/2006/table">
            <a:tbl>
              <a:tblPr firstRow="1" bandRow="1"/>
              <a:tblGrid>
                <a:gridCol w="10628313">
                  <a:extLst>
                    <a:ext uri="{9D8B030D-6E8A-4147-A177-3AD203B41FA5}">
                      <a16:colId xmlns:a16="http://schemas.microsoft.com/office/drawing/2014/main" val="20000"/>
                    </a:ext>
                  </a:extLst>
                </a:gridCol>
              </a:tblGrid>
              <a:tr h="411408">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t>Principes fondamentaux</a:t>
                      </a:r>
                    </a:p>
                  </a:txBody>
                  <a:tcPr marL="91444" marR="91444" marT="45712" marB="45712">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45712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1" kern="1200" dirty="0"/>
                        <a:t>Un problème est détecté par des actions réactives ou proactives :</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Char char="§"/>
                        <a:tabLst/>
                        <a:defRPr/>
                      </a:pPr>
                      <a:endParaRPr lang="fr-FR" sz="1200" kern="1200" dirty="0"/>
                    </a:p>
                  </a:txBody>
                  <a:tcPr marL="91444" marR="91444" marT="45712" marB="45712">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370775">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Suite à l’analyse de la récurrence des incidents</a:t>
                      </a:r>
                    </a:p>
                  </a:txBody>
                  <a:tcPr marL="91444" marR="91444" marT="45712" marB="45712">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2"/>
                  </a:ext>
                </a:extLst>
              </a:tr>
              <a:tr h="45712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Lorsqu’une solution à un incident ne traite que le symptôme, et non la cause première (ex : incident résolu par un reboot d’équipement sans comprendre pourquoi l’équipement était figé).</a:t>
                      </a:r>
                    </a:p>
                  </a:txBody>
                  <a:tcPr marL="91444" marR="91444" marT="45712" marB="45712">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r h="370775">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Par l’analyse des événements autres que les incidents (tendances, seuils d’alerte, logs…).</a:t>
                      </a:r>
                    </a:p>
                  </a:txBody>
                  <a:tcPr marL="91444" marR="91444" marT="45712" marB="45712">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4"/>
                  </a:ext>
                </a:extLst>
              </a:tr>
              <a:tr h="370775">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Par le Service Desk qui constate certaines tendances des appels (ex : demandes de services récurrentes inhabituelles).</a:t>
                      </a:r>
                    </a:p>
                  </a:txBody>
                  <a:tcPr marL="91444" marR="91444" marT="45712" marB="45712">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5"/>
                  </a:ext>
                </a:extLst>
              </a:tr>
              <a:tr h="370775">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Par les fournisseurs externes (ex : information sur des incidents pour lesquels une solution de contournement est proposée).</a:t>
                      </a:r>
                    </a:p>
                  </a:txBody>
                  <a:tcPr marL="91444" marR="91444" marT="45712" marB="45712">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6"/>
                  </a:ext>
                </a:extLst>
              </a:tr>
              <a:tr h="411408">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44" marR="91444" marT="45712" marB="45712">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7"/>
                  </a:ext>
                </a:extLst>
              </a:tr>
              <a:tr h="39617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1F497D"/>
                        </a:buClr>
                        <a:buSzTx/>
                        <a:buFont typeface="Wingdings" pitchFamily="2" charset="2"/>
                        <a:buChar char="§"/>
                        <a:tabLst/>
                        <a:defRPr/>
                      </a:pPr>
                      <a:r>
                        <a:rPr kumimoji="0" lang="fr-FR" sz="1200" b="0" i="0" u="none" strike="noStrike" kern="1200" cap="none" spc="0" normalizeH="0" baseline="0" noProof="0" dirty="0">
                          <a:ln>
                            <a:noFill/>
                          </a:ln>
                          <a:solidFill>
                            <a:prstClr val="black"/>
                          </a:solidFill>
                          <a:effectLst/>
                          <a:uLnTx/>
                          <a:uFillTx/>
                          <a:latin typeface="Calibri"/>
                          <a:ea typeface="+mn-ea"/>
                          <a:cs typeface="+mn-cs"/>
                        </a:rPr>
                        <a:t>Les équipes sont conscientes de ce qu’est un problème au sens ITIL et des avantages de traiter des problèmes.</a:t>
                      </a:r>
                    </a:p>
                    <a:p>
                      <a:pPr marL="171450" marR="0" lvl="1" indent="-171450" algn="l" defTabSz="457200" rtl="0" eaLnBrk="1" fontAlgn="auto" latinLnBrk="0" hangingPunct="1">
                        <a:lnSpc>
                          <a:spcPct val="100000"/>
                        </a:lnSpc>
                        <a:spcBef>
                          <a:spcPts val="0"/>
                        </a:spcBef>
                        <a:spcAft>
                          <a:spcPts val="0"/>
                        </a:spcAft>
                        <a:buClr>
                          <a:srgbClr val="1F497D"/>
                        </a:buClr>
                        <a:buSzTx/>
                        <a:buFont typeface="Wingdings" pitchFamily="2" charset="2"/>
                        <a:buChar char="§"/>
                        <a:tabLst/>
                        <a:defRPr/>
                      </a:pPr>
                      <a:r>
                        <a:rPr kumimoji="0" lang="fr-FR" sz="1200" b="0" i="0" u="none" strike="noStrike" kern="1200" cap="none" spc="0" normalizeH="0" baseline="0" noProof="0" dirty="0">
                          <a:ln>
                            <a:noFill/>
                          </a:ln>
                          <a:solidFill>
                            <a:prstClr val="black"/>
                          </a:solidFill>
                          <a:effectLst/>
                          <a:uLnTx/>
                          <a:uFillTx/>
                          <a:latin typeface="Calibri"/>
                          <a:ea typeface="+mn-ea"/>
                          <a:cs typeface="+mn-cs"/>
                        </a:rPr>
                        <a:t>Les activités sont réalisées sans suivi ni traçabilité</a:t>
                      </a:r>
                    </a:p>
                    <a:p>
                      <a:pPr marL="0" marR="0" lvl="0" indent="0" algn="ctr" defTabSz="1038977"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dirty="0">
                        <a:ln>
                          <a:noFill/>
                        </a:ln>
                        <a:solidFill>
                          <a:prstClr val="white"/>
                        </a:solidFill>
                        <a:effectLst/>
                        <a:uLnTx/>
                        <a:uFillTx/>
                        <a:latin typeface="+mn-lt"/>
                        <a:ea typeface="+mn-ea"/>
                        <a:cs typeface="+mn-cs"/>
                      </a:endParaRPr>
                    </a:p>
                  </a:txBody>
                  <a:tcPr marL="91444" marR="91444" marT="45712" marB="45712">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31CA59AC-D702-4DF1-BF86-BBA3D6A15282}"/>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10243" name="Espace réservé du texte 2">
            <a:extLst>
              <a:ext uri="{FF2B5EF4-FFF2-40B4-BE49-F238E27FC236}">
                <a16:creationId xmlns:a16="http://schemas.microsoft.com/office/drawing/2014/main" id="{A0418896-65A9-4C36-8E73-C0865C54D5C1}"/>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EMISSION / ENREGISTREMENT D’UN PROBLEME</a:t>
            </a:r>
          </a:p>
        </p:txBody>
      </p:sp>
      <p:sp>
        <p:nvSpPr>
          <p:cNvPr id="10244" name="Espace réservé du texte 2">
            <a:extLst>
              <a:ext uri="{FF2B5EF4-FFF2-40B4-BE49-F238E27FC236}">
                <a16:creationId xmlns:a16="http://schemas.microsoft.com/office/drawing/2014/main" id="{B96A5A1B-54CB-4C44-AAEC-9C760EFAE1F0}"/>
              </a:ext>
            </a:extLst>
          </p:cNvPr>
          <p:cNvSpPr txBox="1">
            <a:spLocks/>
          </p:cNvSpPr>
          <p:nvPr/>
        </p:nvSpPr>
        <p:spPr bwMode="auto">
          <a:xfrm>
            <a:off x="163513" y="3895725"/>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GESTIONNAIRE DES PROBLEMES</a:t>
            </a:r>
          </a:p>
        </p:txBody>
      </p:sp>
      <p:graphicFrame>
        <p:nvGraphicFramePr>
          <p:cNvPr id="7" name="Tableau 6">
            <a:extLst>
              <a:ext uri="{FF2B5EF4-FFF2-40B4-BE49-F238E27FC236}">
                <a16:creationId xmlns:a16="http://schemas.microsoft.com/office/drawing/2014/main" id="{E518043E-FC25-438F-84BB-1CBA3C51C9D4}"/>
              </a:ext>
            </a:extLst>
          </p:cNvPr>
          <p:cNvGraphicFramePr>
            <a:graphicFrameLocks noGrp="1"/>
          </p:cNvGraphicFramePr>
          <p:nvPr>
            <p:extLst>
              <p:ext uri="{D42A27DB-BD31-4B8C-83A1-F6EECF244321}">
                <p14:modId xmlns:p14="http://schemas.microsoft.com/office/powerpoint/2010/main" val="2013707249"/>
              </p:ext>
            </p:extLst>
          </p:nvPr>
        </p:nvGraphicFramePr>
        <p:xfrm>
          <a:off x="781050" y="1766888"/>
          <a:ext cx="10628313" cy="1651000"/>
        </p:xfrm>
        <a:graphic>
          <a:graphicData uri="http://schemas.openxmlformats.org/drawingml/2006/table">
            <a:tbl>
              <a:tblPr firstRow="1" bandRow="1"/>
              <a:tblGrid>
                <a:gridCol w="10628313">
                  <a:extLst>
                    <a:ext uri="{9D8B030D-6E8A-4147-A177-3AD203B41FA5}">
                      <a16:colId xmlns:a16="http://schemas.microsoft.com/office/drawing/2014/main" val="20000"/>
                    </a:ext>
                  </a:extLst>
                </a:gridCol>
              </a:tblGrid>
              <a:tr h="370840">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dirty="0"/>
                        <a:t>Principes fondamentaux</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Tous les problèmes sont enregistrés sous le même format, dans un outillage qui en permet la centralisation.</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L’émission et l’enregistrement des problèmes se fait au fil de l’eau, et pas uniquement au cours d’une instance particulière.</a:t>
                      </a:r>
                    </a:p>
                  </a:txBody>
                  <a:tcPr marL="91444" marR="91444">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2"/>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1F497D"/>
                        </a:buClr>
                        <a:buSzTx/>
                        <a:buFont typeface="Wingdings" pitchFamily="2" charset="2"/>
                        <a:buChar char="§"/>
                        <a:tabLst/>
                        <a:defRPr/>
                      </a:pPr>
                      <a:r>
                        <a:rPr kumimoji="0" lang="fr-FR" sz="1200" b="0" i="0" u="none" strike="noStrike" kern="1200" cap="none" spc="0" normalizeH="0" baseline="0" noProof="0" dirty="0">
                          <a:ln>
                            <a:noFill/>
                          </a:ln>
                          <a:solidFill>
                            <a:prstClr val="black"/>
                          </a:solidFill>
                          <a:effectLst/>
                          <a:uLnTx/>
                          <a:uFillTx/>
                          <a:latin typeface="Calibri"/>
                          <a:ea typeface="+mn-ea"/>
                          <a:cs typeface="+mn-cs"/>
                        </a:rPr>
                        <a:t>Il n’y a pas d’outillage adapté à la gestion des problèmes</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bl>
          </a:graphicData>
        </a:graphic>
      </p:graphicFrame>
      <p:graphicFrame>
        <p:nvGraphicFramePr>
          <p:cNvPr id="8" name="Tableau 7">
            <a:extLst>
              <a:ext uri="{FF2B5EF4-FFF2-40B4-BE49-F238E27FC236}">
                <a16:creationId xmlns:a16="http://schemas.microsoft.com/office/drawing/2014/main" id="{7275A6BC-8C6A-476C-8F64-7B19A16E4B7B}"/>
              </a:ext>
            </a:extLst>
          </p:cNvPr>
          <p:cNvGraphicFramePr>
            <a:graphicFrameLocks noGrp="1"/>
          </p:cNvGraphicFramePr>
          <p:nvPr>
            <p:extLst>
              <p:ext uri="{D42A27DB-BD31-4B8C-83A1-F6EECF244321}">
                <p14:modId xmlns:p14="http://schemas.microsoft.com/office/powerpoint/2010/main" val="2958333716"/>
              </p:ext>
            </p:extLst>
          </p:nvPr>
        </p:nvGraphicFramePr>
        <p:xfrm>
          <a:off x="717550" y="4470400"/>
          <a:ext cx="10628313" cy="1590674"/>
        </p:xfrm>
        <a:graphic>
          <a:graphicData uri="http://schemas.openxmlformats.org/drawingml/2006/table">
            <a:tbl>
              <a:tblPr firstRow="1" bandRow="1"/>
              <a:tblGrid>
                <a:gridCol w="10628313">
                  <a:extLst>
                    <a:ext uri="{9D8B030D-6E8A-4147-A177-3AD203B41FA5}">
                      <a16:colId xmlns:a16="http://schemas.microsoft.com/office/drawing/2014/main" val="20000"/>
                    </a:ext>
                  </a:extLst>
                </a:gridCol>
              </a:tblGrid>
              <a:tr h="411644">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t>Principes fondamentaux</a:t>
                      </a:r>
                    </a:p>
                  </a:txBody>
                  <a:tcPr marL="91444" marR="91444" marT="45738" marB="4573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70988">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Le gestionnaire des problèmes a un rôle opérationnel central dans l’exécution et le suivi du processus.</a:t>
                      </a:r>
                    </a:p>
                  </a:txBody>
                  <a:tcPr marL="91444" marR="91444" marT="45738" marB="4573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411644">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44" marR="91444" marT="45738" marB="4573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2"/>
                  </a:ext>
                </a:extLst>
              </a:tr>
              <a:tr h="396398">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1F497D"/>
                        </a:buClr>
                        <a:buSzTx/>
                        <a:buFont typeface="Wingdings" pitchFamily="2" charset="2"/>
                        <a:buChar char="§"/>
                        <a:tabLst/>
                        <a:defRPr/>
                      </a:pPr>
                      <a:r>
                        <a:rPr kumimoji="0" lang="fr-FR" sz="1200" b="0" i="0" u="none" strike="noStrike" kern="1200" cap="none" spc="0" normalizeH="0" baseline="0" noProof="0" dirty="0">
                          <a:ln>
                            <a:noFill/>
                          </a:ln>
                          <a:solidFill>
                            <a:prstClr val="black"/>
                          </a:solidFill>
                          <a:effectLst/>
                          <a:uLnTx/>
                          <a:uFillTx/>
                          <a:latin typeface="Calibri"/>
                          <a:ea typeface="+mn-ea"/>
                          <a:cs typeface="+mn-cs"/>
                        </a:rPr>
                        <a:t>Le DSI joue un rôle dans le traitement des problèmes actuels, mais n’est pas identifié comme gestionnaire des problèmes</a:t>
                      </a:r>
                    </a:p>
                  </a:txBody>
                  <a:tcPr marL="91444" marR="91444" marT="45738" marB="4573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E9D8346B-DC75-4BFA-A998-A089421FB45C}"/>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11267" name="Espace réservé du texte 2">
            <a:extLst>
              <a:ext uri="{FF2B5EF4-FFF2-40B4-BE49-F238E27FC236}">
                <a16:creationId xmlns:a16="http://schemas.microsoft.com/office/drawing/2014/main" id="{E1A72DC0-81BB-465A-9C1C-8794884FACB0}"/>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GESTIONNAIRE DES PROBLEMES</a:t>
            </a:r>
          </a:p>
        </p:txBody>
      </p:sp>
      <p:graphicFrame>
        <p:nvGraphicFramePr>
          <p:cNvPr id="9" name="Tableau 8">
            <a:extLst>
              <a:ext uri="{FF2B5EF4-FFF2-40B4-BE49-F238E27FC236}">
                <a16:creationId xmlns:a16="http://schemas.microsoft.com/office/drawing/2014/main" id="{827233DB-6F77-4573-8A9B-59C0088107DE}"/>
              </a:ext>
            </a:extLst>
          </p:cNvPr>
          <p:cNvGraphicFramePr>
            <a:graphicFrameLocks noGrp="1"/>
          </p:cNvGraphicFramePr>
          <p:nvPr>
            <p:extLst>
              <p:ext uri="{D42A27DB-BD31-4B8C-83A1-F6EECF244321}">
                <p14:modId xmlns:p14="http://schemas.microsoft.com/office/powerpoint/2010/main" val="2750961780"/>
              </p:ext>
            </p:extLst>
          </p:nvPr>
        </p:nvGraphicFramePr>
        <p:xfrm>
          <a:off x="782638" y="1701800"/>
          <a:ext cx="10626725" cy="4480560"/>
        </p:xfrm>
        <a:graphic>
          <a:graphicData uri="http://schemas.openxmlformats.org/drawingml/2006/table">
            <a:tbl>
              <a:tblPr firstRow="1" bandRow="1"/>
              <a:tblGrid>
                <a:gridCol w="10626725">
                  <a:extLst>
                    <a:ext uri="{9D8B030D-6E8A-4147-A177-3AD203B41FA5}">
                      <a16:colId xmlns:a16="http://schemas.microsoft.com/office/drawing/2014/main" val="20000"/>
                    </a:ext>
                  </a:extLst>
                </a:gridCol>
              </a:tblGrid>
              <a:tr h="395345">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dirty="0"/>
                        <a:t>Rôle</a:t>
                      </a:r>
                      <a:r>
                        <a:rPr lang="fr-FR" baseline="0" dirty="0"/>
                        <a:t> : Le Gestionnaire des problèmes</a:t>
                      </a:r>
                      <a:endParaRPr lang="fr-FR" dirty="0"/>
                    </a:p>
                  </a:txBody>
                  <a:tcPr marL="91430" marR="9143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1" kern="1200" dirty="0"/>
                        <a:t>Il est le responsable opérationnel du processus et de son application.</a:t>
                      </a:r>
                    </a:p>
                  </a:txBody>
                  <a:tcPr marL="91430" marR="9143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Ses</a:t>
                      </a:r>
                      <a:r>
                        <a:rPr lang="fr-FR" sz="1200" b="0" kern="1200" baseline="0" dirty="0"/>
                        <a:t> tâches : </a:t>
                      </a:r>
                    </a:p>
                  </a:txBody>
                  <a:tcPr marL="91430" marR="9143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2"/>
                  </a:ext>
                </a:extLst>
              </a:tr>
              <a:tr h="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Valider la pertinence des problèmes soumis (récurrence, incident significatif, incident en phase projet, tendance…), et en définir la priorité.</a:t>
                      </a:r>
                    </a:p>
                  </a:txBody>
                  <a:tcPr marL="91430" marR="9143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r h="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Affecter aux équipes opérationnelles la recherche des causes et des corrections temporaires ou définitives, en estimer la charge.</a:t>
                      </a:r>
                    </a:p>
                  </a:txBody>
                  <a:tcPr marL="91430" marR="9143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4"/>
                  </a:ext>
                </a:extLst>
              </a:tr>
              <a:tr h="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S’assurer que les fournisseurs et prestataires remplissent leurs obligations contractuelles relatives à la gestion des problèmes.</a:t>
                      </a:r>
                    </a:p>
                  </a:txBody>
                  <a:tcPr marL="91430" marR="9143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5"/>
                  </a:ext>
                </a:extLst>
              </a:tr>
              <a:tr h="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Analyser les propositions de solutions selon des critères de pertinence et de coût,  et soumettre la demande de réalisation des corrections retenues à la gestion des changements.</a:t>
                      </a:r>
                    </a:p>
                  </a:txBody>
                  <a:tcPr marL="91430" marR="9143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6"/>
                  </a:ext>
                </a:extLst>
              </a:tr>
              <a:tr h="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Participer au Comité Consultatif sur les Changements (CAB) et suivre les mises en production des corrections proposées.</a:t>
                      </a:r>
                    </a:p>
                  </a:txBody>
                  <a:tcPr marL="91430" marR="9143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7"/>
                  </a:ext>
                </a:extLst>
              </a:tr>
              <a:tr h="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Assurer le suivi de l’avancement du traitement des problèmes.</a:t>
                      </a:r>
                    </a:p>
                  </a:txBody>
                  <a:tcPr marL="91430" marR="9143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8"/>
                  </a:ext>
                </a:extLst>
              </a:tr>
              <a:tr h="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Faire contrôler l’efficacité des corrections déployées.</a:t>
                      </a:r>
                    </a:p>
                  </a:txBody>
                  <a:tcPr marL="91430" marR="9143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9"/>
                  </a:ext>
                </a:extLst>
              </a:tr>
              <a:tr h="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Animer le comité de revue des problèmes.</a:t>
                      </a:r>
                    </a:p>
                  </a:txBody>
                  <a:tcPr marL="91430" marR="9143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10"/>
                  </a:ext>
                </a:extLst>
              </a:tr>
              <a:tr h="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kern="1200" dirty="0"/>
                        <a:t>Etre garant de la base des erreurs connues, de sa mise à jour, de la pertinence de son contenu.</a:t>
                      </a:r>
                      <a:endParaRPr lang="fr-FR" sz="1200" b="1" kern="1200" baseline="0" dirty="0"/>
                    </a:p>
                  </a:txBody>
                  <a:tcPr marL="91430" marR="9143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11"/>
                  </a:ext>
                </a:extLst>
              </a:tr>
              <a:tr h="370002">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30" marR="9143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12"/>
                  </a:ext>
                </a:extLst>
              </a:tr>
              <a:tr h="370002">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1F497D"/>
                        </a:buClr>
                        <a:buSzTx/>
                        <a:buFont typeface="Wingdings" pitchFamily="2" charset="2"/>
                        <a:buChar char="§"/>
                        <a:tabLst/>
                        <a:defRPr/>
                      </a:pPr>
                      <a:r>
                        <a:rPr kumimoji="0" lang="fr-FR" sz="1200" b="0" i="0" u="none" strike="noStrike" kern="1200" cap="none" spc="0" normalizeH="0" baseline="0" noProof="0" dirty="0">
                          <a:ln>
                            <a:noFill/>
                          </a:ln>
                          <a:solidFill>
                            <a:prstClr val="black"/>
                          </a:solidFill>
                          <a:effectLst/>
                          <a:uLnTx/>
                          <a:uFillTx/>
                          <a:latin typeface="Calibri"/>
                          <a:ea typeface="+mn-ea"/>
                          <a:cs typeface="+mn-cs"/>
                        </a:rPr>
                        <a:t>Le DSI joue un rôle dans le traitement des problèmes actuels, mais n’est pas identifié comme gestionnaire des problèmes. Une partie seulement de ces activités sont réalisées.</a:t>
                      </a:r>
                    </a:p>
                  </a:txBody>
                  <a:tcPr marL="91430" marR="9143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35A89FC5-4246-44BE-A0C3-1A850CF2D3F8}"/>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13315" name="Espace réservé du texte 2">
            <a:extLst>
              <a:ext uri="{FF2B5EF4-FFF2-40B4-BE49-F238E27FC236}">
                <a16:creationId xmlns:a16="http://schemas.microsoft.com/office/drawing/2014/main" id="{E82C3F6C-E26F-4B24-B878-FE8064A02F49}"/>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VALIDATION D’UN PROBLEME</a:t>
            </a:r>
          </a:p>
        </p:txBody>
      </p:sp>
      <p:graphicFrame>
        <p:nvGraphicFramePr>
          <p:cNvPr id="6" name="Tableau 5">
            <a:extLst>
              <a:ext uri="{FF2B5EF4-FFF2-40B4-BE49-F238E27FC236}">
                <a16:creationId xmlns:a16="http://schemas.microsoft.com/office/drawing/2014/main" id="{7EC43872-F81B-4305-98A8-DE72959A037A}"/>
              </a:ext>
            </a:extLst>
          </p:cNvPr>
          <p:cNvGraphicFramePr>
            <a:graphicFrameLocks noGrp="1"/>
          </p:cNvGraphicFramePr>
          <p:nvPr>
            <p:extLst>
              <p:ext uri="{D42A27DB-BD31-4B8C-83A1-F6EECF244321}">
                <p14:modId xmlns:p14="http://schemas.microsoft.com/office/powerpoint/2010/main" val="1224493666"/>
              </p:ext>
            </p:extLst>
          </p:nvPr>
        </p:nvGraphicFramePr>
        <p:xfrm>
          <a:off x="781050" y="1930400"/>
          <a:ext cx="10628313" cy="3505200"/>
        </p:xfrm>
        <a:graphic>
          <a:graphicData uri="http://schemas.openxmlformats.org/drawingml/2006/table">
            <a:tbl>
              <a:tblPr firstRow="1" bandRow="1"/>
              <a:tblGrid>
                <a:gridCol w="10628313">
                  <a:extLst>
                    <a:ext uri="{9D8B030D-6E8A-4147-A177-3AD203B41FA5}">
                      <a16:colId xmlns:a16="http://schemas.microsoft.com/office/drawing/2014/main" val="20000"/>
                    </a:ext>
                  </a:extLst>
                </a:gridCol>
              </a:tblGrid>
              <a:tr h="370840">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dirty="0"/>
                        <a:t>Principes fondamentaux</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1" kern="1200" dirty="0"/>
                        <a:t>Tous les problèmes enregistrés convergent vers le gestionnaire des problèmes qui les valide au fil de l’eau.</a:t>
                      </a:r>
                    </a:p>
                  </a:txBody>
                  <a:tcPr marL="91444" marR="91444">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1" kern="1200" dirty="0"/>
                        <a:t>Une demande d’ouverture de problème est validée :</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2"/>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Char char="§"/>
                        <a:tabLst/>
                        <a:defRPr/>
                      </a:pPr>
                      <a:r>
                        <a:rPr lang="fr-FR" sz="1200" kern="1200" dirty="0"/>
                        <a:t>Lorsque</a:t>
                      </a:r>
                      <a:r>
                        <a:rPr lang="fr-FR" sz="1200" kern="1200" baseline="0" dirty="0"/>
                        <a:t> </a:t>
                      </a:r>
                      <a:r>
                        <a:rPr lang="fr-FR" sz="1200" kern="1200" dirty="0"/>
                        <a:t>cette demande correspond bien à un problème (et non à un incident ou à une demande de changement, …)</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Char char="§"/>
                        <a:tabLst/>
                        <a:defRPr/>
                      </a:pPr>
                      <a:r>
                        <a:rPr lang="fr-FR" sz="1200" kern="1200" dirty="0"/>
                        <a:t>Lorsqu’elle ne correspond pas à un problème déjà en cours de traitement.</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4"/>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Char char="§"/>
                        <a:tabLst/>
                        <a:defRPr/>
                      </a:pPr>
                      <a:r>
                        <a:rPr lang="fr-FR" sz="1200" kern="1200" dirty="0"/>
                        <a:t>Lorsqu</a:t>
                      </a:r>
                      <a:r>
                        <a:rPr lang="fr-FR" sz="1200" kern="1200" baseline="0" dirty="0"/>
                        <a:t>e </a:t>
                      </a:r>
                      <a:r>
                        <a:rPr lang="fr-FR" sz="1200" kern="1200" dirty="0"/>
                        <a:t>le ROI le justifie.</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5"/>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Char char="§"/>
                        <a:tabLst/>
                        <a:defRPr/>
                      </a:pPr>
                      <a:r>
                        <a:rPr lang="fr-FR" sz="1200" u="sng" kern="1200" dirty="0" err="1"/>
                        <a:t>Rq</a:t>
                      </a:r>
                      <a:r>
                        <a:rPr lang="fr-FR" sz="1200" u="sng" kern="1200" dirty="0"/>
                        <a:t>. :</a:t>
                      </a:r>
                      <a:r>
                        <a:rPr lang="fr-FR" sz="1200" kern="1200" dirty="0"/>
                        <a:t> Il arrive régulièrement que l’analyse de cause soit réalisée au cours de la résolution de l’incident et qu’une RFC soit nécessaire pour l’application de la solution. Dans ce cas, il peut être demandé au Gestionnaire des problèmes s’il est pertinent d’ouvrir un problème pour tracer les actions en cours.</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6"/>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7"/>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1F497D"/>
                        </a:buClr>
                        <a:buSzTx/>
                        <a:buFont typeface="Wingdings" pitchFamily="2" charset="2"/>
                        <a:buChar char="§"/>
                        <a:tabLst/>
                        <a:defRPr/>
                      </a:pPr>
                      <a:r>
                        <a:rPr kumimoji="0" lang="fr-FR" sz="1200" b="0" i="0" u="none" strike="noStrike" kern="1200" cap="none" spc="0" normalizeH="0" baseline="0" noProof="0" dirty="0">
                          <a:ln>
                            <a:noFill/>
                          </a:ln>
                          <a:solidFill>
                            <a:prstClr val="black"/>
                          </a:solidFill>
                          <a:effectLst/>
                          <a:uLnTx/>
                          <a:uFillTx/>
                          <a:latin typeface="Calibri"/>
                          <a:ea typeface="+mn-ea"/>
                          <a:cs typeface="+mn-cs"/>
                        </a:rPr>
                        <a:t>Le DSI joue un rôle dans le traitement des problèmes actuels, mais n’est pas identifié comme gestionnaire des problèmes</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7CB86EFB-8416-408B-8C20-92B5ED581523}"/>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14339" name="Espace réservé du texte 2">
            <a:extLst>
              <a:ext uri="{FF2B5EF4-FFF2-40B4-BE49-F238E27FC236}">
                <a16:creationId xmlns:a16="http://schemas.microsoft.com/office/drawing/2014/main" id="{83D1D8DF-56FF-4BAC-8F69-7B0BC8FAA0C1}"/>
              </a:ext>
            </a:extLst>
          </p:cNvPr>
          <p:cNvSpPr txBox="1">
            <a:spLocks/>
          </p:cNvSpPr>
          <p:nvPr/>
        </p:nvSpPr>
        <p:spPr bwMode="auto">
          <a:xfrm>
            <a:off x="135094" y="961231"/>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dirty="0">
                <a:solidFill>
                  <a:schemeClr val="tx2"/>
                </a:solidFill>
                <a:latin typeface="Arial" panose="020B0604020202020204" pitchFamily="34" charset="0"/>
              </a:rPr>
              <a:t>PRINCIPES : CATEGORISATION D’UN PROBLEME</a:t>
            </a:r>
          </a:p>
        </p:txBody>
      </p:sp>
      <p:graphicFrame>
        <p:nvGraphicFramePr>
          <p:cNvPr id="5" name="Tableau 4">
            <a:extLst>
              <a:ext uri="{FF2B5EF4-FFF2-40B4-BE49-F238E27FC236}">
                <a16:creationId xmlns:a16="http://schemas.microsoft.com/office/drawing/2014/main" id="{682F5922-60F9-4AE0-A367-77018BA8FD60}"/>
              </a:ext>
            </a:extLst>
          </p:cNvPr>
          <p:cNvGraphicFramePr>
            <a:graphicFrameLocks noGrp="1"/>
          </p:cNvGraphicFramePr>
          <p:nvPr>
            <p:extLst>
              <p:ext uri="{D42A27DB-BD31-4B8C-83A1-F6EECF244321}">
                <p14:modId xmlns:p14="http://schemas.microsoft.com/office/powerpoint/2010/main" val="3948593544"/>
              </p:ext>
            </p:extLst>
          </p:nvPr>
        </p:nvGraphicFramePr>
        <p:xfrm>
          <a:off x="774700" y="1256202"/>
          <a:ext cx="10433050" cy="1906077"/>
        </p:xfrm>
        <a:graphic>
          <a:graphicData uri="http://schemas.openxmlformats.org/drawingml/2006/table">
            <a:tbl>
              <a:tblPr firstRow="1" bandRow="1"/>
              <a:tblGrid>
                <a:gridCol w="10433050">
                  <a:extLst>
                    <a:ext uri="{9D8B030D-6E8A-4147-A177-3AD203B41FA5}">
                      <a16:colId xmlns:a16="http://schemas.microsoft.com/office/drawing/2014/main" val="20000"/>
                    </a:ext>
                  </a:extLst>
                </a:gridCol>
              </a:tblGrid>
              <a:tr h="411765">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t>Principes fondamentaux</a:t>
                      </a:r>
                    </a:p>
                  </a:txBody>
                  <a:tcPr marL="91448" marR="91448" marT="45752" marB="45752">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640523">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Tous les problèmes validés sont catégorisés par le gestionnaire des problèmes.</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La catégorisation des problèmes doit être cohérente avec la catégorisation des incidents. </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Ceci facilite le rapprochement entre un incident ouvert, un problème enregistré et la solution de contournement proposée.</a:t>
                      </a:r>
                    </a:p>
                  </a:txBody>
                  <a:tcPr marL="91448" marR="91448" marT="45752" marB="45752">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411765">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48" marR="91448" marT="45752" marB="45752">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2"/>
                  </a:ext>
                </a:extLst>
              </a:tr>
              <a:tr h="371097">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1F497D"/>
                        </a:buClr>
                        <a:buSzTx/>
                        <a:buFont typeface="Wingdings" panose="05000000000000000000" pitchFamily="2" charset="2"/>
                        <a:buChar char="§"/>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Actuellement, aucune catégorisation des problèmes</a:t>
                      </a:r>
                    </a:p>
                    <a:p>
                      <a:pPr marL="0" marR="0" lvl="0" indent="0" algn="ctr" defTabSz="1038977" rtl="0" eaLnBrk="1" fontAlgn="auto" latinLnBrk="0" hangingPunct="1">
                        <a:lnSpc>
                          <a:spcPct val="100000"/>
                        </a:lnSpc>
                        <a:spcBef>
                          <a:spcPts val="0"/>
                        </a:spcBef>
                        <a:spcAft>
                          <a:spcPts val="0"/>
                        </a:spcAft>
                        <a:buClrTx/>
                        <a:buSzTx/>
                        <a:buFontTx/>
                        <a:buNone/>
                        <a:tabLst/>
                        <a:defRPr/>
                      </a:pPr>
                      <a:endParaRPr kumimoji="0" lang="fr-FR" sz="1100" b="1" i="0" u="none" strike="noStrike" kern="1200" cap="none" spc="0" normalizeH="0" baseline="0" noProof="0" dirty="0">
                        <a:ln>
                          <a:noFill/>
                        </a:ln>
                        <a:solidFill>
                          <a:prstClr val="white"/>
                        </a:solidFill>
                        <a:effectLst/>
                        <a:uLnTx/>
                        <a:uFillTx/>
                        <a:latin typeface="+mn-lt"/>
                        <a:ea typeface="+mn-ea"/>
                        <a:cs typeface="+mn-cs"/>
                      </a:endParaRPr>
                    </a:p>
                  </a:txBody>
                  <a:tcPr marL="91448" marR="91448" marT="45752" marB="45752">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bl>
          </a:graphicData>
        </a:graphic>
      </p:graphicFrame>
      <p:sp>
        <p:nvSpPr>
          <p:cNvPr id="14352" name="Espace réservé du texte 2">
            <a:extLst>
              <a:ext uri="{FF2B5EF4-FFF2-40B4-BE49-F238E27FC236}">
                <a16:creationId xmlns:a16="http://schemas.microsoft.com/office/drawing/2014/main" id="{BB7CF44A-8B22-4DF7-AA26-C27A871668FF}"/>
              </a:ext>
            </a:extLst>
          </p:cNvPr>
          <p:cNvSpPr txBox="1">
            <a:spLocks/>
          </p:cNvSpPr>
          <p:nvPr/>
        </p:nvSpPr>
        <p:spPr bwMode="auto">
          <a:xfrm>
            <a:off x="163513" y="3502025"/>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AFFECTATION, PRIORISATION ET PRISE EN CHARGE D’UN PROBLEME</a:t>
            </a:r>
          </a:p>
        </p:txBody>
      </p:sp>
      <p:graphicFrame>
        <p:nvGraphicFramePr>
          <p:cNvPr id="7" name="Tableau 6">
            <a:extLst>
              <a:ext uri="{FF2B5EF4-FFF2-40B4-BE49-F238E27FC236}">
                <a16:creationId xmlns:a16="http://schemas.microsoft.com/office/drawing/2014/main" id="{040B3C87-B96E-4028-93DA-7DEF030EFD9B}"/>
              </a:ext>
            </a:extLst>
          </p:cNvPr>
          <p:cNvGraphicFramePr>
            <a:graphicFrameLocks noGrp="1"/>
          </p:cNvGraphicFramePr>
          <p:nvPr>
            <p:extLst>
              <p:ext uri="{D42A27DB-BD31-4B8C-83A1-F6EECF244321}">
                <p14:modId xmlns:p14="http://schemas.microsoft.com/office/powerpoint/2010/main" val="3721051418"/>
              </p:ext>
            </p:extLst>
          </p:nvPr>
        </p:nvGraphicFramePr>
        <p:xfrm>
          <a:off x="774700" y="3809206"/>
          <a:ext cx="10431462" cy="2865438"/>
        </p:xfrm>
        <a:graphic>
          <a:graphicData uri="http://schemas.openxmlformats.org/drawingml/2006/table">
            <a:tbl>
              <a:tblPr firstRow="1" bandRow="1"/>
              <a:tblGrid>
                <a:gridCol w="10431462">
                  <a:extLst>
                    <a:ext uri="{9D8B030D-6E8A-4147-A177-3AD203B41FA5}">
                      <a16:colId xmlns:a16="http://schemas.microsoft.com/office/drawing/2014/main" val="20000"/>
                    </a:ext>
                  </a:extLst>
                </a:gridCol>
              </a:tblGrid>
              <a:tr h="411526">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t>Principes fondamentaux</a:t>
                      </a:r>
                    </a:p>
                  </a:txBody>
                  <a:tcPr marL="91434" marR="91434" marT="45725" marB="457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640151">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En fonction de la catégorisation du problème, le gestionnaire des problèmes sait à quelle équipe support il doit affecter la recherche de la cause et de la</a:t>
                      </a:r>
                      <a:r>
                        <a:rPr lang="fr-FR" sz="1200" b="0" kern="1200" baseline="0" dirty="0">
                          <a:latin typeface="Arial" panose="020B0604020202020204" pitchFamily="34" charset="0"/>
                          <a:cs typeface="Arial" panose="020B0604020202020204" pitchFamily="34" charset="0"/>
                        </a:rPr>
                        <a:t> </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correction du problème.</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La priorisation et l’affectation des ressources au problème doivent se faire en collaboration avec les équipes support et le gestionnaire des problèmes.</a:t>
                      </a:r>
                    </a:p>
                  </a:txBody>
                  <a:tcPr marL="91434" marR="91434" marT="45725" marB="45725">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27435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La priorisation permet de définir l’ordre de prise en charge des problèmes. Elle est le résultat de :</a:t>
                      </a:r>
                    </a:p>
                  </a:txBody>
                  <a:tcPr marL="91434" marR="91434" marT="45725" marB="457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2"/>
                  </a:ext>
                </a:extLst>
              </a:tr>
              <a:tr h="27435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b="0" kern="1200" noProof="0" dirty="0">
                          <a:solidFill>
                            <a:schemeClr val="dk1"/>
                          </a:solidFill>
                          <a:latin typeface="Arial" panose="020B0604020202020204" pitchFamily="34" charset="0"/>
                          <a:ea typeface="+mn-ea"/>
                          <a:cs typeface="Arial" panose="020B0604020202020204" pitchFamily="34" charset="0"/>
                        </a:rPr>
                        <a:t>La probabilité d’occurrence des incidents (avérée ou probable) à l’origine du problème .</a:t>
                      </a:r>
                    </a:p>
                  </a:txBody>
                  <a:tcPr marL="91434" marR="91434" marT="45725" marB="457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r h="457251">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b="0" kern="1200" noProof="0" dirty="0">
                          <a:solidFill>
                            <a:schemeClr val="dk1"/>
                          </a:solidFill>
                          <a:latin typeface="Arial" panose="020B0604020202020204" pitchFamily="34" charset="0"/>
                          <a:ea typeface="+mn-ea"/>
                          <a:cs typeface="Arial" panose="020B0604020202020204" pitchFamily="34" charset="0"/>
                        </a:rPr>
                        <a:t>L’impact de ces incidents  (mobilisation des ressources nécessaires pour la résolution de cet incident, ou impact commercial si l’incident n’est pas résolu). </a:t>
                      </a:r>
                    </a:p>
                  </a:txBody>
                  <a:tcPr marL="91434" marR="91434" marT="45725" marB="457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4"/>
                  </a:ext>
                </a:extLst>
              </a:tr>
              <a:tr h="411526">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34" marR="91434" marT="45725" marB="457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5"/>
                  </a:ext>
                </a:extLst>
              </a:tr>
              <a:tr h="396284">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1F497D"/>
                        </a:buClr>
                        <a:buSzTx/>
                        <a:buFont typeface="Wingdings" panose="05000000000000000000" pitchFamily="2" charset="2"/>
                        <a:buChar char="§"/>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Actuellement, aucune affectation des problèmes</a:t>
                      </a:r>
                    </a:p>
                  </a:txBody>
                  <a:tcPr marL="91434" marR="91434" marT="45725" marB="457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A7165A0A-795E-455F-A285-E0791C5F3106}"/>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15363" name="Espace réservé du texte 2">
            <a:extLst>
              <a:ext uri="{FF2B5EF4-FFF2-40B4-BE49-F238E27FC236}">
                <a16:creationId xmlns:a16="http://schemas.microsoft.com/office/drawing/2014/main" id="{A8ACC335-0D78-41E9-907B-F0CBC9F21D1F}"/>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SUIVI DES PROBLEMES ET DE LA MISE EN ŒUVRE DES CORRECTIONS</a:t>
            </a:r>
          </a:p>
        </p:txBody>
      </p:sp>
      <p:graphicFrame>
        <p:nvGraphicFramePr>
          <p:cNvPr id="5" name="Tableau 4">
            <a:extLst>
              <a:ext uri="{FF2B5EF4-FFF2-40B4-BE49-F238E27FC236}">
                <a16:creationId xmlns:a16="http://schemas.microsoft.com/office/drawing/2014/main" id="{49CCE623-26C7-4C6A-AD3E-257346753438}"/>
              </a:ext>
            </a:extLst>
          </p:cNvPr>
          <p:cNvGraphicFramePr>
            <a:graphicFrameLocks noGrp="1"/>
          </p:cNvGraphicFramePr>
          <p:nvPr>
            <p:extLst>
              <p:ext uri="{D42A27DB-BD31-4B8C-83A1-F6EECF244321}">
                <p14:modId xmlns:p14="http://schemas.microsoft.com/office/powerpoint/2010/main" val="2470405456"/>
              </p:ext>
            </p:extLst>
          </p:nvPr>
        </p:nvGraphicFramePr>
        <p:xfrm>
          <a:off x="781050" y="1766888"/>
          <a:ext cx="10628313" cy="2773680"/>
        </p:xfrm>
        <a:graphic>
          <a:graphicData uri="http://schemas.openxmlformats.org/drawingml/2006/table">
            <a:tbl>
              <a:tblPr firstRow="1" bandRow="1"/>
              <a:tblGrid>
                <a:gridCol w="10628313">
                  <a:extLst>
                    <a:ext uri="{9D8B030D-6E8A-4147-A177-3AD203B41FA5}">
                      <a16:colId xmlns:a16="http://schemas.microsoft.com/office/drawing/2014/main" val="20000"/>
                    </a:ext>
                  </a:extLst>
                </a:gridCol>
              </a:tblGrid>
              <a:tr h="370840">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dirty="0"/>
                        <a:t>Principes fondamentaux</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Le gestionnaire des problèmes suit l’état d’avancement de la recherche des causes et des corrections des problèmes.</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C’est lui qui valide l’éligibilité de la correction d’un problème.</a:t>
                      </a:r>
                    </a:p>
                  </a:txBody>
                  <a:tcPr marL="91444" marR="91444">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Une correction validée est soumise au changement via une RFC (demande de changement) par le gestionnaire des problèmes.</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Le gestionnaire des problèmes participe au CAB, et de ce fait suit la mise en œuvre des corrections.</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2"/>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err="1"/>
                        <a:t>Rq</a:t>
                      </a:r>
                      <a:r>
                        <a:rPr lang="fr-FR" sz="1200" b="0" kern="1200" dirty="0"/>
                        <a:t>. : La correction d’un problème peut ne pas passer par les changements (ex : besoin de formation des utilisateurs d’un service). Le suivi de</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ces corrections sera donc spécifique (à traiter au cas par cas).</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4"/>
                  </a:ext>
                </a:extLst>
              </a:tr>
              <a:tr h="37084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1F497D"/>
                        </a:buClr>
                        <a:buSzTx/>
                        <a:buFont typeface="Wingdings" panose="05000000000000000000" pitchFamily="2" charset="2"/>
                        <a:buChar char="§"/>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Actuellement, aucun suivi de mise en œuvre des problème, ni de gestion des changements</a:t>
                      </a:r>
                    </a:p>
                    <a:p>
                      <a:pPr marL="0" marR="0" lvl="0" indent="0" algn="ctr" defTabSz="1038977"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dirty="0">
                        <a:ln>
                          <a:noFill/>
                        </a:ln>
                        <a:solidFill>
                          <a:prstClr val="white"/>
                        </a:solidFill>
                        <a:effectLst/>
                        <a:uLnTx/>
                        <a:uFillTx/>
                        <a:latin typeface="+mn-lt"/>
                        <a:ea typeface="+mn-ea"/>
                        <a:cs typeface="+mn-cs"/>
                      </a:endParaRPr>
                    </a:p>
                  </a:txBody>
                  <a:tcPr marL="91444" marR="91444">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E2825560-C25A-4778-AFB7-0C711E019B0A}"/>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16387" name="Espace réservé du texte 2">
            <a:extLst>
              <a:ext uri="{FF2B5EF4-FFF2-40B4-BE49-F238E27FC236}">
                <a16:creationId xmlns:a16="http://schemas.microsoft.com/office/drawing/2014/main" id="{05A03317-DA60-4C49-8F5D-6425B3A78089}"/>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COMITE DES PROBLEMES</a:t>
            </a:r>
          </a:p>
        </p:txBody>
      </p:sp>
      <p:graphicFrame>
        <p:nvGraphicFramePr>
          <p:cNvPr id="6" name="Tableau 5">
            <a:extLst>
              <a:ext uri="{FF2B5EF4-FFF2-40B4-BE49-F238E27FC236}">
                <a16:creationId xmlns:a16="http://schemas.microsoft.com/office/drawing/2014/main" id="{C1A06A38-03D7-4BB1-9909-14A3059CB9E5}"/>
              </a:ext>
            </a:extLst>
          </p:cNvPr>
          <p:cNvGraphicFramePr>
            <a:graphicFrameLocks noGrp="1"/>
          </p:cNvGraphicFramePr>
          <p:nvPr>
            <p:extLst>
              <p:ext uri="{D42A27DB-BD31-4B8C-83A1-F6EECF244321}">
                <p14:modId xmlns:p14="http://schemas.microsoft.com/office/powerpoint/2010/main" val="1347077274"/>
              </p:ext>
            </p:extLst>
          </p:nvPr>
        </p:nvGraphicFramePr>
        <p:xfrm>
          <a:off x="793750" y="1846263"/>
          <a:ext cx="10626725" cy="2494350"/>
        </p:xfrm>
        <a:graphic>
          <a:graphicData uri="http://schemas.openxmlformats.org/drawingml/2006/table">
            <a:tbl>
              <a:tblPr firstRow="1" bandRow="1"/>
              <a:tblGrid>
                <a:gridCol w="10626725">
                  <a:extLst>
                    <a:ext uri="{9D8B030D-6E8A-4147-A177-3AD203B41FA5}">
                      <a16:colId xmlns:a16="http://schemas.microsoft.com/office/drawing/2014/main" val="20000"/>
                    </a:ext>
                  </a:extLst>
                </a:gridCol>
              </a:tblGrid>
              <a:tr h="411462">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t>Principes fondamentaux</a:t>
                      </a:r>
                    </a:p>
                  </a:txBody>
                  <a:tcPr marL="91430" marR="91430" marT="45718" marB="4571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640053">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Constituer un Comité des Problèmes : Groupe représentatif d’intervenants possédant les compétences nécessaires pour valider la pertinence</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des corrections qui seront soumises à la gestion des changements, pour établir les conditions de validation de l’efficacité des corrections, et</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valider la clôture des problèmes.</a:t>
                      </a:r>
                    </a:p>
                  </a:txBody>
                  <a:tcPr marL="91430" marR="91430" marT="45718" marB="4571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274308">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Ce comité, piloté et organisé par le gestionnaire des problèmes, se réunit régulièrement, de façon hebdomadaire.</a:t>
                      </a:r>
                    </a:p>
                  </a:txBody>
                  <a:tcPr marL="91430" marR="91430" marT="45718" marB="4571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2"/>
                  </a:ext>
                </a:extLst>
              </a:tr>
              <a:tr h="330290">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La DSI aura son comité des problèmes (axe opérationnel). </a:t>
                      </a:r>
                    </a:p>
                  </a:txBody>
                  <a:tcPr marL="91430" marR="91430" marT="45718" marB="4571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r h="411462">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30" marR="91430" marT="45718" marB="4571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4"/>
                  </a:ext>
                </a:extLst>
              </a:tr>
              <a:tr h="370824">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1F497D"/>
                        </a:buClr>
                        <a:buSzTx/>
                        <a:buFont typeface="Wingdings" panose="05000000000000000000" pitchFamily="2" charset="2"/>
                        <a:buChar char="§"/>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Actuellement, aucun comité en place</a:t>
                      </a:r>
                    </a:p>
                    <a:p>
                      <a:pPr marL="0" marR="0" lvl="0" indent="0" algn="ctr" defTabSz="1038977" rtl="0" eaLnBrk="1" fontAlgn="auto" latinLnBrk="0" hangingPunct="1">
                        <a:lnSpc>
                          <a:spcPct val="100000"/>
                        </a:lnSpc>
                        <a:spcBef>
                          <a:spcPts val="0"/>
                        </a:spcBef>
                        <a:spcAft>
                          <a:spcPts val="0"/>
                        </a:spcAft>
                        <a:buClrTx/>
                        <a:buSzTx/>
                        <a:buFontTx/>
                        <a:buNone/>
                        <a:tabLst/>
                        <a:defRPr/>
                      </a:pPr>
                      <a:endParaRPr kumimoji="0" lang="fr-FR" sz="1000" b="1" i="0" u="none" strike="noStrike" kern="1200" cap="none" spc="0" normalizeH="0" baseline="0" noProof="0" dirty="0">
                        <a:ln>
                          <a:noFill/>
                        </a:ln>
                        <a:solidFill>
                          <a:prstClr val="white"/>
                        </a:solidFill>
                        <a:effectLst/>
                        <a:uLnTx/>
                        <a:uFillTx/>
                        <a:latin typeface="+mn-lt"/>
                        <a:ea typeface="+mn-ea"/>
                        <a:cs typeface="+mn-cs"/>
                      </a:endParaRPr>
                    </a:p>
                  </a:txBody>
                  <a:tcPr marL="91430" marR="91430" marT="45718" marB="4571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C48606FF-950D-4CD2-AD34-EB41C5C7E849}"/>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17411" name="Espace réservé du texte 2">
            <a:extLst>
              <a:ext uri="{FF2B5EF4-FFF2-40B4-BE49-F238E27FC236}">
                <a16:creationId xmlns:a16="http://schemas.microsoft.com/office/drawing/2014/main" id="{CB8FAE5D-32CF-4279-AB14-F563EDC6FD60}"/>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CLOTURE D’UN PROBLEME</a:t>
            </a:r>
          </a:p>
        </p:txBody>
      </p:sp>
      <p:graphicFrame>
        <p:nvGraphicFramePr>
          <p:cNvPr id="5" name="Tableau 4">
            <a:extLst>
              <a:ext uri="{FF2B5EF4-FFF2-40B4-BE49-F238E27FC236}">
                <a16:creationId xmlns:a16="http://schemas.microsoft.com/office/drawing/2014/main" id="{69EBFAB8-0ADE-4F90-8221-8E6D65F086BA}"/>
              </a:ext>
            </a:extLst>
          </p:cNvPr>
          <p:cNvGraphicFramePr>
            <a:graphicFrameLocks noGrp="1"/>
          </p:cNvGraphicFramePr>
          <p:nvPr>
            <p:extLst>
              <p:ext uri="{D42A27DB-BD31-4B8C-83A1-F6EECF244321}">
                <p14:modId xmlns:p14="http://schemas.microsoft.com/office/powerpoint/2010/main" val="3295553384"/>
              </p:ext>
            </p:extLst>
          </p:nvPr>
        </p:nvGraphicFramePr>
        <p:xfrm>
          <a:off x="793750" y="1716088"/>
          <a:ext cx="10626725" cy="3418677"/>
        </p:xfrm>
        <a:graphic>
          <a:graphicData uri="http://schemas.openxmlformats.org/drawingml/2006/table">
            <a:tbl>
              <a:tblPr firstRow="1" bandRow="1"/>
              <a:tblGrid>
                <a:gridCol w="10626725">
                  <a:extLst>
                    <a:ext uri="{9D8B030D-6E8A-4147-A177-3AD203B41FA5}">
                      <a16:colId xmlns:a16="http://schemas.microsoft.com/office/drawing/2014/main" val="20000"/>
                    </a:ext>
                  </a:extLst>
                </a:gridCol>
              </a:tblGrid>
              <a:tr h="411399">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t>Principes fondamentaux</a:t>
                      </a:r>
                    </a:p>
                  </a:txBody>
                  <a:tcPr marL="91430" marR="91430" marT="45711" marB="45711">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70767">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Seule une correction définitive peut permettre la clôture d’un problème.</a:t>
                      </a:r>
                    </a:p>
                  </a:txBody>
                  <a:tcPr marL="91430" marR="91430" marT="45711" marB="45711">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639954">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La validation et la clôture du problème est réalisée par deux acteurs distincts en fonction de la catégorisation des problèmes établie, il peut s’agir : </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	Du comité des problèmes interne à la DSI.</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	Du gestionnaire des problèmes.</a:t>
                      </a:r>
                    </a:p>
                  </a:txBody>
                  <a:tcPr marL="91430" marR="91430" marT="45711" marB="4571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2"/>
                  </a:ext>
                </a:extLst>
              </a:tr>
              <a:tr h="1005643">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Une correction temporaire (à un problème) ne traite pas la cause à l’origine de l’erreur mais permet d’empêcher l’apparition ou la réapparition de l’incident.</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t>Une correction définitive (à un problème) traite la cause à l’origine de l’erreur et permet d’empêcher l’apparition ou la réapparition d’un incident.</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u="sng" kern="1200" dirty="0" err="1"/>
                        <a:t>Rq</a:t>
                      </a:r>
                      <a:r>
                        <a:rPr lang="fr-FR" sz="1200" b="0" u="sng" kern="1200" dirty="0"/>
                        <a:t>. :</a:t>
                      </a:r>
                      <a:r>
                        <a:rPr lang="fr-FR" sz="1200" b="0" kern="1200" dirty="0"/>
                        <a:t> pour des raisons techniques, financières, organisationnelles, il peut être décidé qu’une correction temporaire soit considérée comme la correction définitive du problème.</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u="sng" kern="1200" dirty="0" err="1"/>
                        <a:t>Rq</a:t>
                      </a:r>
                      <a:r>
                        <a:rPr lang="fr-FR" sz="1200" b="0" u="sng" kern="1200" dirty="0"/>
                        <a:t>. :</a:t>
                      </a:r>
                      <a:r>
                        <a:rPr lang="fr-FR" sz="1200" b="0" kern="1200" dirty="0"/>
                        <a:t> une correction (temporaire ou définitive) est soumise à la gestion des changements pour être mise en œuvre.</a:t>
                      </a:r>
                    </a:p>
                  </a:txBody>
                  <a:tcPr marL="91430" marR="91430" marT="45711" marB="4571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r h="411399">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30" marR="91430" marT="45711" marB="4571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4"/>
                  </a:ext>
                </a:extLst>
              </a:tr>
              <a:tr h="396162">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1F497D"/>
                        </a:buClr>
                        <a:buSzTx/>
                        <a:buFont typeface="Wingdings" panose="05000000000000000000" pitchFamily="2" charset="2"/>
                        <a:buChar char="§"/>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Actuellement, non réalisé</a:t>
                      </a:r>
                    </a:p>
                    <a:p>
                      <a:pPr marL="0" marR="0" lvl="0" indent="0" algn="ctr" defTabSz="1038977" rtl="0" eaLnBrk="1" fontAlgn="auto" latinLnBrk="0" hangingPunct="1">
                        <a:lnSpc>
                          <a:spcPct val="100000"/>
                        </a:lnSpc>
                        <a:spcBef>
                          <a:spcPts val="0"/>
                        </a:spcBef>
                        <a:spcAft>
                          <a:spcPts val="0"/>
                        </a:spcAft>
                        <a:buClrTx/>
                        <a:buSzTx/>
                        <a:buFontTx/>
                        <a:buNone/>
                        <a:tabLst/>
                        <a:defRPr/>
                      </a:pPr>
                      <a:endParaRPr kumimoji="0" lang="fr-FR" sz="2000" b="1" i="0" u="none" strike="noStrike" kern="1200" cap="none" spc="0" normalizeH="0" baseline="0" noProof="0" dirty="0">
                        <a:ln>
                          <a:noFill/>
                        </a:ln>
                        <a:solidFill>
                          <a:prstClr val="white"/>
                        </a:solidFill>
                        <a:effectLst/>
                        <a:uLnTx/>
                        <a:uFillTx/>
                        <a:latin typeface="+mn-lt"/>
                        <a:ea typeface="+mn-ea"/>
                        <a:cs typeface="+mn-cs"/>
                      </a:endParaRPr>
                    </a:p>
                  </a:txBody>
                  <a:tcPr marL="91430" marR="91430" marT="45711" marB="45711">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37800792-D3AC-4F50-8F26-E566A844BC5B}"/>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18435" name="Espace réservé du texte 2">
            <a:extLst>
              <a:ext uri="{FF2B5EF4-FFF2-40B4-BE49-F238E27FC236}">
                <a16:creationId xmlns:a16="http://schemas.microsoft.com/office/drawing/2014/main" id="{F36EADAC-26E8-4618-A76C-CF7B0C5469C2}"/>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PRINCIPES : BASE DE DONNEES DES ERREURS CONNUES (KEDB)</a:t>
            </a:r>
          </a:p>
        </p:txBody>
      </p:sp>
      <p:graphicFrame>
        <p:nvGraphicFramePr>
          <p:cNvPr id="5" name="Tableau 4">
            <a:extLst>
              <a:ext uri="{FF2B5EF4-FFF2-40B4-BE49-F238E27FC236}">
                <a16:creationId xmlns:a16="http://schemas.microsoft.com/office/drawing/2014/main" id="{7C5A349D-0360-4957-8D9F-D91D3E05696B}"/>
              </a:ext>
            </a:extLst>
          </p:cNvPr>
          <p:cNvGraphicFramePr>
            <a:graphicFrameLocks noGrp="1"/>
          </p:cNvGraphicFramePr>
          <p:nvPr/>
        </p:nvGraphicFramePr>
        <p:xfrm>
          <a:off x="793750" y="1566863"/>
          <a:ext cx="10626725" cy="4983438"/>
        </p:xfrm>
        <a:graphic>
          <a:graphicData uri="http://schemas.openxmlformats.org/drawingml/2006/table">
            <a:tbl>
              <a:tblPr firstRow="1" bandRow="1"/>
              <a:tblGrid>
                <a:gridCol w="10626725">
                  <a:extLst>
                    <a:ext uri="{9D8B030D-6E8A-4147-A177-3AD203B41FA5}">
                      <a16:colId xmlns:a16="http://schemas.microsoft.com/office/drawing/2014/main" val="20000"/>
                    </a:ext>
                  </a:extLst>
                </a:gridCol>
              </a:tblGrid>
              <a:tr h="411454">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t>Principes fondamentaux</a:t>
                      </a:r>
                    </a:p>
                  </a:txBody>
                  <a:tcPr marL="91430" marR="91430" marT="45717" marB="45717">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1005776">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Lorsqu’une anomalie est remontée par un projet, celle-ci alimentera la KEDB (</a:t>
                      </a:r>
                      <a:r>
                        <a:rPr lang="fr-FR" sz="1200" b="0" kern="1200" dirty="0" err="1">
                          <a:latin typeface="Arial" panose="020B0604020202020204" pitchFamily="34" charset="0"/>
                          <a:cs typeface="Arial" panose="020B0604020202020204" pitchFamily="34" charset="0"/>
                        </a:rPr>
                        <a:t>known</a:t>
                      </a:r>
                      <a:r>
                        <a:rPr lang="fr-FR" sz="1200" b="0" kern="1200" dirty="0">
                          <a:latin typeface="Arial" panose="020B0604020202020204" pitchFamily="34" charset="0"/>
                          <a:cs typeface="Arial" panose="020B0604020202020204" pitchFamily="34" charset="0"/>
                        </a:rPr>
                        <a:t> </a:t>
                      </a:r>
                      <a:r>
                        <a:rPr lang="fr-FR" sz="1200" b="0" kern="1200" dirty="0" err="1">
                          <a:latin typeface="Arial" panose="020B0604020202020204" pitchFamily="34" charset="0"/>
                          <a:cs typeface="Arial" panose="020B0604020202020204" pitchFamily="34" charset="0"/>
                        </a:rPr>
                        <a:t>error</a:t>
                      </a:r>
                      <a:r>
                        <a:rPr lang="fr-FR" sz="1200" b="0" kern="1200" dirty="0">
                          <a:latin typeface="Arial" panose="020B0604020202020204" pitchFamily="34" charset="0"/>
                          <a:cs typeface="Arial" panose="020B0604020202020204" pitchFamily="34" charset="0"/>
                        </a:rPr>
                        <a:t> </a:t>
                      </a:r>
                      <a:r>
                        <a:rPr lang="fr-FR" sz="1200" b="0" kern="1200" dirty="0" err="1">
                          <a:latin typeface="Arial" panose="020B0604020202020204" pitchFamily="34" charset="0"/>
                          <a:cs typeface="Arial" panose="020B0604020202020204" pitchFamily="34" charset="0"/>
                        </a:rPr>
                        <a:t>database</a:t>
                      </a:r>
                      <a:r>
                        <a:rPr lang="fr-FR" sz="1200" b="0" kern="1200" dirty="0">
                          <a:latin typeface="Arial" panose="020B0604020202020204" pitchFamily="34" charset="0"/>
                          <a:cs typeface="Arial" panose="020B0604020202020204" pitchFamily="34" charset="0"/>
                        </a:rPr>
                        <a:t> : Base de données des erreurs connues). </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L’alimentation de la KEBD peut être réalisée par :</a:t>
                      </a:r>
                    </a:p>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b="0" kern="1200" dirty="0">
                          <a:latin typeface="Arial" panose="020B0604020202020204" pitchFamily="34" charset="0"/>
                          <a:cs typeface="Arial" panose="020B0604020202020204" pitchFamily="34" charset="0"/>
                        </a:rPr>
                        <a:t>Le gestionnaire des problèmes </a:t>
                      </a:r>
                    </a:p>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b="0" kern="1200" dirty="0">
                          <a:latin typeface="Arial" panose="020B0604020202020204" pitchFamily="34" charset="0"/>
                          <a:cs typeface="Arial" panose="020B0604020202020204" pitchFamily="34" charset="0"/>
                        </a:rPr>
                        <a:t>Le responsable d’une application</a:t>
                      </a:r>
                    </a:p>
                    <a:p>
                      <a:pPr marL="171450" marR="0" lvl="1" indent="-171450" algn="l" defTabSz="457200" rtl="0" eaLnBrk="1" fontAlgn="auto" latinLnBrk="0" hangingPunct="1">
                        <a:lnSpc>
                          <a:spcPct val="100000"/>
                        </a:lnSpc>
                        <a:spcBef>
                          <a:spcPts val="0"/>
                        </a:spcBef>
                        <a:spcAft>
                          <a:spcPts val="0"/>
                        </a:spcAft>
                        <a:buClr>
                          <a:schemeClr val="tx2"/>
                        </a:buClr>
                        <a:buSzTx/>
                        <a:buFont typeface="Wingdings" pitchFamily="2" charset="2"/>
                        <a:buChar char="§"/>
                        <a:tabLst/>
                        <a:defRPr/>
                      </a:pPr>
                      <a:r>
                        <a:rPr lang="fr-FR" sz="1200" b="0" kern="1200" dirty="0">
                          <a:latin typeface="Arial" panose="020B0604020202020204" pitchFamily="34" charset="0"/>
                          <a:cs typeface="Arial" panose="020B0604020202020204" pitchFamily="34" charset="0"/>
                        </a:rPr>
                        <a:t>Le comité des problèmes</a:t>
                      </a:r>
                    </a:p>
                  </a:txBody>
                  <a:tcPr marL="91430" marR="91430" marT="45717" marB="45717">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274302">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Les fournisseurs peuvent communiquer aux comités des problèmes, des éléments de connaissances.</a:t>
                      </a:r>
                    </a:p>
                  </a:txBody>
                  <a:tcPr marL="91430" marR="91430" marT="45717" marB="4571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2"/>
                  </a:ext>
                </a:extLst>
              </a:tr>
              <a:tr h="274302">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Le Gestionnaire des problèmes est le garant du contenu de la KEDB. </a:t>
                      </a:r>
                    </a:p>
                  </a:txBody>
                  <a:tcPr marL="91430" marR="91430" marT="45717" marB="4571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3"/>
                  </a:ext>
                </a:extLst>
              </a:tr>
              <a:tr h="457171">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La KEDB (ou base des erreurs connues) contient toutes les informations sur les problèmes, sur leurs solutions et les corrections identifiées (solution </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incident, correction du problème).</a:t>
                      </a:r>
                    </a:p>
                  </a:txBody>
                  <a:tcPr marL="91430" marR="91430" marT="45717" marB="4571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4"/>
                  </a:ext>
                </a:extLst>
              </a:tr>
              <a:tr h="457171">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La solution incident lie la CMDB et la KEBD en indiquant l’élément de configuration (CI : Configuration Item) concerné par l’incident/problème.</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Une erreur connue est un problème dont on a trouvé la cause et pour lequel on a une solution de résolution d’incident.</a:t>
                      </a:r>
                    </a:p>
                  </a:txBody>
                  <a:tcPr marL="91430" marR="91430" marT="45717" marB="4571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5"/>
                  </a:ext>
                </a:extLst>
              </a:tr>
              <a:tr h="2102986">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La mise à jour de la KEDB prévoit la réalisation de plusieurs actions :</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1- Lorsque la solution est définitive : </a:t>
                      </a:r>
                    </a:p>
                    <a:p>
                      <a:pPr marL="690939" marR="0" lvl="2"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b="0" kern="1200" dirty="0">
                          <a:latin typeface="Arial" panose="020B0604020202020204" pitchFamily="34" charset="0"/>
                          <a:cs typeface="Arial" panose="020B0604020202020204" pitchFamily="34" charset="0"/>
                        </a:rPr>
                        <a:t>Le problème doit passer au statut « clos ».</a:t>
                      </a:r>
                    </a:p>
                    <a:p>
                      <a:pPr marL="690939" marR="0" lvl="2"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b="0" kern="1200" dirty="0">
                          <a:latin typeface="Arial" panose="020B0604020202020204" pitchFamily="34" charset="0"/>
                          <a:cs typeface="Arial" panose="020B0604020202020204" pitchFamily="34" charset="0"/>
                        </a:rPr>
                        <a:t>Le base de connaissance doit être mise à jour en cohérence avec le processus Gestion de la base de connaissance.</a:t>
                      </a:r>
                    </a:p>
                    <a:p>
                      <a:pPr marL="690939" marR="0" lvl="2"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b="0" kern="1200" dirty="0">
                          <a:latin typeface="Arial" panose="020B0604020202020204" pitchFamily="34" charset="0"/>
                          <a:cs typeface="Arial" panose="020B0604020202020204" pitchFamily="34" charset="0"/>
                        </a:rPr>
                        <a:t>L’erreur connue doit être mise à jour, et passer au statut « Résolue ».</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2- Lorsque la solution définitive est « en attente » (solution dite temporaire) :</a:t>
                      </a:r>
                      <a:endParaRPr lang="fr-FR" sz="1200" b="0" kern="1200" dirty="0">
                        <a:solidFill>
                          <a:schemeClr val="dk1"/>
                        </a:solidFill>
                        <a:latin typeface="Arial" panose="020B0604020202020204" pitchFamily="34" charset="0"/>
                        <a:ea typeface="+mn-ea"/>
                        <a:cs typeface="Arial" panose="020B0604020202020204" pitchFamily="34" charset="0"/>
                      </a:endParaRPr>
                    </a:p>
                    <a:p>
                      <a:pPr marL="690939" marR="0" lvl="2"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b="0" kern="1200" dirty="0">
                          <a:solidFill>
                            <a:schemeClr val="dk1"/>
                          </a:solidFill>
                          <a:latin typeface="Arial" panose="020B0604020202020204" pitchFamily="34" charset="0"/>
                          <a:ea typeface="+mn-ea"/>
                          <a:cs typeface="Arial" panose="020B0604020202020204" pitchFamily="34" charset="0"/>
                        </a:rPr>
                        <a:t>Le problème doit passer au statut « Résolution temporaire ».</a:t>
                      </a:r>
                    </a:p>
                    <a:p>
                      <a:pPr marL="690939" marR="0" lvl="2"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b="0" kern="1200" dirty="0">
                          <a:solidFill>
                            <a:schemeClr val="dk1"/>
                          </a:solidFill>
                          <a:latin typeface="Arial" panose="020B0604020202020204" pitchFamily="34" charset="0"/>
                          <a:ea typeface="+mn-ea"/>
                          <a:cs typeface="Arial" panose="020B0604020202020204" pitchFamily="34" charset="0"/>
                        </a:rPr>
                        <a:t>Le base de connaissance doit être mise à jour en cohérence avec le processus Gestion de la base de connaissance.</a:t>
                      </a:r>
                    </a:p>
                    <a:p>
                      <a:pPr marL="0" marR="0" lvl="1" indent="0" algn="l" defTabSz="457200" rtl="0" eaLnBrk="1" fontAlgn="auto" latinLnBrk="0" hangingPunct="1">
                        <a:lnSpc>
                          <a:spcPct val="100000"/>
                        </a:lnSpc>
                        <a:spcBef>
                          <a:spcPts val="0"/>
                        </a:spcBef>
                        <a:spcAft>
                          <a:spcPts val="0"/>
                        </a:spcAft>
                        <a:buClr>
                          <a:srgbClr val="A1006B">
                            <a:lumMod val="75000"/>
                          </a:srgbClr>
                        </a:buClr>
                        <a:buSzTx/>
                        <a:buFontTx/>
                        <a:buNone/>
                        <a:tabLst/>
                        <a:defRPr/>
                      </a:pPr>
                      <a:r>
                        <a:rPr lang="fr-FR" sz="1200" b="0" kern="1200" dirty="0">
                          <a:latin typeface="Arial" panose="020B0604020202020204" pitchFamily="34" charset="0"/>
                          <a:cs typeface="Arial" panose="020B0604020202020204" pitchFamily="34" charset="0"/>
                        </a:rPr>
                        <a:t>3- Lorsque la solution définitive est « non trouvée » (solution dite temporaire) :</a:t>
                      </a:r>
                    </a:p>
                    <a:p>
                      <a:pPr marL="690939" marR="0" lvl="2"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b="0" kern="1200" dirty="0">
                          <a:latin typeface="Arial" panose="020B0604020202020204" pitchFamily="34" charset="0"/>
                          <a:cs typeface="Arial" panose="020B0604020202020204" pitchFamily="34" charset="0"/>
                        </a:rPr>
                        <a:t>Le problème doit passer au statut « Résolution partielle ».</a:t>
                      </a:r>
                    </a:p>
                    <a:p>
                      <a:pPr marL="690939" marR="0" lvl="2" indent="-171450" algn="l" defTabSz="457200" rtl="0" eaLnBrk="1" fontAlgn="auto" latinLnBrk="0" hangingPunct="1">
                        <a:lnSpc>
                          <a:spcPct val="100000"/>
                        </a:lnSpc>
                        <a:spcBef>
                          <a:spcPts val="0"/>
                        </a:spcBef>
                        <a:spcAft>
                          <a:spcPts val="0"/>
                        </a:spcAft>
                        <a:buClr>
                          <a:schemeClr val="tx2"/>
                        </a:buClr>
                        <a:buSzTx/>
                        <a:buFont typeface="Wingdings" panose="05000000000000000000" pitchFamily="2" charset="2"/>
                        <a:buChar char="§"/>
                        <a:tabLst/>
                        <a:defRPr/>
                      </a:pPr>
                      <a:r>
                        <a:rPr lang="fr-FR" sz="1200" b="0" kern="1200" dirty="0">
                          <a:latin typeface="Arial" panose="020B0604020202020204" pitchFamily="34" charset="0"/>
                          <a:cs typeface="Arial" panose="020B0604020202020204" pitchFamily="34" charset="0"/>
                        </a:rPr>
                        <a:t>Les RFC closes doivent être mises à jour. </a:t>
                      </a:r>
                    </a:p>
                  </a:txBody>
                  <a:tcPr marL="91430" marR="91430" marT="45717" marB="45717">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20000"/>
                      </a:srgb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63FA1E8F-0AB7-4BBB-949F-073C59ABE86B}"/>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CIBLE : vue globale</a:t>
            </a:r>
          </a:p>
        </p:txBody>
      </p:sp>
      <p:cxnSp>
        <p:nvCxnSpPr>
          <p:cNvPr id="20483" name="Connecteur droit avec flèche 19">
            <a:extLst>
              <a:ext uri="{FF2B5EF4-FFF2-40B4-BE49-F238E27FC236}">
                <a16:creationId xmlns:a16="http://schemas.microsoft.com/office/drawing/2014/main" id="{2F35E8CA-B021-44AE-AB72-8664DBA37F90}"/>
              </a:ext>
            </a:extLst>
          </p:cNvPr>
          <p:cNvCxnSpPr>
            <a:cxnSpLocks noChangeShapeType="1"/>
          </p:cNvCxnSpPr>
          <p:nvPr/>
        </p:nvCxnSpPr>
        <p:spPr bwMode="auto">
          <a:xfrm flipV="1">
            <a:off x="0" y="4711700"/>
            <a:ext cx="10731500" cy="12700"/>
          </a:xfrm>
          <a:prstGeom prst="straightConnector1">
            <a:avLst/>
          </a:prstGeom>
          <a:noFill/>
          <a:ln w="38100"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22" name="Espace réservé du texte 2">
            <a:extLst>
              <a:ext uri="{FF2B5EF4-FFF2-40B4-BE49-F238E27FC236}">
                <a16:creationId xmlns:a16="http://schemas.microsoft.com/office/drawing/2014/main" id="{49E22EF0-3167-4C43-AFE3-1C720F256BE2}"/>
              </a:ext>
            </a:extLst>
          </p:cNvPr>
          <p:cNvSpPr txBox="1">
            <a:spLocks/>
          </p:cNvSpPr>
          <p:nvPr/>
        </p:nvSpPr>
        <p:spPr bwMode="auto">
          <a:xfrm>
            <a:off x="5591175" y="1163638"/>
            <a:ext cx="6480175" cy="1389062"/>
          </a:xfrm>
          <a:prstGeom prst="rect">
            <a:avLst/>
          </a:prstGeom>
          <a:solidFill>
            <a:schemeClr val="tx2"/>
          </a:solidFill>
          <a:ln w="9525">
            <a:noFill/>
            <a:miter lim="800000"/>
            <a:headEnd/>
            <a:tailEnd/>
          </a:ln>
        </p:spPr>
        <p:txBody>
          <a:bodyPr lIns="36000" tIns="36000" rIns="36000" bIns="36000"/>
          <a:lstStyle/>
          <a:p>
            <a:pPr marL="243411" indent="-243411" defTabSz="914400">
              <a:spcBef>
                <a:spcPts val="444"/>
              </a:spcBef>
              <a:buClr>
                <a:srgbClr val="009AA6"/>
              </a:buClr>
              <a:buSzPct val="110000"/>
              <a:defRPr/>
            </a:pPr>
            <a:r>
              <a:rPr lang="fr-FR" sz="1600" b="1" dirty="0">
                <a:solidFill>
                  <a:prstClr val="white"/>
                </a:solidFill>
                <a:latin typeface="Arial"/>
                <a:cs typeface="+mn-cs"/>
              </a:rPr>
              <a:t>Objectifs: </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Trouver des solutions pour diminuer le temps de traitement des incidents </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Apporter des corrections pour éviter l’apparition ou la réapparition d’incidents</a:t>
            </a:r>
          </a:p>
        </p:txBody>
      </p:sp>
      <p:sp>
        <p:nvSpPr>
          <p:cNvPr id="23" name="Line 10">
            <a:extLst>
              <a:ext uri="{FF2B5EF4-FFF2-40B4-BE49-F238E27FC236}">
                <a16:creationId xmlns:a16="http://schemas.microsoft.com/office/drawing/2014/main" id="{6FD2698C-0E59-4B8C-8787-CDC1173BBA29}"/>
              </a:ext>
            </a:extLst>
          </p:cNvPr>
          <p:cNvSpPr>
            <a:spLocks noChangeShapeType="1"/>
          </p:cNvSpPr>
          <p:nvPr/>
        </p:nvSpPr>
        <p:spPr bwMode="auto">
          <a:xfrm>
            <a:off x="25400" y="1612900"/>
            <a:ext cx="5448300" cy="25400"/>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algn="ctr" defTabSz="914400" fontAlgn="auto">
              <a:spcBef>
                <a:spcPts val="0"/>
              </a:spcBef>
              <a:spcAft>
                <a:spcPts val="0"/>
              </a:spcAft>
              <a:defRPr/>
            </a:pPr>
            <a:endParaRPr lang="fr-FR" sz="1693">
              <a:solidFill>
                <a:srgbClr val="3C3732"/>
              </a:solidFill>
              <a:latin typeface="Arial"/>
              <a:cs typeface="+mn-cs"/>
            </a:endParaRPr>
          </a:p>
        </p:txBody>
      </p:sp>
      <p:sp>
        <p:nvSpPr>
          <p:cNvPr id="24" name="AutoShape 11">
            <a:extLst>
              <a:ext uri="{FF2B5EF4-FFF2-40B4-BE49-F238E27FC236}">
                <a16:creationId xmlns:a16="http://schemas.microsoft.com/office/drawing/2014/main" id="{752B2E57-5192-4CCB-B797-992B5FD76E67}"/>
              </a:ext>
            </a:extLst>
          </p:cNvPr>
          <p:cNvSpPr>
            <a:spLocks noChangeArrowheads="1"/>
          </p:cNvSpPr>
          <p:nvPr/>
        </p:nvSpPr>
        <p:spPr bwMode="auto">
          <a:xfrm>
            <a:off x="2141538" y="962025"/>
            <a:ext cx="1096962" cy="561975"/>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a:solidFill>
                  <a:prstClr val="white"/>
                </a:solidFill>
              </a:rPr>
              <a:t>Gestion des changements</a:t>
            </a:r>
          </a:p>
        </p:txBody>
      </p:sp>
      <p:sp>
        <p:nvSpPr>
          <p:cNvPr id="25" name="AutoShape 11">
            <a:extLst>
              <a:ext uri="{FF2B5EF4-FFF2-40B4-BE49-F238E27FC236}">
                <a16:creationId xmlns:a16="http://schemas.microsoft.com/office/drawing/2014/main" id="{34469461-C655-4E75-9C54-FD660CEDFF26}"/>
              </a:ext>
            </a:extLst>
          </p:cNvPr>
          <p:cNvSpPr>
            <a:spLocks noChangeArrowheads="1"/>
          </p:cNvSpPr>
          <p:nvPr/>
        </p:nvSpPr>
        <p:spPr bwMode="auto">
          <a:xfrm>
            <a:off x="1133475" y="1165225"/>
            <a:ext cx="900113" cy="989013"/>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dirty="0">
                <a:solidFill>
                  <a:prstClr val="white"/>
                </a:solidFill>
              </a:rPr>
              <a:t>Rechercher la cause et proposer des solutions et corrections</a:t>
            </a:r>
          </a:p>
        </p:txBody>
      </p:sp>
      <p:sp>
        <p:nvSpPr>
          <p:cNvPr id="26" name="AutoShape 11">
            <a:extLst>
              <a:ext uri="{FF2B5EF4-FFF2-40B4-BE49-F238E27FC236}">
                <a16:creationId xmlns:a16="http://schemas.microsoft.com/office/drawing/2014/main" id="{2B6CBA83-5F92-454F-9502-4D057AEF5D65}"/>
              </a:ext>
            </a:extLst>
          </p:cNvPr>
          <p:cNvSpPr>
            <a:spLocks noChangeArrowheads="1"/>
          </p:cNvSpPr>
          <p:nvPr/>
        </p:nvSpPr>
        <p:spPr bwMode="auto">
          <a:xfrm>
            <a:off x="104775" y="1168400"/>
            <a:ext cx="900113" cy="9874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dirty="0">
                <a:solidFill>
                  <a:prstClr val="white"/>
                </a:solidFill>
              </a:rPr>
              <a:t>Détecter, soumettre et valider les nouveaux problèmes</a:t>
            </a:r>
          </a:p>
        </p:txBody>
      </p:sp>
      <p:sp>
        <p:nvSpPr>
          <p:cNvPr id="27" name="AutoShape 11">
            <a:extLst>
              <a:ext uri="{FF2B5EF4-FFF2-40B4-BE49-F238E27FC236}">
                <a16:creationId xmlns:a16="http://schemas.microsoft.com/office/drawing/2014/main" id="{452D4FF1-189F-4C19-A2D7-058EBDB5BD28}"/>
              </a:ext>
            </a:extLst>
          </p:cNvPr>
          <p:cNvSpPr>
            <a:spLocks noChangeArrowheads="1"/>
          </p:cNvSpPr>
          <p:nvPr/>
        </p:nvSpPr>
        <p:spPr bwMode="auto">
          <a:xfrm>
            <a:off x="25400" y="2257425"/>
            <a:ext cx="5232400" cy="295275"/>
          </a:xfrm>
          <a:prstGeom prst="roundRect">
            <a:avLst>
              <a:gd name="adj" fmla="val 16667"/>
            </a:avLst>
          </a:prstGeom>
          <a:solidFill>
            <a:schemeClr val="tx2"/>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a:solidFill>
                  <a:prstClr val="white"/>
                </a:solidFill>
                <a:latin typeface="Arial" panose="020B0604020202020204" pitchFamily="34" charset="0"/>
              </a:rPr>
              <a:t>Piloter le processus</a:t>
            </a:r>
          </a:p>
        </p:txBody>
      </p:sp>
      <p:sp>
        <p:nvSpPr>
          <p:cNvPr id="28" name="Espace réservé du texte 2">
            <a:extLst>
              <a:ext uri="{FF2B5EF4-FFF2-40B4-BE49-F238E27FC236}">
                <a16:creationId xmlns:a16="http://schemas.microsoft.com/office/drawing/2014/main" id="{34475B5B-B400-4578-95A8-E62BEACB344F}"/>
              </a:ext>
            </a:extLst>
          </p:cNvPr>
          <p:cNvSpPr txBox="1">
            <a:spLocks/>
          </p:cNvSpPr>
          <p:nvPr/>
        </p:nvSpPr>
        <p:spPr bwMode="auto">
          <a:xfrm>
            <a:off x="0" y="2562225"/>
            <a:ext cx="3797300"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entrants</a:t>
            </a:r>
            <a:endParaRPr lang="fr-FR" sz="1400" dirty="0">
              <a:solidFill>
                <a:schemeClr val="tx2"/>
              </a:solidFill>
              <a:latin typeface="Arial"/>
              <a:cs typeface="+mn-cs"/>
            </a:endParaRP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Incidents récurrents</a:t>
            </a: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Appels au Service Desk</a:t>
            </a: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Incidents significatifs</a:t>
            </a: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Evénements particuliers</a:t>
            </a: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Anomalies détectées pendant le projet</a:t>
            </a:r>
          </a:p>
        </p:txBody>
      </p:sp>
      <p:pic>
        <p:nvPicPr>
          <p:cNvPr id="29" name="Shape 209" descr="arrow_right">
            <a:extLst>
              <a:ext uri="{FF2B5EF4-FFF2-40B4-BE49-F238E27FC236}">
                <a16:creationId xmlns:a16="http://schemas.microsoft.com/office/drawing/2014/main" id="{3CB5C82F-C8E8-4EA6-91DC-FC2B7EDD1128}"/>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2551968" y="2568999"/>
            <a:ext cx="573365" cy="573365"/>
          </a:xfrm>
          <a:prstGeom prst="rect">
            <a:avLst/>
          </a:prstGeom>
          <a:noFill/>
          <a:ln>
            <a:noFill/>
          </a:ln>
        </p:spPr>
      </p:pic>
      <p:pic>
        <p:nvPicPr>
          <p:cNvPr id="20492" name="Shape 170" descr="MM900336445[1]">
            <a:extLst>
              <a:ext uri="{FF2B5EF4-FFF2-40B4-BE49-F238E27FC236}">
                <a16:creationId xmlns:a16="http://schemas.microsoft.com/office/drawing/2014/main" id="{B7BBFC65-A6A4-4034-BED2-F2B19DF52C52}"/>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913" y="4413250"/>
            <a:ext cx="687387"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Espace réservé du texte 2">
            <a:extLst>
              <a:ext uri="{FF2B5EF4-FFF2-40B4-BE49-F238E27FC236}">
                <a16:creationId xmlns:a16="http://schemas.microsoft.com/office/drawing/2014/main" id="{19CF0CAA-C315-4C15-BDBF-B70BC1B02CE2}"/>
              </a:ext>
            </a:extLst>
          </p:cNvPr>
          <p:cNvSpPr txBox="1">
            <a:spLocks/>
          </p:cNvSpPr>
          <p:nvPr/>
        </p:nvSpPr>
        <p:spPr bwMode="auto">
          <a:xfrm>
            <a:off x="9732963" y="5283200"/>
            <a:ext cx="2459037"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sorties</a:t>
            </a: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Problèmes clôturés</a:t>
            </a:r>
          </a:p>
        </p:txBody>
      </p:sp>
      <p:sp>
        <p:nvSpPr>
          <p:cNvPr id="20494" name="Espace réservé du texte 2">
            <a:extLst>
              <a:ext uri="{FF2B5EF4-FFF2-40B4-BE49-F238E27FC236}">
                <a16:creationId xmlns:a16="http://schemas.microsoft.com/office/drawing/2014/main" id="{E026AF29-2D85-4AAA-8CE0-8F7CE2676267}"/>
              </a:ext>
            </a:extLst>
          </p:cNvPr>
          <p:cNvSpPr txBox="1">
            <a:spLocks/>
          </p:cNvSpPr>
          <p:nvPr/>
        </p:nvSpPr>
        <p:spPr bwMode="auto">
          <a:xfrm>
            <a:off x="0" y="849313"/>
            <a:ext cx="121920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a:solidFill>
                  <a:schemeClr val="tx2"/>
                </a:solidFill>
                <a:latin typeface="Arial" panose="020B0604020202020204" pitchFamily="34" charset="0"/>
              </a:rPr>
              <a:t>Processus Gestion des problèmes</a:t>
            </a:r>
          </a:p>
        </p:txBody>
      </p:sp>
      <p:sp>
        <p:nvSpPr>
          <p:cNvPr id="33" name="AutoShape 11">
            <a:extLst>
              <a:ext uri="{FF2B5EF4-FFF2-40B4-BE49-F238E27FC236}">
                <a16:creationId xmlns:a16="http://schemas.microsoft.com/office/drawing/2014/main" id="{468CF1AD-28E5-4EE4-A2BF-1DB0798422FF}"/>
              </a:ext>
            </a:extLst>
          </p:cNvPr>
          <p:cNvSpPr>
            <a:spLocks noChangeArrowheads="1"/>
          </p:cNvSpPr>
          <p:nvPr/>
        </p:nvSpPr>
        <p:spPr bwMode="auto">
          <a:xfrm>
            <a:off x="3335338" y="1152525"/>
            <a:ext cx="900112" cy="9874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dirty="0">
                <a:solidFill>
                  <a:prstClr val="white"/>
                </a:solidFill>
              </a:rPr>
              <a:t>Vérifier l’efficacité des corrections mises en œuvre</a:t>
            </a:r>
          </a:p>
        </p:txBody>
      </p:sp>
      <p:sp>
        <p:nvSpPr>
          <p:cNvPr id="34" name="AutoShape 11">
            <a:extLst>
              <a:ext uri="{FF2B5EF4-FFF2-40B4-BE49-F238E27FC236}">
                <a16:creationId xmlns:a16="http://schemas.microsoft.com/office/drawing/2014/main" id="{C6B149BF-AECF-43FA-AE03-8CB58AC7B43C}"/>
              </a:ext>
            </a:extLst>
          </p:cNvPr>
          <p:cNvSpPr>
            <a:spLocks noChangeArrowheads="1"/>
          </p:cNvSpPr>
          <p:nvPr/>
        </p:nvSpPr>
        <p:spPr bwMode="auto">
          <a:xfrm>
            <a:off x="2141538" y="1700213"/>
            <a:ext cx="1096962" cy="561975"/>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a:solidFill>
                  <a:prstClr val="white"/>
                </a:solidFill>
              </a:rPr>
              <a:t>Gestion des mises en production</a:t>
            </a:r>
          </a:p>
        </p:txBody>
      </p:sp>
      <p:sp>
        <p:nvSpPr>
          <p:cNvPr id="35" name="AutoShape 11">
            <a:extLst>
              <a:ext uri="{FF2B5EF4-FFF2-40B4-BE49-F238E27FC236}">
                <a16:creationId xmlns:a16="http://schemas.microsoft.com/office/drawing/2014/main" id="{41BF0B40-3509-446B-9E41-6443BB2F871C}"/>
              </a:ext>
            </a:extLst>
          </p:cNvPr>
          <p:cNvSpPr>
            <a:spLocks noChangeArrowheads="1"/>
          </p:cNvSpPr>
          <p:nvPr/>
        </p:nvSpPr>
        <p:spPr bwMode="auto">
          <a:xfrm>
            <a:off x="4325938" y="1139825"/>
            <a:ext cx="900112" cy="9874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dirty="0">
                <a:solidFill>
                  <a:prstClr val="white"/>
                </a:solidFill>
              </a:rPr>
              <a:t>Clôturer les problèmes </a:t>
            </a:r>
          </a:p>
        </p:txBody>
      </p:sp>
      <p:sp>
        <p:nvSpPr>
          <p:cNvPr id="36" name="Line 10">
            <a:extLst>
              <a:ext uri="{FF2B5EF4-FFF2-40B4-BE49-F238E27FC236}">
                <a16:creationId xmlns:a16="http://schemas.microsoft.com/office/drawing/2014/main" id="{DF6896F1-A398-4700-88AB-B2278263D006}"/>
              </a:ext>
            </a:extLst>
          </p:cNvPr>
          <p:cNvSpPr>
            <a:spLocks noChangeShapeType="1"/>
          </p:cNvSpPr>
          <p:nvPr/>
        </p:nvSpPr>
        <p:spPr bwMode="auto">
          <a:xfrm flipH="1" flipV="1">
            <a:off x="2524125" y="1500188"/>
            <a:ext cx="0" cy="233362"/>
          </a:xfrm>
          <a:prstGeom prst="line">
            <a:avLst/>
          </a:prstGeom>
          <a:noFill/>
          <a:ln w="28575">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37" name="Line 10">
            <a:extLst>
              <a:ext uri="{FF2B5EF4-FFF2-40B4-BE49-F238E27FC236}">
                <a16:creationId xmlns:a16="http://schemas.microsoft.com/office/drawing/2014/main" id="{DB60E3F1-5ACE-434F-A927-A1AB65964F5C}"/>
              </a:ext>
            </a:extLst>
          </p:cNvPr>
          <p:cNvSpPr>
            <a:spLocks noChangeShapeType="1"/>
          </p:cNvSpPr>
          <p:nvPr/>
        </p:nvSpPr>
        <p:spPr bwMode="auto">
          <a:xfrm flipH="1" flipV="1">
            <a:off x="2967038" y="1500188"/>
            <a:ext cx="0" cy="233362"/>
          </a:xfrm>
          <a:prstGeom prst="line">
            <a:avLst/>
          </a:prstGeom>
          <a:noFill/>
          <a:ln w="28575">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38" name="AutoShape 11">
            <a:extLst>
              <a:ext uri="{FF2B5EF4-FFF2-40B4-BE49-F238E27FC236}">
                <a16:creationId xmlns:a16="http://schemas.microsoft.com/office/drawing/2014/main" id="{7A1563C7-D0F6-49E9-AB2B-0B3D5E08FDC0}"/>
              </a:ext>
            </a:extLst>
          </p:cNvPr>
          <p:cNvSpPr>
            <a:spLocks noChangeArrowheads="1"/>
          </p:cNvSpPr>
          <p:nvPr/>
        </p:nvSpPr>
        <p:spPr bwMode="auto">
          <a:xfrm>
            <a:off x="138113" y="4081463"/>
            <a:ext cx="16938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Détecter, soumettre et valider les nouveaux problèmes</a:t>
            </a:r>
          </a:p>
        </p:txBody>
      </p:sp>
      <p:sp>
        <p:nvSpPr>
          <p:cNvPr id="39" name="AutoShape 11">
            <a:extLst>
              <a:ext uri="{FF2B5EF4-FFF2-40B4-BE49-F238E27FC236}">
                <a16:creationId xmlns:a16="http://schemas.microsoft.com/office/drawing/2014/main" id="{B23AA748-7F7C-41EF-AF51-AA3C6C2B76E7}"/>
              </a:ext>
            </a:extLst>
          </p:cNvPr>
          <p:cNvSpPr>
            <a:spLocks noChangeArrowheads="1"/>
          </p:cNvSpPr>
          <p:nvPr/>
        </p:nvSpPr>
        <p:spPr bwMode="auto">
          <a:xfrm>
            <a:off x="2043113" y="4056063"/>
            <a:ext cx="16938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Rechercher la cause et proposer des solutions et corrections</a:t>
            </a:r>
          </a:p>
        </p:txBody>
      </p:sp>
      <p:sp>
        <p:nvSpPr>
          <p:cNvPr id="40" name="AutoShape 11">
            <a:extLst>
              <a:ext uri="{FF2B5EF4-FFF2-40B4-BE49-F238E27FC236}">
                <a16:creationId xmlns:a16="http://schemas.microsoft.com/office/drawing/2014/main" id="{5476D979-9EE7-47CA-A886-D6645497D87E}"/>
              </a:ext>
            </a:extLst>
          </p:cNvPr>
          <p:cNvSpPr>
            <a:spLocks noChangeArrowheads="1"/>
          </p:cNvSpPr>
          <p:nvPr/>
        </p:nvSpPr>
        <p:spPr bwMode="auto">
          <a:xfrm>
            <a:off x="3986213" y="3598863"/>
            <a:ext cx="2617787" cy="846137"/>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400" b="1" kern="0">
                <a:solidFill>
                  <a:prstClr val="white"/>
                </a:solidFill>
              </a:rPr>
              <a:t>Gestion des changements</a:t>
            </a:r>
          </a:p>
        </p:txBody>
      </p:sp>
      <p:sp>
        <p:nvSpPr>
          <p:cNvPr id="41" name="AutoShape 11">
            <a:extLst>
              <a:ext uri="{FF2B5EF4-FFF2-40B4-BE49-F238E27FC236}">
                <a16:creationId xmlns:a16="http://schemas.microsoft.com/office/drawing/2014/main" id="{72CBC1A3-88AA-4378-806B-2657710A21CC}"/>
              </a:ext>
            </a:extLst>
          </p:cNvPr>
          <p:cNvSpPr>
            <a:spLocks noChangeArrowheads="1"/>
          </p:cNvSpPr>
          <p:nvPr/>
        </p:nvSpPr>
        <p:spPr bwMode="auto">
          <a:xfrm>
            <a:off x="3948113" y="5059363"/>
            <a:ext cx="2617787" cy="846137"/>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400" b="1" kern="0">
                <a:solidFill>
                  <a:prstClr val="white"/>
                </a:solidFill>
              </a:rPr>
              <a:t>Gestion des mises en production</a:t>
            </a:r>
          </a:p>
        </p:txBody>
      </p:sp>
      <p:sp>
        <p:nvSpPr>
          <p:cNvPr id="42" name="AutoShape 11">
            <a:extLst>
              <a:ext uri="{FF2B5EF4-FFF2-40B4-BE49-F238E27FC236}">
                <a16:creationId xmlns:a16="http://schemas.microsoft.com/office/drawing/2014/main" id="{D4DEC6D3-DF8A-481E-9660-B42CFE5F15E5}"/>
              </a:ext>
            </a:extLst>
          </p:cNvPr>
          <p:cNvSpPr>
            <a:spLocks noChangeArrowheads="1"/>
          </p:cNvSpPr>
          <p:nvPr/>
        </p:nvSpPr>
        <p:spPr bwMode="auto">
          <a:xfrm>
            <a:off x="6640513" y="4005263"/>
            <a:ext cx="16938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Vérifier l’efficacité des corrections mises en œuvre</a:t>
            </a:r>
          </a:p>
        </p:txBody>
      </p:sp>
      <p:sp>
        <p:nvSpPr>
          <p:cNvPr id="43" name="AutoShape 11">
            <a:extLst>
              <a:ext uri="{FF2B5EF4-FFF2-40B4-BE49-F238E27FC236}">
                <a16:creationId xmlns:a16="http://schemas.microsoft.com/office/drawing/2014/main" id="{7994827E-BA41-4142-9BB4-13A4BDB92A39}"/>
              </a:ext>
            </a:extLst>
          </p:cNvPr>
          <p:cNvSpPr>
            <a:spLocks noChangeArrowheads="1"/>
          </p:cNvSpPr>
          <p:nvPr/>
        </p:nvSpPr>
        <p:spPr bwMode="auto">
          <a:xfrm>
            <a:off x="8520113" y="3992563"/>
            <a:ext cx="16938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a:solidFill>
                  <a:prstClr val="white"/>
                </a:solidFill>
              </a:rPr>
              <a:t>Clôturer les problèmes </a:t>
            </a:r>
          </a:p>
        </p:txBody>
      </p:sp>
      <p:sp>
        <p:nvSpPr>
          <p:cNvPr id="44" name="Line 10">
            <a:extLst>
              <a:ext uri="{FF2B5EF4-FFF2-40B4-BE49-F238E27FC236}">
                <a16:creationId xmlns:a16="http://schemas.microsoft.com/office/drawing/2014/main" id="{C1976157-7075-4B67-9904-502CC7457ED7}"/>
              </a:ext>
            </a:extLst>
          </p:cNvPr>
          <p:cNvSpPr>
            <a:spLocks noChangeShapeType="1"/>
          </p:cNvSpPr>
          <p:nvPr/>
        </p:nvSpPr>
        <p:spPr bwMode="auto">
          <a:xfrm flipH="1" flipV="1">
            <a:off x="4572000" y="4419600"/>
            <a:ext cx="12700" cy="609600"/>
          </a:xfrm>
          <a:prstGeom prst="line">
            <a:avLst/>
          </a:prstGeom>
          <a:noFill/>
          <a:ln w="57150">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45" name="Line 10">
            <a:extLst>
              <a:ext uri="{FF2B5EF4-FFF2-40B4-BE49-F238E27FC236}">
                <a16:creationId xmlns:a16="http://schemas.microsoft.com/office/drawing/2014/main" id="{BE9F8552-90CA-4B6E-A994-4394670C0135}"/>
              </a:ext>
            </a:extLst>
          </p:cNvPr>
          <p:cNvSpPr>
            <a:spLocks noChangeShapeType="1"/>
          </p:cNvSpPr>
          <p:nvPr/>
        </p:nvSpPr>
        <p:spPr bwMode="auto">
          <a:xfrm flipH="1" flipV="1">
            <a:off x="5905500" y="4419600"/>
            <a:ext cx="25400" cy="622300"/>
          </a:xfrm>
          <a:prstGeom prst="line">
            <a:avLst/>
          </a:prstGeom>
          <a:noFill/>
          <a:ln w="57150">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46" name="AutoShape 11">
            <a:extLst>
              <a:ext uri="{FF2B5EF4-FFF2-40B4-BE49-F238E27FC236}">
                <a16:creationId xmlns:a16="http://schemas.microsoft.com/office/drawing/2014/main" id="{AE96761E-1543-4DC9-B0AC-19C2872B1B97}"/>
              </a:ext>
            </a:extLst>
          </p:cNvPr>
          <p:cNvSpPr>
            <a:spLocks noChangeArrowheads="1"/>
          </p:cNvSpPr>
          <p:nvPr/>
        </p:nvSpPr>
        <p:spPr bwMode="auto">
          <a:xfrm>
            <a:off x="163513" y="5981700"/>
            <a:ext cx="9971087" cy="368300"/>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altLang="fr-FR" sz="1400" b="1" kern="0">
                <a:solidFill>
                  <a:prstClr val="white"/>
                </a:solidFill>
              </a:rPr>
              <a:t>Piloter le processus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FDA794ED-316B-46F7-BC7F-4C3BFBC71583}"/>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 (1/3)</a:t>
            </a:r>
          </a:p>
        </p:txBody>
      </p:sp>
      <p:sp>
        <p:nvSpPr>
          <p:cNvPr id="21507" name="Espace réservé du texte 2">
            <a:extLst>
              <a:ext uri="{FF2B5EF4-FFF2-40B4-BE49-F238E27FC236}">
                <a16:creationId xmlns:a16="http://schemas.microsoft.com/office/drawing/2014/main" id="{AB28AC2C-3401-4F89-AA80-F0961914F3DB}"/>
              </a:ext>
            </a:extLst>
          </p:cNvPr>
          <p:cNvSpPr txBox="1">
            <a:spLocks/>
          </p:cNvSpPr>
          <p:nvPr/>
        </p:nvSpPr>
        <p:spPr bwMode="auto">
          <a:xfrm>
            <a:off x="0" y="849313"/>
            <a:ext cx="121920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a:solidFill>
                  <a:schemeClr val="tx2"/>
                </a:solidFill>
                <a:latin typeface="Arial" panose="020B0604020202020204" pitchFamily="34" charset="0"/>
              </a:rPr>
              <a:t>Activité</a:t>
            </a:r>
            <a:r>
              <a:rPr lang="fr-FR" altLang="fr-FR" sz="1800">
                <a:solidFill>
                  <a:srgbClr val="009AA6"/>
                </a:solidFill>
                <a:latin typeface="Arial" panose="020B0604020202020204" pitchFamily="34" charset="0"/>
              </a:rPr>
              <a:t> </a:t>
            </a:r>
            <a:r>
              <a:rPr lang="fr-FR" altLang="fr-FR" sz="1800" b="1">
                <a:solidFill>
                  <a:srgbClr val="790050"/>
                </a:solidFill>
                <a:latin typeface="Arial" panose="020B0604020202020204" pitchFamily="34" charset="0"/>
              </a:rPr>
              <a:t>« Détecter, soumettre et valider les nouveaux problèmes »</a:t>
            </a:r>
            <a:r>
              <a:rPr lang="fr-FR" altLang="fr-FR" sz="1800">
                <a:solidFill>
                  <a:srgbClr val="009AA6"/>
                </a:solidFill>
                <a:latin typeface="Arial" panose="020B0604020202020204" pitchFamily="34" charset="0"/>
              </a:rPr>
              <a:t> </a:t>
            </a:r>
            <a:r>
              <a:rPr lang="fr-FR" altLang="fr-FR" sz="1800">
                <a:solidFill>
                  <a:schemeClr val="tx2"/>
                </a:solidFill>
                <a:latin typeface="Arial" panose="020B0604020202020204" pitchFamily="34" charset="0"/>
              </a:rPr>
              <a:t>et sous-activités  </a:t>
            </a:r>
          </a:p>
        </p:txBody>
      </p:sp>
      <p:sp>
        <p:nvSpPr>
          <p:cNvPr id="33" name="AutoShape 11">
            <a:extLst>
              <a:ext uri="{FF2B5EF4-FFF2-40B4-BE49-F238E27FC236}">
                <a16:creationId xmlns:a16="http://schemas.microsoft.com/office/drawing/2014/main" id="{AB4B11B1-001B-4A66-AF22-3E97F5356C0B}"/>
              </a:ext>
            </a:extLst>
          </p:cNvPr>
          <p:cNvSpPr>
            <a:spLocks noChangeArrowheads="1"/>
          </p:cNvSpPr>
          <p:nvPr/>
        </p:nvSpPr>
        <p:spPr bwMode="auto">
          <a:xfrm>
            <a:off x="9082088" y="3560763"/>
            <a:ext cx="162401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Valider un nouveau problème et l’affecter à un groupe de résolution</a:t>
            </a:r>
          </a:p>
        </p:txBody>
      </p:sp>
      <p:sp>
        <p:nvSpPr>
          <p:cNvPr id="42" name="AutoShape 11">
            <a:extLst>
              <a:ext uri="{FF2B5EF4-FFF2-40B4-BE49-F238E27FC236}">
                <a16:creationId xmlns:a16="http://schemas.microsoft.com/office/drawing/2014/main" id="{58E48DE8-7E7C-40F0-BBA6-B375CF0E0E8F}"/>
              </a:ext>
            </a:extLst>
          </p:cNvPr>
          <p:cNvSpPr>
            <a:spLocks noChangeArrowheads="1"/>
          </p:cNvSpPr>
          <p:nvPr/>
        </p:nvSpPr>
        <p:spPr bwMode="auto">
          <a:xfrm>
            <a:off x="6729413" y="3560763"/>
            <a:ext cx="16938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Soumettre un nouveau problème</a:t>
            </a:r>
          </a:p>
        </p:txBody>
      </p:sp>
      <p:sp>
        <p:nvSpPr>
          <p:cNvPr id="43" name="AutoShape 11">
            <a:extLst>
              <a:ext uri="{FF2B5EF4-FFF2-40B4-BE49-F238E27FC236}">
                <a16:creationId xmlns:a16="http://schemas.microsoft.com/office/drawing/2014/main" id="{FBE046B6-8521-438E-9BDF-22503993C4C6}"/>
              </a:ext>
            </a:extLst>
          </p:cNvPr>
          <p:cNvSpPr>
            <a:spLocks noChangeArrowheads="1"/>
          </p:cNvSpPr>
          <p:nvPr/>
        </p:nvSpPr>
        <p:spPr bwMode="auto">
          <a:xfrm>
            <a:off x="2563813" y="3141663"/>
            <a:ext cx="2239962" cy="552450"/>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Analyser la récurrence des incidents </a:t>
            </a:r>
          </a:p>
        </p:txBody>
      </p:sp>
      <p:sp>
        <p:nvSpPr>
          <p:cNvPr id="44" name="Espace réservé du texte 2">
            <a:extLst>
              <a:ext uri="{FF2B5EF4-FFF2-40B4-BE49-F238E27FC236}">
                <a16:creationId xmlns:a16="http://schemas.microsoft.com/office/drawing/2014/main" id="{9685A62A-38D8-4E1E-97EE-DA773C4EEEDF}"/>
              </a:ext>
            </a:extLst>
          </p:cNvPr>
          <p:cNvSpPr txBox="1">
            <a:spLocks/>
          </p:cNvSpPr>
          <p:nvPr/>
        </p:nvSpPr>
        <p:spPr bwMode="auto">
          <a:xfrm>
            <a:off x="-166688" y="3017838"/>
            <a:ext cx="2489201" cy="2062162"/>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entrants</a:t>
            </a:r>
            <a:endParaRPr lang="fr-FR" sz="1600" dirty="0">
              <a:solidFill>
                <a:srgbClr val="009AA6"/>
              </a:solidFill>
              <a:latin typeface="Arial"/>
              <a:cs typeface="+mn-cs"/>
            </a:endParaRP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Incidents récurrents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Appels au Service Desk</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Incidents significatifs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Evénements particuliers</a:t>
            </a:r>
          </a:p>
        </p:txBody>
      </p:sp>
      <p:pic>
        <p:nvPicPr>
          <p:cNvPr id="45" name="Shape 209" descr="arrow_right">
            <a:extLst>
              <a:ext uri="{FF2B5EF4-FFF2-40B4-BE49-F238E27FC236}">
                <a16:creationId xmlns:a16="http://schemas.microsoft.com/office/drawing/2014/main" id="{4F110220-1D20-4454-BB9E-09C5010A23B5}"/>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892844" y="2872847"/>
            <a:ext cx="573365" cy="573365"/>
          </a:xfrm>
          <a:prstGeom prst="rect">
            <a:avLst/>
          </a:prstGeom>
          <a:noFill/>
          <a:ln>
            <a:noFill/>
          </a:ln>
        </p:spPr>
      </p:pic>
      <p:pic>
        <p:nvPicPr>
          <p:cNvPr id="46" name="Shape 209" descr="arrow_right">
            <a:extLst>
              <a:ext uri="{FF2B5EF4-FFF2-40B4-BE49-F238E27FC236}">
                <a16:creationId xmlns:a16="http://schemas.microsoft.com/office/drawing/2014/main" id="{20C5911B-13DE-45AE-97D0-1B4BDE0F0136}"/>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1400267" y="4961334"/>
            <a:ext cx="573365" cy="573365"/>
          </a:xfrm>
          <a:prstGeom prst="rect">
            <a:avLst/>
          </a:prstGeom>
          <a:noFill/>
          <a:ln>
            <a:noFill/>
          </a:ln>
        </p:spPr>
      </p:pic>
      <p:sp>
        <p:nvSpPr>
          <p:cNvPr id="47" name="AutoShape 11">
            <a:extLst>
              <a:ext uri="{FF2B5EF4-FFF2-40B4-BE49-F238E27FC236}">
                <a16:creationId xmlns:a16="http://schemas.microsoft.com/office/drawing/2014/main" id="{82F54CFE-DD03-4816-A2F5-6D8DB93C73A3}"/>
              </a:ext>
            </a:extLst>
          </p:cNvPr>
          <p:cNvSpPr>
            <a:spLocks noChangeArrowheads="1"/>
          </p:cNvSpPr>
          <p:nvPr/>
        </p:nvSpPr>
        <p:spPr bwMode="auto">
          <a:xfrm>
            <a:off x="2525713" y="3954463"/>
            <a:ext cx="2239962" cy="5540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Détecter un incident significatif</a:t>
            </a:r>
          </a:p>
        </p:txBody>
      </p:sp>
      <p:sp>
        <p:nvSpPr>
          <p:cNvPr id="50" name="AutoShape 11">
            <a:extLst>
              <a:ext uri="{FF2B5EF4-FFF2-40B4-BE49-F238E27FC236}">
                <a16:creationId xmlns:a16="http://schemas.microsoft.com/office/drawing/2014/main" id="{C7C1795A-74C0-485E-9C02-88A8E2D945AE}"/>
              </a:ext>
            </a:extLst>
          </p:cNvPr>
          <p:cNvSpPr>
            <a:spLocks noChangeArrowheads="1"/>
          </p:cNvSpPr>
          <p:nvPr/>
        </p:nvSpPr>
        <p:spPr bwMode="auto">
          <a:xfrm>
            <a:off x="2568575" y="4792663"/>
            <a:ext cx="2239963" cy="5540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Analyser les événements en mode proactif</a:t>
            </a:r>
          </a:p>
        </p:txBody>
      </p:sp>
      <p:cxnSp>
        <p:nvCxnSpPr>
          <p:cNvPr id="21516" name="Connecteur droit avec flèche 51">
            <a:extLst>
              <a:ext uri="{FF2B5EF4-FFF2-40B4-BE49-F238E27FC236}">
                <a16:creationId xmlns:a16="http://schemas.microsoft.com/office/drawing/2014/main" id="{6CA96385-0025-478A-BA11-4FB341FC8BDA}"/>
              </a:ext>
            </a:extLst>
          </p:cNvPr>
          <p:cNvCxnSpPr>
            <a:cxnSpLocks noChangeShapeType="1"/>
            <a:stCxn id="43" idx="3"/>
            <a:endCxn id="42" idx="1"/>
          </p:cNvCxnSpPr>
          <p:nvPr/>
        </p:nvCxnSpPr>
        <p:spPr bwMode="auto">
          <a:xfrm>
            <a:off x="4803775" y="3417888"/>
            <a:ext cx="1925638" cy="81915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21517" name="Connecteur droit avec flèche 52">
            <a:extLst>
              <a:ext uri="{FF2B5EF4-FFF2-40B4-BE49-F238E27FC236}">
                <a16:creationId xmlns:a16="http://schemas.microsoft.com/office/drawing/2014/main" id="{91E5C9EC-6158-4666-8417-74FD60CAF061}"/>
              </a:ext>
            </a:extLst>
          </p:cNvPr>
          <p:cNvCxnSpPr>
            <a:cxnSpLocks noChangeShapeType="1"/>
            <a:stCxn id="47" idx="3"/>
            <a:endCxn id="42" idx="1"/>
          </p:cNvCxnSpPr>
          <p:nvPr/>
        </p:nvCxnSpPr>
        <p:spPr bwMode="auto">
          <a:xfrm>
            <a:off x="4765675" y="4230688"/>
            <a:ext cx="1963738" cy="635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21518" name="Connecteur droit avec flèche 53">
            <a:extLst>
              <a:ext uri="{FF2B5EF4-FFF2-40B4-BE49-F238E27FC236}">
                <a16:creationId xmlns:a16="http://schemas.microsoft.com/office/drawing/2014/main" id="{157BA4BB-3B46-438A-80A0-83AC537C049E}"/>
              </a:ext>
            </a:extLst>
          </p:cNvPr>
          <p:cNvCxnSpPr>
            <a:cxnSpLocks noChangeShapeType="1"/>
            <a:stCxn id="50" idx="3"/>
            <a:endCxn id="42" idx="1"/>
          </p:cNvCxnSpPr>
          <p:nvPr/>
        </p:nvCxnSpPr>
        <p:spPr bwMode="auto">
          <a:xfrm flipV="1">
            <a:off x="4808538" y="4237038"/>
            <a:ext cx="1920875" cy="833437"/>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21519" name="Connecteur droit avec flèche 54">
            <a:extLst>
              <a:ext uri="{FF2B5EF4-FFF2-40B4-BE49-F238E27FC236}">
                <a16:creationId xmlns:a16="http://schemas.microsoft.com/office/drawing/2014/main" id="{CEAF215C-38DC-44E2-835B-373D3B663B5D}"/>
              </a:ext>
            </a:extLst>
          </p:cNvPr>
          <p:cNvCxnSpPr>
            <a:cxnSpLocks noChangeShapeType="1"/>
            <a:stCxn id="42" idx="3"/>
            <a:endCxn id="33" idx="1"/>
          </p:cNvCxnSpPr>
          <p:nvPr/>
        </p:nvCxnSpPr>
        <p:spPr bwMode="auto">
          <a:xfrm>
            <a:off x="8423275" y="4237038"/>
            <a:ext cx="658813" cy="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21520" name="Connecteur droit avec flèche 55">
            <a:extLst>
              <a:ext uri="{FF2B5EF4-FFF2-40B4-BE49-F238E27FC236}">
                <a16:creationId xmlns:a16="http://schemas.microsoft.com/office/drawing/2014/main" id="{BBC01D05-B235-4321-B15D-2E2F60A21EB4}"/>
              </a:ext>
            </a:extLst>
          </p:cNvPr>
          <p:cNvCxnSpPr>
            <a:cxnSpLocks noChangeShapeType="1"/>
            <a:stCxn id="33" idx="3"/>
          </p:cNvCxnSpPr>
          <p:nvPr/>
        </p:nvCxnSpPr>
        <p:spPr bwMode="auto">
          <a:xfrm flipV="1">
            <a:off x="10706100" y="4230688"/>
            <a:ext cx="771525" cy="635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57" name="Espace réservé du texte 2">
            <a:extLst>
              <a:ext uri="{FF2B5EF4-FFF2-40B4-BE49-F238E27FC236}">
                <a16:creationId xmlns:a16="http://schemas.microsoft.com/office/drawing/2014/main" id="{B0F539BF-C91A-4EDB-944A-14109D193A04}"/>
              </a:ext>
            </a:extLst>
          </p:cNvPr>
          <p:cNvSpPr txBox="1">
            <a:spLocks/>
          </p:cNvSpPr>
          <p:nvPr/>
        </p:nvSpPr>
        <p:spPr bwMode="auto">
          <a:xfrm>
            <a:off x="5591175" y="1163638"/>
            <a:ext cx="6480175" cy="1389062"/>
          </a:xfrm>
          <a:prstGeom prst="rect">
            <a:avLst/>
          </a:prstGeom>
          <a:solidFill>
            <a:schemeClr val="tx2"/>
          </a:solidFill>
          <a:ln w="9525">
            <a:noFill/>
            <a:miter lim="800000"/>
            <a:headEnd/>
            <a:tailEnd/>
          </a:ln>
        </p:spPr>
        <p:txBody>
          <a:bodyPr lIns="36000" tIns="36000" rIns="0" bIns="36000"/>
          <a:lstStyle/>
          <a:p>
            <a:pPr marL="243411" indent="-243411" defTabSz="914400">
              <a:spcBef>
                <a:spcPts val="444"/>
              </a:spcBef>
              <a:buClr>
                <a:srgbClr val="009AA6"/>
              </a:buClr>
              <a:buSzPct val="110000"/>
              <a:defRPr/>
            </a:pPr>
            <a:r>
              <a:rPr lang="fr-FR" sz="1600" b="1" dirty="0">
                <a:solidFill>
                  <a:prstClr val="white"/>
                </a:solidFill>
                <a:latin typeface="Arial"/>
                <a:cs typeface="+mn-cs"/>
              </a:rPr>
              <a:t>Objectifs: </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S’assurer que toutes les sources potentielles de détection d’erreurs dans l’infrastructure sont prises en compte</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S’assurer que les erreurs détectées ont un intérêt à prises en compte par la gestion des problèmes</a:t>
            </a:r>
            <a:endParaRPr lang="fr-FR" sz="1600" dirty="0">
              <a:solidFill>
                <a:prstClr val="white"/>
              </a:solidFill>
              <a:latin typeface="Arial"/>
              <a:cs typeface="+mn-cs"/>
            </a:endParaRPr>
          </a:p>
          <a:p>
            <a:pPr marL="243411" indent="-243411" defTabSz="914400">
              <a:spcBef>
                <a:spcPts val="444"/>
              </a:spcBef>
              <a:buClr>
                <a:srgbClr val="009AA6"/>
              </a:buClr>
              <a:buSzPct val="110000"/>
              <a:defRPr/>
            </a:pPr>
            <a:endParaRPr lang="fr-FR" sz="1600" dirty="0">
              <a:solidFill>
                <a:prstClr val="white"/>
              </a:solidFill>
              <a:latin typeface="Arial"/>
              <a:cs typeface="+mn-cs"/>
            </a:endParaRPr>
          </a:p>
        </p:txBody>
      </p:sp>
      <p:sp>
        <p:nvSpPr>
          <p:cNvPr id="58" name="Line 10">
            <a:extLst>
              <a:ext uri="{FF2B5EF4-FFF2-40B4-BE49-F238E27FC236}">
                <a16:creationId xmlns:a16="http://schemas.microsoft.com/office/drawing/2014/main" id="{05452CC2-FF11-49B2-995A-2EC140977EDC}"/>
              </a:ext>
            </a:extLst>
          </p:cNvPr>
          <p:cNvSpPr>
            <a:spLocks noChangeShapeType="1"/>
          </p:cNvSpPr>
          <p:nvPr/>
        </p:nvSpPr>
        <p:spPr bwMode="auto">
          <a:xfrm>
            <a:off x="25400" y="1612900"/>
            <a:ext cx="5448300" cy="25400"/>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algn="ctr" defTabSz="914400" fontAlgn="auto">
              <a:spcBef>
                <a:spcPts val="0"/>
              </a:spcBef>
              <a:spcAft>
                <a:spcPts val="0"/>
              </a:spcAft>
              <a:defRPr/>
            </a:pPr>
            <a:endParaRPr lang="fr-FR" sz="1693">
              <a:solidFill>
                <a:srgbClr val="3C3732"/>
              </a:solidFill>
              <a:latin typeface="Arial"/>
              <a:cs typeface="+mn-cs"/>
            </a:endParaRPr>
          </a:p>
        </p:txBody>
      </p:sp>
      <p:sp>
        <p:nvSpPr>
          <p:cNvPr id="59" name="AutoShape 11">
            <a:extLst>
              <a:ext uri="{FF2B5EF4-FFF2-40B4-BE49-F238E27FC236}">
                <a16:creationId xmlns:a16="http://schemas.microsoft.com/office/drawing/2014/main" id="{E0C663CE-58FC-455E-9438-0572BBB59F94}"/>
              </a:ext>
            </a:extLst>
          </p:cNvPr>
          <p:cNvSpPr>
            <a:spLocks noChangeArrowheads="1"/>
          </p:cNvSpPr>
          <p:nvPr/>
        </p:nvSpPr>
        <p:spPr bwMode="auto">
          <a:xfrm>
            <a:off x="2141538" y="962025"/>
            <a:ext cx="1096962" cy="561975"/>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a:solidFill>
                  <a:prstClr val="white"/>
                </a:solidFill>
              </a:rPr>
              <a:t>Gestion des changements</a:t>
            </a:r>
          </a:p>
        </p:txBody>
      </p:sp>
      <p:sp>
        <p:nvSpPr>
          <p:cNvPr id="60" name="AutoShape 11">
            <a:extLst>
              <a:ext uri="{FF2B5EF4-FFF2-40B4-BE49-F238E27FC236}">
                <a16:creationId xmlns:a16="http://schemas.microsoft.com/office/drawing/2014/main" id="{F99FAFB9-354E-4880-9D6F-86B4C8FD7F2F}"/>
              </a:ext>
            </a:extLst>
          </p:cNvPr>
          <p:cNvSpPr>
            <a:spLocks noChangeArrowheads="1"/>
          </p:cNvSpPr>
          <p:nvPr/>
        </p:nvSpPr>
        <p:spPr bwMode="auto">
          <a:xfrm>
            <a:off x="1133475" y="1165225"/>
            <a:ext cx="900113" cy="989013"/>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a:solidFill>
                  <a:prstClr val="white"/>
                </a:solidFill>
              </a:rPr>
              <a:t>Rechercher la cause et proposer des solutions et corrections</a:t>
            </a:r>
          </a:p>
        </p:txBody>
      </p:sp>
      <p:sp>
        <p:nvSpPr>
          <p:cNvPr id="61" name="AutoShape 11">
            <a:extLst>
              <a:ext uri="{FF2B5EF4-FFF2-40B4-BE49-F238E27FC236}">
                <a16:creationId xmlns:a16="http://schemas.microsoft.com/office/drawing/2014/main" id="{CEC9A76E-051F-42C3-BF50-D6929C92E263}"/>
              </a:ext>
            </a:extLst>
          </p:cNvPr>
          <p:cNvSpPr>
            <a:spLocks noChangeArrowheads="1"/>
          </p:cNvSpPr>
          <p:nvPr/>
        </p:nvSpPr>
        <p:spPr bwMode="auto">
          <a:xfrm>
            <a:off x="104775" y="1168400"/>
            <a:ext cx="900113" cy="9874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dirty="0">
                <a:solidFill>
                  <a:prstClr val="white"/>
                </a:solidFill>
              </a:rPr>
              <a:t>Détecter, soumettre et valider les nouveaux problèmes</a:t>
            </a:r>
          </a:p>
        </p:txBody>
      </p:sp>
      <p:sp>
        <p:nvSpPr>
          <p:cNvPr id="62" name="AutoShape 11">
            <a:extLst>
              <a:ext uri="{FF2B5EF4-FFF2-40B4-BE49-F238E27FC236}">
                <a16:creationId xmlns:a16="http://schemas.microsoft.com/office/drawing/2014/main" id="{763F11E4-EFB9-4ACA-B028-FA6B0DEDE933}"/>
              </a:ext>
            </a:extLst>
          </p:cNvPr>
          <p:cNvSpPr>
            <a:spLocks noChangeArrowheads="1"/>
          </p:cNvSpPr>
          <p:nvPr/>
        </p:nvSpPr>
        <p:spPr bwMode="auto">
          <a:xfrm>
            <a:off x="25400" y="2257425"/>
            <a:ext cx="5232400" cy="29527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a:solidFill>
                  <a:prstClr val="white"/>
                </a:solidFill>
                <a:latin typeface="Arial" panose="020B0604020202020204" pitchFamily="34" charset="0"/>
              </a:rPr>
              <a:t>Piloter le processus</a:t>
            </a:r>
          </a:p>
        </p:txBody>
      </p:sp>
      <p:sp>
        <p:nvSpPr>
          <p:cNvPr id="63" name="AutoShape 11">
            <a:extLst>
              <a:ext uri="{FF2B5EF4-FFF2-40B4-BE49-F238E27FC236}">
                <a16:creationId xmlns:a16="http://schemas.microsoft.com/office/drawing/2014/main" id="{13A5CD88-8918-4EBE-AF62-37288D485B26}"/>
              </a:ext>
            </a:extLst>
          </p:cNvPr>
          <p:cNvSpPr>
            <a:spLocks noChangeArrowheads="1"/>
          </p:cNvSpPr>
          <p:nvPr/>
        </p:nvSpPr>
        <p:spPr bwMode="auto">
          <a:xfrm>
            <a:off x="3335338" y="1152525"/>
            <a:ext cx="900112" cy="9874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a:solidFill>
                  <a:prstClr val="white"/>
                </a:solidFill>
              </a:rPr>
              <a:t>Vérifier l’efficacité des corrections mises en œuvre</a:t>
            </a:r>
          </a:p>
        </p:txBody>
      </p:sp>
      <p:sp>
        <p:nvSpPr>
          <p:cNvPr id="64" name="AutoShape 11">
            <a:extLst>
              <a:ext uri="{FF2B5EF4-FFF2-40B4-BE49-F238E27FC236}">
                <a16:creationId xmlns:a16="http://schemas.microsoft.com/office/drawing/2014/main" id="{EF7BBCBF-AA25-4B56-AD4F-A20356B04479}"/>
              </a:ext>
            </a:extLst>
          </p:cNvPr>
          <p:cNvSpPr>
            <a:spLocks noChangeArrowheads="1"/>
          </p:cNvSpPr>
          <p:nvPr/>
        </p:nvSpPr>
        <p:spPr bwMode="auto">
          <a:xfrm>
            <a:off x="2141538" y="1700213"/>
            <a:ext cx="1096962" cy="561975"/>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a:solidFill>
                  <a:prstClr val="white"/>
                </a:solidFill>
              </a:rPr>
              <a:t>Gestion des mises en production</a:t>
            </a:r>
          </a:p>
        </p:txBody>
      </p:sp>
      <p:sp>
        <p:nvSpPr>
          <p:cNvPr id="65" name="AutoShape 11">
            <a:extLst>
              <a:ext uri="{FF2B5EF4-FFF2-40B4-BE49-F238E27FC236}">
                <a16:creationId xmlns:a16="http://schemas.microsoft.com/office/drawing/2014/main" id="{A97BC8E4-5FC8-46E4-8E92-7222DC900ECB}"/>
              </a:ext>
            </a:extLst>
          </p:cNvPr>
          <p:cNvSpPr>
            <a:spLocks noChangeArrowheads="1"/>
          </p:cNvSpPr>
          <p:nvPr/>
        </p:nvSpPr>
        <p:spPr bwMode="auto">
          <a:xfrm>
            <a:off x="4325938" y="1139825"/>
            <a:ext cx="900112" cy="9874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a:solidFill>
                  <a:prstClr val="white"/>
                </a:solidFill>
              </a:rPr>
              <a:t>Clôturer les problèmes </a:t>
            </a:r>
          </a:p>
        </p:txBody>
      </p:sp>
      <p:sp>
        <p:nvSpPr>
          <p:cNvPr id="66" name="Line 10">
            <a:extLst>
              <a:ext uri="{FF2B5EF4-FFF2-40B4-BE49-F238E27FC236}">
                <a16:creationId xmlns:a16="http://schemas.microsoft.com/office/drawing/2014/main" id="{38B08962-D494-4254-A251-96015B2D075A}"/>
              </a:ext>
            </a:extLst>
          </p:cNvPr>
          <p:cNvSpPr>
            <a:spLocks noChangeShapeType="1"/>
          </p:cNvSpPr>
          <p:nvPr/>
        </p:nvSpPr>
        <p:spPr bwMode="auto">
          <a:xfrm flipH="1" flipV="1">
            <a:off x="2524125" y="1500188"/>
            <a:ext cx="0" cy="233362"/>
          </a:xfrm>
          <a:prstGeom prst="line">
            <a:avLst/>
          </a:prstGeom>
          <a:noFill/>
          <a:ln w="28575">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67" name="Line 10">
            <a:extLst>
              <a:ext uri="{FF2B5EF4-FFF2-40B4-BE49-F238E27FC236}">
                <a16:creationId xmlns:a16="http://schemas.microsoft.com/office/drawing/2014/main" id="{FFD31B08-BD2A-4DD1-BCA8-D737933340DF}"/>
              </a:ext>
            </a:extLst>
          </p:cNvPr>
          <p:cNvSpPr>
            <a:spLocks noChangeShapeType="1"/>
          </p:cNvSpPr>
          <p:nvPr/>
        </p:nvSpPr>
        <p:spPr bwMode="auto">
          <a:xfrm flipH="1" flipV="1">
            <a:off x="2967038" y="1500188"/>
            <a:ext cx="0" cy="233362"/>
          </a:xfrm>
          <a:prstGeom prst="line">
            <a:avLst/>
          </a:prstGeom>
          <a:noFill/>
          <a:ln w="28575">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68" name="AutoShape 11">
            <a:extLst>
              <a:ext uri="{FF2B5EF4-FFF2-40B4-BE49-F238E27FC236}">
                <a16:creationId xmlns:a16="http://schemas.microsoft.com/office/drawing/2014/main" id="{C4DD5EC0-BCDA-4ABF-A9D1-FFCF76A08D58}"/>
              </a:ext>
            </a:extLst>
          </p:cNvPr>
          <p:cNvSpPr>
            <a:spLocks noChangeArrowheads="1"/>
          </p:cNvSpPr>
          <p:nvPr/>
        </p:nvSpPr>
        <p:spPr bwMode="auto">
          <a:xfrm>
            <a:off x="2568575" y="5541963"/>
            <a:ext cx="2239963" cy="5540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Analyser les incidents détectés lors du projet de MEP </a:t>
            </a:r>
          </a:p>
        </p:txBody>
      </p:sp>
      <p:cxnSp>
        <p:nvCxnSpPr>
          <p:cNvPr id="21533" name="Connecteur droit avec flèche 68">
            <a:extLst>
              <a:ext uri="{FF2B5EF4-FFF2-40B4-BE49-F238E27FC236}">
                <a16:creationId xmlns:a16="http://schemas.microsoft.com/office/drawing/2014/main" id="{116518A5-857E-4164-A63C-0A7E5AC73467}"/>
              </a:ext>
            </a:extLst>
          </p:cNvPr>
          <p:cNvCxnSpPr>
            <a:cxnSpLocks noChangeShapeType="1"/>
            <a:stCxn id="68" idx="3"/>
            <a:endCxn id="42" idx="1"/>
          </p:cNvCxnSpPr>
          <p:nvPr/>
        </p:nvCxnSpPr>
        <p:spPr bwMode="auto">
          <a:xfrm flipV="1">
            <a:off x="4808538" y="4237038"/>
            <a:ext cx="1920875" cy="1582737"/>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78CA6C9C-A7D0-44F8-B8FA-610CE17AFBB0}"/>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 (1/3)</a:t>
            </a:r>
          </a:p>
        </p:txBody>
      </p:sp>
      <p:sp>
        <p:nvSpPr>
          <p:cNvPr id="24579" name="Espace réservé du texte 2">
            <a:extLst>
              <a:ext uri="{FF2B5EF4-FFF2-40B4-BE49-F238E27FC236}">
                <a16:creationId xmlns:a16="http://schemas.microsoft.com/office/drawing/2014/main" id="{DCFA461C-2369-4E02-A353-FAD9AA1CD596}"/>
              </a:ext>
            </a:extLst>
          </p:cNvPr>
          <p:cNvSpPr txBox="1">
            <a:spLocks/>
          </p:cNvSpPr>
          <p:nvPr/>
        </p:nvSpPr>
        <p:spPr bwMode="auto">
          <a:xfrm>
            <a:off x="0" y="849313"/>
            <a:ext cx="121920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600">
                <a:solidFill>
                  <a:schemeClr val="tx2"/>
                </a:solidFill>
                <a:latin typeface="Arial" panose="020B0604020202020204" pitchFamily="34" charset="0"/>
              </a:rPr>
              <a:t>Activité</a:t>
            </a:r>
            <a:r>
              <a:rPr lang="fr-FR" altLang="fr-FR" sz="1600">
                <a:solidFill>
                  <a:srgbClr val="009AA6"/>
                </a:solidFill>
                <a:latin typeface="Arial" panose="020B0604020202020204" pitchFamily="34" charset="0"/>
              </a:rPr>
              <a:t> </a:t>
            </a:r>
            <a:r>
              <a:rPr lang="fr-FR" altLang="fr-FR" sz="1600" b="1">
                <a:solidFill>
                  <a:srgbClr val="790050"/>
                </a:solidFill>
                <a:latin typeface="Arial" panose="020B0604020202020204" pitchFamily="34" charset="0"/>
              </a:rPr>
              <a:t>« Rechercher la cause et proposer des solutions et corrections»</a:t>
            </a:r>
            <a:r>
              <a:rPr lang="fr-FR" altLang="fr-FR" sz="1600">
                <a:solidFill>
                  <a:srgbClr val="009AA6"/>
                </a:solidFill>
                <a:latin typeface="Arial" panose="020B0604020202020204" pitchFamily="34" charset="0"/>
              </a:rPr>
              <a:t> </a:t>
            </a:r>
            <a:r>
              <a:rPr lang="fr-FR" altLang="fr-FR" sz="1600">
                <a:solidFill>
                  <a:schemeClr val="tx2"/>
                </a:solidFill>
                <a:latin typeface="Arial" panose="020B0604020202020204" pitchFamily="34" charset="0"/>
              </a:rPr>
              <a:t>et sous-activités  </a:t>
            </a:r>
          </a:p>
        </p:txBody>
      </p:sp>
      <p:sp>
        <p:nvSpPr>
          <p:cNvPr id="38" name="AutoShape 11">
            <a:extLst>
              <a:ext uri="{FF2B5EF4-FFF2-40B4-BE49-F238E27FC236}">
                <a16:creationId xmlns:a16="http://schemas.microsoft.com/office/drawing/2014/main" id="{D2D5ACF9-27FD-4A62-AE42-D31F950E2831}"/>
              </a:ext>
            </a:extLst>
          </p:cNvPr>
          <p:cNvSpPr>
            <a:spLocks noChangeArrowheads="1"/>
          </p:cNvSpPr>
          <p:nvPr/>
        </p:nvSpPr>
        <p:spPr bwMode="auto">
          <a:xfrm>
            <a:off x="9082088" y="3586163"/>
            <a:ext cx="162401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Valider la/les correction(s) et transmettre la/les RFC à la gestion des changements</a:t>
            </a:r>
          </a:p>
        </p:txBody>
      </p:sp>
      <p:sp>
        <p:nvSpPr>
          <p:cNvPr id="39" name="AutoShape 11">
            <a:extLst>
              <a:ext uri="{FF2B5EF4-FFF2-40B4-BE49-F238E27FC236}">
                <a16:creationId xmlns:a16="http://schemas.microsoft.com/office/drawing/2014/main" id="{E909846B-4CF1-477B-B55C-429C514FCD9F}"/>
              </a:ext>
            </a:extLst>
          </p:cNvPr>
          <p:cNvSpPr>
            <a:spLocks noChangeArrowheads="1"/>
          </p:cNvSpPr>
          <p:nvPr/>
        </p:nvSpPr>
        <p:spPr bwMode="auto">
          <a:xfrm>
            <a:off x="4786313" y="3586163"/>
            <a:ext cx="16938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Proposer une solution incident à ajouter dans la KEDB</a:t>
            </a:r>
          </a:p>
        </p:txBody>
      </p:sp>
      <p:sp>
        <p:nvSpPr>
          <p:cNvPr id="40" name="Espace réservé du texte 2">
            <a:extLst>
              <a:ext uri="{FF2B5EF4-FFF2-40B4-BE49-F238E27FC236}">
                <a16:creationId xmlns:a16="http://schemas.microsoft.com/office/drawing/2014/main" id="{A611D7E4-4752-4C99-95E0-45E5D4FB46DA}"/>
              </a:ext>
            </a:extLst>
          </p:cNvPr>
          <p:cNvSpPr txBox="1">
            <a:spLocks/>
          </p:cNvSpPr>
          <p:nvPr/>
        </p:nvSpPr>
        <p:spPr bwMode="auto">
          <a:xfrm>
            <a:off x="-169863" y="3043238"/>
            <a:ext cx="2489201" cy="24955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entrants</a:t>
            </a:r>
            <a:endParaRPr lang="fr-FR" sz="1600" dirty="0">
              <a:solidFill>
                <a:srgbClr val="009AA6"/>
              </a:solidFill>
              <a:latin typeface="Arial"/>
              <a:cs typeface="+mn-cs"/>
            </a:endParaRP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 Problème affecté à un groupe de résolution</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 Budget de recherche de cause première alloué</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 Priorisation des problèmes à traiter</a:t>
            </a:r>
          </a:p>
        </p:txBody>
      </p:sp>
      <p:sp>
        <p:nvSpPr>
          <p:cNvPr id="41" name="Espace réservé du texte 2">
            <a:extLst>
              <a:ext uri="{FF2B5EF4-FFF2-40B4-BE49-F238E27FC236}">
                <a16:creationId xmlns:a16="http://schemas.microsoft.com/office/drawing/2014/main" id="{BA1160FD-AD89-42CA-B5A1-EACD356EBDA7}"/>
              </a:ext>
            </a:extLst>
          </p:cNvPr>
          <p:cNvSpPr txBox="1">
            <a:spLocks/>
          </p:cNvSpPr>
          <p:nvPr/>
        </p:nvSpPr>
        <p:spPr bwMode="auto">
          <a:xfrm>
            <a:off x="9321800" y="5106988"/>
            <a:ext cx="2635250"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sorties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Demande de changement</a:t>
            </a:r>
          </a:p>
          <a:p>
            <a:pPr marL="720686" lvl="1" indent="-249948" defTabSz="914400">
              <a:spcBef>
                <a:spcPct val="20000"/>
              </a:spcBef>
              <a:buClr>
                <a:srgbClr val="3C3732"/>
              </a:buClr>
              <a:buSzPct val="100000"/>
              <a:defRPr/>
            </a:pPr>
            <a:r>
              <a:rPr lang="fr-FR" sz="1400" dirty="0">
                <a:solidFill>
                  <a:srgbClr val="3C3732"/>
                </a:solidFill>
                <a:latin typeface="Arial"/>
                <a:cs typeface="+mn-cs"/>
              </a:rPr>
              <a:t>	(avec coûts, délais et contraintes de mise en œuvre)</a:t>
            </a:r>
          </a:p>
        </p:txBody>
      </p:sp>
      <p:pic>
        <p:nvPicPr>
          <p:cNvPr id="42" name="Shape 209" descr="arrow_right">
            <a:extLst>
              <a:ext uri="{FF2B5EF4-FFF2-40B4-BE49-F238E27FC236}">
                <a16:creationId xmlns:a16="http://schemas.microsoft.com/office/drawing/2014/main" id="{097F9C77-66E1-44F8-B98B-2573BB67D0AD}"/>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892844" y="2872847"/>
            <a:ext cx="573365" cy="573365"/>
          </a:xfrm>
          <a:prstGeom prst="rect">
            <a:avLst/>
          </a:prstGeom>
          <a:noFill/>
          <a:ln>
            <a:noFill/>
          </a:ln>
        </p:spPr>
      </p:pic>
      <p:pic>
        <p:nvPicPr>
          <p:cNvPr id="43" name="Shape 209" descr="arrow_right">
            <a:extLst>
              <a:ext uri="{FF2B5EF4-FFF2-40B4-BE49-F238E27FC236}">
                <a16:creationId xmlns:a16="http://schemas.microsoft.com/office/drawing/2014/main" id="{798A9DF2-FA3B-43DB-A15E-9101EC96C42B}"/>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1400267" y="4961334"/>
            <a:ext cx="573365" cy="573365"/>
          </a:xfrm>
          <a:prstGeom prst="rect">
            <a:avLst/>
          </a:prstGeom>
          <a:noFill/>
          <a:ln>
            <a:noFill/>
          </a:ln>
        </p:spPr>
      </p:pic>
      <p:cxnSp>
        <p:nvCxnSpPr>
          <p:cNvPr id="24586" name="Connecteur droit avec flèche 43">
            <a:extLst>
              <a:ext uri="{FF2B5EF4-FFF2-40B4-BE49-F238E27FC236}">
                <a16:creationId xmlns:a16="http://schemas.microsoft.com/office/drawing/2014/main" id="{291C1235-1B84-495D-9F4D-8C176B195343}"/>
              </a:ext>
            </a:extLst>
          </p:cNvPr>
          <p:cNvCxnSpPr>
            <a:cxnSpLocks noChangeShapeType="1"/>
            <a:stCxn id="39" idx="3"/>
            <a:endCxn id="70" idx="1"/>
          </p:cNvCxnSpPr>
          <p:nvPr/>
        </p:nvCxnSpPr>
        <p:spPr bwMode="auto">
          <a:xfrm>
            <a:off x="6480175" y="4262438"/>
            <a:ext cx="452438" cy="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24587" name="Connecteur droit avec flèche 44">
            <a:extLst>
              <a:ext uri="{FF2B5EF4-FFF2-40B4-BE49-F238E27FC236}">
                <a16:creationId xmlns:a16="http://schemas.microsoft.com/office/drawing/2014/main" id="{2405C5BB-4161-4360-ACC8-64FD8EE8CF3C}"/>
              </a:ext>
            </a:extLst>
          </p:cNvPr>
          <p:cNvCxnSpPr>
            <a:cxnSpLocks noChangeShapeType="1"/>
            <a:stCxn id="38" idx="3"/>
          </p:cNvCxnSpPr>
          <p:nvPr/>
        </p:nvCxnSpPr>
        <p:spPr bwMode="auto">
          <a:xfrm>
            <a:off x="10706100" y="4262438"/>
            <a:ext cx="584200" cy="4762"/>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46" name="Espace réservé du texte 2">
            <a:extLst>
              <a:ext uri="{FF2B5EF4-FFF2-40B4-BE49-F238E27FC236}">
                <a16:creationId xmlns:a16="http://schemas.microsoft.com/office/drawing/2014/main" id="{1D6D3A86-D74B-40B5-A13B-D86DE7308F4C}"/>
              </a:ext>
            </a:extLst>
          </p:cNvPr>
          <p:cNvSpPr txBox="1">
            <a:spLocks/>
          </p:cNvSpPr>
          <p:nvPr/>
        </p:nvSpPr>
        <p:spPr bwMode="auto">
          <a:xfrm>
            <a:off x="5540375" y="1163638"/>
            <a:ext cx="6480175" cy="1389062"/>
          </a:xfrm>
          <a:prstGeom prst="rect">
            <a:avLst/>
          </a:prstGeom>
          <a:solidFill>
            <a:schemeClr val="tx2"/>
          </a:solidFill>
          <a:ln w="9525">
            <a:noFill/>
            <a:miter lim="800000"/>
            <a:headEnd/>
            <a:tailEnd/>
          </a:ln>
        </p:spPr>
        <p:txBody>
          <a:bodyPr lIns="36000" tIns="36000" rIns="36000" bIns="36000"/>
          <a:lstStyle/>
          <a:p>
            <a:pPr marL="243411" indent="-243411" defTabSz="914400">
              <a:spcBef>
                <a:spcPts val="444"/>
              </a:spcBef>
              <a:buClr>
                <a:srgbClr val="009AA6"/>
              </a:buClr>
              <a:buSzPct val="110000"/>
              <a:defRPr/>
            </a:pPr>
            <a:r>
              <a:rPr lang="fr-FR" sz="1600" b="1" dirty="0">
                <a:solidFill>
                  <a:prstClr val="white"/>
                </a:solidFill>
                <a:latin typeface="Arial"/>
                <a:cs typeface="+mn-cs"/>
              </a:rPr>
              <a:t>Objectifs: </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Proposer une ou plusieurs corrections temporaires ou définitives</a:t>
            </a:r>
          </a:p>
          <a:p>
            <a:pPr marL="243411" indent="-243411" defTabSz="914400">
              <a:spcBef>
                <a:spcPts val="444"/>
              </a:spcBef>
              <a:buClr>
                <a:prstClr val="white"/>
              </a:buClr>
              <a:buSzPct val="110000"/>
              <a:buFont typeface="Arial" pitchFamily="34" charset="0"/>
              <a:buChar char="•"/>
              <a:defRPr/>
            </a:pPr>
            <a:r>
              <a:rPr lang="fr-FR" sz="1400" dirty="0">
                <a:solidFill>
                  <a:prstClr val="white"/>
                </a:solidFill>
                <a:latin typeface="Arial"/>
                <a:cs typeface="+mn-cs"/>
              </a:rPr>
              <a:t>Et lorsque possible ou nécessaire proposer une solution permettant de réduire le temps de résolution de l’incident</a:t>
            </a:r>
          </a:p>
          <a:p>
            <a:pPr marL="243411" indent="-243411" defTabSz="914400">
              <a:spcBef>
                <a:spcPts val="444"/>
              </a:spcBef>
              <a:buClr>
                <a:srgbClr val="009AA6"/>
              </a:buClr>
              <a:buSzPct val="110000"/>
              <a:defRPr/>
            </a:pPr>
            <a:endParaRPr lang="fr-FR" sz="1600" dirty="0">
              <a:solidFill>
                <a:prstClr val="white"/>
              </a:solidFill>
              <a:latin typeface="Arial"/>
              <a:cs typeface="+mn-cs"/>
            </a:endParaRPr>
          </a:p>
        </p:txBody>
      </p:sp>
      <p:sp>
        <p:nvSpPr>
          <p:cNvPr id="47" name="Line 10">
            <a:extLst>
              <a:ext uri="{FF2B5EF4-FFF2-40B4-BE49-F238E27FC236}">
                <a16:creationId xmlns:a16="http://schemas.microsoft.com/office/drawing/2014/main" id="{BAAF0AC7-93FB-4B49-A173-73ABE620D830}"/>
              </a:ext>
            </a:extLst>
          </p:cNvPr>
          <p:cNvSpPr>
            <a:spLocks noChangeShapeType="1"/>
          </p:cNvSpPr>
          <p:nvPr/>
        </p:nvSpPr>
        <p:spPr bwMode="auto">
          <a:xfrm>
            <a:off x="25400" y="1612900"/>
            <a:ext cx="5448300" cy="25400"/>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algn="ctr" defTabSz="914400" fontAlgn="auto">
              <a:spcBef>
                <a:spcPts val="0"/>
              </a:spcBef>
              <a:spcAft>
                <a:spcPts val="0"/>
              </a:spcAft>
              <a:defRPr/>
            </a:pPr>
            <a:endParaRPr lang="fr-FR" sz="1693">
              <a:solidFill>
                <a:srgbClr val="3C3732"/>
              </a:solidFill>
              <a:latin typeface="Arial"/>
              <a:cs typeface="+mn-cs"/>
            </a:endParaRPr>
          </a:p>
        </p:txBody>
      </p:sp>
      <p:sp>
        <p:nvSpPr>
          <p:cNvPr id="48" name="AutoShape 11">
            <a:extLst>
              <a:ext uri="{FF2B5EF4-FFF2-40B4-BE49-F238E27FC236}">
                <a16:creationId xmlns:a16="http://schemas.microsoft.com/office/drawing/2014/main" id="{AC46D0A0-84D3-4D0B-933B-D0B49E69340D}"/>
              </a:ext>
            </a:extLst>
          </p:cNvPr>
          <p:cNvSpPr>
            <a:spLocks noChangeArrowheads="1"/>
          </p:cNvSpPr>
          <p:nvPr/>
        </p:nvSpPr>
        <p:spPr bwMode="auto">
          <a:xfrm>
            <a:off x="2141538" y="962025"/>
            <a:ext cx="1096962" cy="561975"/>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a:solidFill>
                  <a:prstClr val="white"/>
                </a:solidFill>
              </a:rPr>
              <a:t>Gestion des changements</a:t>
            </a:r>
          </a:p>
        </p:txBody>
      </p:sp>
      <p:sp>
        <p:nvSpPr>
          <p:cNvPr id="49" name="AutoShape 11">
            <a:extLst>
              <a:ext uri="{FF2B5EF4-FFF2-40B4-BE49-F238E27FC236}">
                <a16:creationId xmlns:a16="http://schemas.microsoft.com/office/drawing/2014/main" id="{29C5DADC-6230-4A54-9564-8C376C51B52D}"/>
              </a:ext>
            </a:extLst>
          </p:cNvPr>
          <p:cNvSpPr>
            <a:spLocks noChangeArrowheads="1"/>
          </p:cNvSpPr>
          <p:nvPr/>
        </p:nvSpPr>
        <p:spPr bwMode="auto">
          <a:xfrm>
            <a:off x="1133475" y="1165225"/>
            <a:ext cx="900113" cy="989013"/>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dirty="0">
                <a:solidFill>
                  <a:prstClr val="white"/>
                </a:solidFill>
              </a:rPr>
              <a:t>Rechercher la cause et proposer des solutions et corrections</a:t>
            </a:r>
          </a:p>
        </p:txBody>
      </p:sp>
      <p:sp>
        <p:nvSpPr>
          <p:cNvPr id="50" name="AutoShape 11">
            <a:extLst>
              <a:ext uri="{FF2B5EF4-FFF2-40B4-BE49-F238E27FC236}">
                <a16:creationId xmlns:a16="http://schemas.microsoft.com/office/drawing/2014/main" id="{F8C8E32F-BA6F-49EE-8430-BEBD4739C8A1}"/>
              </a:ext>
            </a:extLst>
          </p:cNvPr>
          <p:cNvSpPr>
            <a:spLocks noChangeArrowheads="1"/>
          </p:cNvSpPr>
          <p:nvPr/>
        </p:nvSpPr>
        <p:spPr bwMode="auto">
          <a:xfrm>
            <a:off x="104775" y="1168400"/>
            <a:ext cx="900113" cy="9874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a:solidFill>
                  <a:prstClr val="white"/>
                </a:solidFill>
              </a:rPr>
              <a:t>Détecter, soumettre et valider les nouveaux problèmes</a:t>
            </a:r>
          </a:p>
        </p:txBody>
      </p:sp>
      <p:sp>
        <p:nvSpPr>
          <p:cNvPr id="55" name="AutoShape 11">
            <a:extLst>
              <a:ext uri="{FF2B5EF4-FFF2-40B4-BE49-F238E27FC236}">
                <a16:creationId xmlns:a16="http://schemas.microsoft.com/office/drawing/2014/main" id="{711F4713-C5BA-4C04-B9A8-3D75C48AAC87}"/>
              </a:ext>
            </a:extLst>
          </p:cNvPr>
          <p:cNvSpPr>
            <a:spLocks noChangeArrowheads="1"/>
          </p:cNvSpPr>
          <p:nvPr/>
        </p:nvSpPr>
        <p:spPr bwMode="auto">
          <a:xfrm>
            <a:off x="25400" y="2257425"/>
            <a:ext cx="5232400" cy="29527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a:solidFill>
                  <a:prstClr val="white"/>
                </a:solidFill>
                <a:latin typeface="Arial" panose="020B0604020202020204" pitchFamily="34" charset="0"/>
              </a:rPr>
              <a:t>Piloter le processus</a:t>
            </a:r>
          </a:p>
        </p:txBody>
      </p:sp>
      <p:sp>
        <p:nvSpPr>
          <p:cNvPr id="58" name="AutoShape 11">
            <a:extLst>
              <a:ext uri="{FF2B5EF4-FFF2-40B4-BE49-F238E27FC236}">
                <a16:creationId xmlns:a16="http://schemas.microsoft.com/office/drawing/2014/main" id="{B673AFCA-2A03-470E-A70A-87BED2DAAD1A}"/>
              </a:ext>
            </a:extLst>
          </p:cNvPr>
          <p:cNvSpPr>
            <a:spLocks noChangeArrowheads="1"/>
          </p:cNvSpPr>
          <p:nvPr/>
        </p:nvSpPr>
        <p:spPr bwMode="auto">
          <a:xfrm>
            <a:off x="3335338" y="1152525"/>
            <a:ext cx="900112" cy="9874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a:solidFill>
                  <a:prstClr val="white"/>
                </a:solidFill>
              </a:rPr>
              <a:t>Vérifier l’efficacité des corrections mises en œuvre</a:t>
            </a:r>
          </a:p>
        </p:txBody>
      </p:sp>
      <p:sp>
        <p:nvSpPr>
          <p:cNvPr id="61" name="AutoShape 11">
            <a:extLst>
              <a:ext uri="{FF2B5EF4-FFF2-40B4-BE49-F238E27FC236}">
                <a16:creationId xmlns:a16="http://schemas.microsoft.com/office/drawing/2014/main" id="{A4EF9B7D-6290-4CB0-BA08-73B55B66A33B}"/>
              </a:ext>
            </a:extLst>
          </p:cNvPr>
          <p:cNvSpPr>
            <a:spLocks noChangeArrowheads="1"/>
          </p:cNvSpPr>
          <p:nvPr/>
        </p:nvSpPr>
        <p:spPr bwMode="auto">
          <a:xfrm>
            <a:off x="2141538" y="1700213"/>
            <a:ext cx="1096962" cy="561975"/>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a:solidFill>
                  <a:prstClr val="white"/>
                </a:solidFill>
              </a:rPr>
              <a:t>Gestion des mises en production</a:t>
            </a:r>
          </a:p>
        </p:txBody>
      </p:sp>
      <p:sp>
        <p:nvSpPr>
          <p:cNvPr id="62" name="AutoShape 11">
            <a:extLst>
              <a:ext uri="{FF2B5EF4-FFF2-40B4-BE49-F238E27FC236}">
                <a16:creationId xmlns:a16="http://schemas.microsoft.com/office/drawing/2014/main" id="{24D2A6CD-C4AC-401C-8C3F-1209211411AB}"/>
              </a:ext>
            </a:extLst>
          </p:cNvPr>
          <p:cNvSpPr>
            <a:spLocks noChangeArrowheads="1"/>
          </p:cNvSpPr>
          <p:nvPr/>
        </p:nvSpPr>
        <p:spPr bwMode="auto">
          <a:xfrm>
            <a:off x="4325938" y="1139825"/>
            <a:ext cx="900112" cy="9874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a:solidFill>
                  <a:prstClr val="white"/>
                </a:solidFill>
              </a:rPr>
              <a:t>Clôturer les problèmes </a:t>
            </a:r>
          </a:p>
        </p:txBody>
      </p:sp>
      <p:sp>
        <p:nvSpPr>
          <p:cNvPr id="64" name="Line 10">
            <a:extLst>
              <a:ext uri="{FF2B5EF4-FFF2-40B4-BE49-F238E27FC236}">
                <a16:creationId xmlns:a16="http://schemas.microsoft.com/office/drawing/2014/main" id="{B7B866D1-CC3E-4C85-819D-49A8469AA4AB}"/>
              </a:ext>
            </a:extLst>
          </p:cNvPr>
          <p:cNvSpPr>
            <a:spLocks noChangeShapeType="1"/>
          </p:cNvSpPr>
          <p:nvPr/>
        </p:nvSpPr>
        <p:spPr bwMode="auto">
          <a:xfrm flipH="1" flipV="1">
            <a:off x="2524125" y="1500188"/>
            <a:ext cx="0" cy="233362"/>
          </a:xfrm>
          <a:prstGeom prst="line">
            <a:avLst/>
          </a:prstGeom>
          <a:noFill/>
          <a:ln w="28575">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65" name="Line 10">
            <a:extLst>
              <a:ext uri="{FF2B5EF4-FFF2-40B4-BE49-F238E27FC236}">
                <a16:creationId xmlns:a16="http://schemas.microsoft.com/office/drawing/2014/main" id="{97B6332F-5550-4946-907A-7690158432D3}"/>
              </a:ext>
            </a:extLst>
          </p:cNvPr>
          <p:cNvSpPr>
            <a:spLocks noChangeShapeType="1"/>
          </p:cNvSpPr>
          <p:nvPr/>
        </p:nvSpPr>
        <p:spPr bwMode="auto">
          <a:xfrm flipH="1" flipV="1">
            <a:off x="2967038" y="1500188"/>
            <a:ext cx="0" cy="233362"/>
          </a:xfrm>
          <a:prstGeom prst="line">
            <a:avLst/>
          </a:prstGeom>
          <a:noFill/>
          <a:ln w="28575">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66" name="AutoShape 11">
            <a:extLst>
              <a:ext uri="{FF2B5EF4-FFF2-40B4-BE49-F238E27FC236}">
                <a16:creationId xmlns:a16="http://schemas.microsoft.com/office/drawing/2014/main" id="{115FAB1C-14E2-4700-8C32-9D124BBBAF32}"/>
              </a:ext>
            </a:extLst>
          </p:cNvPr>
          <p:cNvSpPr>
            <a:spLocks noChangeArrowheads="1"/>
          </p:cNvSpPr>
          <p:nvPr/>
        </p:nvSpPr>
        <p:spPr bwMode="auto">
          <a:xfrm>
            <a:off x="2449513" y="3586163"/>
            <a:ext cx="16938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Rechercher la cause à l’origine de l’/des incident(s) (avérés ou potentiels) </a:t>
            </a:r>
          </a:p>
        </p:txBody>
      </p:sp>
      <p:cxnSp>
        <p:nvCxnSpPr>
          <p:cNvPr id="24600" name="Connecteur droit avec flèche 67">
            <a:extLst>
              <a:ext uri="{FF2B5EF4-FFF2-40B4-BE49-F238E27FC236}">
                <a16:creationId xmlns:a16="http://schemas.microsoft.com/office/drawing/2014/main" id="{CF5975A3-31E7-4E5A-9219-28BCBF326627}"/>
              </a:ext>
            </a:extLst>
          </p:cNvPr>
          <p:cNvCxnSpPr>
            <a:cxnSpLocks noChangeShapeType="1"/>
            <a:stCxn id="66" idx="3"/>
            <a:endCxn id="39" idx="1"/>
          </p:cNvCxnSpPr>
          <p:nvPr/>
        </p:nvCxnSpPr>
        <p:spPr bwMode="auto">
          <a:xfrm>
            <a:off x="4143375" y="4262438"/>
            <a:ext cx="642938" cy="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69" name="AutoShape 11">
            <a:extLst>
              <a:ext uri="{FF2B5EF4-FFF2-40B4-BE49-F238E27FC236}">
                <a16:creationId xmlns:a16="http://schemas.microsoft.com/office/drawing/2014/main" id="{616482E8-B4BD-4B50-8893-D6C87622366F}"/>
              </a:ext>
            </a:extLst>
          </p:cNvPr>
          <p:cNvSpPr>
            <a:spLocks noChangeArrowheads="1"/>
          </p:cNvSpPr>
          <p:nvPr/>
        </p:nvSpPr>
        <p:spPr bwMode="auto">
          <a:xfrm>
            <a:off x="4786313" y="5275263"/>
            <a:ext cx="16938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Mettre à jour les solutions incidents de la KEDB</a:t>
            </a:r>
          </a:p>
        </p:txBody>
      </p:sp>
      <p:sp>
        <p:nvSpPr>
          <p:cNvPr id="70" name="AutoShape 11">
            <a:extLst>
              <a:ext uri="{FF2B5EF4-FFF2-40B4-BE49-F238E27FC236}">
                <a16:creationId xmlns:a16="http://schemas.microsoft.com/office/drawing/2014/main" id="{DED9F96F-43B5-41CA-BDD6-FB5F7A0512C6}"/>
              </a:ext>
            </a:extLst>
          </p:cNvPr>
          <p:cNvSpPr>
            <a:spLocks noChangeArrowheads="1"/>
          </p:cNvSpPr>
          <p:nvPr/>
        </p:nvSpPr>
        <p:spPr bwMode="auto">
          <a:xfrm>
            <a:off x="6932613" y="3586163"/>
            <a:ext cx="16938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Rechercher et proposer une/des corrections possibles au problème</a:t>
            </a:r>
          </a:p>
        </p:txBody>
      </p:sp>
      <p:cxnSp>
        <p:nvCxnSpPr>
          <p:cNvPr id="24603" name="Connecteur droit avec flèche 70">
            <a:extLst>
              <a:ext uri="{FF2B5EF4-FFF2-40B4-BE49-F238E27FC236}">
                <a16:creationId xmlns:a16="http://schemas.microsoft.com/office/drawing/2014/main" id="{DEDBB221-A906-4E17-AD5C-1E04FFED1FA7}"/>
              </a:ext>
            </a:extLst>
          </p:cNvPr>
          <p:cNvCxnSpPr>
            <a:cxnSpLocks noChangeShapeType="1"/>
            <a:stCxn id="39" idx="2"/>
            <a:endCxn id="69" idx="0"/>
          </p:cNvCxnSpPr>
          <p:nvPr/>
        </p:nvCxnSpPr>
        <p:spPr bwMode="auto">
          <a:xfrm>
            <a:off x="5634038" y="4940300"/>
            <a:ext cx="0" cy="334963"/>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72" name="AutoShape 11">
            <a:extLst>
              <a:ext uri="{FF2B5EF4-FFF2-40B4-BE49-F238E27FC236}">
                <a16:creationId xmlns:a16="http://schemas.microsoft.com/office/drawing/2014/main" id="{28CCC8C6-081B-4A40-9F22-AAE9511FD869}"/>
              </a:ext>
            </a:extLst>
          </p:cNvPr>
          <p:cNvSpPr>
            <a:spLocks noChangeArrowheads="1"/>
          </p:cNvSpPr>
          <p:nvPr/>
        </p:nvSpPr>
        <p:spPr bwMode="auto">
          <a:xfrm>
            <a:off x="8834438" y="4797425"/>
            <a:ext cx="1096962" cy="561975"/>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200" b="1" kern="0">
                <a:solidFill>
                  <a:prstClr val="white"/>
                </a:solidFill>
              </a:rPr>
              <a:t>Comité des problèmes</a:t>
            </a:r>
          </a:p>
        </p:txBody>
      </p:sp>
      <p:sp>
        <p:nvSpPr>
          <p:cNvPr id="73" name="Text Box 56">
            <a:extLst>
              <a:ext uri="{FF2B5EF4-FFF2-40B4-BE49-F238E27FC236}">
                <a16:creationId xmlns:a16="http://schemas.microsoft.com/office/drawing/2014/main" id="{5B4F11E7-1C75-40EE-86A7-19F22193B44B}"/>
              </a:ext>
            </a:extLst>
          </p:cNvPr>
          <p:cNvSpPr txBox="1">
            <a:spLocks noChangeArrowheads="1"/>
          </p:cNvSpPr>
          <p:nvPr/>
        </p:nvSpPr>
        <p:spPr bwMode="auto">
          <a:xfrm>
            <a:off x="6283325" y="2855913"/>
            <a:ext cx="1584325" cy="400050"/>
          </a:xfrm>
          <a:prstGeom prst="rect">
            <a:avLst/>
          </a:prstGeom>
          <a:noFill/>
          <a:ln w="9525">
            <a:noFill/>
            <a:miter lim="800000"/>
            <a:headEnd/>
            <a:tailEnd/>
          </a:ln>
        </p:spPr>
        <p:txBody>
          <a:bodyPr>
            <a:spAutoFit/>
          </a:bodyPr>
          <a:lstStyle/>
          <a:p>
            <a:pPr defTabSz="966788" fontAlgn="auto">
              <a:spcBef>
                <a:spcPct val="50000"/>
              </a:spcBef>
              <a:spcAft>
                <a:spcPts val="0"/>
              </a:spcAft>
              <a:defRPr/>
            </a:pPr>
            <a:r>
              <a:rPr lang="fr-FR" sz="1000" i="1">
                <a:solidFill>
                  <a:srgbClr val="790050"/>
                </a:solidFill>
                <a:latin typeface="Arial"/>
                <a:cs typeface="+mn-cs"/>
              </a:rPr>
              <a:t>Proposition spontanée de solution incident </a:t>
            </a:r>
          </a:p>
        </p:txBody>
      </p:sp>
      <p:cxnSp>
        <p:nvCxnSpPr>
          <p:cNvPr id="24606" name="Connecteur droit avec flèche 73">
            <a:extLst>
              <a:ext uri="{FF2B5EF4-FFF2-40B4-BE49-F238E27FC236}">
                <a16:creationId xmlns:a16="http://schemas.microsoft.com/office/drawing/2014/main" id="{39285705-6E49-4FB6-A3EF-F3793CB162A3}"/>
              </a:ext>
            </a:extLst>
          </p:cNvPr>
          <p:cNvCxnSpPr>
            <a:cxnSpLocks noChangeShapeType="1"/>
            <a:stCxn id="73" idx="2"/>
          </p:cNvCxnSpPr>
          <p:nvPr/>
        </p:nvCxnSpPr>
        <p:spPr bwMode="auto">
          <a:xfrm flipH="1">
            <a:off x="6527800" y="3255963"/>
            <a:ext cx="547688" cy="427037"/>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24607" name="Connecteur droit avec flèche 74">
            <a:extLst>
              <a:ext uri="{FF2B5EF4-FFF2-40B4-BE49-F238E27FC236}">
                <a16:creationId xmlns:a16="http://schemas.microsoft.com/office/drawing/2014/main" id="{4135EE42-8ED5-4F45-9603-3536B5BB2141}"/>
              </a:ext>
            </a:extLst>
          </p:cNvPr>
          <p:cNvCxnSpPr>
            <a:cxnSpLocks noChangeShapeType="1"/>
            <a:stCxn id="70" idx="3"/>
            <a:endCxn id="38" idx="1"/>
          </p:cNvCxnSpPr>
          <p:nvPr/>
        </p:nvCxnSpPr>
        <p:spPr bwMode="auto">
          <a:xfrm>
            <a:off x="8626475" y="4262438"/>
            <a:ext cx="455613" cy="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49D0A08B-0DB0-45F9-9BAA-61AB06D6C359}"/>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 (1/2)</a:t>
            </a:r>
          </a:p>
        </p:txBody>
      </p:sp>
      <p:sp>
        <p:nvSpPr>
          <p:cNvPr id="27651" name="Espace réservé du texte 2">
            <a:extLst>
              <a:ext uri="{FF2B5EF4-FFF2-40B4-BE49-F238E27FC236}">
                <a16:creationId xmlns:a16="http://schemas.microsoft.com/office/drawing/2014/main" id="{25F53719-2BB7-4EC1-920E-0CF322BCBA06}"/>
              </a:ext>
            </a:extLst>
          </p:cNvPr>
          <p:cNvSpPr txBox="1">
            <a:spLocks/>
          </p:cNvSpPr>
          <p:nvPr/>
        </p:nvSpPr>
        <p:spPr bwMode="auto">
          <a:xfrm>
            <a:off x="0" y="849313"/>
            <a:ext cx="121920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600" dirty="0">
                <a:solidFill>
                  <a:schemeClr val="tx2"/>
                </a:solidFill>
                <a:latin typeface="Arial" panose="020B0604020202020204" pitchFamily="34" charset="0"/>
              </a:rPr>
              <a:t>Activité</a:t>
            </a:r>
            <a:r>
              <a:rPr lang="fr-FR" altLang="fr-FR" sz="1600" dirty="0">
                <a:solidFill>
                  <a:srgbClr val="009AA6"/>
                </a:solidFill>
                <a:latin typeface="Arial" panose="020B0604020202020204" pitchFamily="34" charset="0"/>
              </a:rPr>
              <a:t> </a:t>
            </a:r>
            <a:r>
              <a:rPr lang="fr-FR" altLang="fr-FR" sz="1600" b="1" dirty="0">
                <a:solidFill>
                  <a:srgbClr val="790050"/>
                </a:solidFill>
                <a:latin typeface="Arial" panose="020B0604020202020204" pitchFamily="34" charset="0"/>
              </a:rPr>
              <a:t>« Vérifier l’efficacité des corrections mises en œuvre»</a:t>
            </a:r>
            <a:r>
              <a:rPr lang="fr-FR" altLang="fr-FR" sz="1600" dirty="0">
                <a:solidFill>
                  <a:srgbClr val="009AA6"/>
                </a:solidFill>
                <a:latin typeface="Arial" panose="020B0604020202020204" pitchFamily="34" charset="0"/>
              </a:rPr>
              <a:t> </a:t>
            </a:r>
            <a:r>
              <a:rPr lang="fr-FR" altLang="fr-FR" sz="1600" dirty="0">
                <a:solidFill>
                  <a:schemeClr val="tx2"/>
                </a:solidFill>
                <a:latin typeface="Arial" panose="020B0604020202020204" pitchFamily="34" charset="0"/>
              </a:rPr>
              <a:t>et sous-activités  </a:t>
            </a:r>
          </a:p>
        </p:txBody>
      </p:sp>
      <p:sp>
        <p:nvSpPr>
          <p:cNvPr id="19" name="AutoShape 11">
            <a:extLst>
              <a:ext uri="{FF2B5EF4-FFF2-40B4-BE49-F238E27FC236}">
                <a16:creationId xmlns:a16="http://schemas.microsoft.com/office/drawing/2014/main" id="{E418D69A-3F9D-41BD-B21B-C643655248F6}"/>
              </a:ext>
            </a:extLst>
          </p:cNvPr>
          <p:cNvSpPr>
            <a:spLocks noChangeArrowheads="1"/>
          </p:cNvSpPr>
          <p:nvPr/>
        </p:nvSpPr>
        <p:spPr bwMode="auto">
          <a:xfrm>
            <a:off x="9817100" y="4826000"/>
            <a:ext cx="1816100" cy="609600"/>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Problème clôturé temporairement</a:t>
            </a:r>
          </a:p>
        </p:txBody>
      </p:sp>
      <p:sp>
        <p:nvSpPr>
          <p:cNvPr id="20" name="AutoShape 11">
            <a:extLst>
              <a:ext uri="{FF2B5EF4-FFF2-40B4-BE49-F238E27FC236}">
                <a16:creationId xmlns:a16="http://schemas.microsoft.com/office/drawing/2014/main" id="{9F3E9265-D025-436C-88CA-06DD49A75C48}"/>
              </a:ext>
            </a:extLst>
          </p:cNvPr>
          <p:cNvSpPr>
            <a:spLocks noChangeArrowheads="1"/>
          </p:cNvSpPr>
          <p:nvPr/>
        </p:nvSpPr>
        <p:spPr bwMode="auto">
          <a:xfrm>
            <a:off x="2173288" y="4437063"/>
            <a:ext cx="1692275"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Vérifier la non réapparition des incidents ou des tendances à l’origine du problème </a:t>
            </a:r>
          </a:p>
        </p:txBody>
      </p:sp>
      <p:sp>
        <p:nvSpPr>
          <p:cNvPr id="21" name="Espace réservé du texte 2">
            <a:extLst>
              <a:ext uri="{FF2B5EF4-FFF2-40B4-BE49-F238E27FC236}">
                <a16:creationId xmlns:a16="http://schemas.microsoft.com/office/drawing/2014/main" id="{FA24A84F-DDFF-476D-88DC-1403C7DDA02F}"/>
              </a:ext>
            </a:extLst>
          </p:cNvPr>
          <p:cNvSpPr txBox="1">
            <a:spLocks/>
          </p:cNvSpPr>
          <p:nvPr/>
        </p:nvSpPr>
        <p:spPr bwMode="auto">
          <a:xfrm>
            <a:off x="-260350" y="2849563"/>
            <a:ext cx="4273550" cy="24955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entrants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 Correction temporaire mise en production</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 Correction définitive mise en production</a:t>
            </a:r>
          </a:p>
        </p:txBody>
      </p:sp>
      <p:pic>
        <p:nvPicPr>
          <p:cNvPr id="22" name="Shape 209" descr="arrow_right">
            <a:extLst>
              <a:ext uri="{FF2B5EF4-FFF2-40B4-BE49-F238E27FC236}">
                <a16:creationId xmlns:a16="http://schemas.microsoft.com/office/drawing/2014/main" id="{EB8E4623-49EE-42FC-A1C4-A22166711016}"/>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2679116" y="2619795"/>
            <a:ext cx="573365" cy="573365"/>
          </a:xfrm>
          <a:prstGeom prst="rect">
            <a:avLst/>
          </a:prstGeom>
          <a:noFill/>
          <a:ln>
            <a:noFill/>
          </a:ln>
        </p:spPr>
      </p:pic>
      <p:pic>
        <p:nvPicPr>
          <p:cNvPr id="23" name="Shape 209" descr="arrow_right">
            <a:extLst>
              <a:ext uri="{FF2B5EF4-FFF2-40B4-BE49-F238E27FC236}">
                <a16:creationId xmlns:a16="http://schemas.microsoft.com/office/drawing/2014/main" id="{06A2F82E-D852-4AA6-A6EA-B60CB7BD21E4}"/>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1400267" y="5418534"/>
            <a:ext cx="573365" cy="573365"/>
          </a:xfrm>
          <a:prstGeom prst="rect">
            <a:avLst/>
          </a:prstGeom>
          <a:noFill/>
          <a:ln>
            <a:noFill/>
          </a:ln>
        </p:spPr>
      </p:pic>
      <p:cxnSp>
        <p:nvCxnSpPr>
          <p:cNvPr id="27657" name="Connecteur droit avec flèche 23">
            <a:extLst>
              <a:ext uri="{FF2B5EF4-FFF2-40B4-BE49-F238E27FC236}">
                <a16:creationId xmlns:a16="http://schemas.microsoft.com/office/drawing/2014/main" id="{F582DD6A-AD4E-4C8A-ACE0-950F41540366}"/>
              </a:ext>
            </a:extLst>
          </p:cNvPr>
          <p:cNvCxnSpPr>
            <a:cxnSpLocks noChangeShapeType="1"/>
            <a:stCxn id="19" idx="3"/>
          </p:cNvCxnSpPr>
          <p:nvPr/>
        </p:nvCxnSpPr>
        <p:spPr bwMode="auto">
          <a:xfrm>
            <a:off x="11633200" y="5130800"/>
            <a:ext cx="404813" cy="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25" name="Espace réservé du texte 2">
            <a:extLst>
              <a:ext uri="{FF2B5EF4-FFF2-40B4-BE49-F238E27FC236}">
                <a16:creationId xmlns:a16="http://schemas.microsoft.com/office/drawing/2014/main" id="{90519455-5A32-452B-A3EB-ECB9E93DC32F}"/>
              </a:ext>
            </a:extLst>
          </p:cNvPr>
          <p:cNvSpPr txBox="1">
            <a:spLocks/>
          </p:cNvSpPr>
          <p:nvPr/>
        </p:nvSpPr>
        <p:spPr bwMode="auto">
          <a:xfrm>
            <a:off x="5591175" y="1163638"/>
            <a:ext cx="6480175" cy="1389062"/>
          </a:xfrm>
          <a:prstGeom prst="rect">
            <a:avLst/>
          </a:prstGeom>
          <a:solidFill>
            <a:schemeClr val="tx2"/>
          </a:solidFill>
          <a:ln w="9525">
            <a:noFill/>
            <a:miter lim="800000"/>
            <a:headEnd/>
            <a:tailEnd/>
          </a:ln>
        </p:spPr>
        <p:txBody>
          <a:bodyPr lIns="36000" tIns="36000" rIns="36000" bIns="36000"/>
          <a:lstStyle/>
          <a:p>
            <a:pPr marL="243411" indent="-243411" defTabSz="914400">
              <a:spcBef>
                <a:spcPts val="444"/>
              </a:spcBef>
              <a:buClr>
                <a:srgbClr val="009AA6"/>
              </a:buClr>
              <a:buSzPct val="110000"/>
              <a:defRPr/>
            </a:pPr>
            <a:r>
              <a:rPr lang="fr-FR" sz="1600" b="1">
                <a:solidFill>
                  <a:prstClr val="white"/>
                </a:solidFill>
                <a:latin typeface="Arial"/>
                <a:cs typeface="+mn-cs"/>
              </a:rPr>
              <a:t>Objectifs: </a:t>
            </a:r>
          </a:p>
          <a:p>
            <a:pPr marL="243411" indent="-243411" defTabSz="914400">
              <a:spcBef>
                <a:spcPts val="444"/>
              </a:spcBef>
              <a:buClr>
                <a:prstClr val="white"/>
              </a:buClr>
              <a:buSzPct val="110000"/>
              <a:buFont typeface="Arial" pitchFamily="34" charset="0"/>
              <a:buChar char="•"/>
              <a:defRPr/>
            </a:pPr>
            <a:r>
              <a:rPr lang="fr-FR" sz="1400">
                <a:solidFill>
                  <a:prstClr val="white"/>
                </a:solidFill>
                <a:latin typeface="Arial"/>
                <a:cs typeface="+mn-cs"/>
              </a:rPr>
              <a:t>S’assurer que les corrections mises en œuvre sont efficaces.</a:t>
            </a:r>
          </a:p>
          <a:p>
            <a:pPr marL="243411" indent="-243411" defTabSz="914400">
              <a:spcBef>
                <a:spcPts val="444"/>
              </a:spcBef>
              <a:buClr>
                <a:srgbClr val="009AA6"/>
              </a:buClr>
              <a:buSzPct val="110000"/>
              <a:defRPr/>
            </a:pPr>
            <a:endParaRPr lang="fr-FR" sz="1600">
              <a:solidFill>
                <a:prstClr val="white"/>
              </a:solidFill>
              <a:latin typeface="Arial"/>
              <a:cs typeface="+mn-cs"/>
            </a:endParaRPr>
          </a:p>
        </p:txBody>
      </p:sp>
      <p:sp>
        <p:nvSpPr>
          <p:cNvPr id="26" name="Line 10">
            <a:extLst>
              <a:ext uri="{FF2B5EF4-FFF2-40B4-BE49-F238E27FC236}">
                <a16:creationId xmlns:a16="http://schemas.microsoft.com/office/drawing/2014/main" id="{FD23BD4C-8238-49DD-8F8B-EF222028A091}"/>
              </a:ext>
            </a:extLst>
          </p:cNvPr>
          <p:cNvSpPr>
            <a:spLocks noChangeShapeType="1"/>
          </p:cNvSpPr>
          <p:nvPr/>
        </p:nvSpPr>
        <p:spPr bwMode="auto">
          <a:xfrm>
            <a:off x="25400" y="1612900"/>
            <a:ext cx="5448300" cy="25400"/>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algn="ctr" defTabSz="914400" fontAlgn="auto">
              <a:spcBef>
                <a:spcPts val="0"/>
              </a:spcBef>
              <a:spcAft>
                <a:spcPts val="0"/>
              </a:spcAft>
              <a:defRPr/>
            </a:pPr>
            <a:endParaRPr lang="fr-FR" sz="1693">
              <a:solidFill>
                <a:srgbClr val="3C3732"/>
              </a:solidFill>
              <a:latin typeface="Arial"/>
              <a:cs typeface="+mn-cs"/>
            </a:endParaRPr>
          </a:p>
        </p:txBody>
      </p:sp>
      <p:sp>
        <p:nvSpPr>
          <p:cNvPr id="27" name="AutoShape 11">
            <a:extLst>
              <a:ext uri="{FF2B5EF4-FFF2-40B4-BE49-F238E27FC236}">
                <a16:creationId xmlns:a16="http://schemas.microsoft.com/office/drawing/2014/main" id="{B745CA0C-FA28-45DE-8058-7DE985063B5D}"/>
              </a:ext>
            </a:extLst>
          </p:cNvPr>
          <p:cNvSpPr>
            <a:spLocks noChangeArrowheads="1"/>
          </p:cNvSpPr>
          <p:nvPr/>
        </p:nvSpPr>
        <p:spPr bwMode="auto">
          <a:xfrm>
            <a:off x="2141538" y="962025"/>
            <a:ext cx="1096962" cy="561975"/>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a:solidFill>
                  <a:prstClr val="white"/>
                </a:solidFill>
              </a:rPr>
              <a:t>Gestion des changements</a:t>
            </a:r>
          </a:p>
        </p:txBody>
      </p:sp>
      <p:sp>
        <p:nvSpPr>
          <p:cNvPr id="28" name="AutoShape 11">
            <a:extLst>
              <a:ext uri="{FF2B5EF4-FFF2-40B4-BE49-F238E27FC236}">
                <a16:creationId xmlns:a16="http://schemas.microsoft.com/office/drawing/2014/main" id="{6BB829B6-2DD3-49A7-89C1-6BD2B589BF39}"/>
              </a:ext>
            </a:extLst>
          </p:cNvPr>
          <p:cNvSpPr>
            <a:spLocks noChangeArrowheads="1"/>
          </p:cNvSpPr>
          <p:nvPr/>
        </p:nvSpPr>
        <p:spPr bwMode="auto">
          <a:xfrm>
            <a:off x="1133475" y="1165225"/>
            <a:ext cx="900113" cy="989013"/>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a:solidFill>
                  <a:prstClr val="white"/>
                </a:solidFill>
              </a:rPr>
              <a:t>Rechercher la cause et proposer des solutions et corrections</a:t>
            </a:r>
          </a:p>
        </p:txBody>
      </p:sp>
      <p:sp>
        <p:nvSpPr>
          <p:cNvPr id="29" name="AutoShape 11">
            <a:extLst>
              <a:ext uri="{FF2B5EF4-FFF2-40B4-BE49-F238E27FC236}">
                <a16:creationId xmlns:a16="http://schemas.microsoft.com/office/drawing/2014/main" id="{C9B68577-70C3-4027-A2DB-0A4C169BDFAA}"/>
              </a:ext>
            </a:extLst>
          </p:cNvPr>
          <p:cNvSpPr>
            <a:spLocks noChangeArrowheads="1"/>
          </p:cNvSpPr>
          <p:nvPr/>
        </p:nvSpPr>
        <p:spPr bwMode="auto">
          <a:xfrm>
            <a:off x="104775" y="1168400"/>
            <a:ext cx="900113" cy="9874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dirty="0">
                <a:solidFill>
                  <a:prstClr val="white"/>
                </a:solidFill>
              </a:rPr>
              <a:t>Détecter, soumettre et valider les nouveaux problèmes</a:t>
            </a:r>
          </a:p>
        </p:txBody>
      </p:sp>
      <p:sp>
        <p:nvSpPr>
          <p:cNvPr id="30" name="AutoShape 11">
            <a:extLst>
              <a:ext uri="{FF2B5EF4-FFF2-40B4-BE49-F238E27FC236}">
                <a16:creationId xmlns:a16="http://schemas.microsoft.com/office/drawing/2014/main" id="{9272829C-6265-42A5-AD4B-D4C6130CA5D0}"/>
              </a:ext>
            </a:extLst>
          </p:cNvPr>
          <p:cNvSpPr>
            <a:spLocks noChangeArrowheads="1"/>
          </p:cNvSpPr>
          <p:nvPr/>
        </p:nvSpPr>
        <p:spPr bwMode="auto">
          <a:xfrm>
            <a:off x="25400" y="2257425"/>
            <a:ext cx="5232400" cy="29527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a:solidFill>
                  <a:prstClr val="white"/>
                </a:solidFill>
                <a:latin typeface="Arial" panose="020B0604020202020204" pitchFamily="34" charset="0"/>
              </a:rPr>
              <a:t>Piloter le processus</a:t>
            </a:r>
          </a:p>
        </p:txBody>
      </p:sp>
      <p:sp>
        <p:nvSpPr>
          <p:cNvPr id="31" name="AutoShape 11">
            <a:extLst>
              <a:ext uri="{FF2B5EF4-FFF2-40B4-BE49-F238E27FC236}">
                <a16:creationId xmlns:a16="http://schemas.microsoft.com/office/drawing/2014/main" id="{21B991CE-0615-4721-A001-35BDD204EDDA}"/>
              </a:ext>
            </a:extLst>
          </p:cNvPr>
          <p:cNvSpPr>
            <a:spLocks noChangeArrowheads="1"/>
          </p:cNvSpPr>
          <p:nvPr/>
        </p:nvSpPr>
        <p:spPr bwMode="auto">
          <a:xfrm>
            <a:off x="3335338" y="1152525"/>
            <a:ext cx="900112" cy="9874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dirty="0">
                <a:solidFill>
                  <a:prstClr val="white"/>
                </a:solidFill>
              </a:rPr>
              <a:t>Vérifier l’efficacité des corrections mises en œuvre</a:t>
            </a:r>
          </a:p>
        </p:txBody>
      </p:sp>
      <p:sp>
        <p:nvSpPr>
          <p:cNvPr id="32" name="AutoShape 11">
            <a:extLst>
              <a:ext uri="{FF2B5EF4-FFF2-40B4-BE49-F238E27FC236}">
                <a16:creationId xmlns:a16="http://schemas.microsoft.com/office/drawing/2014/main" id="{568A67EF-5069-427A-971E-FE940EE1B208}"/>
              </a:ext>
            </a:extLst>
          </p:cNvPr>
          <p:cNvSpPr>
            <a:spLocks noChangeArrowheads="1"/>
          </p:cNvSpPr>
          <p:nvPr/>
        </p:nvSpPr>
        <p:spPr bwMode="auto">
          <a:xfrm>
            <a:off x="2141538" y="1700213"/>
            <a:ext cx="1096962" cy="561975"/>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a:solidFill>
                  <a:prstClr val="white"/>
                </a:solidFill>
              </a:rPr>
              <a:t>Gestion des mises en production</a:t>
            </a:r>
          </a:p>
        </p:txBody>
      </p:sp>
      <p:sp>
        <p:nvSpPr>
          <p:cNvPr id="33" name="AutoShape 11">
            <a:extLst>
              <a:ext uri="{FF2B5EF4-FFF2-40B4-BE49-F238E27FC236}">
                <a16:creationId xmlns:a16="http://schemas.microsoft.com/office/drawing/2014/main" id="{4B74EDCE-1A75-4FB8-AFE9-CB2A90FB3FED}"/>
              </a:ext>
            </a:extLst>
          </p:cNvPr>
          <p:cNvSpPr>
            <a:spLocks noChangeArrowheads="1"/>
          </p:cNvSpPr>
          <p:nvPr/>
        </p:nvSpPr>
        <p:spPr bwMode="auto">
          <a:xfrm>
            <a:off x="4325938" y="1139825"/>
            <a:ext cx="900112" cy="9874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a:solidFill>
                  <a:prstClr val="white"/>
                </a:solidFill>
              </a:rPr>
              <a:t>Clôturer les problèmes </a:t>
            </a:r>
          </a:p>
        </p:txBody>
      </p:sp>
      <p:sp>
        <p:nvSpPr>
          <p:cNvPr id="34" name="Line 10">
            <a:extLst>
              <a:ext uri="{FF2B5EF4-FFF2-40B4-BE49-F238E27FC236}">
                <a16:creationId xmlns:a16="http://schemas.microsoft.com/office/drawing/2014/main" id="{E5C75F4A-B233-4FBD-894D-30A7C127BD94}"/>
              </a:ext>
            </a:extLst>
          </p:cNvPr>
          <p:cNvSpPr>
            <a:spLocks noChangeShapeType="1"/>
          </p:cNvSpPr>
          <p:nvPr/>
        </p:nvSpPr>
        <p:spPr bwMode="auto">
          <a:xfrm flipH="1" flipV="1">
            <a:off x="2524125" y="1500188"/>
            <a:ext cx="0" cy="233362"/>
          </a:xfrm>
          <a:prstGeom prst="line">
            <a:avLst/>
          </a:prstGeom>
          <a:noFill/>
          <a:ln w="28575">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35" name="Line 10">
            <a:extLst>
              <a:ext uri="{FF2B5EF4-FFF2-40B4-BE49-F238E27FC236}">
                <a16:creationId xmlns:a16="http://schemas.microsoft.com/office/drawing/2014/main" id="{609364F3-34C9-4125-91EC-05E74030D358}"/>
              </a:ext>
            </a:extLst>
          </p:cNvPr>
          <p:cNvSpPr>
            <a:spLocks noChangeShapeType="1"/>
          </p:cNvSpPr>
          <p:nvPr/>
        </p:nvSpPr>
        <p:spPr bwMode="auto">
          <a:xfrm flipH="1" flipV="1">
            <a:off x="2967038" y="1500188"/>
            <a:ext cx="0" cy="233362"/>
          </a:xfrm>
          <a:prstGeom prst="line">
            <a:avLst/>
          </a:prstGeom>
          <a:noFill/>
          <a:ln w="28575">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36" name="AutoShape 11">
            <a:extLst>
              <a:ext uri="{FF2B5EF4-FFF2-40B4-BE49-F238E27FC236}">
                <a16:creationId xmlns:a16="http://schemas.microsoft.com/office/drawing/2014/main" id="{BEADE87B-A4AC-421F-896C-0D15ABC770C4}"/>
              </a:ext>
            </a:extLst>
          </p:cNvPr>
          <p:cNvSpPr>
            <a:spLocks noChangeArrowheads="1"/>
          </p:cNvSpPr>
          <p:nvPr/>
        </p:nvSpPr>
        <p:spPr bwMode="auto">
          <a:xfrm>
            <a:off x="109538" y="4437063"/>
            <a:ext cx="1692275"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Définir les conditions de vérification de l’efficacité  de la correction mise en œuvre</a:t>
            </a:r>
          </a:p>
        </p:txBody>
      </p:sp>
      <p:cxnSp>
        <p:nvCxnSpPr>
          <p:cNvPr id="27670" name="Connecteur droit avec flèche 36">
            <a:extLst>
              <a:ext uri="{FF2B5EF4-FFF2-40B4-BE49-F238E27FC236}">
                <a16:creationId xmlns:a16="http://schemas.microsoft.com/office/drawing/2014/main" id="{A5139BD8-5CBC-4F63-9ABD-00C9EC18CE7C}"/>
              </a:ext>
            </a:extLst>
          </p:cNvPr>
          <p:cNvCxnSpPr>
            <a:cxnSpLocks noChangeShapeType="1"/>
            <a:stCxn id="36" idx="3"/>
            <a:endCxn id="20" idx="1"/>
          </p:cNvCxnSpPr>
          <p:nvPr/>
        </p:nvCxnSpPr>
        <p:spPr bwMode="auto">
          <a:xfrm>
            <a:off x="1801813" y="5113338"/>
            <a:ext cx="371475" cy="0"/>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38" name="AutoShape 11">
            <a:extLst>
              <a:ext uri="{FF2B5EF4-FFF2-40B4-BE49-F238E27FC236}">
                <a16:creationId xmlns:a16="http://schemas.microsoft.com/office/drawing/2014/main" id="{BAE17859-CF48-411A-9A3A-6EB9CF484659}"/>
              </a:ext>
            </a:extLst>
          </p:cNvPr>
          <p:cNvSpPr>
            <a:spLocks noChangeArrowheads="1"/>
          </p:cNvSpPr>
          <p:nvPr/>
        </p:nvSpPr>
        <p:spPr bwMode="auto">
          <a:xfrm>
            <a:off x="5322888" y="4346575"/>
            <a:ext cx="2195512" cy="5683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Valider l’efficacité de la correction mise en œuvre</a:t>
            </a:r>
          </a:p>
        </p:txBody>
      </p:sp>
      <p:sp>
        <p:nvSpPr>
          <p:cNvPr id="39" name="AutoShape 11">
            <a:extLst>
              <a:ext uri="{FF2B5EF4-FFF2-40B4-BE49-F238E27FC236}">
                <a16:creationId xmlns:a16="http://schemas.microsoft.com/office/drawing/2014/main" id="{6EB6AE1B-57E9-4164-9587-EF162F8980B9}"/>
              </a:ext>
            </a:extLst>
          </p:cNvPr>
          <p:cNvSpPr>
            <a:spLocks noChangeArrowheads="1"/>
          </p:cNvSpPr>
          <p:nvPr/>
        </p:nvSpPr>
        <p:spPr bwMode="auto">
          <a:xfrm>
            <a:off x="119063" y="5699125"/>
            <a:ext cx="1095375" cy="561975"/>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200" b="1" kern="0">
                <a:solidFill>
                  <a:prstClr val="white"/>
                </a:solidFill>
              </a:rPr>
              <a:t>Comité des problèmes</a:t>
            </a:r>
          </a:p>
        </p:txBody>
      </p:sp>
      <p:sp>
        <p:nvSpPr>
          <p:cNvPr id="40" name="AutoShape 11">
            <a:extLst>
              <a:ext uri="{FF2B5EF4-FFF2-40B4-BE49-F238E27FC236}">
                <a16:creationId xmlns:a16="http://schemas.microsoft.com/office/drawing/2014/main" id="{D76D26A8-60FE-4951-9701-EA70110741DC}"/>
              </a:ext>
            </a:extLst>
          </p:cNvPr>
          <p:cNvSpPr>
            <a:spLocks noChangeArrowheads="1"/>
          </p:cNvSpPr>
          <p:nvPr/>
        </p:nvSpPr>
        <p:spPr bwMode="auto">
          <a:xfrm>
            <a:off x="5310188" y="5667375"/>
            <a:ext cx="2195512" cy="5683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Analyser et affecter à un groupe de résolution</a:t>
            </a:r>
          </a:p>
        </p:txBody>
      </p:sp>
      <p:cxnSp>
        <p:nvCxnSpPr>
          <p:cNvPr id="27674" name="Connecteur en angle 40">
            <a:extLst>
              <a:ext uri="{FF2B5EF4-FFF2-40B4-BE49-F238E27FC236}">
                <a16:creationId xmlns:a16="http://schemas.microsoft.com/office/drawing/2014/main" id="{D361A2C1-3942-4DCC-8541-8A28131EAEDF}"/>
              </a:ext>
            </a:extLst>
          </p:cNvPr>
          <p:cNvCxnSpPr>
            <a:cxnSpLocks noChangeShapeType="1"/>
            <a:stCxn id="20" idx="3"/>
            <a:endCxn id="40" idx="1"/>
          </p:cNvCxnSpPr>
          <p:nvPr/>
        </p:nvCxnSpPr>
        <p:spPr bwMode="auto">
          <a:xfrm>
            <a:off x="3865563" y="5113338"/>
            <a:ext cx="1444625" cy="838200"/>
          </a:xfrm>
          <a:prstGeom prst="bentConnector3">
            <a:avLst>
              <a:gd name="adj1" fmla="val 18815"/>
            </a:avLst>
          </a:prstGeom>
          <a:noFill/>
          <a:ln w="28575" algn="ctr">
            <a:solidFill>
              <a:srgbClr val="790050"/>
            </a:solidFill>
            <a:miter lim="800000"/>
            <a:headEnd/>
            <a:tailEnd type="arrow" w="med" len="med"/>
          </a:ln>
          <a:extLst>
            <a:ext uri="{909E8E84-426E-40DD-AFC4-6F175D3DCCD1}">
              <a14:hiddenFill xmlns:a14="http://schemas.microsoft.com/office/drawing/2010/main">
                <a:noFill/>
              </a14:hiddenFill>
            </a:ext>
          </a:extLst>
        </p:spPr>
      </p:cxnSp>
      <p:cxnSp>
        <p:nvCxnSpPr>
          <p:cNvPr id="27675" name="Connecteur en angle 41">
            <a:extLst>
              <a:ext uri="{FF2B5EF4-FFF2-40B4-BE49-F238E27FC236}">
                <a16:creationId xmlns:a16="http://schemas.microsoft.com/office/drawing/2014/main" id="{9E18C631-2597-4AF9-A8A5-1CD912176B49}"/>
              </a:ext>
            </a:extLst>
          </p:cNvPr>
          <p:cNvCxnSpPr>
            <a:cxnSpLocks noChangeShapeType="1"/>
            <a:stCxn id="20" idx="3"/>
            <a:endCxn id="38" idx="1"/>
          </p:cNvCxnSpPr>
          <p:nvPr/>
        </p:nvCxnSpPr>
        <p:spPr bwMode="auto">
          <a:xfrm flipV="1">
            <a:off x="3865563" y="4630738"/>
            <a:ext cx="1457325" cy="482600"/>
          </a:xfrm>
          <a:prstGeom prst="bentConnector3">
            <a:avLst>
              <a:gd name="adj1" fmla="val 18148"/>
            </a:avLst>
          </a:prstGeom>
          <a:noFill/>
          <a:ln w="28575" algn="ctr">
            <a:solidFill>
              <a:srgbClr val="790050"/>
            </a:solidFill>
            <a:miter lim="800000"/>
            <a:headEnd/>
            <a:tailEnd type="arrow" w="med" len="med"/>
          </a:ln>
          <a:extLst>
            <a:ext uri="{909E8E84-426E-40DD-AFC4-6F175D3DCCD1}">
              <a14:hiddenFill xmlns:a14="http://schemas.microsoft.com/office/drawing/2010/main">
                <a:noFill/>
              </a14:hiddenFill>
            </a:ext>
          </a:extLst>
        </p:spPr>
      </p:cxnSp>
      <p:sp>
        <p:nvSpPr>
          <p:cNvPr id="43" name="Text Box 56">
            <a:extLst>
              <a:ext uri="{FF2B5EF4-FFF2-40B4-BE49-F238E27FC236}">
                <a16:creationId xmlns:a16="http://schemas.microsoft.com/office/drawing/2014/main" id="{752E3B96-D2E2-473C-A0CC-2FE16D6A65D6}"/>
              </a:ext>
            </a:extLst>
          </p:cNvPr>
          <p:cNvSpPr txBox="1">
            <a:spLocks noChangeArrowheads="1"/>
          </p:cNvSpPr>
          <p:nvPr/>
        </p:nvSpPr>
        <p:spPr bwMode="auto">
          <a:xfrm>
            <a:off x="4068763" y="4392613"/>
            <a:ext cx="1584325" cy="246062"/>
          </a:xfrm>
          <a:prstGeom prst="rect">
            <a:avLst/>
          </a:prstGeom>
          <a:noFill/>
          <a:ln w="9525">
            <a:noFill/>
            <a:miter lim="800000"/>
            <a:headEnd/>
            <a:tailEnd/>
          </a:ln>
        </p:spPr>
        <p:txBody>
          <a:bodyPr>
            <a:spAutoFit/>
          </a:bodyPr>
          <a:lstStyle/>
          <a:p>
            <a:pPr defTabSz="966788" fontAlgn="auto">
              <a:spcBef>
                <a:spcPct val="50000"/>
              </a:spcBef>
              <a:spcAft>
                <a:spcPts val="0"/>
              </a:spcAft>
              <a:defRPr/>
            </a:pPr>
            <a:r>
              <a:rPr lang="fr-FR" sz="1000" i="1">
                <a:solidFill>
                  <a:srgbClr val="790050"/>
                </a:solidFill>
                <a:latin typeface="Arial"/>
                <a:cs typeface="+mn-cs"/>
              </a:rPr>
              <a:t>Non réapparition</a:t>
            </a:r>
          </a:p>
        </p:txBody>
      </p:sp>
      <p:sp>
        <p:nvSpPr>
          <p:cNvPr id="44" name="Text Box 56">
            <a:extLst>
              <a:ext uri="{FF2B5EF4-FFF2-40B4-BE49-F238E27FC236}">
                <a16:creationId xmlns:a16="http://schemas.microsoft.com/office/drawing/2014/main" id="{31A5A0E3-A0A3-4711-94A6-1B1EF331A1B6}"/>
              </a:ext>
            </a:extLst>
          </p:cNvPr>
          <p:cNvSpPr txBox="1">
            <a:spLocks noChangeArrowheads="1"/>
          </p:cNvSpPr>
          <p:nvPr/>
        </p:nvSpPr>
        <p:spPr bwMode="auto">
          <a:xfrm>
            <a:off x="4054475" y="5942013"/>
            <a:ext cx="1584325" cy="246062"/>
          </a:xfrm>
          <a:prstGeom prst="rect">
            <a:avLst/>
          </a:prstGeom>
          <a:noFill/>
          <a:ln w="9525">
            <a:noFill/>
            <a:miter lim="800000"/>
            <a:headEnd/>
            <a:tailEnd/>
          </a:ln>
        </p:spPr>
        <p:txBody>
          <a:bodyPr>
            <a:spAutoFit/>
          </a:bodyPr>
          <a:lstStyle/>
          <a:p>
            <a:pPr defTabSz="966788" fontAlgn="auto">
              <a:spcBef>
                <a:spcPct val="50000"/>
              </a:spcBef>
              <a:spcAft>
                <a:spcPts val="0"/>
              </a:spcAft>
              <a:defRPr/>
            </a:pPr>
            <a:r>
              <a:rPr lang="fr-FR" sz="1000" i="1">
                <a:solidFill>
                  <a:srgbClr val="790050"/>
                </a:solidFill>
                <a:latin typeface="Arial"/>
                <a:cs typeface="+mn-cs"/>
              </a:rPr>
              <a:t>Réapparition</a:t>
            </a:r>
          </a:p>
        </p:txBody>
      </p:sp>
      <p:cxnSp>
        <p:nvCxnSpPr>
          <p:cNvPr id="27678" name="Connecteur en angle 44">
            <a:extLst>
              <a:ext uri="{FF2B5EF4-FFF2-40B4-BE49-F238E27FC236}">
                <a16:creationId xmlns:a16="http://schemas.microsoft.com/office/drawing/2014/main" id="{230FE312-57E0-4692-888B-A0F1D9A2E31F}"/>
              </a:ext>
            </a:extLst>
          </p:cNvPr>
          <p:cNvCxnSpPr>
            <a:cxnSpLocks noChangeShapeType="1"/>
            <a:stCxn id="38" idx="0"/>
            <a:endCxn id="36" idx="0"/>
          </p:cNvCxnSpPr>
          <p:nvPr/>
        </p:nvCxnSpPr>
        <p:spPr bwMode="auto">
          <a:xfrm rot="-5400000" flipH="1" flipV="1">
            <a:off x="3643313" y="1658937"/>
            <a:ext cx="90488" cy="5465763"/>
          </a:xfrm>
          <a:prstGeom prst="bentConnector3">
            <a:avLst>
              <a:gd name="adj1" fmla="val -255875"/>
            </a:avLst>
          </a:prstGeom>
          <a:noFill/>
          <a:ln w="28575" algn="ctr">
            <a:solidFill>
              <a:srgbClr val="790050"/>
            </a:solidFill>
            <a:miter lim="800000"/>
            <a:headEnd/>
            <a:tailEnd type="arrow" w="med" len="med"/>
          </a:ln>
          <a:extLst>
            <a:ext uri="{909E8E84-426E-40DD-AFC4-6F175D3DCCD1}">
              <a14:hiddenFill xmlns:a14="http://schemas.microsoft.com/office/drawing/2010/main">
                <a:noFill/>
              </a14:hiddenFill>
            </a:ext>
          </a:extLst>
        </p:spPr>
      </p:cxnSp>
      <p:sp>
        <p:nvSpPr>
          <p:cNvPr id="46" name="Text Box 56">
            <a:extLst>
              <a:ext uri="{FF2B5EF4-FFF2-40B4-BE49-F238E27FC236}">
                <a16:creationId xmlns:a16="http://schemas.microsoft.com/office/drawing/2014/main" id="{72135947-A68C-4D8D-BF78-9479DB15382F}"/>
              </a:ext>
            </a:extLst>
          </p:cNvPr>
          <p:cNvSpPr txBox="1">
            <a:spLocks noChangeArrowheads="1"/>
          </p:cNvSpPr>
          <p:nvPr/>
        </p:nvSpPr>
        <p:spPr bwMode="auto">
          <a:xfrm>
            <a:off x="4848225" y="3871913"/>
            <a:ext cx="1584325" cy="246062"/>
          </a:xfrm>
          <a:prstGeom prst="rect">
            <a:avLst/>
          </a:prstGeom>
          <a:noFill/>
          <a:ln w="9525">
            <a:noFill/>
            <a:miter lim="800000"/>
            <a:headEnd/>
            <a:tailEnd/>
          </a:ln>
        </p:spPr>
        <p:txBody>
          <a:bodyPr>
            <a:spAutoFit/>
          </a:bodyPr>
          <a:lstStyle/>
          <a:p>
            <a:pPr algn="r" defTabSz="966788" fontAlgn="auto">
              <a:spcBef>
                <a:spcPct val="50000"/>
              </a:spcBef>
              <a:spcAft>
                <a:spcPts val="0"/>
              </a:spcAft>
              <a:defRPr/>
            </a:pPr>
            <a:r>
              <a:rPr lang="fr-FR" sz="1000" i="1">
                <a:solidFill>
                  <a:srgbClr val="790050"/>
                </a:solidFill>
                <a:latin typeface="Arial"/>
                <a:cs typeface="+mn-cs"/>
              </a:rPr>
              <a:t>Efficacité non validée</a:t>
            </a:r>
          </a:p>
        </p:txBody>
      </p:sp>
      <p:cxnSp>
        <p:nvCxnSpPr>
          <p:cNvPr id="27680" name="Connecteur en angle 46">
            <a:extLst>
              <a:ext uri="{FF2B5EF4-FFF2-40B4-BE49-F238E27FC236}">
                <a16:creationId xmlns:a16="http://schemas.microsoft.com/office/drawing/2014/main" id="{66265BE7-7F9E-4BAB-B706-706DAD0D6040}"/>
              </a:ext>
            </a:extLst>
          </p:cNvPr>
          <p:cNvCxnSpPr>
            <a:cxnSpLocks noChangeShapeType="1"/>
            <a:stCxn id="38" idx="3"/>
          </p:cNvCxnSpPr>
          <p:nvPr/>
        </p:nvCxnSpPr>
        <p:spPr bwMode="auto">
          <a:xfrm flipV="1">
            <a:off x="7518400" y="3771900"/>
            <a:ext cx="4229100" cy="858838"/>
          </a:xfrm>
          <a:prstGeom prst="bentConnector3">
            <a:avLst>
              <a:gd name="adj1" fmla="val 52583"/>
            </a:avLst>
          </a:prstGeom>
          <a:noFill/>
          <a:ln w="28575" algn="ctr">
            <a:solidFill>
              <a:srgbClr val="790050"/>
            </a:solidFill>
            <a:miter lim="800000"/>
            <a:headEnd/>
            <a:tailEnd type="arrow" w="med" len="med"/>
          </a:ln>
          <a:extLst>
            <a:ext uri="{909E8E84-426E-40DD-AFC4-6F175D3DCCD1}">
              <a14:hiddenFill xmlns:a14="http://schemas.microsoft.com/office/drawing/2010/main">
                <a:noFill/>
              </a14:hiddenFill>
            </a:ext>
          </a:extLst>
        </p:spPr>
      </p:cxnSp>
      <p:sp>
        <p:nvSpPr>
          <p:cNvPr id="48" name="Text Box 56">
            <a:extLst>
              <a:ext uri="{FF2B5EF4-FFF2-40B4-BE49-F238E27FC236}">
                <a16:creationId xmlns:a16="http://schemas.microsoft.com/office/drawing/2014/main" id="{8C9FF76C-293B-4B4E-B81F-22AF9AC9335A}"/>
              </a:ext>
            </a:extLst>
          </p:cNvPr>
          <p:cNvSpPr txBox="1">
            <a:spLocks noChangeArrowheads="1"/>
          </p:cNvSpPr>
          <p:nvPr/>
        </p:nvSpPr>
        <p:spPr bwMode="auto">
          <a:xfrm>
            <a:off x="9880600" y="3314700"/>
            <a:ext cx="2311400" cy="400050"/>
          </a:xfrm>
          <a:prstGeom prst="rect">
            <a:avLst/>
          </a:prstGeom>
          <a:noFill/>
          <a:ln w="9525">
            <a:noFill/>
            <a:miter lim="800000"/>
            <a:headEnd/>
            <a:tailEnd/>
          </a:ln>
        </p:spPr>
        <p:txBody>
          <a:bodyPr>
            <a:spAutoFit/>
          </a:bodyPr>
          <a:lstStyle/>
          <a:p>
            <a:pPr defTabSz="966788" fontAlgn="auto">
              <a:spcBef>
                <a:spcPct val="50000"/>
              </a:spcBef>
              <a:spcAft>
                <a:spcPts val="0"/>
              </a:spcAft>
              <a:defRPr/>
            </a:pPr>
            <a:r>
              <a:rPr lang="fr-FR" sz="1000" i="1">
                <a:solidFill>
                  <a:srgbClr val="790050"/>
                </a:solidFill>
                <a:latin typeface="Arial"/>
                <a:cs typeface="+mn-cs"/>
              </a:rPr>
              <a:t>Efficacité validée d’une correction définitive à un problème</a:t>
            </a:r>
          </a:p>
        </p:txBody>
      </p:sp>
      <p:sp>
        <p:nvSpPr>
          <p:cNvPr id="49" name="Text Box 56">
            <a:extLst>
              <a:ext uri="{FF2B5EF4-FFF2-40B4-BE49-F238E27FC236}">
                <a16:creationId xmlns:a16="http://schemas.microsoft.com/office/drawing/2014/main" id="{9BC6A3FA-9755-45C6-9EA7-00EC0B880672}"/>
              </a:ext>
            </a:extLst>
          </p:cNvPr>
          <p:cNvSpPr txBox="1">
            <a:spLocks noChangeArrowheads="1"/>
          </p:cNvSpPr>
          <p:nvPr/>
        </p:nvSpPr>
        <p:spPr bwMode="auto">
          <a:xfrm>
            <a:off x="9839325" y="4459288"/>
            <a:ext cx="2216150" cy="400050"/>
          </a:xfrm>
          <a:prstGeom prst="rect">
            <a:avLst/>
          </a:prstGeom>
          <a:noFill/>
          <a:ln w="9525">
            <a:noFill/>
            <a:miter lim="800000"/>
            <a:headEnd/>
            <a:tailEnd/>
          </a:ln>
        </p:spPr>
        <p:txBody>
          <a:bodyPr>
            <a:spAutoFit/>
          </a:bodyPr>
          <a:lstStyle/>
          <a:p>
            <a:pPr defTabSz="966788" fontAlgn="auto">
              <a:spcBef>
                <a:spcPct val="50000"/>
              </a:spcBef>
              <a:spcAft>
                <a:spcPts val="0"/>
              </a:spcAft>
              <a:defRPr/>
            </a:pPr>
            <a:r>
              <a:rPr lang="fr-FR" sz="1000" i="1">
                <a:solidFill>
                  <a:srgbClr val="790050"/>
                </a:solidFill>
                <a:latin typeface="Arial"/>
                <a:cs typeface="+mn-cs"/>
              </a:rPr>
              <a:t>Efficacité validée d’une correction temporaire à un problème</a:t>
            </a:r>
          </a:p>
        </p:txBody>
      </p:sp>
      <p:cxnSp>
        <p:nvCxnSpPr>
          <p:cNvPr id="27683" name="Connecteur en angle 49">
            <a:extLst>
              <a:ext uri="{FF2B5EF4-FFF2-40B4-BE49-F238E27FC236}">
                <a16:creationId xmlns:a16="http://schemas.microsoft.com/office/drawing/2014/main" id="{FADE535E-6B9E-4AB2-B4D3-6CE9AD9225A1}"/>
              </a:ext>
            </a:extLst>
          </p:cNvPr>
          <p:cNvCxnSpPr>
            <a:cxnSpLocks noChangeShapeType="1"/>
            <a:stCxn id="40" idx="2"/>
          </p:cNvCxnSpPr>
          <p:nvPr/>
        </p:nvCxnSpPr>
        <p:spPr bwMode="auto">
          <a:xfrm rot="5400000">
            <a:off x="5890419" y="6111081"/>
            <a:ext cx="393700" cy="642938"/>
          </a:xfrm>
          <a:prstGeom prst="bentConnector2">
            <a:avLst/>
          </a:prstGeom>
          <a:noFill/>
          <a:ln w="28575" algn="ctr">
            <a:solidFill>
              <a:srgbClr val="790050"/>
            </a:solidFill>
            <a:miter lim="800000"/>
            <a:headEnd/>
            <a:tailEnd type="arrow" w="med" len="med"/>
          </a:ln>
          <a:extLst>
            <a:ext uri="{909E8E84-426E-40DD-AFC4-6F175D3DCCD1}">
              <a14:hiddenFill xmlns:a14="http://schemas.microsoft.com/office/drawing/2010/main">
                <a:noFill/>
              </a14:hiddenFill>
            </a:ext>
          </a:extLst>
        </p:spPr>
      </p:cxnSp>
      <p:sp>
        <p:nvSpPr>
          <p:cNvPr id="51" name="AutoShape 11">
            <a:extLst>
              <a:ext uri="{FF2B5EF4-FFF2-40B4-BE49-F238E27FC236}">
                <a16:creationId xmlns:a16="http://schemas.microsoft.com/office/drawing/2014/main" id="{1AB1F23E-7603-408E-B0D8-14B3CBBBBADD}"/>
              </a:ext>
            </a:extLst>
          </p:cNvPr>
          <p:cNvSpPr>
            <a:spLocks noChangeArrowheads="1"/>
          </p:cNvSpPr>
          <p:nvPr/>
        </p:nvSpPr>
        <p:spPr bwMode="auto">
          <a:xfrm>
            <a:off x="3411538" y="6350000"/>
            <a:ext cx="2303462" cy="444500"/>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dirty="0">
                <a:solidFill>
                  <a:prstClr val="white"/>
                </a:solidFill>
              </a:rPr>
              <a:t>Rechercher la cause et proposer des solutions/corrections</a:t>
            </a:r>
          </a:p>
        </p:txBody>
      </p:sp>
      <p:cxnSp>
        <p:nvCxnSpPr>
          <p:cNvPr id="27685" name="Connecteur en angle 51">
            <a:extLst>
              <a:ext uri="{FF2B5EF4-FFF2-40B4-BE49-F238E27FC236}">
                <a16:creationId xmlns:a16="http://schemas.microsoft.com/office/drawing/2014/main" id="{966C1760-A807-49D6-929A-DF4B3CEE717A}"/>
              </a:ext>
            </a:extLst>
          </p:cNvPr>
          <p:cNvCxnSpPr>
            <a:cxnSpLocks noChangeShapeType="1"/>
            <a:stCxn id="38" idx="3"/>
            <a:endCxn id="19" idx="1"/>
          </p:cNvCxnSpPr>
          <p:nvPr/>
        </p:nvCxnSpPr>
        <p:spPr bwMode="auto">
          <a:xfrm>
            <a:off x="7518400" y="4630738"/>
            <a:ext cx="2298700" cy="500062"/>
          </a:xfrm>
          <a:prstGeom prst="bentConnector3">
            <a:avLst>
              <a:gd name="adj1" fmla="val 50000"/>
            </a:avLst>
          </a:prstGeom>
          <a:noFill/>
          <a:ln w="28575" algn="ctr">
            <a:solidFill>
              <a:srgbClr val="790050"/>
            </a:solidFill>
            <a:miter lim="800000"/>
            <a:headEnd/>
            <a:tailEnd type="arrow" w="med" len="med"/>
          </a:ln>
          <a:extLst>
            <a:ext uri="{909E8E84-426E-40DD-AFC4-6F175D3DCCD1}">
              <a14:hiddenFill xmlns:a14="http://schemas.microsoft.com/office/drawing/2010/main">
                <a:noFill/>
              </a14:hiddenFill>
            </a:ext>
          </a:extLst>
        </p:spPr>
      </p:cxnSp>
      <p:sp>
        <p:nvSpPr>
          <p:cNvPr id="54" name="Espace réservé du texte 2">
            <a:extLst>
              <a:ext uri="{FF2B5EF4-FFF2-40B4-BE49-F238E27FC236}">
                <a16:creationId xmlns:a16="http://schemas.microsoft.com/office/drawing/2014/main" id="{6E1AE980-F8C6-488C-89FA-66926DA79C3D}"/>
              </a:ext>
            </a:extLst>
          </p:cNvPr>
          <p:cNvSpPr txBox="1">
            <a:spLocks/>
          </p:cNvSpPr>
          <p:nvPr/>
        </p:nvSpPr>
        <p:spPr bwMode="auto">
          <a:xfrm>
            <a:off x="9321800" y="5564188"/>
            <a:ext cx="2635250"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sorties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Efficacité de la correction vérifiée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9DB34B0C-4DB3-4283-BA35-D04E7CBD9D50}"/>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 (1/2)</a:t>
            </a:r>
          </a:p>
        </p:txBody>
      </p:sp>
      <p:sp>
        <p:nvSpPr>
          <p:cNvPr id="29699" name="Espace réservé du texte 2">
            <a:extLst>
              <a:ext uri="{FF2B5EF4-FFF2-40B4-BE49-F238E27FC236}">
                <a16:creationId xmlns:a16="http://schemas.microsoft.com/office/drawing/2014/main" id="{19260F60-06D5-4471-9741-88FDD48CF985}"/>
              </a:ext>
            </a:extLst>
          </p:cNvPr>
          <p:cNvSpPr txBox="1">
            <a:spLocks/>
          </p:cNvSpPr>
          <p:nvPr/>
        </p:nvSpPr>
        <p:spPr bwMode="auto">
          <a:xfrm>
            <a:off x="0" y="849313"/>
            <a:ext cx="121920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600">
                <a:solidFill>
                  <a:schemeClr val="tx2"/>
                </a:solidFill>
                <a:latin typeface="Arial" panose="020B0604020202020204" pitchFamily="34" charset="0"/>
              </a:rPr>
              <a:t>Activité</a:t>
            </a:r>
            <a:r>
              <a:rPr lang="fr-FR" altLang="fr-FR" sz="1600">
                <a:solidFill>
                  <a:srgbClr val="009AA6"/>
                </a:solidFill>
                <a:latin typeface="Arial" panose="020B0604020202020204" pitchFamily="34" charset="0"/>
              </a:rPr>
              <a:t> </a:t>
            </a:r>
            <a:r>
              <a:rPr lang="fr-FR" altLang="fr-FR" sz="1600" b="1">
                <a:solidFill>
                  <a:srgbClr val="790050"/>
                </a:solidFill>
                <a:latin typeface="Arial" panose="020B0604020202020204" pitchFamily="34" charset="0"/>
              </a:rPr>
              <a:t>« Clôturer les problèmes »</a:t>
            </a:r>
            <a:r>
              <a:rPr lang="fr-FR" altLang="fr-FR" sz="1600">
                <a:solidFill>
                  <a:srgbClr val="009AA6"/>
                </a:solidFill>
                <a:latin typeface="Arial" panose="020B0604020202020204" pitchFamily="34" charset="0"/>
              </a:rPr>
              <a:t> </a:t>
            </a:r>
            <a:r>
              <a:rPr lang="fr-FR" altLang="fr-FR" sz="1600">
                <a:solidFill>
                  <a:schemeClr val="tx2"/>
                </a:solidFill>
                <a:latin typeface="Arial" panose="020B0604020202020204" pitchFamily="34" charset="0"/>
              </a:rPr>
              <a:t>et sous-activités  </a:t>
            </a:r>
          </a:p>
        </p:txBody>
      </p:sp>
      <p:sp>
        <p:nvSpPr>
          <p:cNvPr id="18" name="Espace réservé du texte 2">
            <a:extLst>
              <a:ext uri="{FF2B5EF4-FFF2-40B4-BE49-F238E27FC236}">
                <a16:creationId xmlns:a16="http://schemas.microsoft.com/office/drawing/2014/main" id="{6C827015-8D18-4905-92D0-F3608EA78D0D}"/>
              </a:ext>
            </a:extLst>
          </p:cNvPr>
          <p:cNvSpPr txBox="1">
            <a:spLocks/>
          </p:cNvSpPr>
          <p:nvPr/>
        </p:nvSpPr>
        <p:spPr bwMode="auto">
          <a:xfrm>
            <a:off x="0" y="3749675"/>
            <a:ext cx="4271963" cy="24955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entrants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 Efficacité validée d’une correction définitive à un problème</a:t>
            </a:r>
          </a:p>
        </p:txBody>
      </p:sp>
      <p:sp>
        <p:nvSpPr>
          <p:cNvPr id="19" name="Espace réservé du texte 2">
            <a:extLst>
              <a:ext uri="{FF2B5EF4-FFF2-40B4-BE49-F238E27FC236}">
                <a16:creationId xmlns:a16="http://schemas.microsoft.com/office/drawing/2014/main" id="{36B62F27-50AC-428C-AA2F-5C7D5C6DC4FE}"/>
              </a:ext>
            </a:extLst>
          </p:cNvPr>
          <p:cNvSpPr txBox="1">
            <a:spLocks/>
          </p:cNvSpPr>
          <p:nvPr/>
        </p:nvSpPr>
        <p:spPr bwMode="auto">
          <a:xfrm>
            <a:off x="8489950" y="5018088"/>
            <a:ext cx="2635250"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sorties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Non réapparition des incidents</a:t>
            </a:r>
          </a:p>
          <a:p>
            <a:pPr marL="720686" lvl="1" indent="-249948" defTabSz="914400">
              <a:spcBef>
                <a:spcPct val="20000"/>
              </a:spcBef>
              <a:buClr>
                <a:srgbClr val="3C3732"/>
              </a:buClr>
              <a:buSzPct val="100000"/>
              <a:buFont typeface="Arial" pitchFamily="34" charset="0"/>
              <a:buChar char="•"/>
              <a:defRPr/>
            </a:pPr>
            <a:r>
              <a:rPr lang="fr-FR" sz="1400" dirty="0">
                <a:solidFill>
                  <a:srgbClr val="3C3732"/>
                </a:solidFill>
                <a:latin typeface="Arial"/>
                <a:cs typeface="+mn-cs"/>
              </a:rPr>
              <a:t>Base de connaissances à jour</a:t>
            </a:r>
          </a:p>
        </p:txBody>
      </p:sp>
      <p:pic>
        <p:nvPicPr>
          <p:cNvPr id="20" name="Shape 209" descr="arrow_right">
            <a:extLst>
              <a:ext uri="{FF2B5EF4-FFF2-40B4-BE49-F238E27FC236}">
                <a16:creationId xmlns:a16="http://schemas.microsoft.com/office/drawing/2014/main" id="{84CB1BFA-A452-4BA6-BC86-9EFD51CFFCB0}"/>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2938806" y="3520547"/>
            <a:ext cx="573365" cy="573365"/>
          </a:xfrm>
          <a:prstGeom prst="rect">
            <a:avLst/>
          </a:prstGeom>
          <a:noFill/>
          <a:ln>
            <a:noFill/>
          </a:ln>
        </p:spPr>
      </p:pic>
      <p:pic>
        <p:nvPicPr>
          <p:cNvPr id="21" name="Shape 209" descr="arrow_right">
            <a:extLst>
              <a:ext uri="{FF2B5EF4-FFF2-40B4-BE49-F238E27FC236}">
                <a16:creationId xmlns:a16="http://schemas.microsoft.com/office/drawing/2014/main" id="{2C445C8F-D1A5-44FA-A480-6122B3DFA3BF}"/>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10567753" y="4818033"/>
            <a:ext cx="573365" cy="573365"/>
          </a:xfrm>
          <a:prstGeom prst="rect">
            <a:avLst/>
          </a:prstGeom>
          <a:noFill/>
          <a:ln>
            <a:noFill/>
          </a:ln>
        </p:spPr>
      </p:pic>
      <p:sp>
        <p:nvSpPr>
          <p:cNvPr id="22" name="Espace réservé du texte 2">
            <a:extLst>
              <a:ext uri="{FF2B5EF4-FFF2-40B4-BE49-F238E27FC236}">
                <a16:creationId xmlns:a16="http://schemas.microsoft.com/office/drawing/2014/main" id="{AAED1B9E-AB39-45EB-8669-E5DD963583F6}"/>
              </a:ext>
            </a:extLst>
          </p:cNvPr>
          <p:cNvSpPr txBox="1">
            <a:spLocks/>
          </p:cNvSpPr>
          <p:nvPr/>
        </p:nvSpPr>
        <p:spPr bwMode="auto">
          <a:xfrm>
            <a:off x="5602288" y="1163638"/>
            <a:ext cx="6480175" cy="1389062"/>
          </a:xfrm>
          <a:prstGeom prst="rect">
            <a:avLst/>
          </a:prstGeom>
          <a:solidFill>
            <a:schemeClr val="tx2"/>
          </a:solidFill>
          <a:ln w="9525">
            <a:noFill/>
            <a:miter lim="800000"/>
            <a:headEnd/>
            <a:tailEnd/>
          </a:ln>
        </p:spPr>
        <p:txBody>
          <a:bodyPr lIns="36000" tIns="36000" rIns="36000" bIns="36000"/>
          <a:lstStyle/>
          <a:p>
            <a:pPr marL="243411" indent="-243411" defTabSz="914400">
              <a:spcBef>
                <a:spcPts val="444"/>
              </a:spcBef>
              <a:buClr>
                <a:srgbClr val="009AA6"/>
              </a:buClr>
              <a:buSzPct val="110000"/>
              <a:defRPr/>
            </a:pPr>
            <a:r>
              <a:rPr lang="fr-FR" sz="1600" b="1">
                <a:solidFill>
                  <a:prstClr val="white"/>
                </a:solidFill>
                <a:latin typeface="Arial"/>
                <a:cs typeface="+mn-cs"/>
              </a:rPr>
              <a:t>Objectifs: </a:t>
            </a:r>
          </a:p>
          <a:p>
            <a:pPr marL="243411" indent="-243411" defTabSz="914400">
              <a:spcBef>
                <a:spcPts val="444"/>
              </a:spcBef>
              <a:buClr>
                <a:prstClr val="white"/>
              </a:buClr>
              <a:buSzPct val="110000"/>
              <a:buFont typeface="Arial" pitchFamily="34" charset="0"/>
              <a:buChar char="•"/>
              <a:defRPr/>
            </a:pPr>
            <a:r>
              <a:rPr lang="fr-FR" sz="1400">
                <a:solidFill>
                  <a:prstClr val="white"/>
                </a:solidFill>
                <a:latin typeface="Arial"/>
                <a:cs typeface="+mn-cs"/>
              </a:rPr>
              <a:t>Clore les problèmes dont l’efficacité de la correction a été vérifiée et validée</a:t>
            </a:r>
          </a:p>
          <a:p>
            <a:pPr marL="243411" indent="-243411" defTabSz="914400">
              <a:spcBef>
                <a:spcPts val="444"/>
              </a:spcBef>
              <a:buClr>
                <a:srgbClr val="009AA6"/>
              </a:buClr>
              <a:buSzPct val="110000"/>
              <a:defRPr/>
            </a:pPr>
            <a:endParaRPr lang="fr-FR" sz="1600">
              <a:solidFill>
                <a:prstClr val="white"/>
              </a:solidFill>
              <a:latin typeface="Arial"/>
              <a:cs typeface="+mn-cs"/>
            </a:endParaRPr>
          </a:p>
        </p:txBody>
      </p:sp>
      <p:sp>
        <p:nvSpPr>
          <p:cNvPr id="23" name="Line 10">
            <a:extLst>
              <a:ext uri="{FF2B5EF4-FFF2-40B4-BE49-F238E27FC236}">
                <a16:creationId xmlns:a16="http://schemas.microsoft.com/office/drawing/2014/main" id="{B079BEAC-75E5-4EC4-BDCF-DE0706E2BDA6}"/>
              </a:ext>
            </a:extLst>
          </p:cNvPr>
          <p:cNvSpPr>
            <a:spLocks noChangeShapeType="1"/>
          </p:cNvSpPr>
          <p:nvPr/>
        </p:nvSpPr>
        <p:spPr bwMode="auto">
          <a:xfrm>
            <a:off x="25400" y="1612900"/>
            <a:ext cx="5448300" cy="25400"/>
          </a:xfrm>
          <a:prstGeom prst="line">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txBody>
          <a:bodyPr/>
          <a:lstStyle/>
          <a:p>
            <a:pPr algn="ctr" defTabSz="914400" fontAlgn="auto">
              <a:spcBef>
                <a:spcPts val="0"/>
              </a:spcBef>
              <a:spcAft>
                <a:spcPts val="0"/>
              </a:spcAft>
              <a:defRPr/>
            </a:pPr>
            <a:endParaRPr lang="fr-FR" sz="1693">
              <a:solidFill>
                <a:srgbClr val="3C3732"/>
              </a:solidFill>
              <a:latin typeface="Arial"/>
              <a:cs typeface="+mn-cs"/>
            </a:endParaRPr>
          </a:p>
        </p:txBody>
      </p:sp>
      <p:sp>
        <p:nvSpPr>
          <p:cNvPr id="24" name="AutoShape 11">
            <a:extLst>
              <a:ext uri="{FF2B5EF4-FFF2-40B4-BE49-F238E27FC236}">
                <a16:creationId xmlns:a16="http://schemas.microsoft.com/office/drawing/2014/main" id="{AFDF03B5-579C-4222-9A2E-CA5239606DE8}"/>
              </a:ext>
            </a:extLst>
          </p:cNvPr>
          <p:cNvSpPr>
            <a:spLocks noChangeArrowheads="1"/>
          </p:cNvSpPr>
          <p:nvPr/>
        </p:nvSpPr>
        <p:spPr bwMode="auto">
          <a:xfrm>
            <a:off x="2141538" y="962025"/>
            <a:ext cx="1096962" cy="561975"/>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a:solidFill>
                  <a:prstClr val="white"/>
                </a:solidFill>
              </a:rPr>
              <a:t>Gestion des changements</a:t>
            </a:r>
          </a:p>
        </p:txBody>
      </p:sp>
      <p:sp>
        <p:nvSpPr>
          <p:cNvPr id="25" name="AutoShape 11">
            <a:extLst>
              <a:ext uri="{FF2B5EF4-FFF2-40B4-BE49-F238E27FC236}">
                <a16:creationId xmlns:a16="http://schemas.microsoft.com/office/drawing/2014/main" id="{EF1C89D9-7362-44B5-A0E0-3E51FC672640}"/>
              </a:ext>
            </a:extLst>
          </p:cNvPr>
          <p:cNvSpPr>
            <a:spLocks noChangeArrowheads="1"/>
          </p:cNvSpPr>
          <p:nvPr/>
        </p:nvSpPr>
        <p:spPr bwMode="auto">
          <a:xfrm>
            <a:off x="1133475" y="1165225"/>
            <a:ext cx="900113" cy="989013"/>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a:solidFill>
                  <a:prstClr val="white"/>
                </a:solidFill>
              </a:rPr>
              <a:t>Rechercher la cause et proposer des solutions et corrections</a:t>
            </a:r>
          </a:p>
        </p:txBody>
      </p:sp>
      <p:sp>
        <p:nvSpPr>
          <p:cNvPr id="26" name="AutoShape 11">
            <a:extLst>
              <a:ext uri="{FF2B5EF4-FFF2-40B4-BE49-F238E27FC236}">
                <a16:creationId xmlns:a16="http://schemas.microsoft.com/office/drawing/2014/main" id="{FF748AB1-7203-4408-B418-C8C4286741DD}"/>
              </a:ext>
            </a:extLst>
          </p:cNvPr>
          <p:cNvSpPr>
            <a:spLocks noChangeArrowheads="1"/>
          </p:cNvSpPr>
          <p:nvPr/>
        </p:nvSpPr>
        <p:spPr bwMode="auto">
          <a:xfrm>
            <a:off x="104775" y="1168400"/>
            <a:ext cx="900113" cy="9874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dirty="0">
                <a:solidFill>
                  <a:prstClr val="white"/>
                </a:solidFill>
              </a:rPr>
              <a:t>Détecter, soumettre et valider les nouveaux problèmes</a:t>
            </a:r>
          </a:p>
        </p:txBody>
      </p:sp>
      <p:sp>
        <p:nvSpPr>
          <p:cNvPr id="27" name="AutoShape 11">
            <a:extLst>
              <a:ext uri="{FF2B5EF4-FFF2-40B4-BE49-F238E27FC236}">
                <a16:creationId xmlns:a16="http://schemas.microsoft.com/office/drawing/2014/main" id="{8DE32A7E-FD10-4581-9971-19E226D8C77E}"/>
              </a:ext>
            </a:extLst>
          </p:cNvPr>
          <p:cNvSpPr>
            <a:spLocks noChangeArrowheads="1"/>
          </p:cNvSpPr>
          <p:nvPr/>
        </p:nvSpPr>
        <p:spPr bwMode="auto">
          <a:xfrm>
            <a:off x="25400" y="2257425"/>
            <a:ext cx="5232400" cy="29527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a:solidFill>
                  <a:prstClr val="white"/>
                </a:solidFill>
                <a:latin typeface="Arial" panose="020B0604020202020204" pitchFamily="34" charset="0"/>
              </a:rPr>
              <a:t>Piloter le processus</a:t>
            </a:r>
          </a:p>
        </p:txBody>
      </p:sp>
      <p:sp>
        <p:nvSpPr>
          <p:cNvPr id="28" name="AutoShape 11">
            <a:extLst>
              <a:ext uri="{FF2B5EF4-FFF2-40B4-BE49-F238E27FC236}">
                <a16:creationId xmlns:a16="http://schemas.microsoft.com/office/drawing/2014/main" id="{E5A9E510-D551-4EFA-8B07-A47BD7E23C8D}"/>
              </a:ext>
            </a:extLst>
          </p:cNvPr>
          <p:cNvSpPr>
            <a:spLocks noChangeArrowheads="1"/>
          </p:cNvSpPr>
          <p:nvPr/>
        </p:nvSpPr>
        <p:spPr bwMode="auto">
          <a:xfrm>
            <a:off x="3335338" y="1152525"/>
            <a:ext cx="900112" cy="98742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a:solidFill>
                  <a:prstClr val="white"/>
                </a:solidFill>
              </a:rPr>
              <a:t>Vérifier l’efficacité des corrections mises en œuvre</a:t>
            </a:r>
          </a:p>
        </p:txBody>
      </p:sp>
      <p:sp>
        <p:nvSpPr>
          <p:cNvPr id="29" name="AutoShape 11">
            <a:extLst>
              <a:ext uri="{FF2B5EF4-FFF2-40B4-BE49-F238E27FC236}">
                <a16:creationId xmlns:a16="http://schemas.microsoft.com/office/drawing/2014/main" id="{27E61D0A-5B3B-44E9-8603-2642B6B626AF}"/>
              </a:ext>
            </a:extLst>
          </p:cNvPr>
          <p:cNvSpPr>
            <a:spLocks noChangeArrowheads="1"/>
          </p:cNvSpPr>
          <p:nvPr/>
        </p:nvSpPr>
        <p:spPr bwMode="auto">
          <a:xfrm>
            <a:off x="2141538" y="1700213"/>
            <a:ext cx="1096962" cy="561975"/>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847" b="1" kern="0">
                <a:solidFill>
                  <a:prstClr val="white"/>
                </a:solidFill>
              </a:rPr>
              <a:t>Gestion des mises en production</a:t>
            </a:r>
          </a:p>
        </p:txBody>
      </p:sp>
      <p:sp>
        <p:nvSpPr>
          <p:cNvPr id="30" name="AutoShape 11">
            <a:extLst>
              <a:ext uri="{FF2B5EF4-FFF2-40B4-BE49-F238E27FC236}">
                <a16:creationId xmlns:a16="http://schemas.microsoft.com/office/drawing/2014/main" id="{6554D3D1-F906-44C1-9D86-5E6582D9F144}"/>
              </a:ext>
            </a:extLst>
          </p:cNvPr>
          <p:cNvSpPr>
            <a:spLocks noChangeArrowheads="1"/>
          </p:cNvSpPr>
          <p:nvPr/>
        </p:nvSpPr>
        <p:spPr bwMode="auto">
          <a:xfrm>
            <a:off x="4325938" y="1139825"/>
            <a:ext cx="900112" cy="98742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900" b="1" kern="0" dirty="0">
                <a:solidFill>
                  <a:prstClr val="white"/>
                </a:solidFill>
              </a:rPr>
              <a:t>Clôturer les problèmes </a:t>
            </a:r>
          </a:p>
        </p:txBody>
      </p:sp>
      <p:sp>
        <p:nvSpPr>
          <p:cNvPr id="31" name="Line 10">
            <a:extLst>
              <a:ext uri="{FF2B5EF4-FFF2-40B4-BE49-F238E27FC236}">
                <a16:creationId xmlns:a16="http://schemas.microsoft.com/office/drawing/2014/main" id="{9B80F0F6-3A8E-4BC7-8E5A-77362D20A0C3}"/>
              </a:ext>
            </a:extLst>
          </p:cNvPr>
          <p:cNvSpPr>
            <a:spLocks noChangeShapeType="1"/>
          </p:cNvSpPr>
          <p:nvPr/>
        </p:nvSpPr>
        <p:spPr bwMode="auto">
          <a:xfrm flipH="1" flipV="1">
            <a:off x="2524125" y="1500188"/>
            <a:ext cx="0" cy="233362"/>
          </a:xfrm>
          <a:prstGeom prst="line">
            <a:avLst/>
          </a:prstGeom>
          <a:noFill/>
          <a:ln w="28575">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sp>
        <p:nvSpPr>
          <p:cNvPr id="32" name="Line 10">
            <a:extLst>
              <a:ext uri="{FF2B5EF4-FFF2-40B4-BE49-F238E27FC236}">
                <a16:creationId xmlns:a16="http://schemas.microsoft.com/office/drawing/2014/main" id="{38511A30-7A2D-472B-BA99-1730A1540C99}"/>
              </a:ext>
            </a:extLst>
          </p:cNvPr>
          <p:cNvSpPr>
            <a:spLocks noChangeShapeType="1"/>
          </p:cNvSpPr>
          <p:nvPr/>
        </p:nvSpPr>
        <p:spPr bwMode="auto">
          <a:xfrm flipH="1" flipV="1">
            <a:off x="2967038" y="1500188"/>
            <a:ext cx="0" cy="233362"/>
          </a:xfrm>
          <a:prstGeom prst="line">
            <a:avLst/>
          </a:prstGeom>
          <a:noFill/>
          <a:ln w="28575">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defTabSz="914400" fontAlgn="auto">
              <a:spcBef>
                <a:spcPts val="0"/>
              </a:spcBef>
              <a:spcAft>
                <a:spcPts val="0"/>
              </a:spcAft>
              <a:defRPr/>
            </a:pPr>
            <a:endParaRPr lang="fr-FR" sz="1693">
              <a:solidFill>
                <a:srgbClr val="3C3732"/>
              </a:solidFill>
              <a:latin typeface="Arial"/>
              <a:cs typeface="+mn-cs"/>
            </a:endParaRPr>
          </a:p>
        </p:txBody>
      </p:sp>
      <p:cxnSp>
        <p:nvCxnSpPr>
          <p:cNvPr id="29715" name="Connecteur droit avec flèche 32">
            <a:extLst>
              <a:ext uri="{FF2B5EF4-FFF2-40B4-BE49-F238E27FC236}">
                <a16:creationId xmlns:a16="http://schemas.microsoft.com/office/drawing/2014/main" id="{F4AEDEAE-AB63-4A9A-9E55-AB24ACA75F03}"/>
              </a:ext>
            </a:extLst>
          </p:cNvPr>
          <p:cNvCxnSpPr>
            <a:cxnSpLocks noChangeShapeType="1"/>
          </p:cNvCxnSpPr>
          <p:nvPr/>
        </p:nvCxnSpPr>
        <p:spPr bwMode="auto">
          <a:xfrm flipV="1">
            <a:off x="1160463" y="4803775"/>
            <a:ext cx="9553575" cy="26988"/>
          </a:xfrm>
          <a:prstGeom prst="straightConnector1">
            <a:avLst/>
          </a:prstGeom>
          <a:noFill/>
          <a:ln w="28575"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34" name="AutoShape 11">
            <a:extLst>
              <a:ext uri="{FF2B5EF4-FFF2-40B4-BE49-F238E27FC236}">
                <a16:creationId xmlns:a16="http://schemas.microsoft.com/office/drawing/2014/main" id="{70E011D4-BD59-4E11-A492-5258078340FE}"/>
              </a:ext>
            </a:extLst>
          </p:cNvPr>
          <p:cNvSpPr>
            <a:spLocks noChangeArrowheads="1"/>
          </p:cNvSpPr>
          <p:nvPr/>
        </p:nvSpPr>
        <p:spPr bwMode="auto">
          <a:xfrm>
            <a:off x="4391025" y="5275263"/>
            <a:ext cx="2528888" cy="561975"/>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200" b="1" kern="0">
                <a:solidFill>
                  <a:prstClr val="white"/>
                </a:solidFill>
              </a:rPr>
              <a:t>Comité des problèmes</a:t>
            </a:r>
          </a:p>
        </p:txBody>
      </p:sp>
      <p:sp>
        <p:nvSpPr>
          <p:cNvPr id="35" name="AutoShape 11">
            <a:extLst>
              <a:ext uri="{FF2B5EF4-FFF2-40B4-BE49-F238E27FC236}">
                <a16:creationId xmlns:a16="http://schemas.microsoft.com/office/drawing/2014/main" id="{C3E67D05-8450-49A9-8D88-54B198EFD365}"/>
              </a:ext>
            </a:extLst>
          </p:cNvPr>
          <p:cNvSpPr>
            <a:spLocks noChangeArrowheads="1"/>
          </p:cNvSpPr>
          <p:nvPr/>
        </p:nvSpPr>
        <p:spPr bwMode="auto">
          <a:xfrm>
            <a:off x="3971925" y="4408488"/>
            <a:ext cx="3260725" cy="8715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200" b="1" kern="0">
                <a:solidFill>
                  <a:prstClr val="white"/>
                </a:solidFill>
              </a:rPr>
              <a:t>Clôturer les problèmes</a:t>
            </a:r>
          </a:p>
        </p:txBody>
      </p:sp>
      <p:pic>
        <p:nvPicPr>
          <p:cNvPr id="29718" name="Picture 35" descr="MM900336445[1]">
            <a:extLst>
              <a:ext uri="{FF2B5EF4-FFF2-40B4-BE49-F238E27FC236}">
                <a16:creationId xmlns:a16="http://schemas.microsoft.com/office/drawing/2014/main" id="{186069C8-4942-4238-9575-0B7C7A6A8650}"/>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1217275" y="4959350"/>
            <a:ext cx="974725"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Text Box 56">
            <a:extLst>
              <a:ext uri="{FF2B5EF4-FFF2-40B4-BE49-F238E27FC236}">
                <a16:creationId xmlns:a16="http://schemas.microsoft.com/office/drawing/2014/main" id="{B09F545C-3B85-4B11-8469-A7DFC7A92EF0}"/>
              </a:ext>
            </a:extLst>
          </p:cNvPr>
          <p:cNvSpPr txBox="1">
            <a:spLocks noChangeArrowheads="1"/>
          </p:cNvSpPr>
          <p:nvPr/>
        </p:nvSpPr>
        <p:spPr bwMode="auto">
          <a:xfrm>
            <a:off x="7686675" y="4540250"/>
            <a:ext cx="2317750" cy="246063"/>
          </a:xfrm>
          <a:prstGeom prst="rect">
            <a:avLst/>
          </a:prstGeom>
          <a:noFill/>
          <a:ln w="9525">
            <a:noFill/>
            <a:miter lim="800000"/>
            <a:headEnd/>
            <a:tailEnd/>
          </a:ln>
        </p:spPr>
        <p:txBody>
          <a:bodyPr>
            <a:spAutoFit/>
          </a:bodyPr>
          <a:lstStyle/>
          <a:p>
            <a:pPr algn="r" defTabSz="966788" fontAlgn="auto">
              <a:spcBef>
                <a:spcPct val="50000"/>
              </a:spcBef>
              <a:spcAft>
                <a:spcPts val="0"/>
              </a:spcAft>
              <a:defRPr/>
            </a:pPr>
            <a:r>
              <a:rPr lang="fr-FR" sz="1000" i="1">
                <a:solidFill>
                  <a:srgbClr val="790050"/>
                </a:solidFill>
                <a:latin typeface="Arial"/>
                <a:cs typeface="+mn-cs"/>
              </a:rPr>
              <a:t>Statut : problème clos définitivement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842088C9-068A-49FE-B823-8247C4BD1D6E}"/>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indicateurs</a:t>
            </a:r>
          </a:p>
        </p:txBody>
      </p:sp>
      <p:sp>
        <p:nvSpPr>
          <p:cNvPr id="8" name="AutoShape 11">
            <a:extLst>
              <a:ext uri="{FF2B5EF4-FFF2-40B4-BE49-F238E27FC236}">
                <a16:creationId xmlns:a16="http://schemas.microsoft.com/office/drawing/2014/main" id="{D13CF909-3A2D-4E8E-ADB2-9ADB525885A7}"/>
              </a:ext>
            </a:extLst>
          </p:cNvPr>
          <p:cNvSpPr>
            <a:spLocks noChangeArrowheads="1"/>
          </p:cNvSpPr>
          <p:nvPr/>
        </p:nvSpPr>
        <p:spPr bwMode="auto">
          <a:xfrm>
            <a:off x="2290763" y="2112963"/>
            <a:ext cx="2239962" cy="38417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1 </a:t>
            </a:r>
          </a:p>
        </p:txBody>
      </p:sp>
      <p:sp>
        <p:nvSpPr>
          <p:cNvPr id="31748" name="Espace réservé du texte 2">
            <a:extLst>
              <a:ext uri="{FF2B5EF4-FFF2-40B4-BE49-F238E27FC236}">
                <a16:creationId xmlns:a16="http://schemas.microsoft.com/office/drawing/2014/main" id="{FB48CACE-888B-4A15-AF48-7E1543A961D5}"/>
              </a:ext>
            </a:extLst>
          </p:cNvPr>
          <p:cNvSpPr txBox="1">
            <a:spLocks/>
          </p:cNvSpPr>
          <p:nvPr/>
        </p:nvSpPr>
        <p:spPr bwMode="auto">
          <a:xfrm>
            <a:off x="2319338" y="2784475"/>
            <a:ext cx="222567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10" name="AutoShape 11">
            <a:extLst>
              <a:ext uri="{FF2B5EF4-FFF2-40B4-BE49-F238E27FC236}">
                <a16:creationId xmlns:a16="http://schemas.microsoft.com/office/drawing/2014/main" id="{1E6F3C26-A203-44B1-9364-5D837E8F4A72}"/>
              </a:ext>
            </a:extLst>
          </p:cNvPr>
          <p:cNvSpPr>
            <a:spLocks noChangeArrowheads="1"/>
          </p:cNvSpPr>
          <p:nvPr/>
        </p:nvSpPr>
        <p:spPr bwMode="auto">
          <a:xfrm>
            <a:off x="7273925" y="2089150"/>
            <a:ext cx="2241550" cy="382588"/>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2 </a:t>
            </a:r>
          </a:p>
        </p:txBody>
      </p:sp>
      <p:sp>
        <p:nvSpPr>
          <p:cNvPr id="31750" name="Espace réservé du texte 2">
            <a:extLst>
              <a:ext uri="{FF2B5EF4-FFF2-40B4-BE49-F238E27FC236}">
                <a16:creationId xmlns:a16="http://schemas.microsoft.com/office/drawing/2014/main" id="{34721C5F-82E2-4122-9E3F-023681E4E7F5}"/>
              </a:ext>
            </a:extLst>
          </p:cNvPr>
          <p:cNvSpPr txBox="1">
            <a:spLocks/>
          </p:cNvSpPr>
          <p:nvPr/>
        </p:nvSpPr>
        <p:spPr bwMode="auto">
          <a:xfrm>
            <a:off x="7456488" y="2911475"/>
            <a:ext cx="222408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12" name="AutoShape 11">
            <a:extLst>
              <a:ext uri="{FF2B5EF4-FFF2-40B4-BE49-F238E27FC236}">
                <a16:creationId xmlns:a16="http://schemas.microsoft.com/office/drawing/2014/main" id="{F4A1B7A6-082B-4B60-A2A5-D729E723BC80}"/>
              </a:ext>
            </a:extLst>
          </p:cNvPr>
          <p:cNvSpPr>
            <a:spLocks noChangeArrowheads="1"/>
          </p:cNvSpPr>
          <p:nvPr/>
        </p:nvSpPr>
        <p:spPr bwMode="auto">
          <a:xfrm>
            <a:off x="2292350" y="4149725"/>
            <a:ext cx="2241550" cy="38417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3 </a:t>
            </a:r>
          </a:p>
        </p:txBody>
      </p:sp>
      <p:sp>
        <p:nvSpPr>
          <p:cNvPr id="31752" name="Espace réservé du texte 2">
            <a:extLst>
              <a:ext uri="{FF2B5EF4-FFF2-40B4-BE49-F238E27FC236}">
                <a16:creationId xmlns:a16="http://schemas.microsoft.com/office/drawing/2014/main" id="{721465D1-E5B9-48D6-8F2D-9C7ADD02FBD2}"/>
              </a:ext>
            </a:extLst>
          </p:cNvPr>
          <p:cNvSpPr txBox="1">
            <a:spLocks/>
          </p:cNvSpPr>
          <p:nvPr/>
        </p:nvSpPr>
        <p:spPr bwMode="auto">
          <a:xfrm>
            <a:off x="2322513" y="4819650"/>
            <a:ext cx="222408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14" name="AutoShape 11">
            <a:extLst>
              <a:ext uri="{FF2B5EF4-FFF2-40B4-BE49-F238E27FC236}">
                <a16:creationId xmlns:a16="http://schemas.microsoft.com/office/drawing/2014/main" id="{2D41EE6D-E75F-42FD-BEE5-3CA4E992B2B0}"/>
              </a:ext>
            </a:extLst>
          </p:cNvPr>
          <p:cNvSpPr>
            <a:spLocks noChangeArrowheads="1"/>
          </p:cNvSpPr>
          <p:nvPr/>
        </p:nvSpPr>
        <p:spPr bwMode="auto">
          <a:xfrm>
            <a:off x="7304088" y="4151313"/>
            <a:ext cx="2239962" cy="38417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4</a:t>
            </a:r>
          </a:p>
        </p:txBody>
      </p:sp>
      <p:sp>
        <p:nvSpPr>
          <p:cNvPr id="31754" name="Espace réservé du texte 2">
            <a:extLst>
              <a:ext uri="{FF2B5EF4-FFF2-40B4-BE49-F238E27FC236}">
                <a16:creationId xmlns:a16="http://schemas.microsoft.com/office/drawing/2014/main" id="{DDF16001-B555-4BC1-A5B8-151A0A62F974}"/>
              </a:ext>
            </a:extLst>
          </p:cNvPr>
          <p:cNvSpPr txBox="1">
            <a:spLocks/>
          </p:cNvSpPr>
          <p:nvPr/>
        </p:nvSpPr>
        <p:spPr bwMode="auto">
          <a:xfrm>
            <a:off x="7332663" y="4822825"/>
            <a:ext cx="222567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31755" name="Espace réservé du texte 2">
            <a:extLst>
              <a:ext uri="{FF2B5EF4-FFF2-40B4-BE49-F238E27FC236}">
                <a16:creationId xmlns:a16="http://schemas.microsoft.com/office/drawing/2014/main" id="{86A8AFF8-D9CE-495B-B371-AB8BDE71B15B}"/>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dirty="0">
                <a:solidFill>
                  <a:schemeClr val="tx2"/>
                </a:solidFill>
                <a:latin typeface="Arial" panose="020B0604020202020204" pitchFamily="34" charset="0"/>
              </a:rPr>
              <a:t>SYNTHESE DES INDICATEURS : Aucun indicateur défini</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EBF3AA29-053B-475E-80D1-767266B0B832}"/>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indicateurs</a:t>
            </a:r>
          </a:p>
        </p:txBody>
      </p:sp>
      <p:sp>
        <p:nvSpPr>
          <p:cNvPr id="32771" name="Espace réservé du texte 2">
            <a:extLst>
              <a:ext uri="{FF2B5EF4-FFF2-40B4-BE49-F238E27FC236}">
                <a16:creationId xmlns:a16="http://schemas.microsoft.com/office/drawing/2014/main" id="{4FDC930A-7CD4-4B99-8E2E-05D66D2B3629}"/>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DESCRIPTION PAR INDICATEUR</a:t>
            </a:r>
          </a:p>
        </p:txBody>
      </p:sp>
      <p:graphicFrame>
        <p:nvGraphicFramePr>
          <p:cNvPr id="17" name="Tableau 16">
            <a:extLst>
              <a:ext uri="{FF2B5EF4-FFF2-40B4-BE49-F238E27FC236}">
                <a16:creationId xmlns:a16="http://schemas.microsoft.com/office/drawing/2014/main" id="{8135EBCC-DC5B-442D-81F0-35C04875FC3C}"/>
              </a:ext>
            </a:extLst>
          </p:cNvPr>
          <p:cNvGraphicFramePr>
            <a:graphicFrameLocks noGrp="1"/>
          </p:cNvGraphicFramePr>
          <p:nvPr/>
        </p:nvGraphicFramePr>
        <p:xfrm>
          <a:off x="1058863" y="1816100"/>
          <a:ext cx="10074274" cy="4494213"/>
        </p:xfrm>
        <a:graphic>
          <a:graphicData uri="http://schemas.openxmlformats.org/drawingml/2006/table">
            <a:tbl>
              <a:tblPr>
                <a:noFill/>
              </a:tblPr>
              <a:tblGrid>
                <a:gridCol w="2917302">
                  <a:extLst>
                    <a:ext uri="{9D8B030D-6E8A-4147-A177-3AD203B41FA5}">
                      <a16:colId xmlns:a16="http://schemas.microsoft.com/office/drawing/2014/main" val="20000"/>
                    </a:ext>
                  </a:extLst>
                </a:gridCol>
                <a:gridCol w="1444377">
                  <a:extLst>
                    <a:ext uri="{9D8B030D-6E8A-4147-A177-3AD203B41FA5}">
                      <a16:colId xmlns:a16="http://schemas.microsoft.com/office/drawing/2014/main" val="20001"/>
                    </a:ext>
                  </a:extLst>
                </a:gridCol>
                <a:gridCol w="762493">
                  <a:extLst>
                    <a:ext uri="{9D8B030D-6E8A-4147-A177-3AD203B41FA5}">
                      <a16:colId xmlns:a16="http://schemas.microsoft.com/office/drawing/2014/main" val="20002"/>
                    </a:ext>
                  </a:extLst>
                </a:gridCol>
                <a:gridCol w="1370915">
                  <a:extLst>
                    <a:ext uri="{9D8B030D-6E8A-4147-A177-3AD203B41FA5}">
                      <a16:colId xmlns:a16="http://schemas.microsoft.com/office/drawing/2014/main" val="20003"/>
                    </a:ext>
                  </a:extLst>
                </a:gridCol>
                <a:gridCol w="1145341">
                  <a:extLst>
                    <a:ext uri="{9D8B030D-6E8A-4147-A177-3AD203B41FA5}">
                      <a16:colId xmlns:a16="http://schemas.microsoft.com/office/drawing/2014/main" val="20004"/>
                    </a:ext>
                  </a:extLst>
                </a:gridCol>
                <a:gridCol w="762493">
                  <a:extLst>
                    <a:ext uri="{9D8B030D-6E8A-4147-A177-3AD203B41FA5}">
                      <a16:colId xmlns:a16="http://schemas.microsoft.com/office/drawing/2014/main" val="20005"/>
                    </a:ext>
                  </a:extLst>
                </a:gridCol>
                <a:gridCol w="1671353">
                  <a:extLst>
                    <a:ext uri="{9D8B030D-6E8A-4147-A177-3AD203B41FA5}">
                      <a16:colId xmlns:a16="http://schemas.microsoft.com/office/drawing/2014/main" val="20006"/>
                    </a:ext>
                  </a:extLst>
                </a:gridCol>
              </a:tblGrid>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FFFFFF"/>
                        </a:buClr>
                        <a:buSzPct val="25000"/>
                        <a:buFont typeface="Calibri"/>
                        <a:buNone/>
                      </a:pPr>
                      <a:r>
                        <a:rPr lang="fr-FR" sz="1400" b="1" u="none" strike="noStrike" cap="none" dirty="0">
                          <a:solidFill>
                            <a:srgbClr val="FFFFFF"/>
                          </a:solidFill>
                          <a:latin typeface="+mj-lt"/>
                          <a:ea typeface="Calibri"/>
                          <a:cs typeface="Calibri"/>
                          <a:sym typeface="Calibri"/>
                        </a:rPr>
                        <a:t>Indicateur 1</a:t>
                      </a:r>
                    </a:p>
                  </a:txBody>
                  <a:tcPr marL="58200" marR="58200" marT="0" marB="0">
                    <a:lnL w="12700" cap="flat" cmpd="sng">
                      <a:solidFill>
                        <a:srgbClr val="FFFFFF"/>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0504D"/>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FFFFFF"/>
                        </a:buClr>
                        <a:buSzPct val="25000"/>
                        <a:buFont typeface="Calibri"/>
                        <a:buNone/>
                      </a:pPr>
                      <a:r>
                        <a:rPr lang="fr-FR" sz="1400" b="1" u="none" strike="noStrike" cap="none" dirty="0">
                          <a:solidFill>
                            <a:srgbClr val="FFFFFF"/>
                          </a:solidFill>
                          <a:latin typeface="+mj-lt"/>
                          <a:ea typeface="Calibri"/>
                          <a:cs typeface="Calibri"/>
                          <a:sym typeface="Calibri"/>
                        </a:rPr>
                        <a:t>Libellé Indicateur 1</a:t>
                      </a:r>
                    </a:p>
                  </a:txBody>
                  <a:tcPr marL="58200" marR="58200" marT="0" marB="0">
                    <a:lnL w="9525" cap="flat" cmpd="sng">
                      <a:solidFill>
                        <a:srgbClr val="000000">
                          <a:alpha val="0"/>
                        </a:srgbClr>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0504D"/>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0"/>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Objectifs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Classification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2"/>
                  </a:ext>
                </a:extLst>
              </a:tr>
              <a:tr h="540458">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Données et formules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sng" strike="noStrike" cap="none" dirty="0">
                          <a:solidFill>
                            <a:srgbClr val="1F497D"/>
                          </a:solidFill>
                          <a:latin typeface="+mj-lt"/>
                          <a:ea typeface="Calibri"/>
                          <a:cs typeface="Calibri"/>
                          <a:sym typeface="Calibri"/>
                        </a:rPr>
                        <a:t>Formule</a:t>
                      </a:r>
                      <a:r>
                        <a:rPr lang="fr-FR" sz="1200" b="0" u="none" strike="noStrike" cap="none" dirty="0">
                          <a:solidFill>
                            <a:srgbClr val="1F497D"/>
                          </a:solidFill>
                          <a:latin typeface="+mj-lt"/>
                          <a:ea typeface="Calibri"/>
                          <a:cs typeface="Calibri"/>
                          <a:sym typeface="Calibri"/>
                        </a:rPr>
                        <a:t> =  </a:t>
                      </a:r>
                    </a:p>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3"/>
                  </a:ext>
                </a:extLst>
              </a:tr>
              <a:tr h="270229">
                <a:tc row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Mode de collecte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sng" strike="noStrike" cap="none" dirty="0">
                          <a:solidFill>
                            <a:srgbClr val="1F497D"/>
                          </a:solidFill>
                          <a:latin typeface="+mj-lt"/>
                          <a:ea typeface="Calibri"/>
                          <a:cs typeface="Calibri"/>
                          <a:sym typeface="Calibri"/>
                        </a:rPr>
                        <a:t>Périodicité de l’indicateur</a:t>
                      </a:r>
                      <a:r>
                        <a:rPr lang="fr-FR" sz="1200" b="0" u="none" strike="noStrike" cap="none" dirty="0">
                          <a:solidFill>
                            <a:srgbClr val="1F497D"/>
                          </a:solidFill>
                          <a:latin typeface="+mj-lt"/>
                          <a:ea typeface="Calibri"/>
                          <a:cs typeface="Calibri"/>
                          <a:sym typeface="Calibri"/>
                        </a:rPr>
                        <a:t> :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4"/>
                  </a:ext>
                </a:extLst>
              </a:tr>
              <a:tr h="270229">
                <a:tc vMerge="1">
                  <a:txBody>
                    <a:bodyPr/>
                    <a:lstStyle/>
                    <a:p>
                      <a:endParaRPr lang="fr-FR"/>
                    </a:p>
                  </a:txBody>
                  <a:tcPr/>
                </a:tc>
                <a:tc gridSpan="3">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gridSpan="3">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5"/>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Cible et seuils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Cible =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ID =&lt; xxx</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xxx &lt; ID&lt; xxx</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hMerge="1">
                  <a:txBody>
                    <a:bodyPr/>
                    <a:lstStyle/>
                    <a:p>
                      <a:endParaRPr lang="fr-FR"/>
                    </a:p>
                  </a:txBody>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ID &gt;= xxx</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6"/>
                  </a:ext>
                </a:extLst>
              </a:tr>
              <a:tr h="711007">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Mode d’exploitation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Suivi opérationnel</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Pilotage du processus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Suivi stratégique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fr-FR"/>
                    </a:p>
                  </a:txBody>
                  <a:tcPr/>
                </a:tc>
                <a:extLst>
                  <a:ext uri="{0D108BD9-81ED-4DB2-BD59-A6C34878D82A}">
                    <a16:rowId xmlns:a16="http://schemas.microsoft.com/office/drawing/2014/main" val="10007"/>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Responsable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08"/>
                  </a:ext>
                </a:extLst>
              </a:tr>
              <a:tr h="540458">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Périodicité de la diffusion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09"/>
                  </a:ext>
                </a:extLst>
              </a:tr>
              <a:tr h="540458">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Lieu de stockage de l’analyse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10"/>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Liste de diffusion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11"/>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2">
            <a:extLst>
              <a:ext uri="{FF2B5EF4-FFF2-40B4-BE49-F238E27FC236}">
                <a16:creationId xmlns:a16="http://schemas.microsoft.com/office/drawing/2014/main" id="{38348DF4-3B7F-4F23-974C-B0250B3FC3F7}"/>
              </a:ext>
            </a:extLst>
          </p:cNvPr>
          <p:cNvSpPr txBox="1">
            <a:spLocks/>
          </p:cNvSpPr>
          <p:nvPr/>
        </p:nvSpPr>
        <p:spPr bwMode="auto">
          <a:xfrm>
            <a:off x="561975" y="585788"/>
            <a:ext cx="11069638" cy="1403350"/>
          </a:xfrm>
          <a:prstGeom prst="rect">
            <a:avLst/>
          </a:prstGeom>
          <a:solidFill>
            <a:schemeClr val="tx2"/>
          </a:solidFill>
          <a:ln w="9525">
            <a:noFill/>
            <a:miter lim="800000"/>
            <a:headEnd/>
            <a:tailEnd/>
          </a:ln>
        </p:spPr>
        <p:txBody>
          <a:bodyPr lIns="180000" tIns="36000" rIns="180000" bIns="36000">
            <a:spAutoFit/>
          </a:bodyPr>
          <a:lstStyle>
            <a:lvl1pPr algn="l" rtl="0" eaLnBrk="1" fontAlgn="base" hangingPunct="1">
              <a:lnSpc>
                <a:spcPct val="90000"/>
              </a:lnSpc>
              <a:spcBef>
                <a:spcPct val="0"/>
              </a:spcBef>
              <a:spcAft>
                <a:spcPct val="0"/>
              </a:spcAft>
              <a:defRPr sz="4800" b="0" kern="1200" cap="all" baseline="0">
                <a:solidFill>
                  <a:srgbClr val="FFFFFF"/>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sz="3600">
                <a:latin typeface="Arial"/>
              </a:rPr>
              <a:t>Support de description du processus</a:t>
            </a:r>
            <a:r>
              <a:rPr lang="fr-FR">
                <a:latin typeface="Arial"/>
              </a:rPr>
              <a:t/>
            </a:r>
            <a:br>
              <a:rPr lang="fr-FR">
                <a:latin typeface="Arial"/>
              </a:rPr>
            </a:br>
            <a:r>
              <a:rPr lang="fr-FR" sz="2400">
                <a:latin typeface="Arial"/>
              </a:rPr>
              <a:t>Principes, Règles, Activités</a:t>
            </a:r>
            <a:endParaRPr lang="fr-FR" sz="1600" dirty="0">
              <a:latin typeface="Arial"/>
            </a:endParaRPr>
          </a:p>
        </p:txBody>
      </p:sp>
      <p:sp>
        <p:nvSpPr>
          <p:cNvPr id="9" name="Espace réservé du texte 3">
            <a:extLst>
              <a:ext uri="{FF2B5EF4-FFF2-40B4-BE49-F238E27FC236}">
                <a16:creationId xmlns:a16="http://schemas.microsoft.com/office/drawing/2014/main" id="{6F9694EC-8E77-4168-BE6D-6F2BA93E0A2C}"/>
              </a:ext>
            </a:extLst>
          </p:cNvPr>
          <p:cNvSpPr txBox="1">
            <a:spLocks/>
          </p:cNvSpPr>
          <p:nvPr/>
        </p:nvSpPr>
        <p:spPr bwMode="auto">
          <a:xfrm>
            <a:off x="561975" y="2386013"/>
            <a:ext cx="11069638" cy="2166747"/>
          </a:xfrm>
          <a:prstGeom prst="rect">
            <a:avLst/>
          </a:prstGeom>
          <a:solidFill>
            <a:schemeClr val="bg2"/>
          </a:solidFill>
          <a:ln w="9525">
            <a:noFill/>
            <a:miter lim="800000"/>
            <a:headEnd/>
            <a:tailEnd/>
          </a:ln>
        </p:spPr>
        <p:txBody>
          <a:bodyPr lIns="0" tIns="0" rIns="0" bIns="0">
            <a:spAutoFit/>
          </a:bodyPr>
          <a:lstStyle>
            <a:lvl1pPr marL="0" indent="0" algn="l" rtl="0" eaLnBrk="1" fontAlgn="base" hangingPunct="1">
              <a:spcBef>
                <a:spcPct val="20000"/>
              </a:spcBef>
              <a:spcAft>
                <a:spcPct val="0"/>
              </a:spcAft>
              <a:buClr>
                <a:schemeClr val="accent1"/>
              </a:buClr>
              <a:defRPr sz="3200" b="0" kern="1200" cap="all" baseline="0">
                <a:solidFill>
                  <a:srgbClr val="FFFFFF"/>
                </a:solidFill>
                <a:latin typeface="+mn-lt"/>
                <a:ea typeface="+mn-ea"/>
                <a:cs typeface="+mn-cs"/>
              </a:defRPr>
            </a:lvl1pPr>
            <a:lvl2pPr marL="519488" indent="-259744" algn="l" rtl="0" eaLnBrk="1" fontAlgn="base" hangingPunct="1">
              <a:spcBef>
                <a:spcPct val="20000"/>
              </a:spcBef>
              <a:spcAft>
                <a:spcPct val="0"/>
              </a:spcAft>
              <a:buClr>
                <a:schemeClr val="accent1"/>
              </a:buClr>
              <a:buSzPct val="110000"/>
              <a:buFont typeface="Arial" pitchFamily="34" charset="0"/>
              <a:buChar char="•"/>
              <a:defRPr sz="3200" b="0" kern="1200">
                <a:solidFill>
                  <a:srgbClr val="FFFFFF"/>
                </a:solidFill>
                <a:latin typeface="+mn-lt"/>
                <a:ea typeface="+mn-ea"/>
                <a:cs typeface="+mn-cs"/>
              </a:defRPr>
            </a:lvl2pPr>
            <a:lvl3pPr marL="1038977" indent="-259744" algn="l" rtl="0" eaLnBrk="1" fontAlgn="base" hangingPunct="1">
              <a:spcBef>
                <a:spcPct val="20000"/>
              </a:spcBef>
              <a:spcAft>
                <a:spcPct val="0"/>
              </a:spcAft>
              <a:buClr>
                <a:schemeClr val="tx1"/>
              </a:buClr>
              <a:buFont typeface="Arial" pitchFamily="34" charset="0"/>
              <a:buChar char="•"/>
              <a:defRPr sz="3200" b="0" kern="1200">
                <a:solidFill>
                  <a:srgbClr val="FFFFFF"/>
                </a:solidFill>
                <a:latin typeface="+mn-lt"/>
                <a:ea typeface="+mn-ea"/>
                <a:cs typeface="+mn-cs"/>
              </a:defRPr>
            </a:lvl3pPr>
            <a:lvl4pPr marL="1563877" indent="-263352"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4pPr>
            <a:lvl5pPr marL="2339502" indent="-261548"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a:lstStyle>
          <a:p>
            <a:pPr defTabSz="914400">
              <a:buClr>
                <a:srgbClr val="009AA6"/>
              </a:buClr>
              <a:defRPr/>
            </a:pPr>
            <a:r>
              <a:rPr lang="fr-FR" dirty="0">
                <a:solidFill>
                  <a:schemeClr val="tx2"/>
                </a:solidFill>
                <a:latin typeface="Arial"/>
              </a:rPr>
              <a:t>Processus: Gestion DES CHANGEMENTS / Mises en production</a:t>
            </a:r>
          </a:p>
          <a:p>
            <a:pPr defTabSz="914400">
              <a:buClr>
                <a:srgbClr val="009AA6"/>
              </a:buClr>
              <a:defRPr/>
            </a:pPr>
            <a:endParaRPr lang="fr-FR" dirty="0">
              <a:solidFill>
                <a:schemeClr val="tx2"/>
              </a:solidFill>
              <a:latin typeface="Arial"/>
            </a:endParaRPr>
          </a:p>
          <a:p>
            <a:pPr defTabSz="914400">
              <a:buClr>
                <a:srgbClr val="009AA6"/>
              </a:buClr>
              <a:defRPr/>
            </a:pPr>
            <a:endParaRPr lang="fr-FR" dirty="0">
              <a:solidFill>
                <a:schemeClr val="tx2"/>
              </a:solidFill>
              <a:latin typeface="Arial"/>
            </a:endParaRPr>
          </a:p>
        </p:txBody>
      </p:sp>
    </p:spTree>
    <p:extLst>
      <p:ext uri="{BB962C8B-B14F-4D97-AF65-F5344CB8AC3E}">
        <p14:creationId xmlns:p14="http://schemas.microsoft.com/office/powerpoint/2010/main" val="5746848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re 5">
            <a:extLst>
              <a:ext uri="{FF2B5EF4-FFF2-40B4-BE49-F238E27FC236}">
                <a16:creationId xmlns:a16="http://schemas.microsoft.com/office/drawing/2014/main" id="{8791602A-393F-446F-8194-E5D523863061}"/>
              </a:ext>
            </a:extLst>
          </p:cNvPr>
          <p:cNvSpPr txBox="1">
            <a:spLocks/>
          </p:cNvSpPr>
          <p:nvPr/>
        </p:nvSpPr>
        <p:spPr bwMode="auto">
          <a:xfrm>
            <a:off x="0" y="-3175"/>
            <a:ext cx="3724275" cy="831850"/>
          </a:xfrm>
          <a:prstGeom prst="rect">
            <a:avLst/>
          </a:prstGeom>
          <a:solidFill>
            <a:srgbClr val="3C3732">
              <a:lumMod val="20000"/>
              <a:lumOff val="80000"/>
            </a:srgbClr>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tx2"/>
                </a:solidFill>
                <a:latin typeface="Arial"/>
              </a:rPr>
              <a:t>Carte d’environnement</a:t>
            </a:r>
          </a:p>
        </p:txBody>
      </p:sp>
      <p:sp>
        <p:nvSpPr>
          <p:cNvPr id="28" name="Rectangle 27">
            <a:extLst>
              <a:ext uri="{FF2B5EF4-FFF2-40B4-BE49-F238E27FC236}">
                <a16:creationId xmlns:a16="http://schemas.microsoft.com/office/drawing/2014/main" id="{8E06B284-3ADE-4CA1-B4A4-E6CEBC59B750}"/>
              </a:ext>
            </a:extLst>
          </p:cNvPr>
          <p:cNvSpPr/>
          <p:nvPr/>
        </p:nvSpPr>
        <p:spPr>
          <a:xfrm>
            <a:off x="5519142" y="1099022"/>
            <a:ext cx="4584700" cy="500062"/>
          </a:xfrm>
          <a:prstGeom prst="rect">
            <a:avLst/>
          </a:prstGeom>
          <a:solidFill>
            <a:schemeClr val="accent2">
              <a:lumMod val="20000"/>
              <a:lumOff val="80000"/>
            </a:schemeClr>
          </a:solidFill>
          <a:ln w="25400" cap="flat" cmpd="sng" algn="ctr">
            <a:solidFill>
              <a:srgbClr val="009AA6">
                <a:shade val="50000"/>
              </a:srgbClr>
            </a:solidFill>
            <a:prstDash val="solid"/>
          </a:ln>
          <a:effectLst/>
        </p:spPr>
        <p:txBody>
          <a:bodyPr anchor="ctr"/>
          <a:lstStyle/>
          <a:p>
            <a:pPr algn="r" defTabSz="914400" fontAlgn="auto">
              <a:spcBef>
                <a:spcPts val="0"/>
              </a:spcBef>
              <a:spcAft>
                <a:spcPts val="0"/>
              </a:spcAft>
              <a:defRPr/>
            </a:pPr>
            <a:r>
              <a:rPr lang="fr-FR" sz="1800" kern="0" dirty="0">
                <a:solidFill>
                  <a:prstClr val="white"/>
                </a:solidFill>
                <a:latin typeface="Arial"/>
                <a:cs typeface="+mn-cs"/>
              </a:rPr>
              <a:t>METIER</a:t>
            </a:r>
          </a:p>
        </p:txBody>
      </p:sp>
      <p:sp>
        <p:nvSpPr>
          <p:cNvPr id="29" name="Rectangle 28">
            <a:extLst>
              <a:ext uri="{FF2B5EF4-FFF2-40B4-BE49-F238E27FC236}">
                <a16:creationId xmlns:a16="http://schemas.microsoft.com/office/drawing/2014/main" id="{0E8DC497-ECBA-4753-AD8B-A68EB1384E54}"/>
              </a:ext>
            </a:extLst>
          </p:cNvPr>
          <p:cNvSpPr/>
          <p:nvPr/>
        </p:nvSpPr>
        <p:spPr>
          <a:xfrm>
            <a:off x="5519142" y="3789834"/>
            <a:ext cx="4584700" cy="1685925"/>
          </a:xfrm>
          <a:prstGeom prst="rect">
            <a:avLst/>
          </a:prstGeom>
          <a:solidFill>
            <a:schemeClr val="accent2">
              <a:lumMod val="20000"/>
              <a:lumOff val="80000"/>
            </a:schemeClr>
          </a:solidFill>
          <a:ln w="25400" cap="flat" cmpd="sng" algn="ctr">
            <a:solidFill>
              <a:srgbClr val="009AA6">
                <a:shade val="50000"/>
              </a:srgbClr>
            </a:solidFill>
            <a:prstDash val="solid"/>
          </a:ln>
          <a:effectLst/>
        </p:spPr>
        <p:txBody>
          <a:bodyPr anchor="b"/>
          <a:lstStyle/>
          <a:p>
            <a:pPr algn="r" defTabSz="914400" fontAlgn="auto">
              <a:spcBef>
                <a:spcPts val="0"/>
              </a:spcBef>
              <a:spcAft>
                <a:spcPts val="0"/>
              </a:spcAft>
              <a:defRPr/>
            </a:pPr>
            <a:r>
              <a:rPr lang="fr-FR" sz="1800" kern="0" dirty="0">
                <a:solidFill>
                  <a:prstClr val="white"/>
                </a:solidFill>
                <a:latin typeface="Arial"/>
                <a:cs typeface="+mn-cs"/>
              </a:rPr>
              <a:t>PRODUCTION</a:t>
            </a:r>
          </a:p>
        </p:txBody>
      </p:sp>
      <p:sp>
        <p:nvSpPr>
          <p:cNvPr id="30" name="Rectangle 29">
            <a:extLst>
              <a:ext uri="{FF2B5EF4-FFF2-40B4-BE49-F238E27FC236}">
                <a16:creationId xmlns:a16="http://schemas.microsoft.com/office/drawing/2014/main" id="{95A28FCC-294B-4DDA-8396-426E2E9B882E}"/>
              </a:ext>
            </a:extLst>
          </p:cNvPr>
          <p:cNvSpPr/>
          <p:nvPr/>
        </p:nvSpPr>
        <p:spPr>
          <a:xfrm>
            <a:off x="5519142" y="1659409"/>
            <a:ext cx="4589463" cy="2049463"/>
          </a:xfrm>
          <a:prstGeom prst="rect">
            <a:avLst/>
          </a:prstGeom>
          <a:solidFill>
            <a:schemeClr val="accent2">
              <a:lumMod val="20000"/>
              <a:lumOff val="80000"/>
            </a:schemeClr>
          </a:solidFill>
          <a:ln w="25400" cap="flat" cmpd="sng" algn="ctr">
            <a:solidFill>
              <a:srgbClr val="009AA6">
                <a:shade val="50000"/>
              </a:srgbClr>
            </a:solidFill>
            <a:prstDash val="solid"/>
          </a:ln>
          <a:effectLst/>
        </p:spPr>
        <p:txBody>
          <a:bodyPr/>
          <a:lstStyle/>
          <a:p>
            <a:pPr algn="r" defTabSz="914400" fontAlgn="auto">
              <a:spcBef>
                <a:spcPts val="0"/>
              </a:spcBef>
              <a:spcAft>
                <a:spcPts val="0"/>
              </a:spcAft>
              <a:defRPr/>
            </a:pPr>
            <a:r>
              <a:rPr lang="fr-FR" sz="1800" kern="0" dirty="0">
                <a:solidFill>
                  <a:prstClr val="white"/>
                </a:solidFill>
                <a:latin typeface="Arial"/>
                <a:cs typeface="+mn-cs"/>
              </a:rPr>
              <a:t>ETUDE</a:t>
            </a:r>
          </a:p>
        </p:txBody>
      </p:sp>
      <p:sp>
        <p:nvSpPr>
          <p:cNvPr id="31" name="Rectangle 30">
            <a:extLst>
              <a:ext uri="{FF2B5EF4-FFF2-40B4-BE49-F238E27FC236}">
                <a16:creationId xmlns:a16="http://schemas.microsoft.com/office/drawing/2014/main" id="{D9340D6C-1C73-4EB0-AC42-6095E7B0BEC4}"/>
              </a:ext>
            </a:extLst>
          </p:cNvPr>
          <p:cNvSpPr/>
          <p:nvPr/>
        </p:nvSpPr>
        <p:spPr>
          <a:xfrm>
            <a:off x="5604867" y="2018184"/>
            <a:ext cx="1066800" cy="3160713"/>
          </a:xfrm>
          <a:prstGeom prst="rect">
            <a:avLst/>
          </a:prstGeom>
          <a:solidFill>
            <a:schemeClr val="tx2"/>
          </a:solidFill>
          <a:ln w="38100" cap="flat" cmpd="sng" algn="ctr">
            <a:solidFill>
              <a:srgbClr val="FFFFFF"/>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914400" fontAlgn="auto">
              <a:spcBef>
                <a:spcPts val="0"/>
              </a:spcBef>
              <a:spcAft>
                <a:spcPts val="0"/>
              </a:spcAft>
              <a:defRPr/>
            </a:pPr>
            <a:endParaRPr lang="fr-FR" sz="1200" kern="0" dirty="0">
              <a:solidFill>
                <a:srgbClr val="000000"/>
              </a:solidFill>
              <a:latin typeface="Arial" pitchFamily="34" charset="0"/>
              <a:cs typeface="+mn-cs"/>
            </a:endParaRPr>
          </a:p>
        </p:txBody>
      </p:sp>
      <p:sp>
        <p:nvSpPr>
          <p:cNvPr id="32" name="Rectangle à coins arrondis 67">
            <a:extLst>
              <a:ext uri="{FF2B5EF4-FFF2-40B4-BE49-F238E27FC236}">
                <a16:creationId xmlns:a16="http://schemas.microsoft.com/office/drawing/2014/main" id="{FED2D720-0BD9-484B-BD77-D75BCA3FD54B}"/>
              </a:ext>
            </a:extLst>
          </p:cNvPr>
          <p:cNvSpPr/>
          <p:nvPr/>
        </p:nvSpPr>
        <p:spPr bwMode="auto">
          <a:xfrm>
            <a:off x="2781973" y="1902832"/>
            <a:ext cx="2302692" cy="3568670"/>
          </a:xfrm>
          <a:prstGeom prst="roundRect">
            <a:avLst>
              <a:gd name="adj" fmla="val 6598"/>
            </a:avLst>
          </a:prstGeom>
          <a:solidFill>
            <a:schemeClr val="tx2"/>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b"/>
          <a:lstStyle/>
          <a:p>
            <a:pPr algn="ctr" defTabSz="914400" fontAlgn="auto">
              <a:spcBef>
                <a:spcPts val="0"/>
              </a:spcBef>
              <a:spcAft>
                <a:spcPts val="0"/>
              </a:spcAft>
              <a:defRPr/>
            </a:pPr>
            <a:r>
              <a:rPr lang="fr-FR" sz="1600" b="1" kern="0" dirty="0">
                <a:solidFill>
                  <a:schemeClr val="bg1"/>
                </a:solidFill>
                <a:latin typeface="Arial"/>
                <a:cs typeface="+mn-cs"/>
              </a:rPr>
              <a:t>Gestion des changements</a:t>
            </a:r>
          </a:p>
        </p:txBody>
      </p:sp>
      <p:sp>
        <p:nvSpPr>
          <p:cNvPr id="33" name="Rectangle 32">
            <a:extLst>
              <a:ext uri="{FF2B5EF4-FFF2-40B4-BE49-F238E27FC236}">
                <a16:creationId xmlns:a16="http://schemas.microsoft.com/office/drawing/2014/main" id="{B6CFDB75-9283-4288-A15B-A25DDCC5C444}"/>
              </a:ext>
            </a:extLst>
          </p:cNvPr>
          <p:cNvSpPr/>
          <p:nvPr/>
        </p:nvSpPr>
        <p:spPr bwMode="auto">
          <a:xfrm>
            <a:off x="3274660" y="2368538"/>
            <a:ext cx="1473651" cy="406278"/>
          </a:xfrm>
          <a:prstGeom prst="rect">
            <a:avLst/>
          </a:prstGeom>
          <a:solidFill>
            <a:srgbClr val="790050"/>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chor="ctr"/>
          <a:lstStyle/>
          <a:p>
            <a:pPr algn="ctr" defTabSz="914400" fontAlgn="auto">
              <a:spcBef>
                <a:spcPts val="0"/>
              </a:spcBef>
              <a:spcAft>
                <a:spcPts val="0"/>
              </a:spcAft>
              <a:defRPr/>
            </a:pPr>
            <a:r>
              <a:rPr lang="fr-FR" sz="1200" b="1" kern="0" dirty="0">
                <a:solidFill>
                  <a:prstClr val="white"/>
                </a:solidFill>
                <a:latin typeface="Arial"/>
                <a:cs typeface="+mn-cs"/>
              </a:rPr>
              <a:t>Enregistrement</a:t>
            </a:r>
          </a:p>
        </p:txBody>
      </p:sp>
      <p:sp>
        <p:nvSpPr>
          <p:cNvPr id="34" name="Rectangle 33">
            <a:extLst>
              <a:ext uri="{FF2B5EF4-FFF2-40B4-BE49-F238E27FC236}">
                <a16:creationId xmlns:a16="http://schemas.microsoft.com/office/drawing/2014/main" id="{F435D94B-FF8E-42BD-8465-4EE0F58E25D4}"/>
              </a:ext>
            </a:extLst>
          </p:cNvPr>
          <p:cNvSpPr/>
          <p:nvPr/>
        </p:nvSpPr>
        <p:spPr bwMode="auto">
          <a:xfrm>
            <a:off x="3274660" y="2890896"/>
            <a:ext cx="1473651" cy="406278"/>
          </a:xfrm>
          <a:prstGeom prst="rect">
            <a:avLst/>
          </a:prstGeom>
          <a:solidFill>
            <a:srgbClr val="790050"/>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chor="ctr"/>
          <a:lstStyle/>
          <a:p>
            <a:pPr algn="ctr" defTabSz="914400" fontAlgn="auto">
              <a:spcBef>
                <a:spcPts val="0"/>
              </a:spcBef>
              <a:spcAft>
                <a:spcPts val="0"/>
              </a:spcAft>
              <a:defRPr/>
            </a:pPr>
            <a:r>
              <a:rPr lang="fr-FR" sz="1200" b="1" kern="0" dirty="0">
                <a:solidFill>
                  <a:prstClr val="white"/>
                </a:solidFill>
                <a:latin typeface="Arial"/>
                <a:cs typeface="+mn-cs"/>
              </a:rPr>
              <a:t>Décisions –</a:t>
            </a:r>
          </a:p>
          <a:p>
            <a:pPr algn="ctr" defTabSz="914400" fontAlgn="auto">
              <a:spcBef>
                <a:spcPts val="0"/>
              </a:spcBef>
              <a:spcAft>
                <a:spcPts val="0"/>
              </a:spcAft>
              <a:defRPr/>
            </a:pPr>
            <a:r>
              <a:rPr lang="fr-FR" sz="1200" b="1" kern="0" dirty="0">
                <a:solidFill>
                  <a:prstClr val="white"/>
                </a:solidFill>
                <a:latin typeface="Arial"/>
                <a:cs typeface="+mn-cs"/>
              </a:rPr>
              <a:t> Organisation</a:t>
            </a:r>
          </a:p>
        </p:txBody>
      </p:sp>
      <p:sp>
        <p:nvSpPr>
          <p:cNvPr id="35" name="Rectangle 34">
            <a:extLst>
              <a:ext uri="{FF2B5EF4-FFF2-40B4-BE49-F238E27FC236}">
                <a16:creationId xmlns:a16="http://schemas.microsoft.com/office/drawing/2014/main" id="{3B9C554A-A8E8-43AD-8EB5-16AB5ECFC684}"/>
              </a:ext>
            </a:extLst>
          </p:cNvPr>
          <p:cNvSpPr/>
          <p:nvPr/>
        </p:nvSpPr>
        <p:spPr bwMode="auto">
          <a:xfrm>
            <a:off x="3274660" y="3413253"/>
            <a:ext cx="1473651" cy="829690"/>
          </a:xfrm>
          <a:prstGeom prst="rect">
            <a:avLst/>
          </a:prstGeom>
          <a:solidFill>
            <a:srgbClr val="790050"/>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chor="ctr"/>
          <a:lstStyle/>
          <a:p>
            <a:pPr algn="ctr" defTabSz="914400" fontAlgn="auto">
              <a:spcBef>
                <a:spcPts val="0"/>
              </a:spcBef>
              <a:spcAft>
                <a:spcPts val="0"/>
              </a:spcAft>
              <a:defRPr/>
            </a:pPr>
            <a:r>
              <a:rPr lang="fr-FR" sz="1200" b="1" kern="0" dirty="0">
                <a:solidFill>
                  <a:prstClr val="white"/>
                </a:solidFill>
                <a:latin typeface="Arial"/>
                <a:cs typeface="+mn-cs"/>
              </a:rPr>
              <a:t>Suivi – Validations –</a:t>
            </a:r>
          </a:p>
          <a:p>
            <a:pPr algn="ctr" defTabSz="914400" fontAlgn="auto">
              <a:spcBef>
                <a:spcPts val="0"/>
              </a:spcBef>
              <a:spcAft>
                <a:spcPts val="0"/>
              </a:spcAft>
              <a:defRPr/>
            </a:pPr>
            <a:r>
              <a:rPr lang="fr-FR" sz="1200" b="1" kern="0" dirty="0">
                <a:solidFill>
                  <a:prstClr val="white"/>
                </a:solidFill>
                <a:latin typeface="Arial"/>
                <a:cs typeface="+mn-cs"/>
              </a:rPr>
              <a:t>Arbitrages</a:t>
            </a:r>
          </a:p>
        </p:txBody>
      </p:sp>
      <p:sp>
        <p:nvSpPr>
          <p:cNvPr id="36" name="Rectangle 35">
            <a:extLst>
              <a:ext uri="{FF2B5EF4-FFF2-40B4-BE49-F238E27FC236}">
                <a16:creationId xmlns:a16="http://schemas.microsoft.com/office/drawing/2014/main" id="{F68A843E-4C10-4A7B-9137-8D303AFD5420}"/>
              </a:ext>
            </a:extLst>
          </p:cNvPr>
          <p:cNvSpPr/>
          <p:nvPr/>
        </p:nvSpPr>
        <p:spPr bwMode="auto">
          <a:xfrm>
            <a:off x="3257023" y="4359949"/>
            <a:ext cx="1473651" cy="406278"/>
          </a:xfrm>
          <a:prstGeom prst="rect">
            <a:avLst/>
          </a:prstGeom>
          <a:solidFill>
            <a:srgbClr val="790050"/>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chor="ctr"/>
          <a:lstStyle/>
          <a:p>
            <a:pPr algn="ctr" defTabSz="914400" fontAlgn="auto">
              <a:spcBef>
                <a:spcPts val="0"/>
              </a:spcBef>
              <a:spcAft>
                <a:spcPts val="0"/>
              </a:spcAft>
              <a:defRPr/>
            </a:pPr>
            <a:r>
              <a:rPr lang="fr-FR" sz="1200" b="1" kern="0" dirty="0">
                <a:solidFill>
                  <a:prstClr val="white"/>
                </a:solidFill>
                <a:latin typeface="Arial"/>
                <a:cs typeface="+mn-cs"/>
              </a:rPr>
              <a:t>Revue – Clôture</a:t>
            </a:r>
          </a:p>
        </p:txBody>
      </p:sp>
      <p:sp>
        <p:nvSpPr>
          <p:cNvPr id="37" name="Rectangle à coins arrondis 72">
            <a:extLst>
              <a:ext uri="{FF2B5EF4-FFF2-40B4-BE49-F238E27FC236}">
                <a16:creationId xmlns:a16="http://schemas.microsoft.com/office/drawing/2014/main" id="{F2E2C7A3-494D-47C3-9F4C-12589FD25A8D}"/>
              </a:ext>
            </a:extLst>
          </p:cNvPr>
          <p:cNvSpPr/>
          <p:nvPr/>
        </p:nvSpPr>
        <p:spPr bwMode="auto">
          <a:xfrm>
            <a:off x="6928742" y="2052689"/>
            <a:ext cx="2970819" cy="3126300"/>
          </a:xfrm>
          <a:prstGeom prst="roundRect">
            <a:avLst>
              <a:gd name="adj" fmla="val 8439"/>
            </a:avLst>
          </a:prstGeom>
          <a:solidFill>
            <a:schemeClr val="tx2"/>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b"/>
          <a:lstStyle/>
          <a:p>
            <a:pPr algn="ctr" defTabSz="914400" fontAlgn="auto">
              <a:spcBef>
                <a:spcPts val="0"/>
              </a:spcBef>
              <a:spcAft>
                <a:spcPts val="0"/>
              </a:spcAft>
              <a:defRPr/>
            </a:pPr>
            <a:r>
              <a:rPr lang="fr-FR" sz="1600" b="1" kern="0" dirty="0">
                <a:solidFill>
                  <a:schemeClr val="bg1"/>
                </a:solidFill>
                <a:latin typeface="Arial"/>
                <a:cs typeface="+mn-cs"/>
              </a:rPr>
              <a:t>Gestion des réalisations et déploiement</a:t>
            </a:r>
          </a:p>
        </p:txBody>
      </p:sp>
      <p:cxnSp>
        <p:nvCxnSpPr>
          <p:cNvPr id="38" name="Connecteur en angle 77">
            <a:extLst>
              <a:ext uri="{FF2B5EF4-FFF2-40B4-BE49-F238E27FC236}">
                <a16:creationId xmlns:a16="http://schemas.microsoft.com/office/drawing/2014/main" id="{E938E2FE-AB1A-4F8B-9508-EFD401D325D0}"/>
              </a:ext>
            </a:extLst>
          </p:cNvPr>
          <p:cNvCxnSpPr/>
          <p:nvPr/>
        </p:nvCxnSpPr>
        <p:spPr bwMode="auto">
          <a:xfrm rot="10800000">
            <a:off x="3276005" y="3094509"/>
            <a:ext cx="1733550" cy="2757488"/>
          </a:xfrm>
          <a:prstGeom prst="bentConnector3">
            <a:avLst>
              <a:gd name="adj1" fmla="val 135044"/>
            </a:avLst>
          </a:prstGeom>
          <a:noFill/>
          <a:ln w="25400" cap="flat" cmpd="sng" algn="ctr">
            <a:solidFill>
              <a:srgbClr val="8A8AB9"/>
            </a:solidFill>
            <a:prstDash val="solid"/>
            <a:headEnd type="none" w="med" len="med"/>
            <a:tailEnd type="arrow"/>
          </a:ln>
          <a:effectLst>
            <a:outerShdw blurRad="40000" dist="20000" dir="5400000" rotWithShape="0">
              <a:srgbClr val="000000">
                <a:alpha val="38000"/>
              </a:srgbClr>
            </a:outerShdw>
          </a:effectLst>
        </p:spPr>
      </p:cxnSp>
      <p:sp>
        <p:nvSpPr>
          <p:cNvPr id="39" name="Rectangle à coins arrondis 73">
            <a:extLst>
              <a:ext uri="{FF2B5EF4-FFF2-40B4-BE49-F238E27FC236}">
                <a16:creationId xmlns:a16="http://schemas.microsoft.com/office/drawing/2014/main" id="{54AEBC2C-3167-46EC-A40A-4A3E39338037}"/>
              </a:ext>
            </a:extLst>
          </p:cNvPr>
          <p:cNvSpPr/>
          <p:nvPr/>
        </p:nvSpPr>
        <p:spPr bwMode="auto">
          <a:xfrm>
            <a:off x="4748312" y="5530004"/>
            <a:ext cx="2349450" cy="756000"/>
          </a:xfrm>
          <a:prstGeom prst="roundRect">
            <a:avLst/>
          </a:prstGeom>
          <a:solidFill>
            <a:schemeClr val="tx2"/>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b"/>
          <a:lstStyle/>
          <a:p>
            <a:pPr algn="ctr" defTabSz="914400" fontAlgn="auto">
              <a:spcBef>
                <a:spcPts val="0"/>
              </a:spcBef>
              <a:spcAft>
                <a:spcPts val="0"/>
              </a:spcAft>
              <a:defRPr/>
            </a:pPr>
            <a:endParaRPr lang="fr-FR" sz="1200" kern="0" dirty="0">
              <a:solidFill>
                <a:schemeClr val="bg1"/>
              </a:solidFill>
              <a:latin typeface="Arial"/>
              <a:cs typeface="+mn-cs"/>
            </a:endParaRPr>
          </a:p>
          <a:p>
            <a:pPr algn="ctr" defTabSz="914400" fontAlgn="auto">
              <a:spcBef>
                <a:spcPts val="0"/>
              </a:spcBef>
              <a:spcAft>
                <a:spcPts val="0"/>
              </a:spcAft>
              <a:defRPr/>
            </a:pPr>
            <a:endParaRPr lang="fr-FR" sz="1200" kern="0" dirty="0">
              <a:solidFill>
                <a:schemeClr val="bg1"/>
              </a:solidFill>
              <a:latin typeface="Arial"/>
              <a:cs typeface="+mn-cs"/>
            </a:endParaRPr>
          </a:p>
          <a:p>
            <a:pPr algn="ctr" defTabSz="914400" fontAlgn="auto">
              <a:spcBef>
                <a:spcPts val="0"/>
              </a:spcBef>
              <a:spcAft>
                <a:spcPts val="0"/>
              </a:spcAft>
              <a:defRPr/>
            </a:pPr>
            <a:endParaRPr lang="fr-FR" sz="1200" kern="0" dirty="0">
              <a:solidFill>
                <a:schemeClr val="bg1"/>
              </a:solidFill>
              <a:latin typeface="Arial"/>
              <a:cs typeface="+mn-cs"/>
            </a:endParaRPr>
          </a:p>
          <a:p>
            <a:pPr algn="ctr" defTabSz="914400" fontAlgn="auto">
              <a:spcBef>
                <a:spcPts val="0"/>
              </a:spcBef>
              <a:spcAft>
                <a:spcPts val="0"/>
              </a:spcAft>
              <a:defRPr/>
            </a:pPr>
            <a:endParaRPr lang="fr-FR" sz="1200" kern="0" dirty="0">
              <a:solidFill>
                <a:schemeClr val="bg1"/>
              </a:solidFill>
              <a:latin typeface="Arial"/>
              <a:cs typeface="+mn-cs"/>
            </a:endParaRPr>
          </a:p>
          <a:p>
            <a:pPr algn="ctr" defTabSz="914400" fontAlgn="auto">
              <a:spcBef>
                <a:spcPts val="0"/>
              </a:spcBef>
              <a:spcAft>
                <a:spcPts val="0"/>
              </a:spcAft>
              <a:defRPr/>
            </a:pPr>
            <a:endParaRPr lang="fr-FR" sz="1200" kern="0" dirty="0">
              <a:solidFill>
                <a:schemeClr val="bg1"/>
              </a:solidFill>
              <a:latin typeface="Arial"/>
              <a:cs typeface="+mn-cs"/>
            </a:endParaRPr>
          </a:p>
          <a:p>
            <a:pPr algn="ctr" defTabSz="914400" fontAlgn="auto">
              <a:spcBef>
                <a:spcPts val="0"/>
              </a:spcBef>
              <a:spcAft>
                <a:spcPts val="0"/>
              </a:spcAft>
              <a:defRPr/>
            </a:pPr>
            <a:endParaRPr lang="fr-FR" sz="1200" kern="0" dirty="0">
              <a:solidFill>
                <a:schemeClr val="bg1"/>
              </a:solidFill>
              <a:latin typeface="Arial"/>
              <a:cs typeface="+mn-cs"/>
            </a:endParaRPr>
          </a:p>
          <a:p>
            <a:pPr algn="ctr" defTabSz="914400" fontAlgn="auto">
              <a:spcBef>
                <a:spcPts val="0"/>
              </a:spcBef>
              <a:spcAft>
                <a:spcPts val="0"/>
              </a:spcAft>
              <a:defRPr/>
            </a:pPr>
            <a:r>
              <a:rPr lang="fr-FR" sz="1200" kern="0" dirty="0">
                <a:solidFill>
                  <a:schemeClr val="bg1"/>
                </a:solidFill>
                <a:latin typeface="Arial"/>
                <a:cs typeface="+mn-cs"/>
              </a:rPr>
              <a:t>Gestion des Actifs de Service et des configurations</a:t>
            </a:r>
          </a:p>
        </p:txBody>
      </p:sp>
      <p:grpSp>
        <p:nvGrpSpPr>
          <p:cNvPr id="40" name="Groupe 69">
            <a:extLst>
              <a:ext uri="{FF2B5EF4-FFF2-40B4-BE49-F238E27FC236}">
                <a16:creationId xmlns:a16="http://schemas.microsoft.com/office/drawing/2014/main" id="{4CC7B1F4-1880-4402-9A98-0694D6399991}"/>
              </a:ext>
            </a:extLst>
          </p:cNvPr>
          <p:cNvGrpSpPr>
            <a:grpSpLocks/>
          </p:cNvGrpSpPr>
          <p:nvPr/>
        </p:nvGrpSpPr>
        <p:grpSpPr bwMode="auto">
          <a:xfrm>
            <a:off x="5257205" y="5429722"/>
            <a:ext cx="1597025" cy="349250"/>
            <a:chOff x="2500298" y="4406846"/>
            <a:chExt cx="1857388" cy="428628"/>
          </a:xfrm>
        </p:grpSpPr>
        <p:sp>
          <p:nvSpPr>
            <p:cNvPr id="41" name="Cylindre 40">
              <a:extLst>
                <a:ext uri="{FF2B5EF4-FFF2-40B4-BE49-F238E27FC236}">
                  <a16:creationId xmlns:a16="http://schemas.microsoft.com/office/drawing/2014/main" id="{C1242E44-AE21-4B60-BC87-EBAEFB64D67A}"/>
                </a:ext>
              </a:extLst>
            </p:cNvPr>
            <p:cNvSpPr/>
            <p:nvPr/>
          </p:nvSpPr>
          <p:spPr bwMode="auto">
            <a:xfrm>
              <a:off x="2500298" y="4406846"/>
              <a:ext cx="1857388" cy="428628"/>
            </a:xfrm>
            <a:prstGeom prst="can">
              <a:avLst/>
            </a:prstGeom>
            <a:gradFill rotWithShape="1">
              <a:gsLst>
                <a:gs pos="0">
                  <a:srgbClr val="9999CC">
                    <a:tint val="50000"/>
                    <a:satMod val="300000"/>
                  </a:srgbClr>
                </a:gs>
                <a:gs pos="35000">
                  <a:srgbClr val="9999CC">
                    <a:tint val="37000"/>
                    <a:satMod val="300000"/>
                  </a:srgbClr>
                </a:gs>
                <a:gs pos="100000">
                  <a:srgbClr val="9999CC">
                    <a:tint val="15000"/>
                    <a:satMod val="350000"/>
                  </a:srgbClr>
                </a:gs>
              </a:gsLst>
              <a:lin ang="16200000" scaled="1"/>
            </a:gradFill>
            <a:ln w="9525" cap="flat" cmpd="sng" algn="ctr">
              <a:solidFill>
                <a:srgbClr val="9999CC">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pPr defTabSz="914400" fontAlgn="auto">
                <a:spcBef>
                  <a:spcPts val="0"/>
                </a:spcBef>
                <a:spcAft>
                  <a:spcPts val="0"/>
                </a:spcAft>
                <a:defRPr/>
              </a:pPr>
              <a:endParaRPr lang="fr-FR" sz="1800" kern="0">
                <a:solidFill>
                  <a:srgbClr val="000000"/>
                </a:solidFill>
                <a:latin typeface="Arial"/>
                <a:cs typeface="+mn-cs"/>
              </a:endParaRPr>
            </a:p>
          </p:txBody>
        </p:sp>
        <p:sp>
          <p:nvSpPr>
            <p:cNvPr id="42" name="ZoneTexte 24">
              <a:extLst>
                <a:ext uri="{FF2B5EF4-FFF2-40B4-BE49-F238E27FC236}">
                  <a16:creationId xmlns:a16="http://schemas.microsoft.com/office/drawing/2014/main" id="{D0BF6825-84C4-4BE4-BBB6-68414913FE53}"/>
                </a:ext>
              </a:extLst>
            </p:cNvPr>
            <p:cNvSpPr txBox="1">
              <a:spLocks noChangeArrowheads="1"/>
            </p:cNvSpPr>
            <p:nvPr/>
          </p:nvSpPr>
          <p:spPr bwMode="auto">
            <a:xfrm>
              <a:off x="2714470" y="4549072"/>
              <a:ext cx="1501050" cy="283296"/>
            </a:xfrm>
            <a:prstGeom prst="rect">
              <a:avLst/>
            </a:prstGeom>
            <a:noFill/>
            <a:ln w="9525">
              <a:noFill/>
              <a:miter lim="800000"/>
              <a:headEnd/>
              <a:tailEnd/>
            </a:ln>
          </p:spPr>
          <p:txBody>
            <a:bodyPr>
              <a:spAutoFit/>
            </a:bodyPr>
            <a:lstStyle/>
            <a:p>
              <a:pPr algn="ctr" defTabSz="914400" fontAlgn="auto">
                <a:spcBef>
                  <a:spcPts val="0"/>
                </a:spcBef>
                <a:spcAft>
                  <a:spcPts val="0"/>
                </a:spcAft>
                <a:defRPr/>
              </a:pPr>
              <a:r>
                <a:rPr lang="fr-FR" sz="900" kern="0" dirty="0">
                  <a:solidFill>
                    <a:sysClr val="windowText" lastClr="000000"/>
                  </a:solidFill>
                  <a:latin typeface="Arial"/>
                  <a:cs typeface="+mn-cs"/>
                </a:rPr>
                <a:t>CMS</a:t>
              </a:r>
            </a:p>
          </p:txBody>
        </p:sp>
      </p:grpSp>
      <p:cxnSp>
        <p:nvCxnSpPr>
          <p:cNvPr id="43" name="Connecteur en angle 25">
            <a:extLst>
              <a:ext uri="{FF2B5EF4-FFF2-40B4-BE49-F238E27FC236}">
                <a16:creationId xmlns:a16="http://schemas.microsoft.com/office/drawing/2014/main" id="{A2ECB05D-F3B5-4889-8E2B-88D2B29992D8}"/>
              </a:ext>
            </a:extLst>
          </p:cNvPr>
          <p:cNvCxnSpPr/>
          <p:nvPr/>
        </p:nvCxnSpPr>
        <p:spPr bwMode="auto">
          <a:xfrm rot="5400000">
            <a:off x="7419380" y="4856634"/>
            <a:ext cx="673100" cy="1317625"/>
          </a:xfrm>
          <a:prstGeom prst="bentConnector2">
            <a:avLst/>
          </a:prstGeom>
          <a:noFill/>
          <a:ln w="25400" cap="flat" cmpd="sng" algn="ctr">
            <a:solidFill>
              <a:srgbClr val="8A8AB9"/>
            </a:solidFill>
            <a:prstDash val="solid"/>
            <a:headEnd type="none" w="med" len="med"/>
            <a:tailEnd type="arrow"/>
          </a:ln>
          <a:effectLst>
            <a:outerShdw blurRad="40000" dist="20000" dir="5400000" rotWithShape="0">
              <a:srgbClr val="000000">
                <a:alpha val="38000"/>
              </a:srgbClr>
            </a:outerShdw>
          </a:effectLst>
        </p:spPr>
      </p:cxnSp>
      <p:sp>
        <p:nvSpPr>
          <p:cNvPr id="44" name="ZoneTexte 43">
            <a:extLst>
              <a:ext uri="{FF2B5EF4-FFF2-40B4-BE49-F238E27FC236}">
                <a16:creationId xmlns:a16="http://schemas.microsoft.com/office/drawing/2014/main" id="{0B90B2C3-F137-43A1-B024-26CF07322336}"/>
              </a:ext>
            </a:extLst>
          </p:cNvPr>
          <p:cNvSpPr txBox="1"/>
          <p:nvPr/>
        </p:nvSpPr>
        <p:spPr>
          <a:xfrm>
            <a:off x="3215680" y="5647209"/>
            <a:ext cx="823912" cy="211138"/>
          </a:xfrm>
          <a:prstGeom prst="rect">
            <a:avLst/>
          </a:prstGeom>
          <a:noFill/>
        </p:spPr>
        <p:txBody>
          <a:bodyPr wrap="none">
            <a:spAutoFit/>
          </a:bodyPr>
          <a:lstStyle/>
          <a:p>
            <a:pPr defTabSz="914400" fontAlgn="auto">
              <a:spcBef>
                <a:spcPts val="0"/>
              </a:spcBef>
              <a:spcAft>
                <a:spcPts val="0"/>
              </a:spcAft>
              <a:defRPr/>
            </a:pPr>
            <a:r>
              <a:rPr lang="fr-FR" sz="1050" kern="0" dirty="0">
                <a:solidFill>
                  <a:sysClr val="windowText" lastClr="000000"/>
                </a:solidFill>
                <a:latin typeface="Arial"/>
                <a:cs typeface="+mn-cs"/>
              </a:rPr>
              <a:t>Informations</a:t>
            </a:r>
          </a:p>
        </p:txBody>
      </p:sp>
      <p:sp>
        <p:nvSpPr>
          <p:cNvPr id="45" name="ZoneTexte 44">
            <a:extLst>
              <a:ext uri="{FF2B5EF4-FFF2-40B4-BE49-F238E27FC236}">
                <a16:creationId xmlns:a16="http://schemas.microsoft.com/office/drawing/2014/main" id="{5C807076-B171-4CF8-A745-CE1809E85092}"/>
              </a:ext>
            </a:extLst>
          </p:cNvPr>
          <p:cNvSpPr txBox="1"/>
          <p:nvPr/>
        </p:nvSpPr>
        <p:spPr>
          <a:xfrm>
            <a:off x="7608292" y="5880572"/>
            <a:ext cx="785813" cy="206375"/>
          </a:xfrm>
          <a:prstGeom prst="rect">
            <a:avLst/>
          </a:prstGeom>
          <a:noFill/>
        </p:spPr>
        <p:txBody>
          <a:bodyPr wrap="none">
            <a:spAutoFit/>
          </a:bodyPr>
          <a:lstStyle/>
          <a:p>
            <a:pPr defTabSz="914400" fontAlgn="auto">
              <a:spcBef>
                <a:spcPts val="0"/>
              </a:spcBef>
              <a:spcAft>
                <a:spcPts val="0"/>
              </a:spcAft>
              <a:defRPr/>
            </a:pPr>
            <a:r>
              <a:rPr lang="fr-FR" sz="1050" kern="0" dirty="0">
                <a:solidFill>
                  <a:sysClr val="windowText" lastClr="000000"/>
                </a:solidFill>
                <a:latin typeface="Arial"/>
                <a:cs typeface="+mn-cs"/>
              </a:rPr>
              <a:t>Mises à jour</a:t>
            </a:r>
          </a:p>
        </p:txBody>
      </p:sp>
      <p:sp>
        <p:nvSpPr>
          <p:cNvPr id="46" name="Rectangle 45">
            <a:extLst>
              <a:ext uri="{FF2B5EF4-FFF2-40B4-BE49-F238E27FC236}">
                <a16:creationId xmlns:a16="http://schemas.microsoft.com/office/drawing/2014/main" id="{7773619D-A955-4573-9479-E093695F5273}"/>
              </a:ext>
            </a:extLst>
          </p:cNvPr>
          <p:cNvSpPr/>
          <p:nvPr/>
        </p:nvSpPr>
        <p:spPr bwMode="auto">
          <a:xfrm>
            <a:off x="7176309" y="2487860"/>
            <a:ext cx="2481028" cy="301776"/>
          </a:xfrm>
          <a:prstGeom prst="rect">
            <a:avLst/>
          </a:prstGeom>
          <a:solidFill>
            <a:srgbClr val="790050"/>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chor="ctr"/>
          <a:lstStyle/>
          <a:p>
            <a:pPr algn="ctr" defTabSz="914400" fontAlgn="auto">
              <a:spcBef>
                <a:spcPts val="0"/>
              </a:spcBef>
              <a:spcAft>
                <a:spcPts val="0"/>
              </a:spcAft>
              <a:defRPr/>
            </a:pPr>
            <a:r>
              <a:rPr lang="fr-FR" sz="1200" b="1" kern="0" dirty="0">
                <a:solidFill>
                  <a:prstClr val="white"/>
                </a:solidFill>
                <a:latin typeface="Arial"/>
                <a:cs typeface="+mn-cs"/>
              </a:rPr>
              <a:t>Développement</a:t>
            </a:r>
          </a:p>
        </p:txBody>
      </p:sp>
      <p:sp>
        <p:nvSpPr>
          <p:cNvPr id="47" name="Rectangle 46">
            <a:extLst>
              <a:ext uri="{FF2B5EF4-FFF2-40B4-BE49-F238E27FC236}">
                <a16:creationId xmlns:a16="http://schemas.microsoft.com/office/drawing/2014/main" id="{EC26662B-CC0F-4995-98C0-1E32D2B8D572}"/>
              </a:ext>
            </a:extLst>
          </p:cNvPr>
          <p:cNvSpPr/>
          <p:nvPr/>
        </p:nvSpPr>
        <p:spPr bwMode="auto">
          <a:xfrm>
            <a:off x="7176310" y="3014385"/>
            <a:ext cx="2508129" cy="351017"/>
          </a:xfrm>
          <a:prstGeom prst="rect">
            <a:avLst/>
          </a:prstGeom>
          <a:solidFill>
            <a:srgbClr val="790050"/>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chor="ctr"/>
          <a:lstStyle/>
          <a:p>
            <a:pPr algn="ctr" defTabSz="914400" fontAlgn="auto">
              <a:spcBef>
                <a:spcPts val="0"/>
              </a:spcBef>
              <a:spcAft>
                <a:spcPts val="0"/>
              </a:spcAft>
              <a:defRPr/>
            </a:pPr>
            <a:r>
              <a:rPr lang="fr-FR" sz="1200" b="1" kern="0" dirty="0">
                <a:solidFill>
                  <a:prstClr val="white"/>
                </a:solidFill>
                <a:latin typeface="Arial"/>
                <a:cs typeface="+mn-cs"/>
              </a:rPr>
              <a:t>Packaging</a:t>
            </a:r>
          </a:p>
        </p:txBody>
      </p:sp>
      <p:sp>
        <p:nvSpPr>
          <p:cNvPr id="51" name="Rectangle 50">
            <a:extLst>
              <a:ext uri="{FF2B5EF4-FFF2-40B4-BE49-F238E27FC236}">
                <a16:creationId xmlns:a16="http://schemas.microsoft.com/office/drawing/2014/main" id="{438A0FD7-9858-4E41-8A7F-E086D6078B30}"/>
              </a:ext>
            </a:extLst>
          </p:cNvPr>
          <p:cNvSpPr/>
          <p:nvPr/>
        </p:nvSpPr>
        <p:spPr bwMode="auto">
          <a:xfrm>
            <a:off x="7176310" y="3550172"/>
            <a:ext cx="2475683" cy="341755"/>
          </a:xfrm>
          <a:prstGeom prst="rect">
            <a:avLst/>
          </a:prstGeom>
          <a:solidFill>
            <a:srgbClr val="790050"/>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chor="ctr"/>
          <a:lstStyle/>
          <a:p>
            <a:pPr algn="ctr" defTabSz="914400" fontAlgn="auto">
              <a:spcBef>
                <a:spcPts val="0"/>
              </a:spcBef>
              <a:spcAft>
                <a:spcPts val="0"/>
              </a:spcAft>
              <a:defRPr/>
            </a:pPr>
            <a:r>
              <a:rPr lang="fr-FR" sz="1200" b="1" kern="0" dirty="0">
                <a:solidFill>
                  <a:prstClr val="white"/>
                </a:solidFill>
                <a:latin typeface="Arial"/>
                <a:cs typeface="+mn-cs"/>
              </a:rPr>
              <a:t>Qualification</a:t>
            </a:r>
          </a:p>
        </p:txBody>
      </p:sp>
      <p:sp>
        <p:nvSpPr>
          <p:cNvPr id="53" name="Rectangle 52">
            <a:extLst>
              <a:ext uri="{FF2B5EF4-FFF2-40B4-BE49-F238E27FC236}">
                <a16:creationId xmlns:a16="http://schemas.microsoft.com/office/drawing/2014/main" id="{A3722A44-E843-4668-B752-E5370EAF005C}"/>
              </a:ext>
            </a:extLst>
          </p:cNvPr>
          <p:cNvSpPr/>
          <p:nvPr/>
        </p:nvSpPr>
        <p:spPr bwMode="auto">
          <a:xfrm>
            <a:off x="7188068" y="4135199"/>
            <a:ext cx="2463925" cy="341755"/>
          </a:xfrm>
          <a:prstGeom prst="rect">
            <a:avLst/>
          </a:prstGeom>
          <a:solidFill>
            <a:srgbClr val="790050"/>
          </a:solidFill>
          <a:ln w="9525"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chor="ctr"/>
          <a:lstStyle/>
          <a:p>
            <a:pPr algn="ctr" defTabSz="914400" fontAlgn="auto">
              <a:spcBef>
                <a:spcPts val="0"/>
              </a:spcBef>
              <a:spcAft>
                <a:spcPts val="0"/>
              </a:spcAft>
              <a:defRPr/>
            </a:pPr>
            <a:r>
              <a:rPr lang="fr-FR" sz="1200" b="1" kern="0" dirty="0">
                <a:solidFill>
                  <a:prstClr val="white"/>
                </a:solidFill>
                <a:latin typeface="Arial"/>
                <a:cs typeface="+mn-cs"/>
              </a:rPr>
              <a:t>Déploiement / stabilisation</a:t>
            </a:r>
          </a:p>
        </p:txBody>
      </p:sp>
      <p:cxnSp>
        <p:nvCxnSpPr>
          <p:cNvPr id="54" name="Forme 78">
            <a:extLst>
              <a:ext uri="{FF2B5EF4-FFF2-40B4-BE49-F238E27FC236}">
                <a16:creationId xmlns:a16="http://schemas.microsoft.com/office/drawing/2014/main" id="{D23CDF6E-22BC-4C85-89C9-489D022C4E12}"/>
              </a:ext>
            </a:extLst>
          </p:cNvPr>
          <p:cNvCxnSpPr>
            <a:cxnSpLocks noChangeShapeType="1"/>
          </p:cNvCxnSpPr>
          <p:nvPr/>
        </p:nvCxnSpPr>
        <p:spPr bwMode="auto">
          <a:xfrm rot="10800000" flipV="1">
            <a:off x="4011017" y="1472084"/>
            <a:ext cx="1328738" cy="896938"/>
          </a:xfrm>
          <a:prstGeom prst="bentConnector2">
            <a:avLst/>
          </a:prstGeom>
          <a:noFill/>
          <a:ln w="57150" algn="ctr">
            <a:solidFill>
              <a:srgbClr val="A6A6A6"/>
            </a:solidFill>
            <a:round/>
            <a:headEnd/>
            <a:tailEnd type="triangle" w="med" len="med"/>
          </a:ln>
        </p:spPr>
      </p:cxnSp>
      <p:cxnSp>
        <p:nvCxnSpPr>
          <p:cNvPr id="55" name="Connecteur droit avec flèche 86">
            <a:extLst>
              <a:ext uri="{FF2B5EF4-FFF2-40B4-BE49-F238E27FC236}">
                <a16:creationId xmlns:a16="http://schemas.microsoft.com/office/drawing/2014/main" id="{E08B1332-1703-4039-81B9-6F3AEF75AD83}"/>
              </a:ext>
            </a:extLst>
          </p:cNvPr>
          <p:cNvCxnSpPr>
            <a:cxnSpLocks noChangeShapeType="1"/>
          </p:cNvCxnSpPr>
          <p:nvPr/>
        </p:nvCxnSpPr>
        <p:spPr bwMode="auto">
          <a:xfrm>
            <a:off x="3958630" y="4080347"/>
            <a:ext cx="0" cy="401637"/>
          </a:xfrm>
          <a:prstGeom prst="straightConnector1">
            <a:avLst/>
          </a:prstGeom>
          <a:noFill/>
          <a:ln w="57150" algn="ctr">
            <a:solidFill>
              <a:srgbClr val="A6A6A6"/>
            </a:solidFill>
            <a:round/>
            <a:headEnd/>
            <a:tailEnd type="triangle" w="med" len="med"/>
          </a:ln>
        </p:spPr>
      </p:cxnSp>
      <p:sp>
        <p:nvSpPr>
          <p:cNvPr id="57" name="ZoneTexte 56">
            <a:extLst>
              <a:ext uri="{FF2B5EF4-FFF2-40B4-BE49-F238E27FC236}">
                <a16:creationId xmlns:a16="http://schemas.microsoft.com/office/drawing/2014/main" id="{0AD701AD-3BE8-48A1-974B-45B45358A3CD}"/>
              </a:ext>
            </a:extLst>
          </p:cNvPr>
          <p:cNvSpPr txBox="1"/>
          <p:nvPr/>
        </p:nvSpPr>
        <p:spPr>
          <a:xfrm>
            <a:off x="5673130" y="2022947"/>
            <a:ext cx="928687" cy="600075"/>
          </a:xfrm>
          <a:prstGeom prst="rect">
            <a:avLst/>
          </a:prstGeom>
          <a:noFill/>
        </p:spPr>
        <p:txBody>
          <a:bodyPr>
            <a:spAutoFit/>
          </a:bodyPr>
          <a:lstStyle/>
          <a:p>
            <a:pPr algn="ctr" defTabSz="914400" fontAlgn="auto">
              <a:spcBef>
                <a:spcPts val="0"/>
              </a:spcBef>
              <a:spcAft>
                <a:spcPts val="0"/>
              </a:spcAft>
              <a:defRPr/>
            </a:pPr>
            <a:r>
              <a:rPr lang="fr-FR" sz="1100" dirty="0">
                <a:solidFill>
                  <a:prstClr val="white"/>
                </a:solidFill>
                <a:latin typeface="Arial" pitchFamily="34" charset="0"/>
                <a:cs typeface="+mn-cs"/>
              </a:rPr>
              <a:t>Méthode de </a:t>
            </a:r>
          </a:p>
          <a:p>
            <a:pPr algn="ctr" defTabSz="914400" fontAlgn="auto">
              <a:spcBef>
                <a:spcPts val="0"/>
              </a:spcBef>
              <a:spcAft>
                <a:spcPts val="0"/>
              </a:spcAft>
              <a:defRPr/>
            </a:pPr>
            <a:r>
              <a:rPr lang="fr-FR" sz="1100" dirty="0">
                <a:solidFill>
                  <a:prstClr val="white"/>
                </a:solidFill>
                <a:latin typeface="Arial" pitchFamily="34" charset="0"/>
                <a:cs typeface="+mn-cs"/>
              </a:rPr>
              <a:t>Conduite de projet</a:t>
            </a:r>
          </a:p>
        </p:txBody>
      </p:sp>
      <p:pic>
        <p:nvPicPr>
          <p:cNvPr id="58" name="Picture 33" descr="j0432621">
            <a:extLst>
              <a:ext uri="{FF2B5EF4-FFF2-40B4-BE49-F238E27FC236}">
                <a16:creationId xmlns:a16="http://schemas.microsoft.com/office/drawing/2014/main" id="{F7AB9507-5C2C-4D80-A375-02FCEC23A3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9305" y="1668934"/>
            <a:ext cx="341312"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34" descr="j0432609">
            <a:extLst>
              <a:ext uri="{FF2B5EF4-FFF2-40B4-BE49-F238E27FC236}">
                <a16:creationId xmlns:a16="http://schemas.microsoft.com/office/drawing/2014/main" id="{60501129-E0B5-465B-A68F-D1A0E79BC2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4480" y="2780184"/>
            <a:ext cx="342900"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ZoneTexte 56">
            <a:extLst>
              <a:ext uri="{FF2B5EF4-FFF2-40B4-BE49-F238E27FC236}">
                <a16:creationId xmlns:a16="http://schemas.microsoft.com/office/drawing/2014/main" id="{5A0C7092-02D4-44B3-9317-5E677D80BDC4}"/>
              </a:ext>
            </a:extLst>
          </p:cNvPr>
          <p:cNvSpPr txBox="1">
            <a:spLocks noChangeArrowheads="1"/>
          </p:cNvSpPr>
          <p:nvPr/>
        </p:nvSpPr>
        <p:spPr bwMode="auto">
          <a:xfrm>
            <a:off x="2693392" y="1943572"/>
            <a:ext cx="1376363" cy="430212"/>
          </a:xfrm>
          <a:prstGeom prst="rect">
            <a:avLst/>
          </a:prstGeom>
          <a:noFill/>
          <a:ln w="9525">
            <a:noFill/>
            <a:miter lim="800000"/>
            <a:headEnd/>
            <a:tailEnd/>
          </a:ln>
        </p:spPr>
        <p:txBody>
          <a:bodyPr wrap="none">
            <a:spAutoFit/>
          </a:bodyPr>
          <a:lstStyle/>
          <a:p>
            <a:pPr algn="ctr" defTabSz="914400" fontAlgn="auto">
              <a:spcBef>
                <a:spcPts val="0"/>
              </a:spcBef>
              <a:spcAft>
                <a:spcPts val="0"/>
              </a:spcAft>
              <a:defRPr/>
            </a:pPr>
            <a:r>
              <a:rPr lang="fr-FR" sz="1100" b="1" dirty="0">
                <a:solidFill>
                  <a:prstClr val="white"/>
                </a:solidFill>
                <a:latin typeface="Arial"/>
                <a:cs typeface="+mn-cs"/>
              </a:rPr>
              <a:t>Gestionnaire</a:t>
            </a:r>
          </a:p>
          <a:p>
            <a:pPr algn="ctr" defTabSz="914400" fontAlgn="auto">
              <a:spcBef>
                <a:spcPts val="0"/>
              </a:spcBef>
              <a:spcAft>
                <a:spcPts val="0"/>
              </a:spcAft>
              <a:defRPr/>
            </a:pPr>
            <a:r>
              <a:rPr lang="fr-FR" sz="1100" b="1" dirty="0">
                <a:solidFill>
                  <a:prstClr val="white"/>
                </a:solidFill>
                <a:latin typeface="Arial"/>
                <a:cs typeface="+mn-cs"/>
              </a:rPr>
              <a:t>des changements</a:t>
            </a:r>
          </a:p>
        </p:txBody>
      </p:sp>
      <p:cxnSp>
        <p:nvCxnSpPr>
          <p:cNvPr id="62" name="Forme 100">
            <a:extLst>
              <a:ext uri="{FF2B5EF4-FFF2-40B4-BE49-F238E27FC236}">
                <a16:creationId xmlns:a16="http://schemas.microsoft.com/office/drawing/2014/main" id="{B8BBF546-8513-43A6-A3A0-4226139BF304}"/>
              </a:ext>
            </a:extLst>
          </p:cNvPr>
          <p:cNvCxnSpPr>
            <a:cxnSpLocks noChangeShapeType="1"/>
            <a:endCxn id="82" idx="1"/>
          </p:cNvCxnSpPr>
          <p:nvPr/>
        </p:nvCxnSpPr>
        <p:spPr bwMode="auto">
          <a:xfrm flipV="1">
            <a:off x="4747617" y="2951634"/>
            <a:ext cx="885825" cy="142875"/>
          </a:xfrm>
          <a:prstGeom prst="bentConnector3">
            <a:avLst>
              <a:gd name="adj1" fmla="val 50000"/>
            </a:avLst>
          </a:prstGeom>
          <a:noFill/>
          <a:ln w="57150" algn="ctr">
            <a:solidFill>
              <a:srgbClr val="A6A6A6"/>
            </a:solidFill>
            <a:round/>
            <a:headEnd/>
            <a:tailEnd type="triangle" w="med" len="med"/>
          </a:ln>
        </p:spPr>
      </p:cxnSp>
      <p:cxnSp>
        <p:nvCxnSpPr>
          <p:cNvPr id="63" name="Forme 101">
            <a:extLst>
              <a:ext uri="{FF2B5EF4-FFF2-40B4-BE49-F238E27FC236}">
                <a16:creationId xmlns:a16="http://schemas.microsoft.com/office/drawing/2014/main" id="{F0559C10-E485-4631-920C-B89AFD8C4C64}"/>
              </a:ext>
            </a:extLst>
          </p:cNvPr>
          <p:cNvCxnSpPr>
            <a:cxnSpLocks noChangeShapeType="1"/>
          </p:cNvCxnSpPr>
          <p:nvPr/>
        </p:nvCxnSpPr>
        <p:spPr bwMode="auto">
          <a:xfrm rot="16200000" flipH="1">
            <a:off x="6447830" y="3088159"/>
            <a:ext cx="182562" cy="833438"/>
          </a:xfrm>
          <a:prstGeom prst="bentConnector2">
            <a:avLst/>
          </a:prstGeom>
          <a:noFill/>
          <a:ln w="57150" algn="ctr">
            <a:solidFill>
              <a:srgbClr val="A6A6A6"/>
            </a:solidFill>
            <a:round/>
            <a:headEnd/>
            <a:tailEnd type="triangle" w="med" len="med"/>
          </a:ln>
        </p:spPr>
      </p:cxnSp>
      <p:cxnSp>
        <p:nvCxnSpPr>
          <p:cNvPr id="65" name="Forme 102">
            <a:extLst>
              <a:ext uri="{FF2B5EF4-FFF2-40B4-BE49-F238E27FC236}">
                <a16:creationId xmlns:a16="http://schemas.microsoft.com/office/drawing/2014/main" id="{D07A340F-BAAF-43C9-827C-008BC6210022}"/>
              </a:ext>
            </a:extLst>
          </p:cNvPr>
          <p:cNvCxnSpPr>
            <a:cxnSpLocks noChangeShapeType="1"/>
          </p:cNvCxnSpPr>
          <p:nvPr/>
        </p:nvCxnSpPr>
        <p:spPr bwMode="auto">
          <a:xfrm rot="5400000">
            <a:off x="5459611" y="2941316"/>
            <a:ext cx="190500" cy="1135062"/>
          </a:xfrm>
          <a:prstGeom prst="bentConnector2">
            <a:avLst/>
          </a:prstGeom>
          <a:noFill/>
          <a:ln w="57150" algn="ctr">
            <a:solidFill>
              <a:srgbClr val="A6A6A6"/>
            </a:solidFill>
            <a:round/>
            <a:headEnd/>
            <a:tailEnd type="triangle" w="med" len="med"/>
          </a:ln>
        </p:spPr>
      </p:cxnSp>
      <p:grpSp>
        <p:nvGrpSpPr>
          <p:cNvPr id="66" name="Groupe 88">
            <a:extLst>
              <a:ext uri="{FF2B5EF4-FFF2-40B4-BE49-F238E27FC236}">
                <a16:creationId xmlns:a16="http://schemas.microsoft.com/office/drawing/2014/main" id="{33DB52BB-AB60-439F-BD5E-B3CE17B11AFA}"/>
              </a:ext>
            </a:extLst>
          </p:cNvPr>
          <p:cNvGrpSpPr>
            <a:grpSpLocks/>
          </p:cNvGrpSpPr>
          <p:nvPr/>
        </p:nvGrpSpPr>
        <p:grpSpPr bwMode="auto">
          <a:xfrm>
            <a:off x="3153767" y="3073872"/>
            <a:ext cx="433388" cy="468312"/>
            <a:chOff x="5724128" y="260648"/>
            <a:chExt cx="504056" cy="577984"/>
          </a:xfrm>
        </p:grpSpPr>
        <p:pic>
          <p:nvPicPr>
            <p:cNvPr id="68" name="Picture 33" descr="j0432621">
              <a:extLst>
                <a:ext uri="{FF2B5EF4-FFF2-40B4-BE49-F238E27FC236}">
                  <a16:creationId xmlns:a16="http://schemas.microsoft.com/office/drawing/2014/main" id="{79C06CBF-5CF1-401A-842A-5076F2BF3D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404664"/>
              <a:ext cx="288032"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Picture 40" descr="j0432624">
              <a:extLst>
                <a:ext uri="{FF2B5EF4-FFF2-40B4-BE49-F238E27FC236}">
                  <a16:creationId xmlns:a16="http://schemas.microsoft.com/office/drawing/2014/main" id="{1AFEFB2C-B177-436C-BF26-8E5D61A984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8144" y="260648"/>
              <a:ext cx="287392" cy="287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 name="Picture 41" descr="j0432622">
              <a:extLst>
                <a:ext uri="{FF2B5EF4-FFF2-40B4-BE49-F238E27FC236}">
                  <a16:creationId xmlns:a16="http://schemas.microsoft.com/office/drawing/2014/main" id="{C90AAA06-F0E7-48C2-A3E8-CC0C3D56F1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8144" y="476672"/>
              <a:ext cx="261149" cy="261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 name="Picture 42" descr="j0432621">
              <a:extLst>
                <a:ext uri="{FF2B5EF4-FFF2-40B4-BE49-F238E27FC236}">
                  <a16:creationId xmlns:a16="http://schemas.microsoft.com/office/drawing/2014/main" id="{477AE2B9-5AE1-47CC-9ED2-44F7B7D4D6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128" y="548680"/>
              <a:ext cx="288032" cy="288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Picture 34" descr="j0432609">
              <a:extLst>
                <a:ext uri="{FF2B5EF4-FFF2-40B4-BE49-F238E27FC236}">
                  <a16:creationId xmlns:a16="http://schemas.microsoft.com/office/drawing/2014/main" id="{ADA62946-CEC6-4157-9AEC-0D1BDAEC675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38232" y="548680"/>
              <a:ext cx="289952" cy="289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4" name="ZoneTexte 89">
            <a:extLst>
              <a:ext uri="{FF2B5EF4-FFF2-40B4-BE49-F238E27FC236}">
                <a16:creationId xmlns:a16="http://schemas.microsoft.com/office/drawing/2014/main" id="{D52D5E93-6A8F-40FB-AAB8-81E9D0AC2A17}"/>
              </a:ext>
            </a:extLst>
          </p:cNvPr>
          <p:cNvSpPr txBox="1">
            <a:spLocks noChangeArrowheads="1"/>
          </p:cNvSpPr>
          <p:nvPr/>
        </p:nvSpPr>
        <p:spPr bwMode="auto">
          <a:xfrm>
            <a:off x="2810867" y="3248497"/>
            <a:ext cx="476250" cy="261937"/>
          </a:xfrm>
          <a:prstGeom prst="rect">
            <a:avLst/>
          </a:prstGeom>
          <a:noFill/>
          <a:ln w="9525">
            <a:noFill/>
            <a:miter lim="800000"/>
            <a:headEnd/>
            <a:tailEnd/>
          </a:ln>
        </p:spPr>
        <p:txBody>
          <a:bodyPr wrap="none">
            <a:spAutoFit/>
          </a:bodyPr>
          <a:lstStyle/>
          <a:p>
            <a:pPr algn="ctr" defTabSz="914400" fontAlgn="auto">
              <a:spcBef>
                <a:spcPts val="0"/>
              </a:spcBef>
              <a:spcAft>
                <a:spcPts val="0"/>
              </a:spcAft>
              <a:defRPr/>
            </a:pPr>
            <a:r>
              <a:rPr lang="fr-FR" sz="1100" dirty="0">
                <a:solidFill>
                  <a:prstClr val="white"/>
                </a:solidFill>
                <a:latin typeface="Arial"/>
                <a:cs typeface="+mn-cs"/>
              </a:rPr>
              <a:t>CAB</a:t>
            </a:r>
          </a:p>
        </p:txBody>
      </p:sp>
      <p:sp>
        <p:nvSpPr>
          <p:cNvPr id="75" name="Ellipse 74">
            <a:extLst>
              <a:ext uri="{FF2B5EF4-FFF2-40B4-BE49-F238E27FC236}">
                <a16:creationId xmlns:a16="http://schemas.microsoft.com/office/drawing/2014/main" id="{A1FADA53-A2EE-4C70-83ED-A5A5405694B2}"/>
              </a:ext>
            </a:extLst>
          </p:cNvPr>
          <p:cNvSpPr/>
          <p:nvPr/>
        </p:nvSpPr>
        <p:spPr bwMode="auto">
          <a:xfrm>
            <a:off x="3627354" y="1738401"/>
            <a:ext cx="709619" cy="279141"/>
          </a:xfrm>
          <a:prstGeom prst="ellipse">
            <a:avLst/>
          </a:prstGeom>
          <a:gradFill rotWithShape="1">
            <a:gsLst>
              <a:gs pos="0">
                <a:srgbClr val="A0A0A0">
                  <a:shade val="51000"/>
                  <a:satMod val="130000"/>
                </a:srgbClr>
              </a:gs>
              <a:gs pos="80000">
                <a:srgbClr val="A0A0A0">
                  <a:shade val="93000"/>
                  <a:satMod val="130000"/>
                </a:srgbClr>
              </a:gs>
              <a:gs pos="100000">
                <a:srgbClr val="A0A0A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algn="ctr" defTabSz="914400" fontAlgn="auto">
              <a:spcBef>
                <a:spcPts val="0"/>
              </a:spcBef>
              <a:spcAft>
                <a:spcPts val="0"/>
              </a:spcAft>
              <a:defRPr/>
            </a:pPr>
            <a:r>
              <a:rPr lang="fr-FR" sz="900" kern="0" dirty="0">
                <a:solidFill>
                  <a:srgbClr val="000000"/>
                </a:solidFill>
                <a:latin typeface="Arial"/>
                <a:cs typeface="+mn-cs"/>
              </a:rPr>
              <a:t>RFC</a:t>
            </a:r>
          </a:p>
        </p:txBody>
      </p:sp>
      <p:cxnSp>
        <p:nvCxnSpPr>
          <p:cNvPr id="76" name="Connecteur droit avec flèche 102">
            <a:extLst>
              <a:ext uri="{FF2B5EF4-FFF2-40B4-BE49-F238E27FC236}">
                <a16:creationId xmlns:a16="http://schemas.microsoft.com/office/drawing/2014/main" id="{D5BC1FEE-10F4-48CB-BEC6-92B2CC92EFD5}"/>
              </a:ext>
            </a:extLst>
          </p:cNvPr>
          <p:cNvCxnSpPr>
            <a:cxnSpLocks noChangeShapeType="1"/>
          </p:cNvCxnSpPr>
          <p:nvPr/>
        </p:nvCxnSpPr>
        <p:spPr bwMode="auto">
          <a:xfrm flipH="1">
            <a:off x="6117630" y="3413597"/>
            <a:ext cx="4762" cy="520700"/>
          </a:xfrm>
          <a:prstGeom prst="straightConnector1">
            <a:avLst/>
          </a:prstGeom>
          <a:noFill/>
          <a:ln w="57150" algn="ctr">
            <a:solidFill>
              <a:srgbClr val="A6A6A6"/>
            </a:solidFill>
            <a:round/>
            <a:headEnd/>
            <a:tailEnd type="triangle" w="med" len="med"/>
          </a:ln>
        </p:spPr>
      </p:cxnSp>
      <p:sp>
        <p:nvSpPr>
          <p:cNvPr id="77" name="ZoneTexte 76">
            <a:extLst>
              <a:ext uri="{FF2B5EF4-FFF2-40B4-BE49-F238E27FC236}">
                <a16:creationId xmlns:a16="http://schemas.microsoft.com/office/drawing/2014/main" id="{58309491-EF46-4B39-B713-9EC3A4F28448}"/>
              </a:ext>
            </a:extLst>
          </p:cNvPr>
          <p:cNvSpPr txBox="1">
            <a:spLocks noChangeArrowheads="1"/>
          </p:cNvSpPr>
          <p:nvPr/>
        </p:nvSpPr>
        <p:spPr bwMode="auto">
          <a:xfrm>
            <a:off x="6073180" y="4553422"/>
            <a:ext cx="676275" cy="400050"/>
          </a:xfrm>
          <a:prstGeom prst="rect">
            <a:avLst/>
          </a:prstGeom>
          <a:noFill/>
          <a:ln w="9525">
            <a:noFill/>
            <a:miter lim="800000"/>
            <a:headEnd/>
            <a:tailEnd/>
          </a:ln>
        </p:spPr>
        <p:txBody>
          <a:bodyPr>
            <a:spAutoFit/>
          </a:bodyPr>
          <a:lstStyle/>
          <a:p>
            <a:pPr algn="ctr" defTabSz="914400" fontAlgn="auto">
              <a:spcBef>
                <a:spcPts val="0"/>
              </a:spcBef>
              <a:spcAft>
                <a:spcPts val="0"/>
              </a:spcAft>
              <a:defRPr/>
            </a:pPr>
            <a:r>
              <a:rPr lang="fr-FR" sz="1000" dirty="0">
                <a:solidFill>
                  <a:prstClr val="white"/>
                </a:solidFill>
                <a:latin typeface="Arial"/>
                <a:cs typeface="+mn-cs"/>
              </a:rPr>
              <a:t>Fait réaliser</a:t>
            </a:r>
          </a:p>
        </p:txBody>
      </p:sp>
      <p:sp>
        <p:nvSpPr>
          <p:cNvPr id="78" name="ZoneTexte 77">
            <a:extLst>
              <a:ext uri="{FF2B5EF4-FFF2-40B4-BE49-F238E27FC236}">
                <a16:creationId xmlns:a16="http://schemas.microsoft.com/office/drawing/2014/main" id="{D254555A-CCBE-468B-AD9F-9F6CD55484C4}"/>
              </a:ext>
            </a:extLst>
          </p:cNvPr>
          <p:cNvSpPr txBox="1">
            <a:spLocks noChangeArrowheads="1"/>
          </p:cNvSpPr>
          <p:nvPr/>
        </p:nvSpPr>
        <p:spPr bwMode="auto">
          <a:xfrm>
            <a:off x="5539780" y="4561359"/>
            <a:ext cx="631825" cy="400050"/>
          </a:xfrm>
          <a:prstGeom prst="rect">
            <a:avLst/>
          </a:prstGeom>
          <a:noFill/>
          <a:ln w="9525">
            <a:noFill/>
            <a:miter lim="800000"/>
            <a:headEnd/>
            <a:tailEnd/>
          </a:ln>
        </p:spPr>
        <p:txBody>
          <a:bodyPr>
            <a:spAutoFit/>
          </a:bodyPr>
          <a:lstStyle/>
          <a:p>
            <a:pPr algn="ctr" defTabSz="914400" fontAlgn="auto">
              <a:spcBef>
                <a:spcPts val="0"/>
              </a:spcBef>
              <a:spcAft>
                <a:spcPts val="0"/>
              </a:spcAft>
              <a:defRPr/>
            </a:pPr>
            <a:r>
              <a:rPr lang="fr-FR" sz="1000" dirty="0">
                <a:solidFill>
                  <a:prstClr val="white"/>
                </a:solidFill>
                <a:latin typeface="Arial"/>
                <a:cs typeface="+mn-cs"/>
              </a:rPr>
              <a:t>Rend compte</a:t>
            </a:r>
          </a:p>
        </p:txBody>
      </p:sp>
      <p:sp>
        <p:nvSpPr>
          <p:cNvPr id="80" name="ZoneTexte 58">
            <a:extLst>
              <a:ext uri="{FF2B5EF4-FFF2-40B4-BE49-F238E27FC236}">
                <a16:creationId xmlns:a16="http://schemas.microsoft.com/office/drawing/2014/main" id="{76D761ED-4DA9-4804-B4B4-7244A511C68C}"/>
              </a:ext>
            </a:extLst>
          </p:cNvPr>
          <p:cNvSpPr txBox="1">
            <a:spLocks noChangeArrowheads="1"/>
          </p:cNvSpPr>
          <p:nvPr/>
        </p:nvSpPr>
        <p:spPr bwMode="auto">
          <a:xfrm>
            <a:off x="5608042" y="4004147"/>
            <a:ext cx="879475" cy="400050"/>
          </a:xfrm>
          <a:prstGeom prst="rect">
            <a:avLst/>
          </a:prstGeom>
          <a:noFill/>
          <a:ln w="9525">
            <a:noFill/>
            <a:miter lim="800000"/>
            <a:headEnd/>
            <a:tailEnd/>
          </a:ln>
        </p:spPr>
        <p:txBody>
          <a:bodyPr wrap="none">
            <a:spAutoFit/>
          </a:bodyPr>
          <a:lstStyle/>
          <a:p>
            <a:pPr algn="ctr" defTabSz="914400" fontAlgn="auto">
              <a:spcBef>
                <a:spcPts val="0"/>
              </a:spcBef>
              <a:spcAft>
                <a:spcPts val="0"/>
              </a:spcAft>
              <a:defRPr/>
            </a:pPr>
            <a:r>
              <a:rPr lang="fr-FR" sz="1000" dirty="0" err="1">
                <a:solidFill>
                  <a:prstClr val="white"/>
                </a:solidFill>
                <a:latin typeface="Arial"/>
                <a:cs typeface="+mn-cs"/>
              </a:rPr>
              <a:t>Resp</a:t>
            </a:r>
            <a:r>
              <a:rPr lang="fr-FR" sz="1000" dirty="0">
                <a:solidFill>
                  <a:prstClr val="white"/>
                </a:solidFill>
                <a:latin typeface="Arial"/>
                <a:cs typeface="+mn-cs"/>
              </a:rPr>
              <a:t>. </a:t>
            </a:r>
          </a:p>
          <a:p>
            <a:pPr algn="ctr" defTabSz="914400" fontAlgn="auto">
              <a:spcBef>
                <a:spcPts val="0"/>
              </a:spcBef>
              <a:spcAft>
                <a:spcPts val="0"/>
              </a:spcAft>
              <a:defRPr/>
            </a:pPr>
            <a:r>
              <a:rPr lang="fr-FR" sz="1000" dirty="0">
                <a:solidFill>
                  <a:prstClr val="white"/>
                </a:solidFill>
                <a:latin typeface="Arial"/>
                <a:cs typeface="+mn-cs"/>
              </a:rPr>
              <a:t>déploiement</a:t>
            </a:r>
          </a:p>
        </p:txBody>
      </p:sp>
      <p:sp>
        <p:nvSpPr>
          <p:cNvPr id="82" name="ZoneTexte 58">
            <a:extLst>
              <a:ext uri="{FF2B5EF4-FFF2-40B4-BE49-F238E27FC236}">
                <a16:creationId xmlns:a16="http://schemas.microsoft.com/office/drawing/2014/main" id="{440E8CC1-FFA0-4527-A99B-1BA70AB9869A}"/>
              </a:ext>
            </a:extLst>
          </p:cNvPr>
          <p:cNvSpPr txBox="1">
            <a:spLocks noChangeArrowheads="1"/>
          </p:cNvSpPr>
          <p:nvPr/>
        </p:nvSpPr>
        <p:spPr bwMode="auto">
          <a:xfrm>
            <a:off x="5633442" y="2735734"/>
            <a:ext cx="717550" cy="431800"/>
          </a:xfrm>
          <a:prstGeom prst="rect">
            <a:avLst/>
          </a:prstGeom>
          <a:noFill/>
          <a:ln w="9525">
            <a:noFill/>
            <a:miter lim="800000"/>
            <a:headEnd/>
            <a:tailEnd/>
          </a:ln>
        </p:spPr>
        <p:txBody>
          <a:bodyPr wrap="none">
            <a:spAutoFit/>
          </a:bodyPr>
          <a:lstStyle/>
          <a:p>
            <a:pPr algn="ctr" defTabSz="914400" fontAlgn="auto">
              <a:spcBef>
                <a:spcPts val="0"/>
              </a:spcBef>
              <a:spcAft>
                <a:spcPts val="0"/>
              </a:spcAft>
              <a:defRPr/>
            </a:pPr>
            <a:r>
              <a:rPr lang="fr-FR" sz="1100" dirty="0">
                <a:solidFill>
                  <a:prstClr val="white"/>
                </a:solidFill>
                <a:latin typeface="Arial"/>
                <a:cs typeface="+mn-cs"/>
              </a:rPr>
              <a:t>Chef de </a:t>
            </a:r>
          </a:p>
          <a:p>
            <a:pPr algn="ctr" defTabSz="914400" fontAlgn="auto">
              <a:spcBef>
                <a:spcPts val="0"/>
              </a:spcBef>
              <a:spcAft>
                <a:spcPts val="0"/>
              </a:spcAft>
              <a:defRPr/>
            </a:pPr>
            <a:r>
              <a:rPr lang="fr-FR" sz="1100" dirty="0">
                <a:solidFill>
                  <a:prstClr val="white"/>
                </a:solidFill>
                <a:latin typeface="Arial"/>
                <a:cs typeface="+mn-cs"/>
              </a:rPr>
              <a:t>projet</a:t>
            </a:r>
          </a:p>
        </p:txBody>
      </p:sp>
      <p:cxnSp>
        <p:nvCxnSpPr>
          <p:cNvPr id="84" name="Connecteur droit avec flèche 107">
            <a:extLst>
              <a:ext uri="{FF2B5EF4-FFF2-40B4-BE49-F238E27FC236}">
                <a16:creationId xmlns:a16="http://schemas.microsoft.com/office/drawing/2014/main" id="{2FCE4128-091C-48B6-B622-67E35D4EC3A8}"/>
              </a:ext>
            </a:extLst>
          </p:cNvPr>
          <p:cNvCxnSpPr>
            <a:cxnSpLocks noChangeShapeType="1"/>
          </p:cNvCxnSpPr>
          <p:nvPr/>
        </p:nvCxnSpPr>
        <p:spPr bwMode="auto">
          <a:xfrm>
            <a:off x="1790105" y="2562697"/>
            <a:ext cx="1484312" cy="9525"/>
          </a:xfrm>
          <a:prstGeom prst="straightConnector1">
            <a:avLst/>
          </a:prstGeom>
          <a:noFill/>
          <a:ln w="57150" algn="ctr">
            <a:solidFill>
              <a:srgbClr val="A6A6A6"/>
            </a:solidFill>
            <a:round/>
            <a:headEnd/>
            <a:tailEnd type="triangle" w="med" len="med"/>
          </a:ln>
        </p:spPr>
      </p:cxnSp>
      <p:sp>
        <p:nvSpPr>
          <p:cNvPr id="86" name="Ellipse 85">
            <a:extLst>
              <a:ext uri="{FF2B5EF4-FFF2-40B4-BE49-F238E27FC236}">
                <a16:creationId xmlns:a16="http://schemas.microsoft.com/office/drawing/2014/main" id="{13E1C6DC-5209-477B-B53A-85FD993A0470}"/>
              </a:ext>
            </a:extLst>
          </p:cNvPr>
          <p:cNvSpPr/>
          <p:nvPr/>
        </p:nvSpPr>
        <p:spPr bwMode="auto">
          <a:xfrm>
            <a:off x="2198359" y="2437939"/>
            <a:ext cx="704071" cy="298018"/>
          </a:xfrm>
          <a:prstGeom prst="ellipse">
            <a:avLst/>
          </a:prstGeom>
          <a:gradFill rotWithShape="1">
            <a:gsLst>
              <a:gs pos="0">
                <a:srgbClr val="A0A0A0">
                  <a:shade val="51000"/>
                  <a:satMod val="130000"/>
                </a:srgbClr>
              </a:gs>
              <a:gs pos="80000">
                <a:srgbClr val="A0A0A0">
                  <a:shade val="93000"/>
                  <a:satMod val="130000"/>
                </a:srgbClr>
              </a:gs>
              <a:gs pos="100000">
                <a:srgbClr val="A0A0A0">
                  <a:shade val="94000"/>
                  <a:satMod val="135000"/>
                </a:srgbClr>
              </a:gs>
            </a:gsLst>
            <a:lin ang="16200000" scaled="0"/>
          </a:gra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algn="ctr" defTabSz="914400" fontAlgn="auto">
              <a:spcBef>
                <a:spcPts val="0"/>
              </a:spcBef>
              <a:spcAft>
                <a:spcPts val="0"/>
              </a:spcAft>
              <a:defRPr/>
            </a:pPr>
            <a:r>
              <a:rPr lang="fr-FR" sz="900" kern="0" dirty="0">
                <a:solidFill>
                  <a:srgbClr val="000000"/>
                </a:solidFill>
                <a:latin typeface="Arial"/>
                <a:cs typeface="+mn-cs"/>
              </a:rPr>
              <a:t>RFC</a:t>
            </a:r>
          </a:p>
        </p:txBody>
      </p:sp>
      <p:sp>
        <p:nvSpPr>
          <p:cNvPr id="87" name="ZoneTexte 86">
            <a:extLst>
              <a:ext uri="{FF2B5EF4-FFF2-40B4-BE49-F238E27FC236}">
                <a16:creationId xmlns:a16="http://schemas.microsoft.com/office/drawing/2014/main" id="{28E782FD-70CB-4070-BD1D-153E08907061}"/>
              </a:ext>
            </a:extLst>
          </p:cNvPr>
          <p:cNvSpPr txBox="1"/>
          <p:nvPr/>
        </p:nvSpPr>
        <p:spPr>
          <a:xfrm>
            <a:off x="821730" y="2380134"/>
            <a:ext cx="1076325" cy="938213"/>
          </a:xfrm>
          <a:prstGeom prst="rect">
            <a:avLst/>
          </a:prstGeom>
          <a:noFill/>
        </p:spPr>
        <p:txBody>
          <a:bodyPr>
            <a:spAutoFit/>
          </a:bodyPr>
          <a:lstStyle/>
          <a:p>
            <a:pPr algn="ctr" defTabSz="914400" fontAlgn="auto">
              <a:spcBef>
                <a:spcPts val="0"/>
              </a:spcBef>
              <a:spcAft>
                <a:spcPts val="0"/>
              </a:spcAft>
              <a:defRPr/>
            </a:pPr>
            <a:r>
              <a:rPr lang="fr-FR" sz="1100" kern="0" dirty="0">
                <a:solidFill>
                  <a:sysClr val="windowText" lastClr="000000"/>
                </a:solidFill>
                <a:latin typeface="Arial"/>
                <a:cs typeface="+mn-cs"/>
              </a:rPr>
              <a:t>Nouvelle demande de changement (standard, normal, urgent)</a:t>
            </a:r>
          </a:p>
        </p:txBody>
      </p:sp>
      <p:pic>
        <p:nvPicPr>
          <p:cNvPr id="89" name="Picture 40" descr="j0432624">
            <a:extLst>
              <a:ext uri="{FF2B5EF4-FFF2-40B4-BE49-F238E27FC236}">
                <a16:creationId xmlns:a16="http://schemas.microsoft.com/office/drawing/2014/main" id="{59990AC6-37A3-4785-B341-614D92F300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10117" y="1937222"/>
            <a:ext cx="3587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ZoneTexte 56">
            <a:extLst>
              <a:ext uri="{FF2B5EF4-FFF2-40B4-BE49-F238E27FC236}">
                <a16:creationId xmlns:a16="http://schemas.microsoft.com/office/drawing/2014/main" id="{A6DAA060-072F-44A0-95B6-06AAD09E2815}"/>
              </a:ext>
            </a:extLst>
          </p:cNvPr>
          <p:cNvSpPr txBox="1">
            <a:spLocks noChangeArrowheads="1"/>
          </p:cNvSpPr>
          <p:nvPr/>
        </p:nvSpPr>
        <p:spPr bwMode="auto">
          <a:xfrm>
            <a:off x="7536855" y="2118197"/>
            <a:ext cx="2147887" cy="261937"/>
          </a:xfrm>
          <a:prstGeom prst="rect">
            <a:avLst/>
          </a:prstGeom>
          <a:noFill/>
          <a:ln w="9525">
            <a:noFill/>
            <a:miter lim="800000"/>
            <a:headEnd/>
            <a:tailEnd/>
          </a:ln>
        </p:spPr>
        <p:txBody>
          <a:bodyPr wrap="none">
            <a:spAutoFit/>
          </a:bodyPr>
          <a:lstStyle/>
          <a:p>
            <a:pPr algn="ctr" defTabSz="914400" fontAlgn="auto">
              <a:spcBef>
                <a:spcPts val="0"/>
              </a:spcBef>
              <a:spcAft>
                <a:spcPts val="0"/>
              </a:spcAft>
              <a:defRPr/>
            </a:pPr>
            <a:r>
              <a:rPr lang="fr-FR" sz="1100" b="1" dirty="0">
                <a:solidFill>
                  <a:prstClr val="white"/>
                </a:solidFill>
                <a:latin typeface="Arial"/>
                <a:cs typeface="+mn-cs"/>
              </a:rPr>
              <a:t>Gestionnaire des réalisations</a:t>
            </a:r>
          </a:p>
        </p:txBody>
      </p:sp>
      <p:sp>
        <p:nvSpPr>
          <p:cNvPr id="93" name="Rectangle à coins arrondis 112">
            <a:extLst>
              <a:ext uri="{FF2B5EF4-FFF2-40B4-BE49-F238E27FC236}">
                <a16:creationId xmlns:a16="http://schemas.microsoft.com/office/drawing/2014/main" id="{739AC6AD-2998-404C-8790-14E8B59160B1}"/>
              </a:ext>
            </a:extLst>
          </p:cNvPr>
          <p:cNvSpPr/>
          <p:nvPr/>
        </p:nvSpPr>
        <p:spPr bwMode="auto">
          <a:xfrm>
            <a:off x="5340333" y="1210717"/>
            <a:ext cx="1672775" cy="522680"/>
          </a:xfrm>
          <a:prstGeom prst="roundRect">
            <a:avLst>
              <a:gd name="adj" fmla="val 20531"/>
            </a:avLst>
          </a:prstGeom>
          <a:solidFill>
            <a:schemeClr val="tx2"/>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b"/>
          <a:lstStyle/>
          <a:p>
            <a:pPr algn="ctr" defTabSz="914400" fontAlgn="auto">
              <a:spcBef>
                <a:spcPts val="0"/>
              </a:spcBef>
              <a:spcAft>
                <a:spcPts val="0"/>
              </a:spcAft>
              <a:defRPr/>
            </a:pPr>
            <a:r>
              <a:rPr lang="fr-FR" sz="1400" kern="0" dirty="0">
                <a:solidFill>
                  <a:schemeClr val="bg1"/>
                </a:solidFill>
                <a:latin typeface="Arial"/>
                <a:cs typeface="+mn-cs"/>
              </a:rPr>
              <a:t>Conception </a:t>
            </a:r>
          </a:p>
          <a:p>
            <a:pPr algn="ctr" defTabSz="914400" fontAlgn="auto">
              <a:spcBef>
                <a:spcPts val="0"/>
              </a:spcBef>
              <a:spcAft>
                <a:spcPts val="0"/>
              </a:spcAft>
              <a:defRPr/>
            </a:pPr>
            <a:r>
              <a:rPr lang="fr-FR" sz="1400" kern="0" dirty="0">
                <a:solidFill>
                  <a:schemeClr val="bg1"/>
                </a:solidFill>
                <a:latin typeface="Arial"/>
                <a:cs typeface="+mn-cs"/>
              </a:rPr>
              <a:t>des Services</a:t>
            </a:r>
          </a:p>
        </p:txBody>
      </p:sp>
      <p:sp>
        <p:nvSpPr>
          <p:cNvPr id="94" name="ZoneTexte 93">
            <a:extLst>
              <a:ext uri="{FF2B5EF4-FFF2-40B4-BE49-F238E27FC236}">
                <a16:creationId xmlns:a16="http://schemas.microsoft.com/office/drawing/2014/main" id="{2788C3E1-403B-4BB5-A951-72FA6A22EC93}"/>
              </a:ext>
            </a:extLst>
          </p:cNvPr>
          <p:cNvSpPr txBox="1"/>
          <p:nvPr/>
        </p:nvSpPr>
        <p:spPr>
          <a:xfrm>
            <a:off x="6971705" y="1316509"/>
            <a:ext cx="1052512" cy="539750"/>
          </a:xfrm>
          <a:prstGeom prst="flowChartMultidocument">
            <a:avLst/>
          </a:prstGeom>
          <a:solidFill>
            <a:sysClr val="window" lastClr="FFFFFF"/>
          </a:solidFill>
          <a:ln>
            <a:solidFill>
              <a:srgbClr val="3C3732"/>
            </a:solidFill>
          </a:ln>
        </p:spPr>
        <p:txBody>
          <a:bodyPr>
            <a:spAutoFit/>
          </a:bodyPr>
          <a:lstStyle>
            <a:defPPr>
              <a:defRPr lang="fr-FR"/>
            </a:defPPr>
            <a:lvl1pPr algn="ctr" fontAlgn="auto">
              <a:spcBef>
                <a:spcPts val="0"/>
              </a:spcBef>
              <a:spcAft>
                <a:spcPts val="0"/>
              </a:spcAft>
              <a:defRPr sz="1100" kern="0">
                <a:solidFill>
                  <a:sysClr val="windowText" lastClr="000000"/>
                </a:solidFill>
              </a:defRPr>
            </a:lvl1pPr>
          </a:lstStyle>
          <a:p>
            <a:pPr defTabSz="914400">
              <a:defRPr/>
            </a:pPr>
            <a:r>
              <a:rPr lang="fr-FR" dirty="0">
                <a:latin typeface="Arial"/>
                <a:cs typeface="+mn-cs"/>
              </a:rPr>
              <a:t>Portefeuille de Projets</a:t>
            </a:r>
          </a:p>
        </p:txBody>
      </p:sp>
      <p:pic>
        <p:nvPicPr>
          <p:cNvPr id="95" name="Picture 41" descr="j0432622">
            <a:extLst>
              <a:ext uri="{FF2B5EF4-FFF2-40B4-BE49-F238E27FC236}">
                <a16:creationId xmlns:a16="http://schemas.microsoft.com/office/drawing/2014/main" id="{B785B2BB-33F1-4969-8AE1-74458AAB9E7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71617" y="3897784"/>
            <a:ext cx="3841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 name="ZoneTexte 95">
            <a:extLst>
              <a:ext uri="{FF2B5EF4-FFF2-40B4-BE49-F238E27FC236}">
                <a16:creationId xmlns:a16="http://schemas.microsoft.com/office/drawing/2014/main" id="{B8B80961-96C7-4D40-A089-4A64E1270D6A}"/>
              </a:ext>
            </a:extLst>
          </p:cNvPr>
          <p:cNvSpPr txBox="1"/>
          <p:nvPr/>
        </p:nvSpPr>
        <p:spPr>
          <a:xfrm>
            <a:off x="3461742" y="960909"/>
            <a:ext cx="1900238" cy="431800"/>
          </a:xfrm>
          <a:prstGeom prst="rect">
            <a:avLst/>
          </a:prstGeom>
          <a:noFill/>
        </p:spPr>
        <p:txBody>
          <a:bodyPr>
            <a:spAutoFit/>
          </a:bodyPr>
          <a:lstStyle/>
          <a:p>
            <a:pPr algn="ctr" defTabSz="914400" fontAlgn="auto">
              <a:spcBef>
                <a:spcPts val="0"/>
              </a:spcBef>
              <a:spcAft>
                <a:spcPts val="0"/>
              </a:spcAft>
              <a:defRPr/>
            </a:pPr>
            <a:r>
              <a:rPr lang="fr-FR" sz="1100" kern="0" dirty="0">
                <a:solidFill>
                  <a:sysClr val="windowText" lastClr="000000"/>
                </a:solidFill>
                <a:latin typeface="Arial"/>
                <a:cs typeface="+mn-cs"/>
              </a:rPr>
              <a:t>Changement significatifs ou majeurs en mode projet</a:t>
            </a:r>
          </a:p>
        </p:txBody>
      </p:sp>
      <p:cxnSp>
        <p:nvCxnSpPr>
          <p:cNvPr id="97" name="Forme 101">
            <a:extLst>
              <a:ext uri="{FF2B5EF4-FFF2-40B4-BE49-F238E27FC236}">
                <a16:creationId xmlns:a16="http://schemas.microsoft.com/office/drawing/2014/main" id="{F1A267D9-ECC5-43A4-AE5F-BD3F1480066E}"/>
              </a:ext>
            </a:extLst>
          </p:cNvPr>
          <p:cNvCxnSpPr>
            <a:cxnSpLocks noChangeShapeType="1"/>
          </p:cNvCxnSpPr>
          <p:nvPr/>
        </p:nvCxnSpPr>
        <p:spPr bwMode="auto">
          <a:xfrm rot="16200000" flipH="1">
            <a:off x="6464498" y="4516116"/>
            <a:ext cx="180975" cy="833438"/>
          </a:xfrm>
          <a:prstGeom prst="bentConnector2">
            <a:avLst/>
          </a:prstGeom>
          <a:noFill/>
          <a:ln w="57150" algn="ctr">
            <a:solidFill>
              <a:srgbClr val="A6A6A6"/>
            </a:solidFill>
            <a:round/>
            <a:headEnd/>
            <a:tailEnd type="triangle" w="med" len="med"/>
          </a:ln>
        </p:spPr>
      </p:cxnSp>
      <p:cxnSp>
        <p:nvCxnSpPr>
          <p:cNvPr id="98" name="Forme 102">
            <a:extLst>
              <a:ext uri="{FF2B5EF4-FFF2-40B4-BE49-F238E27FC236}">
                <a16:creationId xmlns:a16="http://schemas.microsoft.com/office/drawing/2014/main" id="{45EA9AF3-3E2B-4868-9B10-7AC8FC502D08}"/>
              </a:ext>
            </a:extLst>
          </p:cNvPr>
          <p:cNvCxnSpPr>
            <a:cxnSpLocks noChangeShapeType="1"/>
          </p:cNvCxnSpPr>
          <p:nvPr/>
        </p:nvCxnSpPr>
        <p:spPr bwMode="auto">
          <a:xfrm rot="5400000">
            <a:off x="5475486" y="4363716"/>
            <a:ext cx="190500" cy="1135062"/>
          </a:xfrm>
          <a:prstGeom prst="bentConnector2">
            <a:avLst/>
          </a:prstGeom>
          <a:noFill/>
          <a:ln w="57150" algn="ctr">
            <a:solidFill>
              <a:srgbClr val="A6A6A6"/>
            </a:solidFill>
            <a:round/>
            <a:headEnd/>
            <a:tailEnd type="triangle" w="med" len="med"/>
          </a:ln>
        </p:spPr>
      </p:cxnSp>
      <p:cxnSp>
        <p:nvCxnSpPr>
          <p:cNvPr id="99" name="Connecteur droit avec flèche 118">
            <a:extLst>
              <a:ext uri="{FF2B5EF4-FFF2-40B4-BE49-F238E27FC236}">
                <a16:creationId xmlns:a16="http://schemas.microsoft.com/office/drawing/2014/main" id="{09922556-E675-405F-8B42-34A2041818B1}"/>
              </a:ext>
            </a:extLst>
          </p:cNvPr>
          <p:cNvCxnSpPr>
            <a:cxnSpLocks noChangeShapeType="1"/>
          </p:cNvCxnSpPr>
          <p:nvPr/>
        </p:nvCxnSpPr>
        <p:spPr bwMode="auto">
          <a:xfrm flipH="1">
            <a:off x="6133505" y="4508972"/>
            <a:ext cx="4762" cy="520700"/>
          </a:xfrm>
          <a:prstGeom prst="straightConnector1">
            <a:avLst/>
          </a:prstGeom>
          <a:noFill/>
          <a:ln w="57150" algn="ctr">
            <a:solidFill>
              <a:srgbClr val="A6A6A6"/>
            </a:solidFill>
            <a:round/>
            <a:headEnd/>
            <a:tailEnd/>
          </a:ln>
        </p:spPr>
      </p:cxnSp>
      <p:sp>
        <p:nvSpPr>
          <p:cNvPr id="100" name="ZoneTexte 76">
            <a:extLst>
              <a:ext uri="{FF2B5EF4-FFF2-40B4-BE49-F238E27FC236}">
                <a16:creationId xmlns:a16="http://schemas.microsoft.com/office/drawing/2014/main" id="{62F41906-C505-4BF0-AA39-A930FE065694}"/>
              </a:ext>
            </a:extLst>
          </p:cNvPr>
          <p:cNvSpPr txBox="1">
            <a:spLocks noChangeArrowheads="1"/>
          </p:cNvSpPr>
          <p:nvPr/>
        </p:nvSpPr>
        <p:spPr bwMode="auto">
          <a:xfrm>
            <a:off x="6087467" y="3183409"/>
            <a:ext cx="676275" cy="400050"/>
          </a:xfrm>
          <a:prstGeom prst="rect">
            <a:avLst/>
          </a:prstGeom>
          <a:noFill/>
          <a:ln w="9525">
            <a:noFill/>
            <a:miter lim="800000"/>
            <a:headEnd/>
            <a:tailEnd/>
          </a:ln>
        </p:spPr>
        <p:txBody>
          <a:bodyPr>
            <a:spAutoFit/>
          </a:bodyPr>
          <a:lstStyle/>
          <a:p>
            <a:pPr algn="ctr" defTabSz="914400" fontAlgn="auto">
              <a:spcBef>
                <a:spcPts val="0"/>
              </a:spcBef>
              <a:spcAft>
                <a:spcPts val="0"/>
              </a:spcAft>
              <a:defRPr/>
            </a:pPr>
            <a:r>
              <a:rPr lang="fr-FR" sz="1000" dirty="0">
                <a:solidFill>
                  <a:prstClr val="white"/>
                </a:solidFill>
                <a:latin typeface="Arial"/>
                <a:cs typeface="+mn-cs"/>
              </a:rPr>
              <a:t>Fait réaliser</a:t>
            </a:r>
          </a:p>
        </p:txBody>
      </p:sp>
      <p:sp>
        <p:nvSpPr>
          <p:cNvPr id="101" name="ZoneTexte 77">
            <a:extLst>
              <a:ext uri="{FF2B5EF4-FFF2-40B4-BE49-F238E27FC236}">
                <a16:creationId xmlns:a16="http://schemas.microsoft.com/office/drawing/2014/main" id="{FDDE78CA-B12D-4A83-BC5A-5B2BB5E7D702}"/>
              </a:ext>
            </a:extLst>
          </p:cNvPr>
          <p:cNvSpPr txBox="1">
            <a:spLocks noChangeArrowheads="1"/>
          </p:cNvSpPr>
          <p:nvPr/>
        </p:nvSpPr>
        <p:spPr bwMode="auto">
          <a:xfrm>
            <a:off x="5527080" y="3178647"/>
            <a:ext cx="633412" cy="400050"/>
          </a:xfrm>
          <a:prstGeom prst="rect">
            <a:avLst/>
          </a:prstGeom>
          <a:noFill/>
          <a:ln w="9525">
            <a:noFill/>
            <a:miter lim="800000"/>
            <a:headEnd/>
            <a:tailEnd/>
          </a:ln>
        </p:spPr>
        <p:txBody>
          <a:bodyPr>
            <a:spAutoFit/>
          </a:bodyPr>
          <a:lstStyle/>
          <a:p>
            <a:pPr algn="ctr" defTabSz="914400" fontAlgn="auto">
              <a:spcBef>
                <a:spcPts val="0"/>
              </a:spcBef>
              <a:spcAft>
                <a:spcPts val="0"/>
              </a:spcAft>
              <a:defRPr/>
            </a:pPr>
            <a:r>
              <a:rPr lang="fr-FR" sz="1000" dirty="0">
                <a:solidFill>
                  <a:prstClr val="white"/>
                </a:solidFill>
                <a:latin typeface="Arial"/>
                <a:cs typeface="+mn-cs"/>
              </a:rPr>
              <a:t>Rend compte</a:t>
            </a:r>
          </a:p>
        </p:txBody>
      </p:sp>
    </p:spTree>
    <p:extLst>
      <p:ext uri="{BB962C8B-B14F-4D97-AF65-F5344CB8AC3E}">
        <p14:creationId xmlns:p14="http://schemas.microsoft.com/office/powerpoint/2010/main" val="10310685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879E9119-99F4-4157-A172-B06C67C3D157}"/>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9219" name="Espace réservé du texte 2">
            <a:extLst>
              <a:ext uri="{FF2B5EF4-FFF2-40B4-BE49-F238E27FC236}">
                <a16:creationId xmlns:a16="http://schemas.microsoft.com/office/drawing/2014/main" id="{18F13D0F-185C-49F2-A683-2461537A5E0F}"/>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dirty="0">
                <a:solidFill>
                  <a:schemeClr val="tx2"/>
                </a:solidFill>
                <a:latin typeface="Arial" panose="020B0604020202020204" pitchFamily="34" charset="0"/>
              </a:rPr>
              <a:t>PRINCIPES : reste à définir</a:t>
            </a:r>
          </a:p>
        </p:txBody>
      </p:sp>
      <p:sp>
        <p:nvSpPr>
          <p:cNvPr id="2" name="ZoneTexte 1">
            <a:extLst>
              <a:ext uri="{FF2B5EF4-FFF2-40B4-BE49-F238E27FC236}">
                <a16:creationId xmlns:a16="http://schemas.microsoft.com/office/drawing/2014/main" id="{17D2DF89-FAFB-4E7E-9ABD-110A6896AA91}"/>
              </a:ext>
            </a:extLst>
          </p:cNvPr>
          <p:cNvSpPr txBox="1"/>
          <p:nvPr/>
        </p:nvSpPr>
        <p:spPr>
          <a:xfrm>
            <a:off x="174557" y="1701602"/>
            <a:ext cx="11307436" cy="4708981"/>
          </a:xfrm>
          <a:prstGeom prst="rect">
            <a:avLst/>
          </a:prstGeom>
          <a:noFill/>
        </p:spPr>
        <p:txBody>
          <a:bodyPr wrap="square" rtlCol="0">
            <a:spAutoFit/>
          </a:bodyPr>
          <a:lstStyle/>
          <a:p>
            <a:pPr indent="-61913" algn="just"/>
            <a:r>
              <a:rPr lang="fr-FR" dirty="0"/>
              <a:t>Le Groupe TORPIER est conscient de l’importance de mettre en place des pratiques de gestion des changements. C’est prévu dans le cadre du SDSI.</a:t>
            </a:r>
          </a:p>
          <a:p>
            <a:pPr indent="-61913" algn="just"/>
            <a:r>
              <a:rPr lang="fr-FR" dirty="0"/>
              <a:t> </a:t>
            </a:r>
          </a:p>
          <a:p>
            <a:pPr indent="-61913" algn="just"/>
            <a:r>
              <a:rPr lang="fr-FR" dirty="0"/>
              <a:t>Il est d’ors et déjà identifié que le processus impliquera les activités suivantes : </a:t>
            </a:r>
          </a:p>
          <a:p>
            <a:pPr marL="800100" lvl="1" indent="-342900">
              <a:buFont typeface="Arial" panose="020B0604020202020204" pitchFamily="34" charset="0"/>
              <a:buChar char="•"/>
            </a:pPr>
            <a:r>
              <a:rPr lang="fr-FR" dirty="0"/>
              <a:t>Répondre aux besoins des métiers tout en maximisant la valeur et en réduisant les impacts négatifs des changements sur l’infrastructure technique et applicative.</a:t>
            </a:r>
          </a:p>
          <a:p>
            <a:pPr marL="800100" lvl="1" indent="-342900">
              <a:buFont typeface="Arial" panose="020B0604020202020204" pitchFamily="34" charset="0"/>
              <a:buChar char="•"/>
            </a:pPr>
            <a:r>
              <a:rPr lang="fr-FR" dirty="0"/>
              <a:t>Répondre aux exigences changeantes des clients.</a:t>
            </a:r>
          </a:p>
          <a:p>
            <a:pPr marL="800100" lvl="1" indent="-342900">
              <a:buFont typeface="Arial" panose="020B0604020202020204" pitchFamily="34" charset="0"/>
              <a:buChar char="•"/>
            </a:pPr>
            <a:r>
              <a:rPr lang="fr-FR" dirty="0"/>
              <a:t>Garantir que des méthodes et procédures normalisées sont utilisées pour la gestion efficace et rapide de tout changement IT.</a:t>
            </a:r>
          </a:p>
          <a:p>
            <a:pPr marL="800100" lvl="1" indent="-342900">
              <a:buFont typeface="Arial" panose="020B0604020202020204" pitchFamily="34" charset="0"/>
              <a:buChar char="•"/>
            </a:pPr>
            <a:r>
              <a:rPr lang="fr-FR" dirty="0"/>
              <a:t>Faire en sorte que tous les changements IT relatifs aux Actifs de Services et aux Configurations sont autorisés et enregistrés dans le système de Gestion des Configurations.</a:t>
            </a:r>
          </a:p>
          <a:p>
            <a:pPr marL="800100" lvl="1" indent="-342900">
              <a:buFont typeface="Arial" panose="020B0604020202020204" pitchFamily="34" charset="0"/>
              <a:buChar char="•"/>
            </a:pPr>
            <a:r>
              <a:rPr lang="fr-FR" dirty="0"/>
              <a:t>Assurer que les risques business liés aux changements IT sont compris, optimisés et donc minimisés.</a:t>
            </a:r>
          </a:p>
          <a:p>
            <a:pPr algn="just"/>
            <a:endParaRPr lang="fr-FR" dirty="0"/>
          </a:p>
          <a:p>
            <a:pPr algn="just"/>
            <a:r>
              <a:rPr lang="fr-FR" dirty="0"/>
              <a:t>Reste à en définir la démarche et les modalités</a:t>
            </a:r>
            <a:endParaRPr lang="en-GB" dirty="0"/>
          </a:p>
        </p:txBody>
      </p:sp>
    </p:spTree>
    <p:extLst>
      <p:ext uri="{BB962C8B-B14F-4D97-AF65-F5344CB8AC3E}">
        <p14:creationId xmlns:p14="http://schemas.microsoft.com/office/powerpoint/2010/main" val="7047074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2">
            <a:extLst>
              <a:ext uri="{FF2B5EF4-FFF2-40B4-BE49-F238E27FC236}">
                <a16:creationId xmlns:a16="http://schemas.microsoft.com/office/drawing/2014/main" id="{38348DF4-3B7F-4F23-974C-B0250B3FC3F7}"/>
              </a:ext>
            </a:extLst>
          </p:cNvPr>
          <p:cNvSpPr txBox="1">
            <a:spLocks/>
          </p:cNvSpPr>
          <p:nvPr/>
        </p:nvSpPr>
        <p:spPr bwMode="auto">
          <a:xfrm>
            <a:off x="561975" y="585788"/>
            <a:ext cx="11069638" cy="1403350"/>
          </a:xfrm>
          <a:prstGeom prst="rect">
            <a:avLst/>
          </a:prstGeom>
          <a:solidFill>
            <a:schemeClr val="tx2"/>
          </a:solidFill>
          <a:ln w="9525">
            <a:noFill/>
            <a:miter lim="800000"/>
            <a:headEnd/>
            <a:tailEnd/>
          </a:ln>
        </p:spPr>
        <p:txBody>
          <a:bodyPr lIns="180000" tIns="36000" rIns="180000" bIns="36000">
            <a:spAutoFit/>
          </a:bodyPr>
          <a:lstStyle>
            <a:lvl1pPr algn="l" rtl="0" eaLnBrk="1" fontAlgn="base" hangingPunct="1">
              <a:lnSpc>
                <a:spcPct val="90000"/>
              </a:lnSpc>
              <a:spcBef>
                <a:spcPct val="0"/>
              </a:spcBef>
              <a:spcAft>
                <a:spcPct val="0"/>
              </a:spcAft>
              <a:defRPr sz="4800" b="0" kern="1200" cap="all" baseline="0">
                <a:solidFill>
                  <a:srgbClr val="FFFFFF"/>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sz="3600">
                <a:latin typeface="Arial"/>
              </a:rPr>
              <a:t>Support de description du processus</a:t>
            </a:r>
            <a:r>
              <a:rPr lang="fr-FR">
                <a:latin typeface="Arial"/>
              </a:rPr>
              <a:t/>
            </a:r>
            <a:br>
              <a:rPr lang="fr-FR">
                <a:latin typeface="Arial"/>
              </a:rPr>
            </a:br>
            <a:r>
              <a:rPr lang="fr-FR" sz="2400">
                <a:latin typeface="Arial"/>
              </a:rPr>
              <a:t>Principes, Règles, Activités</a:t>
            </a:r>
            <a:endParaRPr lang="fr-FR" sz="1600" dirty="0">
              <a:latin typeface="Arial"/>
            </a:endParaRPr>
          </a:p>
        </p:txBody>
      </p:sp>
      <p:sp>
        <p:nvSpPr>
          <p:cNvPr id="9" name="Espace réservé du texte 3">
            <a:extLst>
              <a:ext uri="{FF2B5EF4-FFF2-40B4-BE49-F238E27FC236}">
                <a16:creationId xmlns:a16="http://schemas.microsoft.com/office/drawing/2014/main" id="{6F9694EC-8E77-4168-BE6D-6F2BA93E0A2C}"/>
              </a:ext>
            </a:extLst>
          </p:cNvPr>
          <p:cNvSpPr txBox="1">
            <a:spLocks/>
          </p:cNvSpPr>
          <p:nvPr/>
        </p:nvSpPr>
        <p:spPr bwMode="auto">
          <a:xfrm>
            <a:off x="561975" y="2386013"/>
            <a:ext cx="11069638" cy="1083374"/>
          </a:xfrm>
          <a:prstGeom prst="rect">
            <a:avLst/>
          </a:prstGeom>
          <a:solidFill>
            <a:schemeClr val="bg2"/>
          </a:solidFill>
          <a:ln w="9525">
            <a:noFill/>
            <a:miter lim="800000"/>
            <a:headEnd/>
            <a:tailEnd/>
          </a:ln>
        </p:spPr>
        <p:txBody>
          <a:bodyPr lIns="0" tIns="0" rIns="0" bIns="0">
            <a:spAutoFit/>
          </a:bodyPr>
          <a:lstStyle>
            <a:lvl1pPr marL="0" indent="0" algn="l" rtl="0" eaLnBrk="1" fontAlgn="base" hangingPunct="1">
              <a:spcBef>
                <a:spcPct val="20000"/>
              </a:spcBef>
              <a:spcAft>
                <a:spcPct val="0"/>
              </a:spcAft>
              <a:buClr>
                <a:schemeClr val="accent1"/>
              </a:buClr>
              <a:defRPr sz="3200" b="0" kern="1200" cap="all" baseline="0">
                <a:solidFill>
                  <a:srgbClr val="FFFFFF"/>
                </a:solidFill>
                <a:latin typeface="+mn-lt"/>
                <a:ea typeface="+mn-ea"/>
                <a:cs typeface="+mn-cs"/>
              </a:defRPr>
            </a:lvl1pPr>
            <a:lvl2pPr marL="519488" indent="-259744" algn="l" rtl="0" eaLnBrk="1" fontAlgn="base" hangingPunct="1">
              <a:spcBef>
                <a:spcPct val="20000"/>
              </a:spcBef>
              <a:spcAft>
                <a:spcPct val="0"/>
              </a:spcAft>
              <a:buClr>
                <a:schemeClr val="accent1"/>
              </a:buClr>
              <a:buSzPct val="110000"/>
              <a:buFont typeface="Arial" pitchFamily="34" charset="0"/>
              <a:buChar char="•"/>
              <a:defRPr sz="3200" b="0" kern="1200">
                <a:solidFill>
                  <a:srgbClr val="FFFFFF"/>
                </a:solidFill>
                <a:latin typeface="+mn-lt"/>
                <a:ea typeface="+mn-ea"/>
                <a:cs typeface="+mn-cs"/>
              </a:defRPr>
            </a:lvl2pPr>
            <a:lvl3pPr marL="1038977" indent="-259744" algn="l" rtl="0" eaLnBrk="1" fontAlgn="base" hangingPunct="1">
              <a:spcBef>
                <a:spcPct val="20000"/>
              </a:spcBef>
              <a:spcAft>
                <a:spcPct val="0"/>
              </a:spcAft>
              <a:buClr>
                <a:schemeClr val="tx1"/>
              </a:buClr>
              <a:buFont typeface="Arial" pitchFamily="34" charset="0"/>
              <a:buChar char="•"/>
              <a:defRPr sz="3200" b="0" kern="1200">
                <a:solidFill>
                  <a:srgbClr val="FFFFFF"/>
                </a:solidFill>
                <a:latin typeface="+mn-lt"/>
                <a:ea typeface="+mn-ea"/>
                <a:cs typeface="+mn-cs"/>
              </a:defRPr>
            </a:lvl3pPr>
            <a:lvl4pPr marL="1563877" indent="-263352"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4pPr>
            <a:lvl5pPr marL="2339502" indent="-261548"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a:lstStyle>
          <a:p>
            <a:pPr defTabSz="914400">
              <a:buClr>
                <a:srgbClr val="009AA6"/>
              </a:buClr>
              <a:defRPr/>
            </a:pPr>
            <a:r>
              <a:rPr lang="fr-FR" dirty="0">
                <a:solidFill>
                  <a:schemeClr val="tx2"/>
                </a:solidFill>
                <a:latin typeface="Arial"/>
              </a:rPr>
              <a:t>Processus: Gestion DE LA DEMANDE</a:t>
            </a:r>
          </a:p>
          <a:p>
            <a:pPr defTabSz="914400">
              <a:buClr>
                <a:srgbClr val="009AA6"/>
              </a:buClr>
              <a:defRPr/>
            </a:pPr>
            <a:endParaRPr lang="fr-FR" dirty="0">
              <a:solidFill>
                <a:schemeClr val="tx2"/>
              </a:solidFill>
              <a:latin typeface="Arial"/>
            </a:endParaRPr>
          </a:p>
        </p:txBody>
      </p:sp>
    </p:spTree>
    <p:extLst>
      <p:ext uri="{BB962C8B-B14F-4D97-AF65-F5344CB8AC3E}">
        <p14:creationId xmlns:p14="http://schemas.microsoft.com/office/powerpoint/2010/main" val="33676273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re 5">
            <a:extLst>
              <a:ext uri="{FF2B5EF4-FFF2-40B4-BE49-F238E27FC236}">
                <a16:creationId xmlns:a16="http://schemas.microsoft.com/office/drawing/2014/main" id="{8791602A-393F-446F-8194-E5D523863061}"/>
              </a:ext>
            </a:extLst>
          </p:cNvPr>
          <p:cNvSpPr txBox="1">
            <a:spLocks/>
          </p:cNvSpPr>
          <p:nvPr/>
        </p:nvSpPr>
        <p:spPr bwMode="auto">
          <a:xfrm>
            <a:off x="0" y="-3175"/>
            <a:ext cx="3724275" cy="831850"/>
          </a:xfrm>
          <a:prstGeom prst="rect">
            <a:avLst/>
          </a:prstGeom>
          <a:solidFill>
            <a:srgbClr val="3C3732">
              <a:lumMod val="20000"/>
              <a:lumOff val="80000"/>
            </a:srgbClr>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tx2"/>
                </a:solidFill>
                <a:latin typeface="Arial"/>
              </a:rPr>
              <a:t>Carte d’environnement</a:t>
            </a:r>
          </a:p>
        </p:txBody>
      </p:sp>
      <p:sp>
        <p:nvSpPr>
          <p:cNvPr id="48" name="Ellipse 47">
            <a:extLst>
              <a:ext uri="{FF2B5EF4-FFF2-40B4-BE49-F238E27FC236}">
                <a16:creationId xmlns:a16="http://schemas.microsoft.com/office/drawing/2014/main" id="{38E86EF5-5EF0-4BFF-93E9-4AC961FA2E54}"/>
              </a:ext>
            </a:extLst>
          </p:cNvPr>
          <p:cNvSpPr/>
          <p:nvPr/>
        </p:nvSpPr>
        <p:spPr>
          <a:xfrm>
            <a:off x="5246693" y="788849"/>
            <a:ext cx="1839913" cy="549275"/>
          </a:xfrm>
          <a:prstGeom prst="ellipse">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Métiers</a:t>
            </a:r>
          </a:p>
        </p:txBody>
      </p:sp>
      <p:sp>
        <p:nvSpPr>
          <p:cNvPr id="50" name="AutoShape 11">
            <a:extLst>
              <a:ext uri="{FF2B5EF4-FFF2-40B4-BE49-F238E27FC236}">
                <a16:creationId xmlns:a16="http://schemas.microsoft.com/office/drawing/2014/main" id="{384DB659-CAD7-45A7-AE94-A51B0A7F53D2}"/>
              </a:ext>
            </a:extLst>
          </p:cNvPr>
          <p:cNvSpPr>
            <a:spLocks noChangeArrowheads="1"/>
          </p:cNvSpPr>
          <p:nvPr/>
        </p:nvSpPr>
        <p:spPr bwMode="auto">
          <a:xfrm>
            <a:off x="3394075" y="2179637"/>
            <a:ext cx="5459413" cy="3482404"/>
          </a:xfrm>
          <a:prstGeom prst="roundRect">
            <a:avLst>
              <a:gd name="adj" fmla="val 2728"/>
            </a:avLst>
          </a:prstGeom>
          <a:noFill/>
          <a:ln w="31750">
            <a:solidFill>
              <a:schemeClr val="tx2"/>
            </a:solidFill>
            <a:round/>
            <a:headEnd/>
            <a:tailEnd/>
          </a:ln>
        </p:spPr>
        <p:txBody>
          <a:bodyP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2000" b="1" kern="0" dirty="0">
                <a:solidFill>
                  <a:schemeClr val="tx2"/>
                </a:solidFill>
              </a:rPr>
              <a:t>Gestion de la demande</a:t>
            </a:r>
            <a:endParaRPr lang="fr-FR" altLang="fr-FR" sz="1400" b="1" u="sng" kern="0" dirty="0">
              <a:solidFill>
                <a:schemeClr val="tx2"/>
              </a:solidFill>
            </a:endParaRPr>
          </a:p>
          <a:p>
            <a:pPr algn="ctr" eaLnBrk="1" fontAlgn="auto" hangingPunct="1">
              <a:spcBef>
                <a:spcPts val="0"/>
              </a:spcBef>
              <a:spcAft>
                <a:spcPts val="0"/>
              </a:spcAft>
              <a:defRPr/>
            </a:pPr>
            <a:endParaRPr lang="fr-FR" altLang="fr-FR" sz="1400" kern="0" dirty="0">
              <a:solidFill>
                <a:schemeClr val="tx2"/>
              </a:solidFill>
            </a:endParaRPr>
          </a:p>
          <a:p>
            <a:pPr algn="ctr" eaLnBrk="1" fontAlgn="auto" hangingPunct="1">
              <a:spcBef>
                <a:spcPts val="0"/>
              </a:spcBef>
              <a:spcAft>
                <a:spcPts val="0"/>
              </a:spcAft>
              <a:defRPr/>
            </a:pPr>
            <a:r>
              <a:rPr lang="fr-FR" altLang="fr-FR" sz="1400" kern="0" dirty="0">
                <a:solidFill>
                  <a:schemeClr val="tx2"/>
                </a:solidFill>
              </a:rPr>
              <a:t>Le but du processus de gestion de la demande est de</a:t>
            </a:r>
          </a:p>
          <a:p>
            <a:pPr algn="ctr" eaLnBrk="1" fontAlgn="auto" hangingPunct="1">
              <a:spcBef>
                <a:spcPts val="0"/>
              </a:spcBef>
              <a:spcAft>
                <a:spcPts val="0"/>
              </a:spcAft>
              <a:defRPr/>
            </a:pPr>
            <a:r>
              <a:rPr lang="fr-FR" altLang="fr-FR" sz="1400" kern="0" dirty="0">
                <a:solidFill>
                  <a:schemeClr val="tx2"/>
                </a:solidFill>
              </a:rPr>
              <a:t>comprendre la demande en termes de service à délivrer au métier et influencer cette demande de manière à la mettre en correspondance avec la capacité qu’a le fournisseur de service IT à y répondre à un coût adapté</a:t>
            </a:r>
          </a:p>
          <a:p>
            <a:pPr eaLnBrk="1" fontAlgn="auto" hangingPunct="1">
              <a:spcBef>
                <a:spcPts val="0"/>
              </a:spcBef>
              <a:spcAft>
                <a:spcPts val="0"/>
              </a:spcAft>
              <a:defRPr/>
            </a:pPr>
            <a:endParaRPr lang="fr-FR" altLang="fr-FR" sz="1050" u="sng" kern="0" dirty="0">
              <a:solidFill>
                <a:schemeClr val="tx2"/>
              </a:solidFill>
            </a:endParaRPr>
          </a:p>
          <a:p>
            <a:pPr eaLnBrk="1" fontAlgn="auto" hangingPunct="1">
              <a:spcBef>
                <a:spcPts val="0"/>
              </a:spcBef>
              <a:spcAft>
                <a:spcPts val="0"/>
              </a:spcAft>
              <a:defRPr/>
            </a:pPr>
            <a:r>
              <a:rPr lang="fr-FR" altLang="fr-FR" sz="1050" u="sng" kern="0" dirty="0">
                <a:solidFill>
                  <a:schemeClr val="tx2"/>
                </a:solidFill>
              </a:rPr>
              <a:t>Avantages pour les métiers</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Être compris de la DSI concernant les besoins à satisfaire</a:t>
            </a:r>
          </a:p>
          <a:p>
            <a:pPr eaLnBrk="1" fontAlgn="auto" hangingPunct="1">
              <a:spcBef>
                <a:spcPts val="0"/>
              </a:spcBef>
              <a:spcAft>
                <a:spcPts val="0"/>
              </a:spcAft>
              <a:defRPr/>
            </a:pPr>
            <a:endParaRPr lang="fr-FR" altLang="fr-FR" sz="1050" u="sng" kern="0" dirty="0">
              <a:solidFill>
                <a:schemeClr val="tx2"/>
              </a:solidFill>
            </a:endParaRPr>
          </a:p>
          <a:p>
            <a:pPr eaLnBrk="1" fontAlgn="auto" hangingPunct="1">
              <a:spcBef>
                <a:spcPts val="0"/>
              </a:spcBef>
              <a:spcAft>
                <a:spcPts val="0"/>
              </a:spcAft>
              <a:defRPr/>
            </a:pPr>
            <a:r>
              <a:rPr lang="fr-FR" altLang="fr-FR" sz="1050" u="sng" kern="0" dirty="0">
                <a:solidFill>
                  <a:schemeClr val="tx2"/>
                </a:solidFill>
              </a:rPr>
              <a:t>Avantages pour la DSI</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Minimiser l’incertitude de la Demande</a:t>
            </a:r>
          </a:p>
          <a:p>
            <a:pPr marL="171450"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Fournir des données fiables à la gestion de la capacité pour :</a:t>
            </a:r>
          </a:p>
          <a:p>
            <a:pPr marL="914400" lvl="1"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Eviter les capacités excessives et non utilisées, coûteuses</a:t>
            </a:r>
          </a:p>
          <a:p>
            <a:pPr marL="914400" lvl="1" indent="-171450" eaLnBrk="1" fontAlgn="auto" hangingPunct="1">
              <a:spcBef>
                <a:spcPts val="0"/>
              </a:spcBef>
              <a:spcAft>
                <a:spcPts val="0"/>
              </a:spcAft>
              <a:buFont typeface="Arial" panose="020B0604020202020204" pitchFamily="34" charset="0"/>
              <a:buChar char="•"/>
              <a:defRPr/>
            </a:pPr>
            <a:r>
              <a:rPr lang="fr-FR" altLang="fr-FR" sz="1050" kern="0" dirty="0">
                <a:solidFill>
                  <a:schemeClr val="tx2"/>
                </a:solidFill>
              </a:rPr>
              <a:t>Eviter les capacités insuffisantes, ne permettant pas de satisfaire les niveaux de service attendus</a:t>
            </a:r>
          </a:p>
        </p:txBody>
      </p:sp>
      <p:sp>
        <p:nvSpPr>
          <p:cNvPr id="52" name="Rectangle : coins arrondis 7">
            <a:extLst>
              <a:ext uri="{FF2B5EF4-FFF2-40B4-BE49-F238E27FC236}">
                <a16:creationId xmlns:a16="http://schemas.microsoft.com/office/drawing/2014/main" id="{FFA0FB32-A4E1-48C1-8F7D-E435D47B6D02}"/>
              </a:ext>
            </a:extLst>
          </p:cNvPr>
          <p:cNvSpPr/>
          <p:nvPr/>
        </p:nvSpPr>
        <p:spPr>
          <a:xfrm>
            <a:off x="163135" y="2676271"/>
            <a:ext cx="1462088" cy="550862"/>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 la relation métier</a:t>
            </a:r>
          </a:p>
        </p:txBody>
      </p:sp>
      <p:sp>
        <p:nvSpPr>
          <p:cNvPr id="56" name="Rectangle : coins arrondis 9">
            <a:extLst>
              <a:ext uri="{FF2B5EF4-FFF2-40B4-BE49-F238E27FC236}">
                <a16:creationId xmlns:a16="http://schemas.microsoft.com/office/drawing/2014/main" id="{0891F104-6F88-4944-A2E5-B5DE8A84C7B1}"/>
              </a:ext>
            </a:extLst>
          </p:cNvPr>
          <p:cNvSpPr/>
          <p:nvPr/>
        </p:nvSpPr>
        <p:spPr>
          <a:xfrm>
            <a:off x="10215563" y="2481263"/>
            <a:ext cx="1566862" cy="890587"/>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 la capacité</a:t>
            </a:r>
          </a:p>
        </p:txBody>
      </p:sp>
      <p:cxnSp>
        <p:nvCxnSpPr>
          <p:cNvPr id="3079" name="Connecteur droit avec flèche 56">
            <a:extLst>
              <a:ext uri="{FF2B5EF4-FFF2-40B4-BE49-F238E27FC236}">
                <a16:creationId xmlns:a16="http://schemas.microsoft.com/office/drawing/2014/main" id="{FBD27E52-617A-43E7-9758-2774361BA6DB}"/>
              </a:ext>
            </a:extLst>
          </p:cNvPr>
          <p:cNvCxnSpPr>
            <a:cxnSpLocks/>
          </p:cNvCxnSpPr>
          <p:nvPr/>
        </p:nvCxnSpPr>
        <p:spPr bwMode="auto">
          <a:xfrm flipH="1">
            <a:off x="8869363" y="2695575"/>
            <a:ext cx="1346200" cy="0"/>
          </a:xfrm>
          <a:prstGeom prst="straightConnector1">
            <a:avLst/>
          </a:prstGeom>
          <a:noFill/>
          <a:ln w="9525" algn="ctr">
            <a:solidFill>
              <a:srgbClr val="747678"/>
            </a:solidFill>
            <a:round/>
            <a:headEnd type="triangle" w="med" len="med"/>
            <a:tailEnd/>
          </a:ln>
          <a:extLst>
            <a:ext uri="{909E8E84-426E-40DD-AFC4-6F175D3DCCD1}">
              <a14:hiddenFill xmlns:a14="http://schemas.microsoft.com/office/drawing/2010/main">
                <a:noFill/>
              </a14:hiddenFill>
            </a:ext>
          </a:extLst>
        </p:spPr>
      </p:cxnSp>
      <p:sp>
        <p:nvSpPr>
          <p:cNvPr id="61" name="Rectangle : coins arrondis 71">
            <a:extLst>
              <a:ext uri="{FF2B5EF4-FFF2-40B4-BE49-F238E27FC236}">
                <a16:creationId xmlns:a16="http://schemas.microsoft.com/office/drawing/2014/main" id="{3EB7B1E5-D645-4E41-A0D1-E5BE76B34815}"/>
              </a:ext>
            </a:extLst>
          </p:cNvPr>
          <p:cNvSpPr/>
          <p:nvPr/>
        </p:nvSpPr>
        <p:spPr>
          <a:xfrm>
            <a:off x="10215563" y="3833813"/>
            <a:ext cx="1566862" cy="889000"/>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des niveaux de services</a:t>
            </a:r>
          </a:p>
        </p:txBody>
      </p:sp>
      <p:sp>
        <p:nvSpPr>
          <p:cNvPr id="64" name="Rectangle : coins arrondis 171">
            <a:extLst>
              <a:ext uri="{FF2B5EF4-FFF2-40B4-BE49-F238E27FC236}">
                <a16:creationId xmlns:a16="http://schemas.microsoft.com/office/drawing/2014/main" id="{9226CBF5-678D-4F9C-ACB4-9C874F5CBA1D}"/>
              </a:ext>
            </a:extLst>
          </p:cNvPr>
          <p:cNvSpPr/>
          <p:nvPr/>
        </p:nvSpPr>
        <p:spPr>
          <a:xfrm>
            <a:off x="204788" y="3511550"/>
            <a:ext cx="1455737" cy="693738"/>
          </a:xfrm>
          <a:prstGeom prst="roundRect">
            <a:avLst/>
          </a:prstGeom>
          <a:solidFill>
            <a:srgbClr val="E1E1E1"/>
          </a:solidFill>
          <a:ln w="9525" cap="flat" cmpd="sng" algn="ctr">
            <a:solidFill>
              <a:schemeClr val="tx2"/>
            </a:solidFill>
            <a:prstDash val="solid"/>
          </a:ln>
          <a:effectLst/>
        </p:spPr>
        <p:txBody>
          <a:bodyPr tIns="91440" bIns="91440" anchor="ctr"/>
          <a:lstStyle/>
          <a:p>
            <a:pPr algn="ctr" defTabSz="914400" eaLnBrk="1" fontAlgn="auto" hangingPunct="1">
              <a:spcBef>
                <a:spcPts val="0"/>
              </a:spcBef>
              <a:spcAft>
                <a:spcPts val="0"/>
              </a:spcAft>
              <a:defRPr/>
            </a:pPr>
            <a:r>
              <a:rPr lang="fr-FR" sz="1400" b="1" kern="0" dirty="0">
                <a:solidFill>
                  <a:srgbClr val="3C3732"/>
                </a:solidFill>
                <a:latin typeface="Arial" pitchFamily="34" charset="0"/>
              </a:rPr>
              <a:t>Gestion financière des services</a:t>
            </a:r>
          </a:p>
        </p:txBody>
      </p:sp>
      <p:sp>
        <p:nvSpPr>
          <p:cNvPr id="67" name="Organigramme : Document 66">
            <a:extLst>
              <a:ext uri="{FF2B5EF4-FFF2-40B4-BE49-F238E27FC236}">
                <a16:creationId xmlns:a16="http://schemas.microsoft.com/office/drawing/2014/main" id="{4B22F507-8992-4CAA-839A-F27B4B5D47A4}"/>
              </a:ext>
            </a:extLst>
          </p:cNvPr>
          <p:cNvSpPr/>
          <p:nvPr/>
        </p:nvSpPr>
        <p:spPr>
          <a:xfrm>
            <a:off x="8994775" y="2462213"/>
            <a:ext cx="1084263" cy="460375"/>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Demande</a:t>
            </a:r>
          </a:p>
        </p:txBody>
      </p:sp>
      <p:cxnSp>
        <p:nvCxnSpPr>
          <p:cNvPr id="3083" name="Connecteur droit avec flèche 67">
            <a:extLst>
              <a:ext uri="{FF2B5EF4-FFF2-40B4-BE49-F238E27FC236}">
                <a16:creationId xmlns:a16="http://schemas.microsoft.com/office/drawing/2014/main" id="{2A0C1213-8C8A-403A-B454-31DD2EFC0831}"/>
              </a:ext>
            </a:extLst>
          </p:cNvPr>
          <p:cNvCxnSpPr>
            <a:cxnSpLocks/>
            <a:endCxn id="48" idx="3"/>
          </p:cNvCxnSpPr>
          <p:nvPr/>
        </p:nvCxnSpPr>
        <p:spPr bwMode="auto">
          <a:xfrm flipV="1">
            <a:off x="5275268" y="1258749"/>
            <a:ext cx="241300" cy="94615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73" name="Organigramme : Document 72">
            <a:extLst>
              <a:ext uri="{FF2B5EF4-FFF2-40B4-BE49-F238E27FC236}">
                <a16:creationId xmlns:a16="http://schemas.microsoft.com/office/drawing/2014/main" id="{BD85A1BF-14FE-4DD9-9EE1-F805380BEF62}"/>
              </a:ext>
            </a:extLst>
          </p:cNvPr>
          <p:cNvSpPr/>
          <p:nvPr/>
        </p:nvSpPr>
        <p:spPr>
          <a:xfrm>
            <a:off x="4649529" y="1471543"/>
            <a:ext cx="1251477" cy="584200"/>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Solution adaptée</a:t>
            </a:r>
          </a:p>
        </p:txBody>
      </p:sp>
      <p:cxnSp>
        <p:nvCxnSpPr>
          <p:cNvPr id="3086" name="Connecteur droit avec flèche 74">
            <a:extLst>
              <a:ext uri="{FF2B5EF4-FFF2-40B4-BE49-F238E27FC236}">
                <a16:creationId xmlns:a16="http://schemas.microsoft.com/office/drawing/2014/main" id="{6BD367DC-5CAE-47BB-A5C4-B1B258CED501}"/>
              </a:ext>
            </a:extLst>
          </p:cNvPr>
          <p:cNvCxnSpPr>
            <a:cxnSpLocks noChangeShapeType="1"/>
          </p:cNvCxnSpPr>
          <p:nvPr/>
        </p:nvCxnSpPr>
        <p:spPr bwMode="auto">
          <a:xfrm>
            <a:off x="1670050" y="3687763"/>
            <a:ext cx="1735138"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cxnSp>
        <p:nvCxnSpPr>
          <p:cNvPr id="3087" name="Connecteur droit avec flèche 75">
            <a:extLst>
              <a:ext uri="{FF2B5EF4-FFF2-40B4-BE49-F238E27FC236}">
                <a16:creationId xmlns:a16="http://schemas.microsoft.com/office/drawing/2014/main" id="{5199FDB9-E2E1-44C7-B5DA-F701AB45CB5B}"/>
              </a:ext>
            </a:extLst>
          </p:cNvPr>
          <p:cNvCxnSpPr>
            <a:cxnSpLocks/>
          </p:cNvCxnSpPr>
          <p:nvPr/>
        </p:nvCxnSpPr>
        <p:spPr bwMode="auto">
          <a:xfrm flipH="1">
            <a:off x="1660525" y="4033838"/>
            <a:ext cx="1733550"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79" name="Organigramme : Document 78">
            <a:extLst>
              <a:ext uri="{FF2B5EF4-FFF2-40B4-BE49-F238E27FC236}">
                <a16:creationId xmlns:a16="http://schemas.microsoft.com/office/drawing/2014/main" id="{0A8AF992-95A1-4255-ADA3-F8040AFF5BD3}"/>
              </a:ext>
            </a:extLst>
          </p:cNvPr>
          <p:cNvSpPr/>
          <p:nvPr/>
        </p:nvSpPr>
        <p:spPr>
          <a:xfrm>
            <a:off x="1938338" y="3430588"/>
            <a:ext cx="1198562" cy="461962"/>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budget</a:t>
            </a:r>
          </a:p>
        </p:txBody>
      </p:sp>
      <p:sp>
        <p:nvSpPr>
          <p:cNvPr id="81" name="Organigramme : Document 80">
            <a:extLst>
              <a:ext uri="{FF2B5EF4-FFF2-40B4-BE49-F238E27FC236}">
                <a16:creationId xmlns:a16="http://schemas.microsoft.com/office/drawing/2014/main" id="{24782241-1B72-43C6-8D42-34B9AB4A424F}"/>
              </a:ext>
            </a:extLst>
          </p:cNvPr>
          <p:cNvSpPr/>
          <p:nvPr/>
        </p:nvSpPr>
        <p:spPr>
          <a:xfrm>
            <a:off x="1938338" y="3932238"/>
            <a:ext cx="1198562" cy="273050"/>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coûts</a:t>
            </a:r>
          </a:p>
        </p:txBody>
      </p:sp>
      <p:cxnSp>
        <p:nvCxnSpPr>
          <p:cNvPr id="3092" name="Connecteur droit avec flèche 83">
            <a:extLst>
              <a:ext uri="{FF2B5EF4-FFF2-40B4-BE49-F238E27FC236}">
                <a16:creationId xmlns:a16="http://schemas.microsoft.com/office/drawing/2014/main" id="{CF3B3C4F-79E7-442C-ABDC-7C32D88398E2}"/>
              </a:ext>
            </a:extLst>
          </p:cNvPr>
          <p:cNvCxnSpPr>
            <a:cxnSpLocks/>
          </p:cNvCxnSpPr>
          <p:nvPr/>
        </p:nvCxnSpPr>
        <p:spPr bwMode="auto">
          <a:xfrm flipH="1">
            <a:off x="8880475" y="3214688"/>
            <a:ext cx="1335088" cy="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85" name="Organigramme : Document 84">
            <a:extLst>
              <a:ext uri="{FF2B5EF4-FFF2-40B4-BE49-F238E27FC236}">
                <a16:creationId xmlns:a16="http://schemas.microsoft.com/office/drawing/2014/main" id="{0279C754-D183-4E4A-AD9D-91C813FDC5BA}"/>
              </a:ext>
            </a:extLst>
          </p:cNvPr>
          <p:cNvSpPr/>
          <p:nvPr/>
        </p:nvSpPr>
        <p:spPr>
          <a:xfrm>
            <a:off x="9001125" y="2987675"/>
            <a:ext cx="1077913" cy="484188"/>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Solutions</a:t>
            </a:r>
          </a:p>
        </p:txBody>
      </p:sp>
      <p:cxnSp>
        <p:nvCxnSpPr>
          <p:cNvPr id="3095" name="Connecteur droit avec flèche 86">
            <a:extLst>
              <a:ext uri="{FF2B5EF4-FFF2-40B4-BE49-F238E27FC236}">
                <a16:creationId xmlns:a16="http://schemas.microsoft.com/office/drawing/2014/main" id="{33246D75-2220-4D7E-AF77-E105E2711C5F}"/>
              </a:ext>
            </a:extLst>
          </p:cNvPr>
          <p:cNvCxnSpPr>
            <a:cxnSpLocks/>
          </p:cNvCxnSpPr>
          <p:nvPr/>
        </p:nvCxnSpPr>
        <p:spPr bwMode="auto">
          <a:xfrm>
            <a:off x="8862745" y="4291013"/>
            <a:ext cx="1362075" cy="1"/>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88" name="Organigramme : Document 87">
            <a:extLst>
              <a:ext uri="{FF2B5EF4-FFF2-40B4-BE49-F238E27FC236}">
                <a16:creationId xmlns:a16="http://schemas.microsoft.com/office/drawing/2014/main" id="{A58C4F0F-863D-4019-8981-E99FA25B0037}"/>
              </a:ext>
            </a:extLst>
          </p:cNvPr>
          <p:cNvSpPr/>
          <p:nvPr/>
        </p:nvSpPr>
        <p:spPr>
          <a:xfrm>
            <a:off x="9004032" y="4164013"/>
            <a:ext cx="1084263" cy="395288"/>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Niveaux de services</a:t>
            </a:r>
          </a:p>
        </p:txBody>
      </p:sp>
      <p:cxnSp>
        <p:nvCxnSpPr>
          <p:cNvPr id="3099" name="Connecteur droit avec flèche 90">
            <a:extLst>
              <a:ext uri="{FF2B5EF4-FFF2-40B4-BE49-F238E27FC236}">
                <a16:creationId xmlns:a16="http://schemas.microsoft.com/office/drawing/2014/main" id="{13790AAF-2E31-4890-8839-C92065F7EAEE}"/>
              </a:ext>
            </a:extLst>
          </p:cNvPr>
          <p:cNvCxnSpPr>
            <a:cxnSpLocks/>
            <a:stCxn id="52" idx="3"/>
          </p:cNvCxnSpPr>
          <p:nvPr/>
        </p:nvCxnSpPr>
        <p:spPr bwMode="auto">
          <a:xfrm flipV="1">
            <a:off x="1625223" y="2931878"/>
            <a:ext cx="1735137" cy="19824"/>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92" name="Organigramme : Document 91">
            <a:extLst>
              <a:ext uri="{FF2B5EF4-FFF2-40B4-BE49-F238E27FC236}">
                <a16:creationId xmlns:a16="http://schemas.microsoft.com/office/drawing/2014/main" id="{673CB94E-3DC8-4CBD-8370-9F5F0200F931}"/>
              </a:ext>
            </a:extLst>
          </p:cNvPr>
          <p:cNvSpPr/>
          <p:nvPr/>
        </p:nvSpPr>
        <p:spPr>
          <a:xfrm>
            <a:off x="1961222" y="2673311"/>
            <a:ext cx="1169987" cy="550863"/>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Communication</a:t>
            </a:r>
          </a:p>
        </p:txBody>
      </p:sp>
      <p:cxnSp>
        <p:nvCxnSpPr>
          <p:cNvPr id="3109" name="Connecteur droit avec flèche 100">
            <a:extLst>
              <a:ext uri="{FF2B5EF4-FFF2-40B4-BE49-F238E27FC236}">
                <a16:creationId xmlns:a16="http://schemas.microsoft.com/office/drawing/2014/main" id="{3F94923A-FF83-4C1A-BC97-C77214EF4327}"/>
              </a:ext>
            </a:extLst>
          </p:cNvPr>
          <p:cNvCxnSpPr>
            <a:cxnSpLocks/>
            <a:stCxn id="48" idx="5"/>
          </p:cNvCxnSpPr>
          <p:nvPr/>
        </p:nvCxnSpPr>
        <p:spPr bwMode="auto">
          <a:xfrm>
            <a:off x="6816731" y="1258749"/>
            <a:ext cx="222250" cy="952500"/>
          </a:xfrm>
          <a:prstGeom prst="straightConnector1">
            <a:avLst/>
          </a:prstGeom>
          <a:noFill/>
          <a:ln w="9525" algn="ctr">
            <a:solidFill>
              <a:srgbClr val="747678"/>
            </a:solidFill>
            <a:round/>
            <a:headEnd/>
            <a:tailEnd type="triangle" w="med" len="med"/>
          </a:ln>
          <a:extLst>
            <a:ext uri="{909E8E84-426E-40DD-AFC4-6F175D3DCCD1}">
              <a14:hiddenFill xmlns:a14="http://schemas.microsoft.com/office/drawing/2010/main">
                <a:noFill/>
              </a14:hiddenFill>
            </a:ext>
          </a:extLst>
        </p:spPr>
      </p:cxnSp>
      <p:sp>
        <p:nvSpPr>
          <p:cNvPr id="102" name="Organigramme : Document 101">
            <a:extLst>
              <a:ext uri="{FF2B5EF4-FFF2-40B4-BE49-F238E27FC236}">
                <a16:creationId xmlns:a16="http://schemas.microsoft.com/office/drawing/2014/main" id="{8B766FF5-8C9B-4A0C-A3C1-30EF715B0502}"/>
              </a:ext>
            </a:extLst>
          </p:cNvPr>
          <p:cNvSpPr/>
          <p:nvPr/>
        </p:nvSpPr>
        <p:spPr>
          <a:xfrm>
            <a:off x="6453193" y="1493699"/>
            <a:ext cx="1098550" cy="438150"/>
          </a:xfrm>
          <a:prstGeom prst="flowChartDocument">
            <a:avLst/>
          </a:prstGeom>
          <a:solidFill>
            <a:srgbClr val="E1E1E1"/>
          </a:solidFill>
          <a:ln w="9525" cap="flat" cmpd="sng" algn="ctr">
            <a:solidFill>
              <a:srgbClr val="E1E1E1"/>
            </a:solidFill>
            <a:prstDash val="solid"/>
          </a:ln>
          <a:effectLst/>
        </p:spPr>
        <p:txBody>
          <a:bodyPr tIns="91440" bIns="91440" anchor="ctr"/>
          <a:lstStyle/>
          <a:p>
            <a:pPr algn="ctr" defTabSz="914400" eaLnBrk="1" fontAlgn="auto" hangingPunct="1">
              <a:spcBef>
                <a:spcPts val="0"/>
              </a:spcBef>
              <a:spcAft>
                <a:spcPts val="0"/>
              </a:spcAft>
              <a:defRPr/>
            </a:pPr>
            <a:r>
              <a:rPr lang="fr-FR" sz="1050" kern="0" dirty="0">
                <a:solidFill>
                  <a:srgbClr val="3C3732"/>
                </a:solidFill>
                <a:latin typeface="Arial" pitchFamily="34" charset="0"/>
              </a:rPr>
              <a:t>Demande</a:t>
            </a:r>
          </a:p>
        </p:txBody>
      </p:sp>
    </p:spTree>
    <p:extLst>
      <p:ext uri="{BB962C8B-B14F-4D97-AF65-F5344CB8AC3E}">
        <p14:creationId xmlns:p14="http://schemas.microsoft.com/office/powerpoint/2010/main" val="32567098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E2825560-C25A-4778-AFB7-0C711E019B0A}"/>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16387" name="Espace réservé du texte 2">
            <a:extLst>
              <a:ext uri="{FF2B5EF4-FFF2-40B4-BE49-F238E27FC236}">
                <a16:creationId xmlns:a16="http://schemas.microsoft.com/office/drawing/2014/main" id="{05A03317-DA60-4C49-8F5D-6425B3A78089}"/>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dirty="0">
                <a:solidFill>
                  <a:schemeClr val="tx2"/>
                </a:solidFill>
                <a:latin typeface="Arial" panose="020B0604020202020204" pitchFamily="34" charset="0"/>
              </a:rPr>
              <a:t>PRINCIPES </a:t>
            </a:r>
            <a:r>
              <a:rPr lang="fr-FR" altLang="fr-FR" sz="1600" cap="all" dirty="0">
                <a:solidFill>
                  <a:schemeClr val="tx2"/>
                </a:solidFill>
                <a:latin typeface="Arial" panose="020B0604020202020204" pitchFamily="34" charset="0"/>
              </a:rPr>
              <a:t>: La gestion de la demande EST basée sur l’activité METIER </a:t>
            </a:r>
          </a:p>
        </p:txBody>
      </p:sp>
      <p:graphicFrame>
        <p:nvGraphicFramePr>
          <p:cNvPr id="6" name="Tableau 5">
            <a:extLst>
              <a:ext uri="{FF2B5EF4-FFF2-40B4-BE49-F238E27FC236}">
                <a16:creationId xmlns:a16="http://schemas.microsoft.com/office/drawing/2014/main" id="{C1A06A38-03D7-4BB1-9909-14A3059CB9E5}"/>
              </a:ext>
            </a:extLst>
          </p:cNvPr>
          <p:cNvGraphicFramePr>
            <a:graphicFrameLocks noGrp="1"/>
          </p:cNvGraphicFramePr>
          <p:nvPr>
            <p:extLst>
              <p:ext uri="{D42A27DB-BD31-4B8C-83A1-F6EECF244321}">
                <p14:modId xmlns:p14="http://schemas.microsoft.com/office/powerpoint/2010/main" val="4239790531"/>
              </p:ext>
            </p:extLst>
          </p:nvPr>
        </p:nvGraphicFramePr>
        <p:xfrm>
          <a:off x="793750" y="1846263"/>
          <a:ext cx="10626725" cy="4450064"/>
        </p:xfrm>
        <a:graphic>
          <a:graphicData uri="http://schemas.openxmlformats.org/drawingml/2006/table">
            <a:tbl>
              <a:tblPr firstRow="1" bandRow="1"/>
              <a:tblGrid>
                <a:gridCol w="10626725">
                  <a:extLst>
                    <a:ext uri="{9D8B030D-6E8A-4147-A177-3AD203B41FA5}">
                      <a16:colId xmlns:a16="http://schemas.microsoft.com/office/drawing/2014/main" val="20000"/>
                    </a:ext>
                  </a:extLst>
                </a:gridCol>
              </a:tblGrid>
              <a:tr h="411462">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t>Principes fondamentaux</a:t>
                      </a:r>
                    </a:p>
                  </a:txBody>
                  <a:tcPr marL="91430" marR="91430" marT="45718" marB="4571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640053">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Constituer le schéma d’activité métier </a:t>
                      </a:r>
                      <a:r>
                        <a:rPr lang="en-US" sz="1200" b="0" kern="1200" dirty="0">
                          <a:latin typeface="Arial" panose="020B0604020202020204" pitchFamily="34" charset="0"/>
                          <a:cs typeface="Arial" panose="020B0604020202020204" pitchFamily="34" charset="0"/>
                        </a:rPr>
                        <a:t>(Patterns of Business Activity – PBA) : </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anose="05000000000000000000" pitchFamily="2" charset="2"/>
                        <a:buChar char="§"/>
                        <a:tabLst/>
                        <a:defRPr/>
                      </a:pPr>
                      <a:r>
                        <a:rPr lang="fr-FR" sz="1200" b="0" kern="1200" dirty="0">
                          <a:latin typeface="Arial" panose="020B0604020202020204" pitchFamily="34" charset="0"/>
                          <a:cs typeface="Arial" panose="020B0604020202020204" pitchFamily="34" charset="0"/>
                        </a:rPr>
                        <a:t>Les PBA sont des modélisations d’activités métier à partir d’actifs clients tels que les personnes, les processus métiers, les applications utilisées, …</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anose="05000000000000000000" pitchFamily="2" charset="2"/>
                        <a:buChar char="§"/>
                        <a:tabLst/>
                        <a:defRPr/>
                      </a:pPr>
                      <a:r>
                        <a:rPr lang="fr-FR" sz="1200" b="0" kern="1200" dirty="0">
                          <a:latin typeface="Arial" panose="020B0604020202020204" pitchFamily="34" charset="0"/>
                          <a:cs typeface="Arial" panose="020B0604020202020204" pitchFamily="34" charset="0"/>
                        </a:rPr>
                        <a:t>Les PBA définissent les dynamiques d’une entreprise et comprennent les interactions avec les clients, fournisseurs, partenaires, …</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anose="05000000000000000000" pitchFamily="2" charset="2"/>
                        <a:buChar char="§"/>
                        <a:tabLst/>
                        <a:defRPr/>
                      </a:pPr>
                      <a:r>
                        <a:rPr lang="fr-FR" sz="1200" b="0" kern="1200" dirty="0">
                          <a:latin typeface="Arial" panose="020B0604020202020204" pitchFamily="34" charset="0"/>
                          <a:cs typeface="Arial" panose="020B0604020202020204" pitchFamily="34" charset="0"/>
                        </a:rPr>
                        <a:t>Les PBA sont associés aux profils utilisateurs (User Profil  – UP) pour déterminer des combinaisons PBA-PU caractéristiques</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anose="05000000000000000000" pitchFamily="2" charset="2"/>
                        <a:buChar char="§"/>
                        <a:tabLst/>
                        <a:defRPr/>
                      </a:pPr>
                      <a:r>
                        <a:rPr lang="fr-FR" sz="1200" b="0" kern="1200" dirty="0">
                          <a:latin typeface="Arial" panose="020B0604020202020204" pitchFamily="34" charset="0"/>
                          <a:cs typeface="Arial" panose="020B0604020202020204" pitchFamily="34" charset="0"/>
                        </a:rPr>
                        <a:t>Les attributs des PBA sont la fréquence, le volume, le lieu, …</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endParaRPr lang="fr-FR" sz="1200" b="0" kern="1200" dirty="0">
                        <a:latin typeface="Arial" panose="020B0604020202020204" pitchFamily="34" charset="0"/>
                        <a:cs typeface="Arial" panose="020B0604020202020204" pitchFamily="34" charset="0"/>
                      </a:endParaRPr>
                    </a:p>
                  </a:txBody>
                  <a:tcPr marL="91430" marR="91430" marT="45718" marB="4571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411462">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30" marR="91430" marT="45718" marB="45718">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4"/>
                  </a:ext>
                </a:extLst>
              </a:tr>
              <a:tr h="370824">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1F497D"/>
                        </a:buClr>
                        <a:buSzTx/>
                        <a:buFont typeface="Wingdings" panose="05000000000000000000" pitchFamily="2" charset="2"/>
                        <a:buChar char="§"/>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Les PBA et UP ne sont pas produits à ce jour.</a:t>
                      </a:r>
                    </a:p>
                    <a:p>
                      <a:pPr marL="171450" marR="0" lvl="1" indent="-171450" algn="l" defTabSz="457200" rtl="0" eaLnBrk="1" fontAlgn="auto" latinLnBrk="0" hangingPunct="1">
                        <a:lnSpc>
                          <a:spcPct val="100000"/>
                        </a:lnSpc>
                        <a:spcBef>
                          <a:spcPts val="0"/>
                        </a:spcBef>
                        <a:spcAft>
                          <a:spcPts val="0"/>
                        </a:spcAft>
                        <a:buClr>
                          <a:srgbClr val="1F497D"/>
                        </a:buClr>
                        <a:buSzTx/>
                        <a:buFont typeface="Wingdings" panose="05000000000000000000" pitchFamily="2" charset="2"/>
                        <a:buChar char="§"/>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Des réflexions sur les caractéristiques des PBA sont en cours :</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Interaction avec les clients à distance (fréquence)</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Interaction avec les clients sur place (fréquence)</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Archivage ou gestion des informations client</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Traitement les informations sensibles (confidentialité)</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Génération d'informations confidentielles</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Fourniture d'un support technique (fréquence)</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Demande d'assistance technique</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Exigences de bande passante du réseau</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Exigences de stockage de données (volume)</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Tolérance pour le retard dans la réponse du service</a:t>
                      </a:r>
                    </a:p>
                    <a:p>
                      <a:pPr marL="0" marR="0" lvl="0" indent="0" algn="ctr" defTabSz="1038977" rtl="0" eaLnBrk="1" fontAlgn="auto" latinLnBrk="0" hangingPunct="1">
                        <a:lnSpc>
                          <a:spcPct val="100000"/>
                        </a:lnSpc>
                        <a:spcBef>
                          <a:spcPts val="0"/>
                        </a:spcBef>
                        <a:spcAft>
                          <a:spcPts val="0"/>
                        </a:spcAft>
                        <a:buClrTx/>
                        <a:buSzTx/>
                        <a:buFontTx/>
                        <a:buNone/>
                        <a:tabLst/>
                        <a:defRPr/>
                      </a:pPr>
                      <a:endParaRPr kumimoji="0" lang="fr-FR" sz="1000" b="1" i="0" u="none" strike="noStrike" kern="1200" cap="none" spc="0" normalizeH="0" baseline="0" noProof="0" dirty="0">
                        <a:ln>
                          <a:noFill/>
                        </a:ln>
                        <a:solidFill>
                          <a:prstClr val="white"/>
                        </a:solidFill>
                        <a:effectLst/>
                        <a:uLnTx/>
                        <a:uFillTx/>
                        <a:latin typeface="+mn-lt"/>
                        <a:ea typeface="+mn-ea"/>
                        <a:cs typeface="+mn-cs"/>
                      </a:endParaRPr>
                    </a:p>
                  </a:txBody>
                  <a:tcPr marL="91430" marR="91430" marT="45718" marB="45718">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5"/>
                  </a:ext>
                </a:extLst>
              </a:tr>
            </a:tbl>
          </a:graphicData>
        </a:graphic>
      </p:graphicFrame>
      <p:sp>
        <p:nvSpPr>
          <p:cNvPr id="8" name="ZoneTexte 7">
            <a:extLst>
              <a:ext uri="{FF2B5EF4-FFF2-40B4-BE49-F238E27FC236}">
                <a16:creationId xmlns:a16="http://schemas.microsoft.com/office/drawing/2014/main" id="{6759C433-7441-4A9B-A5A8-4127322DD4F6}"/>
              </a:ext>
            </a:extLst>
          </p:cNvPr>
          <p:cNvSpPr txBox="1"/>
          <p:nvPr/>
        </p:nvSpPr>
        <p:spPr>
          <a:xfrm>
            <a:off x="5015086" y="4228944"/>
            <a:ext cx="6094520" cy="1384995"/>
          </a:xfrm>
          <a:prstGeom prst="rect">
            <a:avLst/>
          </a:prstGeom>
          <a:noFill/>
        </p:spPr>
        <p:txBody>
          <a:bodyPr wrap="square">
            <a:spAutoFit/>
          </a:bodyPr>
          <a:lstStyle/>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Variations saisonnières de l'activité</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Impression des documents et des images</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Envoi de documents à l'aide de systèmes tiers</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Traitement des transactions avec un appareil mobile</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Courriel à l'aide d'un appareil mobile</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Accès aux systèmes de travail pendant les voyages intérieurs</a:t>
            </a:r>
          </a:p>
          <a:p>
            <a:pPr marL="715701" marR="0" lvl="2" indent="-171450" algn="l" defTabSz="457200" rtl="0" eaLnBrk="1" fontAlgn="auto" latinLnBrk="0" hangingPunct="1">
              <a:lnSpc>
                <a:spcPct val="100000"/>
              </a:lnSpc>
              <a:spcBef>
                <a:spcPts val="0"/>
              </a:spcBef>
              <a:spcAft>
                <a:spcPts val="0"/>
              </a:spcAft>
              <a:buClr>
                <a:srgbClr val="1F497D"/>
              </a:buClr>
              <a:buSzTx/>
              <a:buFont typeface="Courier New" panose="02070309020205020404" pitchFamily="49" charset="0"/>
              <a:buChar char="o"/>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Accès aux systèmes de travail lors de voyages à l'étranger</a:t>
            </a:r>
          </a:p>
        </p:txBody>
      </p:sp>
    </p:spTree>
    <p:extLst>
      <p:ext uri="{BB962C8B-B14F-4D97-AF65-F5344CB8AC3E}">
        <p14:creationId xmlns:p14="http://schemas.microsoft.com/office/powerpoint/2010/main" val="36028762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E2825560-C25A-4778-AFB7-0C711E019B0A}"/>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16387" name="Espace réservé du texte 2">
            <a:extLst>
              <a:ext uri="{FF2B5EF4-FFF2-40B4-BE49-F238E27FC236}">
                <a16:creationId xmlns:a16="http://schemas.microsoft.com/office/drawing/2014/main" id="{05A03317-DA60-4C49-8F5D-6425B3A78089}"/>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dirty="0">
                <a:solidFill>
                  <a:schemeClr val="tx2"/>
                </a:solidFill>
                <a:latin typeface="Arial" panose="020B0604020202020204" pitchFamily="34" charset="0"/>
              </a:rPr>
              <a:t>PRINCIPES </a:t>
            </a:r>
            <a:r>
              <a:rPr lang="fr-FR" altLang="fr-FR" sz="1600" cap="all" dirty="0">
                <a:solidFill>
                  <a:schemeClr val="tx2"/>
                </a:solidFill>
                <a:latin typeface="Arial" panose="020B0604020202020204" pitchFamily="34" charset="0"/>
              </a:rPr>
              <a:t>: l’activité METIER doit être modélisée et mesurée </a:t>
            </a:r>
          </a:p>
        </p:txBody>
      </p:sp>
      <p:graphicFrame>
        <p:nvGraphicFramePr>
          <p:cNvPr id="6" name="Tableau 5">
            <a:extLst>
              <a:ext uri="{FF2B5EF4-FFF2-40B4-BE49-F238E27FC236}">
                <a16:creationId xmlns:a16="http://schemas.microsoft.com/office/drawing/2014/main" id="{C1A06A38-03D7-4BB1-9909-14A3059CB9E5}"/>
              </a:ext>
            </a:extLst>
          </p:cNvPr>
          <p:cNvGraphicFramePr>
            <a:graphicFrameLocks noGrp="1"/>
          </p:cNvGraphicFramePr>
          <p:nvPr>
            <p:extLst>
              <p:ext uri="{D42A27DB-BD31-4B8C-83A1-F6EECF244321}">
                <p14:modId xmlns:p14="http://schemas.microsoft.com/office/powerpoint/2010/main" val="1747405980"/>
              </p:ext>
            </p:extLst>
          </p:nvPr>
        </p:nvGraphicFramePr>
        <p:xfrm>
          <a:off x="793750" y="1846263"/>
          <a:ext cx="10626725" cy="1889721"/>
        </p:xfrm>
        <a:graphic>
          <a:graphicData uri="http://schemas.openxmlformats.org/drawingml/2006/table">
            <a:tbl>
              <a:tblPr firstRow="1" bandRow="1"/>
              <a:tblGrid>
                <a:gridCol w="10626725">
                  <a:extLst>
                    <a:ext uri="{9D8B030D-6E8A-4147-A177-3AD203B41FA5}">
                      <a16:colId xmlns:a16="http://schemas.microsoft.com/office/drawing/2014/main" val="20000"/>
                    </a:ext>
                  </a:extLst>
                </a:gridCol>
              </a:tblGrid>
              <a:tr h="411462">
                <a:tc>
                  <a:txBody>
                    <a:bodyPr/>
                    <a:lstStyle>
                      <a:lvl1pPr marL="0" algn="l" defTabSz="1088502" rtl="0" eaLnBrk="1" latinLnBrk="0" hangingPunct="1">
                        <a:defRPr sz="2100" b="1" kern="1200">
                          <a:solidFill>
                            <a:schemeClr val="lt1"/>
                          </a:solidFill>
                          <a:latin typeface="Arial"/>
                        </a:defRPr>
                      </a:lvl1pPr>
                      <a:lvl2pPr marL="544251" algn="l" defTabSz="1088502" rtl="0" eaLnBrk="1" latinLnBrk="0" hangingPunct="1">
                        <a:defRPr sz="2100" b="1" kern="1200">
                          <a:solidFill>
                            <a:schemeClr val="lt1"/>
                          </a:solidFill>
                          <a:latin typeface="Arial"/>
                        </a:defRPr>
                      </a:lvl2pPr>
                      <a:lvl3pPr marL="1088502" algn="l" defTabSz="1088502" rtl="0" eaLnBrk="1" latinLnBrk="0" hangingPunct="1">
                        <a:defRPr sz="2100" b="1" kern="1200">
                          <a:solidFill>
                            <a:schemeClr val="lt1"/>
                          </a:solidFill>
                          <a:latin typeface="Arial"/>
                        </a:defRPr>
                      </a:lvl3pPr>
                      <a:lvl4pPr marL="1632753" algn="l" defTabSz="1088502" rtl="0" eaLnBrk="1" latinLnBrk="0" hangingPunct="1">
                        <a:defRPr sz="2100" b="1" kern="1200">
                          <a:solidFill>
                            <a:schemeClr val="lt1"/>
                          </a:solidFill>
                          <a:latin typeface="Arial"/>
                        </a:defRPr>
                      </a:lvl4pPr>
                      <a:lvl5pPr marL="2177004" algn="l" defTabSz="1088502" rtl="0" eaLnBrk="1" latinLnBrk="0" hangingPunct="1">
                        <a:defRPr sz="2100" b="1" kern="1200">
                          <a:solidFill>
                            <a:schemeClr val="lt1"/>
                          </a:solidFill>
                          <a:latin typeface="Arial"/>
                        </a:defRPr>
                      </a:lvl5pPr>
                      <a:lvl6pPr marL="2721254" algn="l" defTabSz="1088502" rtl="0" eaLnBrk="1" latinLnBrk="0" hangingPunct="1">
                        <a:defRPr sz="2100" b="1" kern="1200">
                          <a:solidFill>
                            <a:schemeClr val="lt1"/>
                          </a:solidFill>
                          <a:latin typeface="Arial"/>
                        </a:defRPr>
                      </a:lvl6pPr>
                      <a:lvl7pPr marL="3265505" algn="l" defTabSz="1088502" rtl="0" eaLnBrk="1" latinLnBrk="0" hangingPunct="1">
                        <a:defRPr sz="2100" b="1" kern="1200">
                          <a:solidFill>
                            <a:schemeClr val="lt1"/>
                          </a:solidFill>
                          <a:latin typeface="Arial"/>
                        </a:defRPr>
                      </a:lvl7pPr>
                      <a:lvl8pPr marL="3809756" algn="l" defTabSz="1088502" rtl="0" eaLnBrk="1" latinLnBrk="0" hangingPunct="1">
                        <a:defRPr sz="2100" b="1" kern="1200">
                          <a:solidFill>
                            <a:schemeClr val="lt1"/>
                          </a:solidFill>
                          <a:latin typeface="Arial"/>
                        </a:defRPr>
                      </a:lvl8pPr>
                      <a:lvl9pPr marL="4354007" algn="l" defTabSz="1088502" rtl="0" eaLnBrk="1" latinLnBrk="0" hangingPunct="1">
                        <a:defRPr sz="2100" b="1" kern="1200">
                          <a:solidFill>
                            <a:schemeClr val="lt1"/>
                          </a:solidFill>
                          <a:latin typeface="Arial"/>
                        </a:defRPr>
                      </a:lvl9pPr>
                    </a:lstStyle>
                    <a:p>
                      <a:pPr algn="ctr"/>
                      <a:r>
                        <a:rPr lang="fr-FR" sz="2100" dirty="0"/>
                        <a:t>Principes fondamentaux</a:t>
                      </a:r>
                    </a:p>
                  </a:txBody>
                  <a:tcPr marL="91430" marR="91430" marT="45718" marB="45718">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640053">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r>
                        <a:rPr lang="fr-FR" sz="1200" b="0" kern="1200" dirty="0">
                          <a:latin typeface="Arial" panose="020B0604020202020204" pitchFamily="34" charset="0"/>
                          <a:cs typeface="Arial" panose="020B0604020202020204" pitchFamily="34" charset="0"/>
                        </a:rPr>
                        <a:t>L’activité des métiers est définie à partir de métriques qui permettent de comprendre quels sont les besoins en matière de service</a:t>
                      </a:r>
                    </a:p>
                    <a:p>
                      <a:pPr marL="171450" marR="0" lvl="1" indent="-171450" algn="l" defTabSz="457200" rtl="0" eaLnBrk="1" fontAlgn="auto" latinLnBrk="0" hangingPunct="1">
                        <a:lnSpc>
                          <a:spcPct val="100000"/>
                        </a:lnSpc>
                        <a:spcBef>
                          <a:spcPts val="0"/>
                        </a:spcBef>
                        <a:spcAft>
                          <a:spcPts val="0"/>
                        </a:spcAft>
                        <a:buClr>
                          <a:srgbClr val="A1006B">
                            <a:lumMod val="75000"/>
                          </a:srgbClr>
                        </a:buClr>
                        <a:buSzTx/>
                        <a:buFont typeface="Wingdings" pitchFamily="2" charset="2"/>
                        <a:buNone/>
                        <a:tabLst/>
                        <a:defRPr/>
                      </a:pPr>
                      <a:endParaRPr lang="fr-FR" sz="1200" b="0" kern="1200" dirty="0">
                        <a:latin typeface="Arial" panose="020B0604020202020204" pitchFamily="34" charset="0"/>
                        <a:cs typeface="Arial" panose="020B0604020202020204" pitchFamily="34" charset="0"/>
                      </a:endParaRPr>
                    </a:p>
                  </a:txBody>
                  <a:tcPr marL="91430" marR="91430" marT="45718" marB="45718">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1"/>
                  </a:ext>
                </a:extLst>
              </a:tr>
              <a:tr h="411462">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0" marR="0" lvl="0" indent="0" algn="ctr" defTabSz="1038977" rtl="0" eaLnBrk="1" fontAlgn="auto" latinLnBrk="0" hangingPunct="1">
                        <a:lnSpc>
                          <a:spcPct val="100000"/>
                        </a:lnSpc>
                        <a:spcBef>
                          <a:spcPts val="0"/>
                        </a:spcBef>
                        <a:spcAft>
                          <a:spcPts val="0"/>
                        </a:spcAft>
                        <a:buClrTx/>
                        <a:buSzTx/>
                        <a:buFontTx/>
                        <a:buNone/>
                        <a:tabLst/>
                        <a:defRPr/>
                      </a:pPr>
                      <a:r>
                        <a:rPr kumimoji="0" lang="fr-FR" sz="21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Mise en œuvre actuelle</a:t>
                      </a:r>
                    </a:p>
                  </a:txBody>
                  <a:tcPr marL="91430" marR="91430" marT="45718" marB="45718">
                    <a:lnL w="12700" cmpd="sng">
                      <a:solidFill>
                        <a:sysClr val="window" lastClr="FFFFFF"/>
                      </a:solidFill>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4"/>
                  </a:ext>
                </a:extLst>
              </a:tr>
              <a:tr h="370824">
                <a:tc>
                  <a:txBody>
                    <a:bodyPr/>
                    <a:lstStyle>
                      <a:lvl1pPr marL="0" algn="l" defTabSz="1088502" rtl="0" eaLnBrk="1" latinLnBrk="0" hangingPunct="1">
                        <a:defRPr sz="2100" kern="1200">
                          <a:solidFill>
                            <a:schemeClr val="dk1"/>
                          </a:solidFill>
                          <a:latin typeface="Arial"/>
                        </a:defRPr>
                      </a:lvl1pPr>
                      <a:lvl2pPr marL="544251" algn="l" defTabSz="1088502" rtl="0" eaLnBrk="1" latinLnBrk="0" hangingPunct="1">
                        <a:defRPr sz="2100" kern="1200">
                          <a:solidFill>
                            <a:schemeClr val="dk1"/>
                          </a:solidFill>
                          <a:latin typeface="Arial"/>
                        </a:defRPr>
                      </a:lvl2pPr>
                      <a:lvl3pPr marL="1088502" algn="l" defTabSz="1088502" rtl="0" eaLnBrk="1" latinLnBrk="0" hangingPunct="1">
                        <a:defRPr sz="2100" kern="1200">
                          <a:solidFill>
                            <a:schemeClr val="dk1"/>
                          </a:solidFill>
                          <a:latin typeface="Arial"/>
                        </a:defRPr>
                      </a:lvl3pPr>
                      <a:lvl4pPr marL="1632753" algn="l" defTabSz="1088502" rtl="0" eaLnBrk="1" latinLnBrk="0" hangingPunct="1">
                        <a:defRPr sz="2100" kern="1200">
                          <a:solidFill>
                            <a:schemeClr val="dk1"/>
                          </a:solidFill>
                          <a:latin typeface="Arial"/>
                        </a:defRPr>
                      </a:lvl4pPr>
                      <a:lvl5pPr marL="2177004" algn="l" defTabSz="1088502" rtl="0" eaLnBrk="1" latinLnBrk="0" hangingPunct="1">
                        <a:defRPr sz="2100" kern="1200">
                          <a:solidFill>
                            <a:schemeClr val="dk1"/>
                          </a:solidFill>
                          <a:latin typeface="Arial"/>
                        </a:defRPr>
                      </a:lvl5pPr>
                      <a:lvl6pPr marL="2721254" algn="l" defTabSz="1088502" rtl="0" eaLnBrk="1" latinLnBrk="0" hangingPunct="1">
                        <a:defRPr sz="2100" kern="1200">
                          <a:solidFill>
                            <a:schemeClr val="dk1"/>
                          </a:solidFill>
                          <a:latin typeface="Arial"/>
                        </a:defRPr>
                      </a:lvl6pPr>
                      <a:lvl7pPr marL="3265505" algn="l" defTabSz="1088502" rtl="0" eaLnBrk="1" latinLnBrk="0" hangingPunct="1">
                        <a:defRPr sz="2100" kern="1200">
                          <a:solidFill>
                            <a:schemeClr val="dk1"/>
                          </a:solidFill>
                          <a:latin typeface="Arial"/>
                        </a:defRPr>
                      </a:lvl7pPr>
                      <a:lvl8pPr marL="3809756" algn="l" defTabSz="1088502" rtl="0" eaLnBrk="1" latinLnBrk="0" hangingPunct="1">
                        <a:defRPr sz="2100" kern="1200">
                          <a:solidFill>
                            <a:schemeClr val="dk1"/>
                          </a:solidFill>
                          <a:latin typeface="Arial"/>
                        </a:defRPr>
                      </a:lvl8pPr>
                      <a:lvl9pPr marL="4354007" algn="l" defTabSz="1088502" rtl="0" eaLnBrk="1" latinLnBrk="0" hangingPunct="1">
                        <a:defRPr sz="2100" kern="1200">
                          <a:solidFill>
                            <a:schemeClr val="dk1"/>
                          </a:solidFill>
                          <a:latin typeface="Arial"/>
                        </a:defRPr>
                      </a:lvl9pPr>
                    </a:lstStyle>
                    <a:p>
                      <a:pPr marL="171450" marR="0" lvl="1" indent="-171450" algn="l" defTabSz="457200" rtl="0" eaLnBrk="1" fontAlgn="auto" latinLnBrk="0" hangingPunct="1">
                        <a:lnSpc>
                          <a:spcPct val="100000"/>
                        </a:lnSpc>
                        <a:spcBef>
                          <a:spcPts val="0"/>
                        </a:spcBef>
                        <a:spcAft>
                          <a:spcPts val="0"/>
                        </a:spcAft>
                        <a:buClr>
                          <a:srgbClr val="1F497D"/>
                        </a:buClr>
                        <a:buSzTx/>
                        <a:buFont typeface="Wingdings" panose="05000000000000000000" pitchFamily="2" charset="2"/>
                        <a:buChar char="§"/>
                        <a:tabLst/>
                        <a:defRPr/>
                      </a:pPr>
                      <a:r>
                        <a:rPr kumimoji="0" lang="fr-FR"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Les métriques métiers ne sont pas collectées à ce jour</a:t>
                      </a:r>
                    </a:p>
                    <a:p>
                      <a:pPr marL="0" marR="0" lvl="0" indent="0" algn="ctr" defTabSz="1038977" rtl="0" eaLnBrk="1" fontAlgn="auto" latinLnBrk="0" hangingPunct="1">
                        <a:lnSpc>
                          <a:spcPct val="100000"/>
                        </a:lnSpc>
                        <a:spcBef>
                          <a:spcPts val="0"/>
                        </a:spcBef>
                        <a:spcAft>
                          <a:spcPts val="0"/>
                        </a:spcAft>
                        <a:buClrTx/>
                        <a:buSzTx/>
                        <a:buFontTx/>
                        <a:buNone/>
                        <a:tabLst/>
                        <a:defRPr/>
                      </a:pPr>
                      <a:endParaRPr kumimoji="0" lang="fr-FR" sz="1000" b="1" i="0" u="none" strike="noStrike" kern="1200" cap="none" spc="0" normalizeH="0" baseline="0" noProof="0" dirty="0">
                        <a:ln>
                          <a:noFill/>
                        </a:ln>
                        <a:solidFill>
                          <a:prstClr val="white"/>
                        </a:solidFill>
                        <a:effectLst/>
                        <a:uLnTx/>
                        <a:uFillTx/>
                        <a:latin typeface="+mn-lt"/>
                        <a:ea typeface="+mn-ea"/>
                        <a:cs typeface="+mn-cs"/>
                      </a:endParaRPr>
                    </a:p>
                  </a:txBody>
                  <a:tcPr marL="91430" marR="91430" marT="45718" marB="45718">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009AA6">
                        <a:tint val="40000"/>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565019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63FA1E8F-0AB7-4BBB-949F-073C59ABE86B}"/>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CIBLE : vue globale</a:t>
            </a:r>
          </a:p>
        </p:txBody>
      </p:sp>
      <p:cxnSp>
        <p:nvCxnSpPr>
          <p:cNvPr id="20483" name="Connecteur droit avec flèche 19">
            <a:extLst>
              <a:ext uri="{FF2B5EF4-FFF2-40B4-BE49-F238E27FC236}">
                <a16:creationId xmlns:a16="http://schemas.microsoft.com/office/drawing/2014/main" id="{2F35E8CA-B021-44AE-AB72-8664DBA37F90}"/>
              </a:ext>
            </a:extLst>
          </p:cNvPr>
          <p:cNvCxnSpPr>
            <a:cxnSpLocks noChangeShapeType="1"/>
          </p:cNvCxnSpPr>
          <p:nvPr/>
        </p:nvCxnSpPr>
        <p:spPr bwMode="auto">
          <a:xfrm>
            <a:off x="1004888" y="4702968"/>
            <a:ext cx="9726612" cy="8732"/>
          </a:xfrm>
          <a:prstGeom prst="straightConnector1">
            <a:avLst/>
          </a:prstGeom>
          <a:noFill/>
          <a:ln w="38100"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22" name="Espace réservé du texte 2">
            <a:extLst>
              <a:ext uri="{FF2B5EF4-FFF2-40B4-BE49-F238E27FC236}">
                <a16:creationId xmlns:a16="http://schemas.microsoft.com/office/drawing/2014/main" id="{49E22EF0-3167-4C43-AFE3-1C720F256BE2}"/>
              </a:ext>
            </a:extLst>
          </p:cNvPr>
          <p:cNvSpPr txBox="1">
            <a:spLocks/>
          </p:cNvSpPr>
          <p:nvPr/>
        </p:nvSpPr>
        <p:spPr bwMode="auto">
          <a:xfrm>
            <a:off x="5591175" y="1163638"/>
            <a:ext cx="6480175" cy="1389062"/>
          </a:xfrm>
          <a:prstGeom prst="rect">
            <a:avLst/>
          </a:prstGeom>
          <a:solidFill>
            <a:schemeClr val="tx2"/>
          </a:solidFill>
          <a:ln w="9525">
            <a:noFill/>
            <a:miter lim="800000"/>
            <a:headEnd/>
            <a:tailEnd/>
          </a:ln>
        </p:spPr>
        <p:txBody>
          <a:bodyPr lIns="36000" tIns="36000" rIns="36000" bIns="36000"/>
          <a:lstStyle/>
          <a:p>
            <a:pPr marL="243411" indent="-243411" defTabSz="914400">
              <a:spcBef>
                <a:spcPts val="444"/>
              </a:spcBef>
              <a:buClr>
                <a:srgbClr val="009AA6"/>
              </a:buClr>
              <a:buSzPct val="110000"/>
              <a:defRPr/>
            </a:pPr>
            <a:r>
              <a:rPr lang="fr-FR" sz="1400" b="1" dirty="0">
                <a:solidFill>
                  <a:prstClr val="white"/>
                </a:solidFill>
                <a:latin typeface="Arial"/>
                <a:cs typeface="+mn-cs"/>
              </a:rPr>
              <a:t>Objectifs: </a:t>
            </a:r>
          </a:p>
          <a:p>
            <a:pPr marL="243411" indent="-243411" defTabSz="914400">
              <a:spcBef>
                <a:spcPts val="444"/>
              </a:spcBef>
              <a:buClr>
                <a:prstClr val="white"/>
              </a:buClr>
              <a:buSzPct val="110000"/>
              <a:buFont typeface="Arial" pitchFamily="34" charset="0"/>
              <a:buChar char="•"/>
              <a:defRPr/>
            </a:pPr>
            <a:r>
              <a:rPr lang="fr-FR" sz="1200" dirty="0">
                <a:solidFill>
                  <a:prstClr val="white"/>
                </a:solidFill>
                <a:latin typeface="Arial"/>
                <a:cs typeface="+mn-cs"/>
              </a:rPr>
              <a:t>Minimiser l’incertitude de la Demande</a:t>
            </a:r>
          </a:p>
          <a:p>
            <a:pPr marL="243411" indent="-243411" defTabSz="914400">
              <a:spcBef>
                <a:spcPts val="444"/>
              </a:spcBef>
              <a:buClr>
                <a:prstClr val="white"/>
              </a:buClr>
              <a:buSzPct val="110000"/>
              <a:buFont typeface="Arial" pitchFamily="34" charset="0"/>
              <a:buChar char="•"/>
              <a:defRPr/>
            </a:pPr>
            <a:r>
              <a:rPr lang="fr-FR" sz="1200" dirty="0">
                <a:solidFill>
                  <a:prstClr val="white"/>
                </a:solidFill>
                <a:latin typeface="Arial"/>
                <a:cs typeface="+mn-cs"/>
              </a:rPr>
              <a:t>Fournir des données fiables à la gestion de la capacité pour :</a:t>
            </a:r>
          </a:p>
          <a:p>
            <a:pPr marL="762524" lvl="1" indent="-243411" defTabSz="914400">
              <a:spcBef>
                <a:spcPts val="444"/>
              </a:spcBef>
              <a:buClr>
                <a:prstClr val="white"/>
              </a:buClr>
              <a:buSzPct val="110000"/>
              <a:buFont typeface="Courier New" panose="02070309020205020404" pitchFamily="49" charset="0"/>
              <a:buChar char="o"/>
              <a:defRPr/>
            </a:pPr>
            <a:r>
              <a:rPr lang="fr-FR" sz="1200" dirty="0">
                <a:solidFill>
                  <a:prstClr val="white"/>
                </a:solidFill>
                <a:latin typeface="Arial"/>
                <a:cs typeface="+mn-cs"/>
              </a:rPr>
              <a:t>Eviter les capacités excessives et non utilisées, coûteuses</a:t>
            </a:r>
          </a:p>
          <a:p>
            <a:pPr marL="762524" lvl="1" indent="-243411" defTabSz="914400">
              <a:spcBef>
                <a:spcPts val="444"/>
              </a:spcBef>
              <a:buClr>
                <a:prstClr val="white"/>
              </a:buClr>
              <a:buSzPct val="110000"/>
              <a:buFont typeface="Courier New" panose="02070309020205020404" pitchFamily="49" charset="0"/>
              <a:buChar char="o"/>
              <a:defRPr/>
            </a:pPr>
            <a:r>
              <a:rPr lang="fr-FR" sz="1200" dirty="0">
                <a:solidFill>
                  <a:prstClr val="white"/>
                </a:solidFill>
                <a:latin typeface="Arial"/>
                <a:cs typeface="+mn-cs"/>
              </a:rPr>
              <a:t>Eviter les capacités insuffisantes, ne permettant pas de satisfaire les niveaux de service attendus</a:t>
            </a:r>
          </a:p>
        </p:txBody>
      </p:sp>
      <p:sp>
        <p:nvSpPr>
          <p:cNvPr id="28" name="Espace réservé du texte 2">
            <a:extLst>
              <a:ext uri="{FF2B5EF4-FFF2-40B4-BE49-F238E27FC236}">
                <a16:creationId xmlns:a16="http://schemas.microsoft.com/office/drawing/2014/main" id="{34475B5B-B400-4578-95A8-E62BEACB344F}"/>
              </a:ext>
            </a:extLst>
          </p:cNvPr>
          <p:cNvSpPr txBox="1">
            <a:spLocks/>
          </p:cNvSpPr>
          <p:nvPr/>
        </p:nvSpPr>
        <p:spPr bwMode="auto">
          <a:xfrm>
            <a:off x="-169490" y="2759075"/>
            <a:ext cx="3797300" cy="522287"/>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entrants</a:t>
            </a:r>
            <a:endParaRPr lang="fr-FR" sz="1400" dirty="0">
              <a:solidFill>
                <a:schemeClr val="tx2"/>
              </a:solidFill>
              <a:latin typeface="Arial"/>
              <a:cs typeface="+mn-cs"/>
            </a:endParaRP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Métriques métiers</a:t>
            </a:r>
          </a:p>
        </p:txBody>
      </p:sp>
      <p:pic>
        <p:nvPicPr>
          <p:cNvPr id="29" name="Shape 209" descr="arrow_right">
            <a:extLst>
              <a:ext uri="{FF2B5EF4-FFF2-40B4-BE49-F238E27FC236}">
                <a16:creationId xmlns:a16="http://schemas.microsoft.com/office/drawing/2014/main" id="{3CB5C82F-C8E8-4EA6-91DC-FC2B7EDD1128}"/>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2403336" y="2798763"/>
            <a:ext cx="573365" cy="573365"/>
          </a:xfrm>
          <a:prstGeom prst="rect">
            <a:avLst/>
          </a:prstGeom>
          <a:noFill/>
          <a:ln>
            <a:noFill/>
          </a:ln>
        </p:spPr>
      </p:pic>
      <p:pic>
        <p:nvPicPr>
          <p:cNvPr id="20492" name="Shape 170" descr="MM900336445[1]">
            <a:extLst>
              <a:ext uri="{FF2B5EF4-FFF2-40B4-BE49-F238E27FC236}">
                <a16:creationId xmlns:a16="http://schemas.microsoft.com/office/drawing/2014/main" id="{B7BBFC65-A6A4-4034-BED2-F2B19DF52C52}"/>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913" y="4413250"/>
            <a:ext cx="687387"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Espace réservé du texte 2">
            <a:extLst>
              <a:ext uri="{FF2B5EF4-FFF2-40B4-BE49-F238E27FC236}">
                <a16:creationId xmlns:a16="http://schemas.microsoft.com/office/drawing/2014/main" id="{19CF0CAA-C315-4C15-BDBF-B70BC1B02CE2}"/>
              </a:ext>
            </a:extLst>
          </p:cNvPr>
          <p:cNvSpPr txBox="1">
            <a:spLocks/>
          </p:cNvSpPr>
          <p:nvPr/>
        </p:nvSpPr>
        <p:spPr bwMode="auto">
          <a:xfrm>
            <a:off x="9732963" y="5283200"/>
            <a:ext cx="2459037"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sorties</a:t>
            </a: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Services adaptés</a:t>
            </a:r>
          </a:p>
        </p:txBody>
      </p:sp>
      <p:sp>
        <p:nvSpPr>
          <p:cNvPr id="20494" name="Espace réservé du texte 2">
            <a:extLst>
              <a:ext uri="{FF2B5EF4-FFF2-40B4-BE49-F238E27FC236}">
                <a16:creationId xmlns:a16="http://schemas.microsoft.com/office/drawing/2014/main" id="{E026AF29-2D85-4AAA-8CE0-8F7CE2676267}"/>
              </a:ext>
            </a:extLst>
          </p:cNvPr>
          <p:cNvSpPr txBox="1">
            <a:spLocks/>
          </p:cNvSpPr>
          <p:nvPr/>
        </p:nvSpPr>
        <p:spPr bwMode="auto">
          <a:xfrm>
            <a:off x="0" y="849313"/>
            <a:ext cx="121920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800" dirty="0">
                <a:solidFill>
                  <a:schemeClr val="tx2"/>
                </a:solidFill>
                <a:latin typeface="Arial" panose="020B0604020202020204" pitchFamily="34" charset="0"/>
              </a:rPr>
              <a:t>Processus Gestion de la demande</a:t>
            </a:r>
          </a:p>
        </p:txBody>
      </p:sp>
      <p:sp>
        <p:nvSpPr>
          <p:cNvPr id="38" name="AutoShape 11">
            <a:extLst>
              <a:ext uri="{FF2B5EF4-FFF2-40B4-BE49-F238E27FC236}">
                <a16:creationId xmlns:a16="http://schemas.microsoft.com/office/drawing/2014/main" id="{7A1563C7-D0F6-49E9-AB2B-0B3D5E08FDC0}"/>
              </a:ext>
            </a:extLst>
          </p:cNvPr>
          <p:cNvSpPr>
            <a:spLocks noChangeArrowheads="1"/>
          </p:cNvSpPr>
          <p:nvPr/>
        </p:nvSpPr>
        <p:spPr bwMode="auto">
          <a:xfrm>
            <a:off x="1539906" y="4047331"/>
            <a:ext cx="16938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Définir les profils d’utilisateur en lien avec les services</a:t>
            </a:r>
          </a:p>
        </p:txBody>
      </p:sp>
      <p:sp>
        <p:nvSpPr>
          <p:cNvPr id="39" name="AutoShape 11">
            <a:extLst>
              <a:ext uri="{FF2B5EF4-FFF2-40B4-BE49-F238E27FC236}">
                <a16:creationId xmlns:a16="http://schemas.microsoft.com/office/drawing/2014/main" id="{B23AA748-7F7C-41EF-AF51-AA3C6C2B76E7}"/>
              </a:ext>
            </a:extLst>
          </p:cNvPr>
          <p:cNvSpPr>
            <a:spLocks noChangeArrowheads="1"/>
          </p:cNvSpPr>
          <p:nvPr/>
        </p:nvSpPr>
        <p:spPr bwMode="auto">
          <a:xfrm>
            <a:off x="3486181" y="4047423"/>
            <a:ext cx="16938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Associer des schéma d’activité métier pour chaque profil utilisateur  </a:t>
            </a:r>
          </a:p>
        </p:txBody>
      </p:sp>
      <p:sp>
        <p:nvSpPr>
          <p:cNvPr id="40" name="AutoShape 11">
            <a:extLst>
              <a:ext uri="{FF2B5EF4-FFF2-40B4-BE49-F238E27FC236}">
                <a16:creationId xmlns:a16="http://schemas.microsoft.com/office/drawing/2014/main" id="{5476D979-9EE7-47CA-A886-D6645497D87E}"/>
              </a:ext>
            </a:extLst>
          </p:cNvPr>
          <p:cNvSpPr>
            <a:spLocks noChangeArrowheads="1"/>
          </p:cNvSpPr>
          <p:nvPr/>
        </p:nvSpPr>
        <p:spPr bwMode="auto">
          <a:xfrm>
            <a:off x="5129212" y="2815046"/>
            <a:ext cx="2617787" cy="846137"/>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400" b="1" kern="0" dirty="0">
                <a:solidFill>
                  <a:prstClr val="white"/>
                </a:solidFill>
              </a:rPr>
              <a:t>Gestion de la capacité</a:t>
            </a:r>
          </a:p>
        </p:txBody>
      </p:sp>
      <p:sp>
        <p:nvSpPr>
          <p:cNvPr id="43" name="AutoShape 11">
            <a:extLst>
              <a:ext uri="{FF2B5EF4-FFF2-40B4-BE49-F238E27FC236}">
                <a16:creationId xmlns:a16="http://schemas.microsoft.com/office/drawing/2014/main" id="{7994827E-BA41-4142-9BB4-13A4BDB92A39}"/>
              </a:ext>
            </a:extLst>
          </p:cNvPr>
          <p:cNvSpPr>
            <a:spLocks noChangeArrowheads="1"/>
          </p:cNvSpPr>
          <p:nvPr/>
        </p:nvSpPr>
        <p:spPr bwMode="auto">
          <a:xfrm>
            <a:off x="7713659" y="4047423"/>
            <a:ext cx="1693862" cy="1354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Présenter / négocier l’offre de service</a:t>
            </a:r>
          </a:p>
        </p:txBody>
      </p:sp>
      <p:sp>
        <p:nvSpPr>
          <p:cNvPr id="46" name="AutoShape 11">
            <a:extLst>
              <a:ext uri="{FF2B5EF4-FFF2-40B4-BE49-F238E27FC236}">
                <a16:creationId xmlns:a16="http://schemas.microsoft.com/office/drawing/2014/main" id="{AE96761E-1543-4DC9-B0AC-19C2872B1B97}"/>
              </a:ext>
            </a:extLst>
          </p:cNvPr>
          <p:cNvSpPr>
            <a:spLocks noChangeArrowheads="1"/>
          </p:cNvSpPr>
          <p:nvPr/>
        </p:nvSpPr>
        <p:spPr bwMode="auto">
          <a:xfrm>
            <a:off x="910630" y="5582443"/>
            <a:ext cx="8822333" cy="368300"/>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altLang="fr-FR" sz="1400" b="1" kern="0">
                <a:solidFill>
                  <a:prstClr val="white"/>
                </a:solidFill>
              </a:rPr>
              <a:t>Piloter le processus</a:t>
            </a:r>
          </a:p>
        </p:txBody>
      </p:sp>
      <p:sp>
        <p:nvSpPr>
          <p:cNvPr id="30" name="AutoShape 11">
            <a:extLst>
              <a:ext uri="{FF2B5EF4-FFF2-40B4-BE49-F238E27FC236}">
                <a16:creationId xmlns:a16="http://schemas.microsoft.com/office/drawing/2014/main" id="{8ED828E6-E63E-441D-8B86-549525DE76AF}"/>
              </a:ext>
            </a:extLst>
          </p:cNvPr>
          <p:cNvSpPr>
            <a:spLocks noChangeArrowheads="1"/>
          </p:cNvSpPr>
          <p:nvPr/>
        </p:nvSpPr>
        <p:spPr bwMode="auto">
          <a:xfrm>
            <a:off x="5591175" y="3946525"/>
            <a:ext cx="1693862" cy="1555750"/>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Adapter l’offre de service aux schémas d’activité métier - </a:t>
            </a:r>
          </a:p>
          <a:p>
            <a:pPr algn="ctr" fontAlgn="auto">
              <a:spcBef>
                <a:spcPts val="0"/>
              </a:spcBef>
              <a:spcAft>
                <a:spcPts val="0"/>
              </a:spcAft>
              <a:defRPr/>
            </a:pPr>
            <a:r>
              <a:rPr lang="fr-FR" sz="1400" b="1" kern="0" dirty="0">
                <a:solidFill>
                  <a:prstClr val="white"/>
                </a:solidFill>
              </a:rPr>
              <a:t>Influencer la demande </a:t>
            </a:r>
          </a:p>
        </p:txBody>
      </p:sp>
      <p:cxnSp>
        <p:nvCxnSpPr>
          <p:cNvPr id="3" name="Connecteur droit avec flèche 2">
            <a:extLst>
              <a:ext uri="{FF2B5EF4-FFF2-40B4-BE49-F238E27FC236}">
                <a16:creationId xmlns:a16="http://schemas.microsoft.com/office/drawing/2014/main" id="{C048ABEB-C77D-4D8B-B2FA-87A86AF098C0}"/>
              </a:ext>
            </a:extLst>
          </p:cNvPr>
          <p:cNvCxnSpPr>
            <a:cxnSpLocks/>
            <a:stCxn id="40" idx="2"/>
            <a:endCxn id="30" idx="0"/>
          </p:cNvCxnSpPr>
          <p:nvPr/>
        </p:nvCxnSpPr>
        <p:spPr>
          <a:xfrm>
            <a:off x="6438106" y="3661183"/>
            <a:ext cx="0" cy="285342"/>
          </a:xfrm>
          <a:prstGeom prst="straightConnector1">
            <a:avLst/>
          </a:prstGeom>
          <a:noFill/>
          <a:ln w="38100"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47" name="AutoShape 11">
            <a:extLst>
              <a:ext uri="{FF2B5EF4-FFF2-40B4-BE49-F238E27FC236}">
                <a16:creationId xmlns:a16="http://schemas.microsoft.com/office/drawing/2014/main" id="{5CE18F83-DCEA-4BA3-9DA4-6324FA3B4F34}"/>
              </a:ext>
            </a:extLst>
          </p:cNvPr>
          <p:cNvSpPr>
            <a:spLocks noChangeArrowheads="1"/>
          </p:cNvSpPr>
          <p:nvPr/>
        </p:nvSpPr>
        <p:spPr bwMode="auto">
          <a:xfrm>
            <a:off x="262558" y="2257425"/>
            <a:ext cx="4995242" cy="295275"/>
          </a:xfrm>
          <a:prstGeom prst="roundRect">
            <a:avLst>
              <a:gd name="adj" fmla="val 16667"/>
            </a:avLst>
          </a:prstGeom>
          <a:solidFill>
            <a:schemeClr val="tx2"/>
          </a:solidFill>
          <a:ln w="31750">
            <a:solidFill>
              <a:sysClr val="window" lastClr="FFFFFF"/>
            </a:solidFill>
            <a:round/>
            <a:headEnd/>
            <a:tailEnd/>
          </a:ln>
        </p:spPr>
        <p:txBody>
          <a:bodyPr anchor="ctr"/>
          <a:lstStyle/>
          <a:p>
            <a:pPr algn="ctr" defTabSz="966788" fontAlgn="auto">
              <a:spcBef>
                <a:spcPts val="0"/>
              </a:spcBef>
              <a:spcAft>
                <a:spcPts val="0"/>
              </a:spcAft>
              <a:defRPr/>
            </a:pPr>
            <a:r>
              <a:rPr lang="fr-FR" altLang="fr-FR" sz="850" b="1" kern="0">
                <a:solidFill>
                  <a:prstClr val="white"/>
                </a:solidFill>
                <a:latin typeface="Arial" panose="020B0604020202020204" pitchFamily="34" charset="0"/>
              </a:rPr>
              <a:t>Piloter le processus</a:t>
            </a:r>
          </a:p>
        </p:txBody>
      </p:sp>
      <p:cxnSp>
        <p:nvCxnSpPr>
          <p:cNvPr id="48" name="Connecteur droit avec flèche 19">
            <a:extLst>
              <a:ext uri="{FF2B5EF4-FFF2-40B4-BE49-F238E27FC236}">
                <a16:creationId xmlns:a16="http://schemas.microsoft.com/office/drawing/2014/main" id="{7C712A90-6D0F-4C1A-9CCD-807DD1F67B6A}"/>
              </a:ext>
            </a:extLst>
          </p:cNvPr>
          <p:cNvCxnSpPr>
            <a:cxnSpLocks noChangeShapeType="1"/>
          </p:cNvCxnSpPr>
          <p:nvPr/>
        </p:nvCxnSpPr>
        <p:spPr bwMode="auto">
          <a:xfrm flipV="1">
            <a:off x="117525" y="1695678"/>
            <a:ext cx="5232400" cy="9418"/>
          </a:xfrm>
          <a:prstGeom prst="straightConnector1">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cxnSp>
      <p:sp>
        <p:nvSpPr>
          <p:cNvPr id="49" name="AutoShape 11">
            <a:extLst>
              <a:ext uri="{FF2B5EF4-FFF2-40B4-BE49-F238E27FC236}">
                <a16:creationId xmlns:a16="http://schemas.microsoft.com/office/drawing/2014/main" id="{907BAF8A-00AA-4CCD-9A24-B480CF7BDC47}"/>
              </a:ext>
            </a:extLst>
          </p:cNvPr>
          <p:cNvSpPr>
            <a:spLocks noChangeArrowheads="1"/>
          </p:cNvSpPr>
          <p:nvPr/>
        </p:nvSpPr>
        <p:spPr bwMode="auto">
          <a:xfrm>
            <a:off x="299217" y="1203553"/>
            <a:ext cx="1082891" cy="1031056"/>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Définir les profils d’utilisateur en lien avec les services</a:t>
            </a:r>
          </a:p>
        </p:txBody>
      </p:sp>
      <p:sp>
        <p:nvSpPr>
          <p:cNvPr id="50" name="AutoShape 11">
            <a:extLst>
              <a:ext uri="{FF2B5EF4-FFF2-40B4-BE49-F238E27FC236}">
                <a16:creationId xmlns:a16="http://schemas.microsoft.com/office/drawing/2014/main" id="{0572115B-1396-4E80-B3CA-37626FFA9DD4}"/>
              </a:ext>
            </a:extLst>
          </p:cNvPr>
          <p:cNvSpPr>
            <a:spLocks noChangeArrowheads="1"/>
          </p:cNvSpPr>
          <p:nvPr/>
        </p:nvSpPr>
        <p:spPr bwMode="auto">
          <a:xfrm>
            <a:off x="1548796" y="1203553"/>
            <a:ext cx="1133189" cy="104498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Associer des schéma d’activité métier pour chaque profil utilisateur  </a:t>
            </a:r>
          </a:p>
        </p:txBody>
      </p:sp>
      <p:sp>
        <p:nvSpPr>
          <p:cNvPr id="51" name="AutoShape 11">
            <a:extLst>
              <a:ext uri="{FF2B5EF4-FFF2-40B4-BE49-F238E27FC236}">
                <a16:creationId xmlns:a16="http://schemas.microsoft.com/office/drawing/2014/main" id="{DD83DBBB-9F1B-4A69-9348-06A1AA39AF4F}"/>
              </a:ext>
            </a:extLst>
          </p:cNvPr>
          <p:cNvSpPr>
            <a:spLocks noChangeArrowheads="1"/>
          </p:cNvSpPr>
          <p:nvPr/>
        </p:nvSpPr>
        <p:spPr bwMode="auto">
          <a:xfrm>
            <a:off x="2530374" y="826843"/>
            <a:ext cx="1867985" cy="245928"/>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pPr>
            <a:r>
              <a:rPr lang="fr-FR" altLang="fr-FR" sz="847" b="1" kern="0" dirty="0">
                <a:solidFill>
                  <a:prstClr val="white"/>
                </a:solidFill>
              </a:rPr>
              <a:t>Gestion de la capacité</a:t>
            </a:r>
          </a:p>
        </p:txBody>
      </p:sp>
      <p:sp>
        <p:nvSpPr>
          <p:cNvPr id="52" name="AutoShape 11">
            <a:extLst>
              <a:ext uri="{FF2B5EF4-FFF2-40B4-BE49-F238E27FC236}">
                <a16:creationId xmlns:a16="http://schemas.microsoft.com/office/drawing/2014/main" id="{9C7A0682-1D61-4462-99C6-7CE2C9633913}"/>
              </a:ext>
            </a:extLst>
          </p:cNvPr>
          <p:cNvSpPr>
            <a:spLocks noChangeArrowheads="1"/>
          </p:cNvSpPr>
          <p:nvPr/>
        </p:nvSpPr>
        <p:spPr bwMode="auto">
          <a:xfrm>
            <a:off x="4208484" y="1203554"/>
            <a:ext cx="915794" cy="1011234"/>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Présenter / négocier l’offre de service</a:t>
            </a:r>
          </a:p>
        </p:txBody>
      </p:sp>
      <p:sp>
        <p:nvSpPr>
          <p:cNvPr id="53" name="AutoShape 11">
            <a:extLst>
              <a:ext uri="{FF2B5EF4-FFF2-40B4-BE49-F238E27FC236}">
                <a16:creationId xmlns:a16="http://schemas.microsoft.com/office/drawing/2014/main" id="{44C4C51E-B221-453E-B780-548F7BC8E738}"/>
              </a:ext>
            </a:extLst>
          </p:cNvPr>
          <p:cNvSpPr>
            <a:spLocks noChangeArrowheads="1"/>
          </p:cNvSpPr>
          <p:nvPr/>
        </p:nvSpPr>
        <p:spPr bwMode="auto">
          <a:xfrm>
            <a:off x="2815829" y="1207138"/>
            <a:ext cx="1297076" cy="1031056"/>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Adapter l’offre de service aux schémas d’activité métier - </a:t>
            </a:r>
          </a:p>
          <a:p>
            <a:pPr algn="ctr" fontAlgn="auto">
              <a:spcBef>
                <a:spcPts val="0"/>
              </a:spcBef>
              <a:spcAft>
                <a:spcPts val="0"/>
              </a:spcAft>
            </a:pPr>
            <a:r>
              <a:rPr lang="fr-FR" sz="900" b="1" kern="0" dirty="0">
                <a:solidFill>
                  <a:prstClr val="white"/>
                </a:solidFill>
              </a:rPr>
              <a:t>Influencer la demande </a:t>
            </a:r>
          </a:p>
        </p:txBody>
      </p:sp>
      <p:cxnSp>
        <p:nvCxnSpPr>
          <p:cNvPr id="54" name="Connecteur droit avec flèche 53">
            <a:extLst>
              <a:ext uri="{FF2B5EF4-FFF2-40B4-BE49-F238E27FC236}">
                <a16:creationId xmlns:a16="http://schemas.microsoft.com/office/drawing/2014/main" id="{2F70CFC2-7E90-4031-B2F1-55DB2B7AC1DD}"/>
              </a:ext>
            </a:extLst>
          </p:cNvPr>
          <p:cNvCxnSpPr>
            <a:cxnSpLocks/>
            <a:stCxn id="51" idx="2"/>
            <a:endCxn id="53" idx="0"/>
          </p:cNvCxnSpPr>
          <p:nvPr/>
        </p:nvCxnSpPr>
        <p:spPr>
          <a:xfrm>
            <a:off x="3464367" y="1072771"/>
            <a:ext cx="0" cy="134367"/>
          </a:xfrm>
          <a:prstGeom prst="straightConnector1">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6893465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63FA1E8F-0AB7-4BBB-949F-073C59ABE86B}"/>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a:t>
            </a:r>
          </a:p>
        </p:txBody>
      </p:sp>
      <p:cxnSp>
        <p:nvCxnSpPr>
          <p:cNvPr id="20483" name="Connecteur droit avec flèche 19">
            <a:extLst>
              <a:ext uri="{FF2B5EF4-FFF2-40B4-BE49-F238E27FC236}">
                <a16:creationId xmlns:a16="http://schemas.microsoft.com/office/drawing/2014/main" id="{2F35E8CA-B021-44AE-AB72-8664DBA37F90}"/>
              </a:ext>
            </a:extLst>
          </p:cNvPr>
          <p:cNvCxnSpPr>
            <a:cxnSpLocks noChangeShapeType="1"/>
          </p:cNvCxnSpPr>
          <p:nvPr/>
        </p:nvCxnSpPr>
        <p:spPr bwMode="auto">
          <a:xfrm>
            <a:off x="1004888" y="4702968"/>
            <a:ext cx="9726612" cy="8732"/>
          </a:xfrm>
          <a:prstGeom prst="straightConnector1">
            <a:avLst/>
          </a:prstGeom>
          <a:noFill/>
          <a:ln w="38100"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22" name="Espace réservé du texte 2">
            <a:extLst>
              <a:ext uri="{FF2B5EF4-FFF2-40B4-BE49-F238E27FC236}">
                <a16:creationId xmlns:a16="http://schemas.microsoft.com/office/drawing/2014/main" id="{49E22EF0-3167-4C43-AFE3-1C720F256BE2}"/>
              </a:ext>
            </a:extLst>
          </p:cNvPr>
          <p:cNvSpPr txBox="1">
            <a:spLocks/>
          </p:cNvSpPr>
          <p:nvPr/>
        </p:nvSpPr>
        <p:spPr bwMode="auto">
          <a:xfrm>
            <a:off x="5591175" y="1163638"/>
            <a:ext cx="6480175" cy="1389062"/>
          </a:xfrm>
          <a:prstGeom prst="rect">
            <a:avLst/>
          </a:prstGeom>
          <a:solidFill>
            <a:schemeClr val="tx2"/>
          </a:solidFill>
          <a:ln w="9525">
            <a:noFill/>
            <a:miter lim="800000"/>
            <a:headEnd/>
            <a:tailEnd/>
          </a:ln>
        </p:spPr>
        <p:txBody>
          <a:bodyPr lIns="36000" tIns="36000" rIns="36000" bIns="36000"/>
          <a:lstStyle/>
          <a:p>
            <a:pPr marL="243411" indent="-243411" defTabSz="914400">
              <a:spcBef>
                <a:spcPts val="444"/>
              </a:spcBef>
              <a:buClr>
                <a:srgbClr val="009AA6"/>
              </a:buClr>
              <a:buSzPct val="110000"/>
              <a:defRPr/>
            </a:pPr>
            <a:r>
              <a:rPr lang="fr-FR" sz="1400" b="1" dirty="0">
                <a:solidFill>
                  <a:prstClr val="white"/>
                </a:solidFill>
                <a:latin typeface="Arial"/>
                <a:cs typeface="+mn-cs"/>
              </a:rPr>
              <a:t>Objectifs: </a:t>
            </a:r>
          </a:p>
          <a:p>
            <a:pPr marL="243411" indent="-243411" defTabSz="914400">
              <a:spcBef>
                <a:spcPts val="444"/>
              </a:spcBef>
              <a:buClr>
                <a:prstClr val="white"/>
              </a:buClr>
              <a:buSzPct val="110000"/>
              <a:buFont typeface="Arial" pitchFamily="34" charset="0"/>
              <a:buChar char="•"/>
              <a:defRPr/>
            </a:pPr>
            <a:r>
              <a:rPr lang="fr-FR" sz="1200" dirty="0">
                <a:solidFill>
                  <a:prstClr val="white"/>
                </a:solidFill>
                <a:latin typeface="Arial"/>
                <a:cs typeface="+mn-cs"/>
              </a:rPr>
              <a:t>Comprendre l’utilisation des services</a:t>
            </a:r>
          </a:p>
        </p:txBody>
      </p:sp>
      <p:sp>
        <p:nvSpPr>
          <p:cNvPr id="28" name="Espace réservé du texte 2">
            <a:extLst>
              <a:ext uri="{FF2B5EF4-FFF2-40B4-BE49-F238E27FC236}">
                <a16:creationId xmlns:a16="http://schemas.microsoft.com/office/drawing/2014/main" id="{34475B5B-B400-4578-95A8-E62BEACB344F}"/>
              </a:ext>
            </a:extLst>
          </p:cNvPr>
          <p:cNvSpPr txBox="1">
            <a:spLocks/>
          </p:cNvSpPr>
          <p:nvPr/>
        </p:nvSpPr>
        <p:spPr bwMode="auto">
          <a:xfrm>
            <a:off x="-169490" y="2759075"/>
            <a:ext cx="3797300" cy="522287"/>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entrants</a:t>
            </a:r>
            <a:endParaRPr lang="fr-FR" sz="1400" dirty="0">
              <a:solidFill>
                <a:schemeClr val="tx2"/>
              </a:solidFill>
              <a:latin typeface="Arial"/>
              <a:cs typeface="+mn-cs"/>
            </a:endParaRP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Métriques métiers</a:t>
            </a: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Processus métiers</a:t>
            </a:r>
          </a:p>
        </p:txBody>
      </p:sp>
      <p:pic>
        <p:nvPicPr>
          <p:cNvPr id="29" name="Shape 209" descr="arrow_right">
            <a:extLst>
              <a:ext uri="{FF2B5EF4-FFF2-40B4-BE49-F238E27FC236}">
                <a16:creationId xmlns:a16="http://schemas.microsoft.com/office/drawing/2014/main" id="{3CB5C82F-C8E8-4EA6-91DC-FC2B7EDD1128}"/>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2403336" y="2798763"/>
            <a:ext cx="573365" cy="573365"/>
          </a:xfrm>
          <a:prstGeom prst="rect">
            <a:avLst/>
          </a:prstGeom>
          <a:noFill/>
          <a:ln>
            <a:noFill/>
          </a:ln>
        </p:spPr>
      </p:pic>
      <p:pic>
        <p:nvPicPr>
          <p:cNvPr id="20492" name="Shape 170" descr="MM900336445[1]">
            <a:extLst>
              <a:ext uri="{FF2B5EF4-FFF2-40B4-BE49-F238E27FC236}">
                <a16:creationId xmlns:a16="http://schemas.microsoft.com/office/drawing/2014/main" id="{B7BBFC65-A6A4-4034-BED2-F2B19DF52C52}"/>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913" y="4413250"/>
            <a:ext cx="687387"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Espace réservé du texte 2">
            <a:extLst>
              <a:ext uri="{FF2B5EF4-FFF2-40B4-BE49-F238E27FC236}">
                <a16:creationId xmlns:a16="http://schemas.microsoft.com/office/drawing/2014/main" id="{19CF0CAA-C315-4C15-BDBF-B70BC1B02CE2}"/>
              </a:ext>
            </a:extLst>
          </p:cNvPr>
          <p:cNvSpPr txBox="1">
            <a:spLocks/>
          </p:cNvSpPr>
          <p:nvPr/>
        </p:nvSpPr>
        <p:spPr bwMode="auto">
          <a:xfrm>
            <a:off x="9732963" y="5283200"/>
            <a:ext cx="2459037"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sorties</a:t>
            </a: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Compréhension de la manière don sont utilisés les services</a:t>
            </a:r>
          </a:p>
        </p:txBody>
      </p:sp>
      <p:sp>
        <p:nvSpPr>
          <p:cNvPr id="47" name="AutoShape 11">
            <a:extLst>
              <a:ext uri="{FF2B5EF4-FFF2-40B4-BE49-F238E27FC236}">
                <a16:creationId xmlns:a16="http://schemas.microsoft.com/office/drawing/2014/main" id="{5CE18F83-DCEA-4BA3-9DA4-6324FA3B4F34}"/>
              </a:ext>
            </a:extLst>
          </p:cNvPr>
          <p:cNvSpPr>
            <a:spLocks noChangeArrowheads="1"/>
          </p:cNvSpPr>
          <p:nvPr/>
        </p:nvSpPr>
        <p:spPr bwMode="auto">
          <a:xfrm>
            <a:off x="262558" y="2257425"/>
            <a:ext cx="4995242" cy="29527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pPr>
            <a:r>
              <a:rPr lang="fr-FR" altLang="fr-FR" sz="900" b="1" kern="0">
                <a:solidFill>
                  <a:prstClr val="white"/>
                </a:solidFill>
                <a:latin typeface="Arial" panose="020B0604020202020204" pitchFamily="34" charset="0"/>
              </a:rPr>
              <a:t>Piloter le processus</a:t>
            </a:r>
          </a:p>
        </p:txBody>
      </p:sp>
      <p:cxnSp>
        <p:nvCxnSpPr>
          <p:cNvPr id="48" name="Connecteur droit avec flèche 19">
            <a:extLst>
              <a:ext uri="{FF2B5EF4-FFF2-40B4-BE49-F238E27FC236}">
                <a16:creationId xmlns:a16="http://schemas.microsoft.com/office/drawing/2014/main" id="{7C712A90-6D0F-4C1A-9CCD-807DD1F67B6A}"/>
              </a:ext>
            </a:extLst>
          </p:cNvPr>
          <p:cNvCxnSpPr>
            <a:cxnSpLocks noChangeShapeType="1"/>
          </p:cNvCxnSpPr>
          <p:nvPr/>
        </p:nvCxnSpPr>
        <p:spPr bwMode="auto">
          <a:xfrm flipV="1">
            <a:off x="117525" y="1695678"/>
            <a:ext cx="5232400" cy="9418"/>
          </a:xfrm>
          <a:prstGeom prst="straightConnector1">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cxnSp>
      <p:sp>
        <p:nvSpPr>
          <p:cNvPr id="49" name="AutoShape 11">
            <a:extLst>
              <a:ext uri="{FF2B5EF4-FFF2-40B4-BE49-F238E27FC236}">
                <a16:creationId xmlns:a16="http://schemas.microsoft.com/office/drawing/2014/main" id="{907BAF8A-00AA-4CCD-9A24-B480CF7BDC47}"/>
              </a:ext>
            </a:extLst>
          </p:cNvPr>
          <p:cNvSpPr>
            <a:spLocks noChangeArrowheads="1"/>
          </p:cNvSpPr>
          <p:nvPr/>
        </p:nvSpPr>
        <p:spPr bwMode="auto">
          <a:xfrm>
            <a:off x="299217" y="1203553"/>
            <a:ext cx="1082891" cy="1031056"/>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Définir les profils d’utilisateur en lien avec les services</a:t>
            </a:r>
          </a:p>
        </p:txBody>
      </p:sp>
      <p:sp>
        <p:nvSpPr>
          <p:cNvPr id="50" name="AutoShape 11">
            <a:extLst>
              <a:ext uri="{FF2B5EF4-FFF2-40B4-BE49-F238E27FC236}">
                <a16:creationId xmlns:a16="http://schemas.microsoft.com/office/drawing/2014/main" id="{0572115B-1396-4E80-B3CA-37626FFA9DD4}"/>
              </a:ext>
            </a:extLst>
          </p:cNvPr>
          <p:cNvSpPr>
            <a:spLocks noChangeArrowheads="1"/>
          </p:cNvSpPr>
          <p:nvPr/>
        </p:nvSpPr>
        <p:spPr bwMode="auto">
          <a:xfrm>
            <a:off x="1548796" y="1203553"/>
            <a:ext cx="1133189" cy="104498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Associer des schéma d’activité métier pour chaque profil utilisateur  </a:t>
            </a:r>
          </a:p>
        </p:txBody>
      </p:sp>
      <p:sp>
        <p:nvSpPr>
          <p:cNvPr id="51" name="AutoShape 11">
            <a:extLst>
              <a:ext uri="{FF2B5EF4-FFF2-40B4-BE49-F238E27FC236}">
                <a16:creationId xmlns:a16="http://schemas.microsoft.com/office/drawing/2014/main" id="{DD83DBBB-9F1B-4A69-9348-06A1AA39AF4F}"/>
              </a:ext>
            </a:extLst>
          </p:cNvPr>
          <p:cNvSpPr>
            <a:spLocks noChangeArrowheads="1"/>
          </p:cNvSpPr>
          <p:nvPr/>
        </p:nvSpPr>
        <p:spPr bwMode="auto">
          <a:xfrm>
            <a:off x="2530374" y="826843"/>
            <a:ext cx="1867985" cy="245928"/>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pPr>
            <a:r>
              <a:rPr lang="fr-FR" altLang="fr-FR" sz="847" b="1" kern="0" dirty="0">
                <a:solidFill>
                  <a:prstClr val="white"/>
                </a:solidFill>
              </a:rPr>
              <a:t>Gestion de la capacité</a:t>
            </a:r>
          </a:p>
        </p:txBody>
      </p:sp>
      <p:sp>
        <p:nvSpPr>
          <p:cNvPr id="52" name="AutoShape 11">
            <a:extLst>
              <a:ext uri="{FF2B5EF4-FFF2-40B4-BE49-F238E27FC236}">
                <a16:creationId xmlns:a16="http://schemas.microsoft.com/office/drawing/2014/main" id="{9C7A0682-1D61-4462-99C6-7CE2C9633913}"/>
              </a:ext>
            </a:extLst>
          </p:cNvPr>
          <p:cNvSpPr>
            <a:spLocks noChangeArrowheads="1"/>
          </p:cNvSpPr>
          <p:nvPr/>
        </p:nvSpPr>
        <p:spPr bwMode="auto">
          <a:xfrm>
            <a:off x="4208484" y="1203554"/>
            <a:ext cx="915794" cy="1011234"/>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Présenter / négocier l’offre de service</a:t>
            </a:r>
          </a:p>
        </p:txBody>
      </p:sp>
      <p:sp>
        <p:nvSpPr>
          <p:cNvPr id="53" name="AutoShape 11">
            <a:extLst>
              <a:ext uri="{FF2B5EF4-FFF2-40B4-BE49-F238E27FC236}">
                <a16:creationId xmlns:a16="http://schemas.microsoft.com/office/drawing/2014/main" id="{44C4C51E-B221-453E-B780-548F7BC8E738}"/>
              </a:ext>
            </a:extLst>
          </p:cNvPr>
          <p:cNvSpPr>
            <a:spLocks noChangeArrowheads="1"/>
          </p:cNvSpPr>
          <p:nvPr/>
        </p:nvSpPr>
        <p:spPr bwMode="auto">
          <a:xfrm>
            <a:off x="2815829" y="1207138"/>
            <a:ext cx="1297076" cy="1031056"/>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Adapter l’offre de service aux schémas d’activité métier - </a:t>
            </a:r>
          </a:p>
          <a:p>
            <a:pPr algn="ctr" fontAlgn="auto">
              <a:spcBef>
                <a:spcPts val="0"/>
              </a:spcBef>
              <a:spcAft>
                <a:spcPts val="0"/>
              </a:spcAft>
            </a:pPr>
            <a:r>
              <a:rPr lang="fr-FR" sz="900" b="1" kern="0" dirty="0">
                <a:solidFill>
                  <a:prstClr val="white"/>
                </a:solidFill>
              </a:rPr>
              <a:t>Influencer la demande </a:t>
            </a:r>
          </a:p>
        </p:txBody>
      </p:sp>
      <p:cxnSp>
        <p:nvCxnSpPr>
          <p:cNvPr id="54" name="Connecteur droit avec flèche 53">
            <a:extLst>
              <a:ext uri="{FF2B5EF4-FFF2-40B4-BE49-F238E27FC236}">
                <a16:creationId xmlns:a16="http://schemas.microsoft.com/office/drawing/2014/main" id="{2F70CFC2-7E90-4031-B2F1-55DB2B7AC1DD}"/>
              </a:ext>
            </a:extLst>
          </p:cNvPr>
          <p:cNvCxnSpPr>
            <a:cxnSpLocks/>
            <a:stCxn id="51" idx="2"/>
            <a:endCxn id="53" idx="0"/>
          </p:cNvCxnSpPr>
          <p:nvPr/>
        </p:nvCxnSpPr>
        <p:spPr>
          <a:xfrm>
            <a:off x="3464367" y="1072771"/>
            <a:ext cx="0" cy="134367"/>
          </a:xfrm>
          <a:prstGeom prst="straightConnector1">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cxnSp>
      <p:sp>
        <p:nvSpPr>
          <p:cNvPr id="25" name="Espace réservé du texte 2">
            <a:extLst>
              <a:ext uri="{FF2B5EF4-FFF2-40B4-BE49-F238E27FC236}">
                <a16:creationId xmlns:a16="http://schemas.microsoft.com/office/drawing/2014/main" id="{FF1A3BFC-87C1-4D53-881B-8A53207B2B41}"/>
              </a:ext>
            </a:extLst>
          </p:cNvPr>
          <p:cNvSpPr txBox="1">
            <a:spLocks/>
          </p:cNvSpPr>
          <p:nvPr/>
        </p:nvSpPr>
        <p:spPr bwMode="auto">
          <a:xfrm>
            <a:off x="-175519" y="874761"/>
            <a:ext cx="121920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600" dirty="0">
                <a:solidFill>
                  <a:schemeClr val="tx2"/>
                </a:solidFill>
                <a:latin typeface="Arial" panose="020B0604020202020204" pitchFamily="34" charset="0"/>
              </a:rPr>
              <a:t>Activité</a:t>
            </a:r>
            <a:r>
              <a:rPr lang="fr-FR" altLang="fr-FR" sz="1600" dirty="0">
                <a:solidFill>
                  <a:srgbClr val="009AA6"/>
                </a:solidFill>
                <a:latin typeface="Arial" panose="020B0604020202020204" pitchFamily="34" charset="0"/>
              </a:rPr>
              <a:t> </a:t>
            </a:r>
            <a:r>
              <a:rPr lang="fr-FR" altLang="fr-FR" sz="1600" b="1" dirty="0">
                <a:solidFill>
                  <a:srgbClr val="790050"/>
                </a:solidFill>
                <a:latin typeface="Arial" panose="020B0604020202020204" pitchFamily="34" charset="0"/>
              </a:rPr>
              <a:t>« Définir les UP en lien avec les services »</a:t>
            </a:r>
            <a:r>
              <a:rPr lang="fr-FR" altLang="fr-FR" sz="1600" dirty="0">
                <a:solidFill>
                  <a:srgbClr val="009AA6"/>
                </a:solidFill>
                <a:latin typeface="Arial" panose="020B0604020202020204" pitchFamily="34" charset="0"/>
              </a:rPr>
              <a:t> </a:t>
            </a:r>
            <a:r>
              <a:rPr lang="fr-FR" altLang="fr-FR" sz="1600" dirty="0">
                <a:solidFill>
                  <a:schemeClr val="tx2"/>
                </a:solidFill>
                <a:latin typeface="Arial" panose="020B0604020202020204" pitchFamily="34" charset="0"/>
              </a:rPr>
              <a:t>et sous-activités  </a:t>
            </a:r>
          </a:p>
        </p:txBody>
      </p:sp>
      <p:sp>
        <p:nvSpPr>
          <p:cNvPr id="26" name="AutoShape 11">
            <a:extLst>
              <a:ext uri="{FF2B5EF4-FFF2-40B4-BE49-F238E27FC236}">
                <a16:creationId xmlns:a16="http://schemas.microsoft.com/office/drawing/2014/main" id="{AD5E3F00-8E9E-4FAB-8165-0A36E5CE2022}"/>
              </a:ext>
            </a:extLst>
          </p:cNvPr>
          <p:cNvSpPr>
            <a:spLocks noChangeArrowheads="1"/>
          </p:cNvSpPr>
          <p:nvPr/>
        </p:nvSpPr>
        <p:spPr bwMode="auto">
          <a:xfrm>
            <a:off x="2976701" y="4056062"/>
            <a:ext cx="1963098" cy="1227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Lister les différentes population d’utilisateurs</a:t>
            </a:r>
          </a:p>
        </p:txBody>
      </p:sp>
      <p:sp>
        <p:nvSpPr>
          <p:cNvPr id="27" name="AutoShape 11">
            <a:extLst>
              <a:ext uri="{FF2B5EF4-FFF2-40B4-BE49-F238E27FC236}">
                <a16:creationId xmlns:a16="http://schemas.microsoft.com/office/drawing/2014/main" id="{B919B0ED-6875-45B2-B5F5-AE37DFCDBAF9}"/>
              </a:ext>
            </a:extLst>
          </p:cNvPr>
          <p:cNvSpPr>
            <a:spLocks noChangeArrowheads="1"/>
          </p:cNvSpPr>
          <p:nvPr/>
        </p:nvSpPr>
        <p:spPr bwMode="auto">
          <a:xfrm>
            <a:off x="6249037" y="4056061"/>
            <a:ext cx="2196784" cy="1227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Modéliser leur usage des service à partir des statistiques d’utilisation des services</a:t>
            </a:r>
          </a:p>
        </p:txBody>
      </p:sp>
    </p:spTree>
    <p:extLst>
      <p:ext uri="{BB962C8B-B14F-4D97-AF65-F5344CB8AC3E}">
        <p14:creationId xmlns:p14="http://schemas.microsoft.com/office/powerpoint/2010/main" val="35429785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63FA1E8F-0AB7-4BBB-949F-073C59ABE86B}"/>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a:t>
            </a:r>
          </a:p>
        </p:txBody>
      </p:sp>
      <p:cxnSp>
        <p:nvCxnSpPr>
          <p:cNvPr id="20483" name="Connecteur droit avec flèche 19">
            <a:extLst>
              <a:ext uri="{FF2B5EF4-FFF2-40B4-BE49-F238E27FC236}">
                <a16:creationId xmlns:a16="http://schemas.microsoft.com/office/drawing/2014/main" id="{2F35E8CA-B021-44AE-AB72-8664DBA37F90}"/>
              </a:ext>
            </a:extLst>
          </p:cNvPr>
          <p:cNvCxnSpPr>
            <a:cxnSpLocks noChangeShapeType="1"/>
          </p:cNvCxnSpPr>
          <p:nvPr/>
        </p:nvCxnSpPr>
        <p:spPr bwMode="auto">
          <a:xfrm>
            <a:off x="1004888" y="4702968"/>
            <a:ext cx="9726612" cy="8732"/>
          </a:xfrm>
          <a:prstGeom prst="straightConnector1">
            <a:avLst/>
          </a:prstGeom>
          <a:noFill/>
          <a:ln w="38100"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22" name="Espace réservé du texte 2">
            <a:extLst>
              <a:ext uri="{FF2B5EF4-FFF2-40B4-BE49-F238E27FC236}">
                <a16:creationId xmlns:a16="http://schemas.microsoft.com/office/drawing/2014/main" id="{49E22EF0-3167-4C43-AFE3-1C720F256BE2}"/>
              </a:ext>
            </a:extLst>
          </p:cNvPr>
          <p:cNvSpPr txBox="1">
            <a:spLocks/>
          </p:cNvSpPr>
          <p:nvPr/>
        </p:nvSpPr>
        <p:spPr bwMode="auto">
          <a:xfrm>
            <a:off x="5591175" y="1163638"/>
            <a:ext cx="6480175" cy="1389062"/>
          </a:xfrm>
          <a:prstGeom prst="rect">
            <a:avLst/>
          </a:prstGeom>
          <a:solidFill>
            <a:schemeClr val="tx2"/>
          </a:solidFill>
          <a:ln w="9525">
            <a:noFill/>
            <a:miter lim="800000"/>
            <a:headEnd/>
            <a:tailEnd/>
          </a:ln>
        </p:spPr>
        <p:txBody>
          <a:bodyPr lIns="36000" tIns="36000" rIns="36000" bIns="36000"/>
          <a:lstStyle/>
          <a:p>
            <a:pPr marL="243411" indent="-243411" defTabSz="914400">
              <a:spcBef>
                <a:spcPts val="444"/>
              </a:spcBef>
              <a:buClr>
                <a:srgbClr val="009AA6"/>
              </a:buClr>
              <a:buSzPct val="110000"/>
              <a:defRPr/>
            </a:pPr>
            <a:r>
              <a:rPr lang="fr-FR" sz="1400" b="1" dirty="0">
                <a:solidFill>
                  <a:prstClr val="white"/>
                </a:solidFill>
                <a:latin typeface="Arial"/>
                <a:cs typeface="+mn-cs"/>
              </a:rPr>
              <a:t>Objectifs: </a:t>
            </a:r>
          </a:p>
          <a:p>
            <a:pPr marL="243411" indent="-243411" defTabSz="914400">
              <a:spcBef>
                <a:spcPts val="444"/>
              </a:spcBef>
              <a:buClr>
                <a:prstClr val="white"/>
              </a:buClr>
              <a:buSzPct val="110000"/>
              <a:buFont typeface="Arial" pitchFamily="34" charset="0"/>
              <a:buChar char="•"/>
              <a:defRPr/>
            </a:pPr>
            <a:r>
              <a:rPr lang="fr-FR" sz="1200" dirty="0">
                <a:solidFill>
                  <a:prstClr val="white"/>
                </a:solidFill>
                <a:latin typeface="Arial"/>
                <a:cs typeface="+mn-cs"/>
              </a:rPr>
              <a:t>Modéliser les services à travers des PBA</a:t>
            </a:r>
          </a:p>
        </p:txBody>
      </p:sp>
      <p:sp>
        <p:nvSpPr>
          <p:cNvPr id="28" name="Espace réservé du texte 2">
            <a:extLst>
              <a:ext uri="{FF2B5EF4-FFF2-40B4-BE49-F238E27FC236}">
                <a16:creationId xmlns:a16="http://schemas.microsoft.com/office/drawing/2014/main" id="{34475B5B-B400-4578-95A8-E62BEACB344F}"/>
              </a:ext>
            </a:extLst>
          </p:cNvPr>
          <p:cNvSpPr txBox="1">
            <a:spLocks/>
          </p:cNvSpPr>
          <p:nvPr/>
        </p:nvSpPr>
        <p:spPr bwMode="auto">
          <a:xfrm>
            <a:off x="-175519" y="3035936"/>
            <a:ext cx="3797300" cy="522287"/>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entrants</a:t>
            </a:r>
            <a:endParaRPr lang="fr-FR" sz="1400" dirty="0">
              <a:solidFill>
                <a:schemeClr val="tx2"/>
              </a:solidFill>
              <a:latin typeface="Arial"/>
              <a:cs typeface="+mn-cs"/>
            </a:endParaRP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Compréhension de la manière dont sont utilisés les services</a:t>
            </a:r>
          </a:p>
        </p:txBody>
      </p:sp>
      <p:pic>
        <p:nvPicPr>
          <p:cNvPr id="29" name="Shape 209" descr="arrow_right">
            <a:extLst>
              <a:ext uri="{FF2B5EF4-FFF2-40B4-BE49-F238E27FC236}">
                <a16:creationId xmlns:a16="http://schemas.microsoft.com/office/drawing/2014/main" id="{3CB5C82F-C8E8-4EA6-91DC-FC2B7EDD1128}"/>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2384804" y="2700198"/>
            <a:ext cx="573365" cy="573365"/>
          </a:xfrm>
          <a:prstGeom prst="rect">
            <a:avLst/>
          </a:prstGeom>
          <a:noFill/>
          <a:ln>
            <a:noFill/>
          </a:ln>
        </p:spPr>
      </p:pic>
      <p:pic>
        <p:nvPicPr>
          <p:cNvPr id="20492" name="Shape 170" descr="MM900336445[1]">
            <a:extLst>
              <a:ext uri="{FF2B5EF4-FFF2-40B4-BE49-F238E27FC236}">
                <a16:creationId xmlns:a16="http://schemas.microsoft.com/office/drawing/2014/main" id="{B7BBFC65-A6A4-4034-BED2-F2B19DF52C52}"/>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913" y="4413250"/>
            <a:ext cx="687387"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Espace réservé du texte 2">
            <a:extLst>
              <a:ext uri="{FF2B5EF4-FFF2-40B4-BE49-F238E27FC236}">
                <a16:creationId xmlns:a16="http://schemas.microsoft.com/office/drawing/2014/main" id="{19CF0CAA-C315-4C15-BDBF-B70BC1B02CE2}"/>
              </a:ext>
            </a:extLst>
          </p:cNvPr>
          <p:cNvSpPr txBox="1">
            <a:spLocks/>
          </p:cNvSpPr>
          <p:nvPr/>
        </p:nvSpPr>
        <p:spPr bwMode="auto">
          <a:xfrm>
            <a:off x="9732963" y="5283200"/>
            <a:ext cx="2459037"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sorties</a:t>
            </a: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PBA</a:t>
            </a:r>
          </a:p>
        </p:txBody>
      </p:sp>
      <p:sp>
        <p:nvSpPr>
          <p:cNvPr id="47" name="AutoShape 11">
            <a:extLst>
              <a:ext uri="{FF2B5EF4-FFF2-40B4-BE49-F238E27FC236}">
                <a16:creationId xmlns:a16="http://schemas.microsoft.com/office/drawing/2014/main" id="{5CE18F83-DCEA-4BA3-9DA4-6324FA3B4F34}"/>
              </a:ext>
            </a:extLst>
          </p:cNvPr>
          <p:cNvSpPr>
            <a:spLocks noChangeArrowheads="1"/>
          </p:cNvSpPr>
          <p:nvPr/>
        </p:nvSpPr>
        <p:spPr bwMode="auto">
          <a:xfrm>
            <a:off x="262558" y="2257425"/>
            <a:ext cx="4995242" cy="29527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pPr>
            <a:r>
              <a:rPr lang="fr-FR" altLang="fr-FR" sz="900" b="1" kern="0">
                <a:solidFill>
                  <a:prstClr val="white"/>
                </a:solidFill>
                <a:latin typeface="Arial" panose="020B0604020202020204" pitchFamily="34" charset="0"/>
              </a:rPr>
              <a:t>Piloter le processus</a:t>
            </a:r>
          </a:p>
        </p:txBody>
      </p:sp>
      <p:cxnSp>
        <p:nvCxnSpPr>
          <p:cNvPr id="48" name="Connecteur droit avec flèche 19">
            <a:extLst>
              <a:ext uri="{FF2B5EF4-FFF2-40B4-BE49-F238E27FC236}">
                <a16:creationId xmlns:a16="http://schemas.microsoft.com/office/drawing/2014/main" id="{7C712A90-6D0F-4C1A-9CCD-807DD1F67B6A}"/>
              </a:ext>
            </a:extLst>
          </p:cNvPr>
          <p:cNvCxnSpPr>
            <a:cxnSpLocks noChangeShapeType="1"/>
          </p:cNvCxnSpPr>
          <p:nvPr/>
        </p:nvCxnSpPr>
        <p:spPr bwMode="auto">
          <a:xfrm flipV="1">
            <a:off x="117525" y="1695678"/>
            <a:ext cx="5232400" cy="9418"/>
          </a:xfrm>
          <a:prstGeom prst="straightConnector1">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cxnSp>
      <p:sp>
        <p:nvSpPr>
          <p:cNvPr id="49" name="AutoShape 11">
            <a:extLst>
              <a:ext uri="{FF2B5EF4-FFF2-40B4-BE49-F238E27FC236}">
                <a16:creationId xmlns:a16="http://schemas.microsoft.com/office/drawing/2014/main" id="{907BAF8A-00AA-4CCD-9A24-B480CF7BDC47}"/>
              </a:ext>
            </a:extLst>
          </p:cNvPr>
          <p:cNvSpPr>
            <a:spLocks noChangeArrowheads="1"/>
          </p:cNvSpPr>
          <p:nvPr/>
        </p:nvSpPr>
        <p:spPr bwMode="auto">
          <a:xfrm>
            <a:off x="299217" y="1203553"/>
            <a:ext cx="1082891" cy="1031056"/>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Définir les profils d’utilisateur en lien avec les services</a:t>
            </a:r>
          </a:p>
        </p:txBody>
      </p:sp>
      <p:sp>
        <p:nvSpPr>
          <p:cNvPr id="50" name="AutoShape 11">
            <a:extLst>
              <a:ext uri="{FF2B5EF4-FFF2-40B4-BE49-F238E27FC236}">
                <a16:creationId xmlns:a16="http://schemas.microsoft.com/office/drawing/2014/main" id="{0572115B-1396-4E80-B3CA-37626FFA9DD4}"/>
              </a:ext>
            </a:extLst>
          </p:cNvPr>
          <p:cNvSpPr>
            <a:spLocks noChangeArrowheads="1"/>
          </p:cNvSpPr>
          <p:nvPr/>
        </p:nvSpPr>
        <p:spPr bwMode="auto">
          <a:xfrm>
            <a:off x="1548796" y="1203553"/>
            <a:ext cx="1133189" cy="104498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Associer des schéma d’activité métier pour chaque profil utilisateur  </a:t>
            </a:r>
          </a:p>
        </p:txBody>
      </p:sp>
      <p:sp>
        <p:nvSpPr>
          <p:cNvPr id="51" name="AutoShape 11">
            <a:extLst>
              <a:ext uri="{FF2B5EF4-FFF2-40B4-BE49-F238E27FC236}">
                <a16:creationId xmlns:a16="http://schemas.microsoft.com/office/drawing/2014/main" id="{DD83DBBB-9F1B-4A69-9348-06A1AA39AF4F}"/>
              </a:ext>
            </a:extLst>
          </p:cNvPr>
          <p:cNvSpPr>
            <a:spLocks noChangeArrowheads="1"/>
          </p:cNvSpPr>
          <p:nvPr/>
        </p:nvSpPr>
        <p:spPr bwMode="auto">
          <a:xfrm>
            <a:off x="2530374" y="826843"/>
            <a:ext cx="1867985" cy="245928"/>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pPr>
            <a:r>
              <a:rPr lang="fr-FR" altLang="fr-FR" sz="847" b="1" kern="0" dirty="0">
                <a:solidFill>
                  <a:prstClr val="white"/>
                </a:solidFill>
              </a:rPr>
              <a:t>Gestion de la capacité</a:t>
            </a:r>
          </a:p>
        </p:txBody>
      </p:sp>
      <p:sp>
        <p:nvSpPr>
          <p:cNvPr id="52" name="AutoShape 11">
            <a:extLst>
              <a:ext uri="{FF2B5EF4-FFF2-40B4-BE49-F238E27FC236}">
                <a16:creationId xmlns:a16="http://schemas.microsoft.com/office/drawing/2014/main" id="{9C7A0682-1D61-4462-99C6-7CE2C9633913}"/>
              </a:ext>
            </a:extLst>
          </p:cNvPr>
          <p:cNvSpPr>
            <a:spLocks noChangeArrowheads="1"/>
          </p:cNvSpPr>
          <p:nvPr/>
        </p:nvSpPr>
        <p:spPr bwMode="auto">
          <a:xfrm>
            <a:off x="4208484" y="1203554"/>
            <a:ext cx="915794" cy="1011234"/>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Présenter / négocier l’offre de service</a:t>
            </a:r>
          </a:p>
        </p:txBody>
      </p:sp>
      <p:sp>
        <p:nvSpPr>
          <p:cNvPr id="53" name="AutoShape 11">
            <a:extLst>
              <a:ext uri="{FF2B5EF4-FFF2-40B4-BE49-F238E27FC236}">
                <a16:creationId xmlns:a16="http://schemas.microsoft.com/office/drawing/2014/main" id="{44C4C51E-B221-453E-B780-548F7BC8E738}"/>
              </a:ext>
            </a:extLst>
          </p:cNvPr>
          <p:cNvSpPr>
            <a:spLocks noChangeArrowheads="1"/>
          </p:cNvSpPr>
          <p:nvPr/>
        </p:nvSpPr>
        <p:spPr bwMode="auto">
          <a:xfrm>
            <a:off x="2815829" y="1207138"/>
            <a:ext cx="1297076" cy="1031056"/>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Adapter l’offre de service aux schémas d’activité métier - </a:t>
            </a:r>
          </a:p>
          <a:p>
            <a:pPr algn="ctr" fontAlgn="auto">
              <a:spcBef>
                <a:spcPts val="0"/>
              </a:spcBef>
              <a:spcAft>
                <a:spcPts val="0"/>
              </a:spcAft>
            </a:pPr>
            <a:r>
              <a:rPr lang="fr-FR" sz="900" b="1" kern="0" dirty="0">
                <a:solidFill>
                  <a:prstClr val="white"/>
                </a:solidFill>
              </a:rPr>
              <a:t>Influencer la demande </a:t>
            </a:r>
          </a:p>
        </p:txBody>
      </p:sp>
      <p:cxnSp>
        <p:nvCxnSpPr>
          <p:cNvPr id="54" name="Connecteur droit avec flèche 53">
            <a:extLst>
              <a:ext uri="{FF2B5EF4-FFF2-40B4-BE49-F238E27FC236}">
                <a16:creationId xmlns:a16="http://schemas.microsoft.com/office/drawing/2014/main" id="{2F70CFC2-7E90-4031-B2F1-55DB2B7AC1DD}"/>
              </a:ext>
            </a:extLst>
          </p:cNvPr>
          <p:cNvCxnSpPr>
            <a:cxnSpLocks/>
            <a:stCxn id="51" idx="2"/>
            <a:endCxn id="53" idx="0"/>
          </p:cNvCxnSpPr>
          <p:nvPr/>
        </p:nvCxnSpPr>
        <p:spPr>
          <a:xfrm>
            <a:off x="3464367" y="1072771"/>
            <a:ext cx="0" cy="134367"/>
          </a:xfrm>
          <a:prstGeom prst="straightConnector1">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cxnSp>
      <p:sp>
        <p:nvSpPr>
          <p:cNvPr id="25" name="Espace réservé du texte 2">
            <a:extLst>
              <a:ext uri="{FF2B5EF4-FFF2-40B4-BE49-F238E27FC236}">
                <a16:creationId xmlns:a16="http://schemas.microsoft.com/office/drawing/2014/main" id="{FF1A3BFC-87C1-4D53-881B-8A53207B2B41}"/>
              </a:ext>
            </a:extLst>
          </p:cNvPr>
          <p:cNvSpPr txBox="1">
            <a:spLocks/>
          </p:cNvSpPr>
          <p:nvPr/>
        </p:nvSpPr>
        <p:spPr bwMode="auto">
          <a:xfrm>
            <a:off x="-175519" y="874761"/>
            <a:ext cx="121920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600" dirty="0">
                <a:solidFill>
                  <a:schemeClr val="tx2"/>
                </a:solidFill>
                <a:latin typeface="Arial" panose="020B0604020202020204" pitchFamily="34" charset="0"/>
              </a:rPr>
              <a:t>Activité</a:t>
            </a:r>
            <a:r>
              <a:rPr lang="fr-FR" altLang="fr-FR" sz="1600" dirty="0">
                <a:solidFill>
                  <a:srgbClr val="009AA6"/>
                </a:solidFill>
                <a:latin typeface="Arial" panose="020B0604020202020204" pitchFamily="34" charset="0"/>
              </a:rPr>
              <a:t> </a:t>
            </a:r>
            <a:r>
              <a:rPr lang="fr-FR" altLang="fr-FR" sz="1600" b="1" dirty="0">
                <a:solidFill>
                  <a:srgbClr val="790050"/>
                </a:solidFill>
                <a:latin typeface="Arial" panose="020B0604020202020204" pitchFamily="34" charset="0"/>
              </a:rPr>
              <a:t>« Associer des PBA pour chaque profil utilisateur »</a:t>
            </a:r>
            <a:r>
              <a:rPr lang="fr-FR" altLang="fr-FR" sz="1600" dirty="0">
                <a:solidFill>
                  <a:srgbClr val="009AA6"/>
                </a:solidFill>
                <a:latin typeface="Arial" panose="020B0604020202020204" pitchFamily="34" charset="0"/>
              </a:rPr>
              <a:t> </a:t>
            </a:r>
            <a:r>
              <a:rPr lang="fr-FR" altLang="fr-FR" sz="1600" dirty="0">
                <a:solidFill>
                  <a:schemeClr val="tx2"/>
                </a:solidFill>
                <a:latin typeface="Arial" panose="020B0604020202020204" pitchFamily="34" charset="0"/>
              </a:rPr>
              <a:t>et sous-activités  </a:t>
            </a:r>
          </a:p>
        </p:txBody>
      </p:sp>
      <p:sp>
        <p:nvSpPr>
          <p:cNvPr id="26" name="AutoShape 11">
            <a:extLst>
              <a:ext uri="{FF2B5EF4-FFF2-40B4-BE49-F238E27FC236}">
                <a16:creationId xmlns:a16="http://schemas.microsoft.com/office/drawing/2014/main" id="{AD5E3F00-8E9E-4FAB-8165-0A36E5CE2022}"/>
              </a:ext>
            </a:extLst>
          </p:cNvPr>
          <p:cNvSpPr>
            <a:spLocks noChangeArrowheads="1"/>
          </p:cNvSpPr>
          <p:nvPr/>
        </p:nvSpPr>
        <p:spPr bwMode="auto">
          <a:xfrm>
            <a:off x="2976701" y="4056062"/>
            <a:ext cx="1963098" cy="1227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Définir les caractéristiques des schéma d’activité métier</a:t>
            </a:r>
          </a:p>
        </p:txBody>
      </p:sp>
      <p:sp>
        <p:nvSpPr>
          <p:cNvPr id="27" name="AutoShape 11">
            <a:extLst>
              <a:ext uri="{FF2B5EF4-FFF2-40B4-BE49-F238E27FC236}">
                <a16:creationId xmlns:a16="http://schemas.microsoft.com/office/drawing/2014/main" id="{B919B0ED-6875-45B2-B5F5-AE37DFCDBAF9}"/>
              </a:ext>
            </a:extLst>
          </p:cNvPr>
          <p:cNvSpPr>
            <a:spLocks noChangeArrowheads="1"/>
          </p:cNvSpPr>
          <p:nvPr/>
        </p:nvSpPr>
        <p:spPr bwMode="auto">
          <a:xfrm>
            <a:off x="6249037" y="4056061"/>
            <a:ext cx="2196784" cy="1227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Associer les caractéristiques des PBA aux UP</a:t>
            </a:r>
          </a:p>
        </p:txBody>
      </p:sp>
    </p:spTree>
    <p:extLst>
      <p:ext uri="{BB962C8B-B14F-4D97-AF65-F5344CB8AC3E}">
        <p14:creationId xmlns:p14="http://schemas.microsoft.com/office/powerpoint/2010/main" val="1916871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63FA1E8F-0AB7-4BBB-949F-073C59ABE86B}"/>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a:t>
            </a:r>
          </a:p>
        </p:txBody>
      </p:sp>
      <p:sp>
        <p:nvSpPr>
          <p:cNvPr id="22" name="Espace réservé du texte 2">
            <a:extLst>
              <a:ext uri="{FF2B5EF4-FFF2-40B4-BE49-F238E27FC236}">
                <a16:creationId xmlns:a16="http://schemas.microsoft.com/office/drawing/2014/main" id="{49E22EF0-3167-4C43-AFE3-1C720F256BE2}"/>
              </a:ext>
            </a:extLst>
          </p:cNvPr>
          <p:cNvSpPr txBox="1">
            <a:spLocks/>
          </p:cNvSpPr>
          <p:nvPr/>
        </p:nvSpPr>
        <p:spPr bwMode="auto">
          <a:xfrm>
            <a:off x="5591175" y="1163638"/>
            <a:ext cx="6480175" cy="1389062"/>
          </a:xfrm>
          <a:prstGeom prst="rect">
            <a:avLst/>
          </a:prstGeom>
          <a:solidFill>
            <a:schemeClr val="tx2"/>
          </a:solidFill>
          <a:ln w="9525">
            <a:noFill/>
            <a:miter lim="800000"/>
            <a:headEnd/>
            <a:tailEnd/>
          </a:ln>
        </p:spPr>
        <p:txBody>
          <a:bodyPr lIns="36000" tIns="36000" rIns="36000" bIns="36000"/>
          <a:lstStyle/>
          <a:p>
            <a:pPr marL="243411" indent="-243411" defTabSz="914400">
              <a:spcBef>
                <a:spcPts val="444"/>
              </a:spcBef>
              <a:buClr>
                <a:srgbClr val="009AA6"/>
              </a:buClr>
              <a:buSzPct val="110000"/>
              <a:defRPr/>
            </a:pPr>
            <a:r>
              <a:rPr lang="fr-FR" sz="1400" b="1" dirty="0">
                <a:solidFill>
                  <a:prstClr val="white"/>
                </a:solidFill>
                <a:latin typeface="Arial"/>
                <a:cs typeface="+mn-cs"/>
              </a:rPr>
              <a:t>Objectifs: </a:t>
            </a:r>
          </a:p>
          <a:p>
            <a:pPr marL="243411" indent="-243411" defTabSz="914400">
              <a:spcBef>
                <a:spcPts val="444"/>
              </a:spcBef>
              <a:buClr>
                <a:prstClr val="white"/>
              </a:buClr>
              <a:buSzPct val="110000"/>
              <a:buFont typeface="Arial" pitchFamily="34" charset="0"/>
              <a:buChar char="•"/>
              <a:defRPr/>
            </a:pPr>
            <a:r>
              <a:rPr lang="fr-FR" sz="1200" dirty="0">
                <a:solidFill>
                  <a:prstClr val="white"/>
                </a:solidFill>
                <a:latin typeface="Arial"/>
                <a:cs typeface="+mn-cs"/>
              </a:rPr>
              <a:t>Adapter les offres aux besoins</a:t>
            </a:r>
          </a:p>
          <a:p>
            <a:pPr marL="243411" indent="-243411" defTabSz="914400">
              <a:spcBef>
                <a:spcPts val="444"/>
              </a:spcBef>
              <a:buClr>
                <a:prstClr val="white"/>
              </a:buClr>
              <a:buSzPct val="110000"/>
              <a:buFont typeface="Arial" pitchFamily="34" charset="0"/>
              <a:buChar char="•"/>
              <a:defRPr/>
            </a:pPr>
            <a:r>
              <a:rPr lang="fr-FR" sz="1200" dirty="0">
                <a:solidFill>
                  <a:prstClr val="white"/>
                </a:solidFill>
                <a:latin typeface="Arial"/>
                <a:cs typeface="+mn-cs"/>
              </a:rPr>
              <a:t>Adapter les besoins aux offres</a:t>
            </a:r>
          </a:p>
          <a:p>
            <a:pPr defTabSz="914400">
              <a:spcBef>
                <a:spcPts val="444"/>
              </a:spcBef>
              <a:buClr>
                <a:prstClr val="white"/>
              </a:buClr>
              <a:buSzPct val="110000"/>
              <a:defRPr/>
            </a:pPr>
            <a:endParaRPr lang="fr-FR" sz="1200" dirty="0">
              <a:solidFill>
                <a:prstClr val="white"/>
              </a:solidFill>
              <a:latin typeface="Arial"/>
              <a:cs typeface="+mn-cs"/>
            </a:endParaRPr>
          </a:p>
        </p:txBody>
      </p:sp>
      <p:sp>
        <p:nvSpPr>
          <p:cNvPr id="28" name="Espace réservé du texte 2">
            <a:extLst>
              <a:ext uri="{FF2B5EF4-FFF2-40B4-BE49-F238E27FC236}">
                <a16:creationId xmlns:a16="http://schemas.microsoft.com/office/drawing/2014/main" id="{34475B5B-B400-4578-95A8-E62BEACB344F}"/>
              </a:ext>
            </a:extLst>
          </p:cNvPr>
          <p:cNvSpPr txBox="1">
            <a:spLocks/>
          </p:cNvSpPr>
          <p:nvPr/>
        </p:nvSpPr>
        <p:spPr bwMode="auto">
          <a:xfrm>
            <a:off x="-39890" y="2862107"/>
            <a:ext cx="3504256" cy="522287"/>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entrants</a:t>
            </a:r>
            <a:endParaRPr lang="fr-FR" sz="1400" dirty="0">
              <a:solidFill>
                <a:schemeClr val="tx2"/>
              </a:solidFill>
              <a:latin typeface="Arial"/>
              <a:cs typeface="+mn-cs"/>
            </a:endParaRP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PBA formalisés</a:t>
            </a:r>
          </a:p>
        </p:txBody>
      </p:sp>
      <p:pic>
        <p:nvPicPr>
          <p:cNvPr id="29" name="Shape 209" descr="arrow_right">
            <a:extLst>
              <a:ext uri="{FF2B5EF4-FFF2-40B4-BE49-F238E27FC236}">
                <a16:creationId xmlns:a16="http://schemas.microsoft.com/office/drawing/2014/main" id="{3CB5C82F-C8E8-4EA6-91DC-FC2B7EDD1128}"/>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2384804" y="2700198"/>
            <a:ext cx="573365" cy="573365"/>
          </a:xfrm>
          <a:prstGeom prst="rect">
            <a:avLst/>
          </a:prstGeom>
          <a:noFill/>
          <a:ln>
            <a:noFill/>
          </a:ln>
        </p:spPr>
      </p:pic>
      <p:pic>
        <p:nvPicPr>
          <p:cNvPr id="20492" name="Shape 170" descr="MM900336445[1]">
            <a:extLst>
              <a:ext uri="{FF2B5EF4-FFF2-40B4-BE49-F238E27FC236}">
                <a16:creationId xmlns:a16="http://schemas.microsoft.com/office/drawing/2014/main" id="{B7BBFC65-A6A4-4034-BED2-F2B19DF52C52}"/>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913" y="4413250"/>
            <a:ext cx="687387"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Espace réservé du texte 2">
            <a:extLst>
              <a:ext uri="{FF2B5EF4-FFF2-40B4-BE49-F238E27FC236}">
                <a16:creationId xmlns:a16="http://schemas.microsoft.com/office/drawing/2014/main" id="{19CF0CAA-C315-4C15-BDBF-B70BC1B02CE2}"/>
              </a:ext>
            </a:extLst>
          </p:cNvPr>
          <p:cNvSpPr txBox="1">
            <a:spLocks/>
          </p:cNvSpPr>
          <p:nvPr/>
        </p:nvSpPr>
        <p:spPr bwMode="auto">
          <a:xfrm>
            <a:off x="9732963" y="5283200"/>
            <a:ext cx="2459037"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sorties</a:t>
            </a: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Offres de services en accord avec la demande</a:t>
            </a:r>
          </a:p>
        </p:txBody>
      </p:sp>
      <p:sp>
        <p:nvSpPr>
          <p:cNvPr id="47" name="AutoShape 11">
            <a:extLst>
              <a:ext uri="{FF2B5EF4-FFF2-40B4-BE49-F238E27FC236}">
                <a16:creationId xmlns:a16="http://schemas.microsoft.com/office/drawing/2014/main" id="{5CE18F83-DCEA-4BA3-9DA4-6324FA3B4F34}"/>
              </a:ext>
            </a:extLst>
          </p:cNvPr>
          <p:cNvSpPr>
            <a:spLocks noChangeArrowheads="1"/>
          </p:cNvSpPr>
          <p:nvPr/>
        </p:nvSpPr>
        <p:spPr bwMode="auto">
          <a:xfrm>
            <a:off x="262558" y="2257425"/>
            <a:ext cx="4995242" cy="29527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pPr>
            <a:r>
              <a:rPr lang="fr-FR" altLang="fr-FR" sz="900" b="1" kern="0">
                <a:solidFill>
                  <a:prstClr val="white"/>
                </a:solidFill>
                <a:latin typeface="Arial" panose="020B0604020202020204" pitchFamily="34" charset="0"/>
              </a:rPr>
              <a:t>Piloter le processus</a:t>
            </a:r>
          </a:p>
        </p:txBody>
      </p:sp>
      <p:cxnSp>
        <p:nvCxnSpPr>
          <p:cNvPr id="48" name="Connecteur droit avec flèche 19">
            <a:extLst>
              <a:ext uri="{FF2B5EF4-FFF2-40B4-BE49-F238E27FC236}">
                <a16:creationId xmlns:a16="http://schemas.microsoft.com/office/drawing/2014/main" id="{7C712A90-6D0F-4C1A-9CCD-807DD1F67B6A}"/>
              </a:ext>
            </a:extLst>
          </p:cNvPr>
          <p:cNvCxnSpPr>
            <a:cxnSpLocks noChangeShapeType="1"/>
          </p:cNvCxnSpPr>
          <p:nvPr/>
        </p:nvCxnSpPr>
        <p:spPr bwMode="auto">
          <a:xfrm flipV="1">
            <a:off x="117525" y="1695678"/>
            <a:ext cx="5232400" cy="9418"/>
          </a:xfrm>
          <a:prstGeom prst="straightConnector1">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cxnSp>
      <p:sp>
        <p:nvSpPr>
          <p:cNvPr id="49" name="AutoShape 11">
            <a:extLst>
              <a:ext uri="{FF2B5EF4-FFF2-40B4-BE49-F238E27FC236}">
                <a16:creationId xmlns:a16="http://schemas.microsoft.com/office/drawing/2014/main" id="{907BAF8A-00AA-4CCD-9A24-B480CF7BDC47}"/>
              </a:ext>
            </a:extLst>
          </p:cNvPr>
          <p:cNvSpPr>
            <a:spLocks noChangeArrowheads="1"/>
          </p:cNvSpPr>
          <p:nvPr/>
        </p:nvSpPr>
        <p:spPr bwMode="auto">
          <a:xfrm>
            <a:off x="299217" y="1203553"/>
            <a:ext cx="1082891" cy="1031056"/>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Définir les profils d’utilisateur en lien avec les services</a:t>
            </a:r>
          </a:p>
        </p:txBody>
      </p:sp>
      <p:sp>
        <p:nvSpPr>
          <p:cNvPr id="50" name="AutoShape 11">
            <a:extLst>
              <a:ext uri="{FF2B5EF4-FFF2-40B4-BE49-F238E27FC236}">
                <a16:creationId xmlns:a16="http://schemas.microsoft.com/office/drawing/2014/main" id="{0572115B-1396-4E80-B3CA-37626FFA9DD4}"/>
              </a:ext>
            </a:extLst>
          </p:cNvPr>
          <p:cNvSpPr>
            <a:spLocks noChangeArrowheads="1"/>
          </p:cNvSpPr>
          <p:nvPr/>
        </p:nvSpPr>
        <p:spPr bwMode="auto">
          <a:xfrm>
            <a:off x="1548796" y="1203553"/>
            <a:ext cx="1133189" cy="104498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Associer des schéma d’activité métier pour chaque profil utilisateur  </a:t>
            </a:r>
          </a:p>
        </p:txBody>
      </p:sp>
      <p:sp>
        <p:nvSpPr>
          <p:cNvPr id="51" name="AutoShape 11">
            <a:extLst>
              <a:ext uri="{FF2B5EF4-FFF2-40B4-BE49-F238E27FC236}">
                <a16:creationId xmlns:a16="http://schemas.microsoft.com/office/drawing/2014/main" id="{DD83DBBB-9F1B-4A69-9348-06A1AA39AF4F}"/>
              </a:ext>
            </a:extLst>
          </p:cNvPr>
          <p:cNvSpPr>
            <a:spLocks noChangeArrowheads="1"/>
          </p:cNvSpPr>
          <p:nvPr/>
        </p:nvSpPr>
        <p:spPr bwMode="auto">
          <a:xfrm>
            <a:off x="2530374" y="826843"/>
            <a:ext cx="1867985" cy="245928"/>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pPr>
            <a:r>
              <a:rPr lang="fr-FR" altLang="fr-FR" sz="847" b="1" kern="0" dirty="0">
                <a:solidFill>
                  <a:prstClr val="white"/>
                </a:solidFill>
              </a:rPr>
              <a:t>Gestion de la capacité</a:t>
            </a:r>
          </a:p>
        </p:txBody>
      </p:sp>
      <p:sp>
        <p:nvSpPr>
          <p:cNvPr id="52" name="AutoShape 11">
            <a:extLst>
              <a:ext uri="{FF2B5EF4-FFF2-40B4-BE49-F238E27FC236}">
                <a16:creationId xmlns:a16="http://schemas.microsoft.com/office/drawing/2014/main" id="{9C7A0682-1D61-4462-99C6-7CE2C9633913}"/>
              </a:ext>
            </a:extLst>
          </p:cNvPr>
          <p:cNvSpPr>
            <a:spLocks noChangeArrowheads="1"/>
          </p:cNvSpPr>
          <p:nvPr/>
        </p:nvSpPr>
        <p:spPr bwMode="auto">
          <a:xfrm>
            <a:off x="4208484" y="1203554"/>
            <a:ext cx="915794" cy="1011234"/>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Présenter / négocier l’offre de service</a:t>
            </a:r>
          </a:p>
        </p:txBody>
      </p:sp>
      <p:sp>
        <p:nvSpPr>
          <p:cNvPr id="53" name="AutoShape 11">
            <a:extLst>
              <a:ext uri="{FF2B5EF4-FFF2-40B4-BE49-F238E27FC236}">
                <a16:creationId xmlns:a16="http://schemas.microsoft.com/office/drawing/2014/main" id="{44C4C51E-B221-453E-B780-548F7BC8E738}"/>
              </a:ext>
            </a:extLst>
          </p:cNvPr>
          <p:cNvSpPr>
            <a:spLocks noChangeArrowheads="1"/>
          </p:cNvSpPr>
          <p:nvPr/>
        </p:nvSpPr>
        <p:spPr bwMode="auto">
          <a:xfrm>
            <a:off x="2815829" y="1207138"/>
            <a:ext cx="1297076" cy="1031056"/>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Adapter l’offre de service aux schémas d’activité métier - </a:t>
            </a:r>
          </a:p>
          <a:p>
            <a:pPr algn="ctr" fontAlgn="auto">
              <a:spcBef>
                <a:spcPts val="0"/>
              </a:spcBef>
              <a:spcAft>
                <a:spcPts val="0"/>
              </a:spcAft>
            </a:pPr>
            <a:r>
              <a:rPr lang="fr-FR" sz="900" b="1" kern="0" dirty="0">
                <a:solidFill>
                  <a:prstClr val="white"/>
                </a:solidFill>
              </a:rPr>
              <a:t>Influencer la demande </a:t>
            </a:r>
          </a:p>
        </p:txBody>
      </p:sp>
      <p:cxnSp>
        <p:nvCxnSpPr>
          <p:cNvPr id="54" name="Connecteur droit avec flèche 53">
            <a:extLst>
              <a:ext uri="{FF2B5EF4-FFF2-40B4-BE49-F238E27FC236}">
                <a16:creationId xmlns:a16="http://schemas.microsoft.com/office/drawing/2014/main" id="{2F70CFC2-7E90-4031-B2F1-55DB2B7AC1DD}"/>
              </a:ext>
            </a:extLst>
          </p:cNvPr>
          <p:cNvCxnSpPr>
            <a:cxnSpLocks/>
            <a:stCxn id="51" idx="2"/>
            <a:endCxn id="53" idx="0"/>
          </p:cNvCxnSpPr>
          <p:nvPr/>
        </p:nvCxnSpPr>
        <p:spPr>
          <a:xfrm>
            <a:off x="3464367" y="1072771"/>
            <a:ext cx="0" cy="134367"/>
          </a:xfrm>
          <a:prstGeom prst="straightConnector1">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cxnSp>
      <p:sp>
        <p:nvSpPr>
          <p:cNvPr id="25" name="Espace réservé du texte 2">
            <a:extLst>
              <a:ext uri="{FF2B5EF4-FFF2-40B4-BE49-F238E27FC236}">
                <a16:creationId xmlns:a16="http://schemas.microsoft.com/office/drawing/2014/main" id="{FF1A3BFC-87C1-4D53-881B-8A53207B2B41}"/>
              </a:ext>
            </a:extLst>
          </p:cNvPr>
          <p:cNvSpPr txBox="1">
            <a:spLocks/>
          </p:cNvSpPr>
          <p:nvPr/>
        </p:nvSpPr>
        <p:spPr bwMode="auto">
          <a:xfrm>
            <a:off x="-175519" y="874761"/>
            <a:ext cx="121920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600" dirty="0">
                <a:solidFill>
                  <a:schemeClr val="tx2"/>
                </a:solidFill>
                <a:latin typeface="Arial" panose="020B0604020202020204" pitchFamily="34" charset="0"/>
              </a:rPr>
              <a:t>Activité</a:t>
            </a:r>
            <a:r>
              <a:rPr lang="fr-FR" altLang="fr-FR" sz="1600" dirty="0">
                <a:solidFill>
                  <a:srgbClr val="009AA6"/>
                </a:solidFill>
                <a:latin typeface="Arial" panose="020B0604020202020204" pitchFamily="34" charset="0"/>
              </a:rPr>
              <a:t> </a:t>
            </a:r>
            <a:r>
              <a:rPr lang="fr-FR" altLang="fr-FR" sz="1600" b="1" dirty="0">
                <a:solidFill>
                  <a:srgbClr val="790050"/>
                </a:solidFill>
                <a:latin typeface="Arial" panose="020B0604020202020204" pitchFamily="34" charset="0"/>
              </a:rPr>
              <a:t>« Adapter l’offre de service aux PBA »</a:t>
            </a:r>
            <a:r>
              <a:rPr lang="fr-FR" altLang="fr-FR" sz="1600" dirty="0">
                <a:solidFill>
                  <a:srgbClr val="009AA6"/>
                </a:solidFill>
                <a:latin typeface="Arial" panose="020B0604020202020204" pitchFamily="34" charset="0"/>
              </a:rPr>
              <a:t> </a:t>
            </a:r>
            <a:r>
              <a:rPr lang="fr-FR" altLang="fr-FR" sz="1600" dirty="0">
                <a:solidFill>
                  <a:schemeClr val="tx2"/>
                </a:solidFill>
                <a:latin typeface="Arial" panose="020B0604020202020204" pitchFamily="34" charset="0"/>
              </a:rPr>
              <a:t>et sous-activités  </a:t>
            </a:r>
          </a:p>
        </p:txBody>
      </p:sp>
      <p:cxnSp>
        <p:nvCxnSpPr>
          <p:cNvPr id="3" name="Connecteur : en angle 2">
            <a:extLst>
              <a:ext uri="{FF2B5EF4-FFF2-40B4-BE49-F238E27FC236}">
                <a16:creationId xmlns:a16="http://schemas.microsoft.com/office/drawing/2014/main" id="{3948795B-3172-433D-91C1-AF553469CDBA}"/>
              </a:ext>
            </a:extLst>
          </p:cNvPr>
          <p:cNvCxnSpPr>
            <a:cxnSpLocks/>
          </p:cNvCxnSpPr>
          <p:nvPr/>
        </p:nvCxnSpPr>
        <p:spPr>
          <a:xfrm flipV="1">
            <a:off x="1630710" y="3806743"/>
            <a:ext cx="7272908" cy="990892"/>
          </a:xfrm>
          <a:prstGeom prst="bentConnector3">
            <a:avLst>
              <a:gd name="adj1" fmla="val 46704"/>
            </a:avLst>
          </a:prstGeom>
          <a:noFill/>
          <a:ln w="38100" algn="ctr">
            <a:solidFill>
              <a:srgbClr val="790050"/>
            </a:solidFill>
            <a:round/>
            <a:headEnd/>
            <a:tailEnd type="arrow" w="med" len="med"/>
          </a:ln>
          <a:extLst>
            <a:ext uri="{909E8E84-426E-40DD-AFC4-6F175D3DCCD1}">
              <a14:hiddenFill xmlns:a14="http://schemas.microsoft.com/office/drawing/2010/main">
                <a:noFill/>
              </a14:hiddenFill>
            </a:ext>
          </a:extLst>
        </p:spPr>
      </p:cxnSp>
      <p:cxnSp>
        <p:nvCxnSpPr>
          <p:cNvPr id="30" name="Connecteur : en angle 29">
            <a:extLst>
              <a:ext uri="{FF2B5EF4-FFF2-40B4-BE49-F238E27FC236}">
                <a16:creationId xmlns:a16="http://schemas.microsoft.com/office/drawing/2014/main" id="{94B4E888-AB6C-433F-9A5D-BEB33FD4A966}"/>
              </a:ext>
            </a:extLst>
          </p:cNvPr>
          <p:cNvCxnSpPr>
            <a:cxnSpLocks/>
          </p:cNvCxnSpPr>
          <p:nvPr/>
        </p:nvCxnSpPr>
        <p:spPr>
          <a:xfrm>
            <a:off x="1621346" y="4789776"/>
            <a:ext cx="7282272" cy="906174"/>
          </a:xfrm>
          <a:prstGeom prst="bentConnector3">
            <a:avLst>
              <a:gd name="adj1" fmla="val 46830"/>
            </a:avLst>
          </a:prstGeom>
          <a:noFill/>
          <a:ln w="38100"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27" name="AutoShape 11">
            <a:extLst>
              <a:ext uri="{FF2B5EF4-FFF2-40B4-BE49-F238E27FC236}">
                <a16:creationId xmlns:a16="http://schemas.microsoft.com/office/drawing/2014/main" id="{B919B0ED-6875-45B2-B5F5-AE37DFCDBAF9}"/>
              </a:ext>
            </a:extLst>
          </p:cNvPr>
          <p:cNvSpPr>
            <a:spLocks noChangeArrowheads="1"/>
          </p:cNvSpPr>
          <p:nvPr/>
        </p:nvSpPr>
        <p:spPr bwMode="auto">
          <a:xfrm>
            <a:off x="5532503" y="3193174"/>
            <a:ext cx="2760597" cy="1227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Proposer des évolutions dans la fourniture des services pour s’adapter au PBA</a:t>
            </a:r>
          </a:p>
        </p:txBody>
      </p:sp>
      <p:sp>
        <p:nvSpPr>
          <p:cNvPr id="20" name="AutoShape 11">
            <a:extLst>
              <a:ext uri="{FF2B5EF4-FFF2-40B4-BE49-F238E27FC236}">
                <a16:creationId xmlns:a16="http://schemas.microsoft.com/office/drawing/2014/main" id="{08830100-6BFF-46A3-A006-B738731D13CB}"/>
              </a:ext>
            </a:extLst>
          </p:cNvPr>
          <p:cNvSpPr>
            <a:spLocks noChangeArrowheads="1"/>
          </p:cNvSpPr>
          <p:nvPr/>
        </p:nvSpPr>
        <p:spPr bwMode="auto">
          <a:xfrm>
            <a:off x="5629614" y="5082381"/>
            <a:ext cx="2736279" cy="1227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Proposer des évolutions dans la manière de consommer les services pour adapter les PBA aux offres de service</a:t>
            </a:r>
          </a:p>
        </p:txBody>
      </p:sp>
      <p:sp>
        <p:nvSpPr>
          <p:cNvPr id="26" name="AutoShape 11">
            <a:extLst>
              <a:ext uri="{FF2B5EF4-FFF2-40B4-BE49-F238E27FC236}">
                <a16:creationId xmlns:a16="http://schemas.microsoft.com/office/drawing/2014/main" id="{AD5E3F00-8E9E-4FAB-8165-0A36E5CE2022}"/>
              </a:ext>
            </a:extLst>
          </p:cNvPr>
          <p:cNvSpPr>
            <a:spLocks noChangeArrowheads="1"/>
          </p:cNvSpPr>
          <p:nvPr/>
        </p:nvSpPr>
        <p:spPr bwMode="auto">
          <a:xfrm>
            <a:off x="2671486" y="4054343"/>
            <a:ext cx="1963098" cy="1555750"/>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Comparer les statistiques liées à fourniture des services avec les besoins remontés des PBA </a:t>
            </a:r>
          </a:p>
        </p:txBody>
      </p:sp>
    </p:spTree>
    <p:extLst>
      <p:ext uri="{BB962C8B-B14F-4D97-AF65-F5344CB8AC3E}">
        <p14:creationId xmlns:p14="http://schemas.microsoft.com/office/powerpoint/2010/main" val="4731879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63FA1E8F-0AB7-4BBB-949F-073C59ABE86B}"/>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Activités du processus : vue détaillée</a:t>
            </a:r>
          </a:p>
        </p:txBody>
      </p:sp>
      <p:sp>
        <p:nvSpPr>
          <p:cNvPr id="22" name="Espace réservé du texte 2">
            <a:extLst>
              <a:ext uri="{FF2B5EF4-FFF2-40B4-BE49-F238E27FC236}">
                <a16:creationId xmlns:a16="http://schemas.microsoft.com/office/drawing/2014/main" id="{49E22EF0-3167-4C43-AFE3-1C720F256BE2}"/>
              </a:ext>
            </a:extLst>
          </p:cNvPr>
          <p:cNvSpPr txBox="1">
            <a:spLocks/>
          </p:cNvSpPr>
          <p:nvPr/>
        </p:nvSpPr>
        <p:spPr bwMode="auto">
          <a:xfrm>
            <a:off x="5591175" y="1163638"/>
            <a:ext cx="6480175" cy="1389062"/>
          </a:xfrm>
          <a:prstGeom prst="rect">
            <a:avLst/>
          </a:prstGeom>
          <a:solidFill>
            <a:schemeClr val="tx2"/>
          </a:solidFill>
          <a:ln w="9525">
            <a:noFill/>
            <a:miter lim="800000"/>
            <a:headEnd/>
            <a:tailEnd/>
          </a:ln>
        </p:spPr>
        <p:txBody>
          <a:bodyPr lIns="36000" tIns="36000" rIns="36000" bIns="36000"/>
          <a:lstStyle/>
          <a:p>
            <a:pPr marL="243411" indent="-243411" defTabSz="914400">
              <a:spcBef>
                <a:spcPts val="444"/>
              </a:spcBef>
              <a:buClr>
                <a:srgbClr val="009AA6"/>
              </a:buClr>
              <a:buSzPct val="110000"/>
              <a:defRPr/>
            </a:pPr>
            <a:r>
              <a:rPr lang="fr-FR" sz="1400" b="1" dirty="0">
                <a:solidFill>
                  <a:prstClr val="white"/>
                </a:solidFill>
                <a:latin typeface="Arial"/>
                <a:cs typeface="+mn-cs"/>
              </a:rPr>
              <a:t>Objectifs: </a:t>
            </a:r>
          </a:p>
          <a:p>
            <a:pPr marL="243411" indent="-243411" defTabSz="914400">
              <a:spcBef>
                <a:spcPts val="444"/>
              </a:spcBef>
              <a:buClr>
                <a:prstClr val="white"/>
              </a:buClr>
              <a:buSzPct val="110000"/>
              <a:buFont typeface="Arial" pitchFamily="34" charset="0"/>
              <a:buChar char="•"/>
              <a:defRPr/>
            </a:pPr>
            <a:r>
              <a:rPr lang="fr-FR" sz="1200" dirty="0">
                <a:solidFill>
                  <a:prstClr val="white"/>
                </a:solidFill>
                <a:latin typeface="Arial"/>
                <a:cs typeface="+mn-cs"/>
              </a:rPr>
              <a:t>Communiquer / échanger avec les métiers</a:t>
            </a:r>
          </a:p>
        </p:txBody>
      </p:sp>
      <p:sp>
        <p:nvSpPr>
          <p:cNvPr id="28" name="Espace réservé du texte 2">
            <a:extLst>
              <a:ext uri="{FF2B5EF4-FFF2-40B4-BE49-F238E27FC236}">
                <a16:creationId xmlns:a16="http://schemas.microsoft.com/office/drawing/2014/main" id="{34475B5B-B400-4578-95A8-E62BEACB344F}"/>
              </a:ext>
            </a:extLst>
          </p:cNvPr>
          <p:cNvSpPr txBox="1">
            <a:spLocks/>
          </p:cNvSpPr>
          <p:nvPr/>
        </p:nvSpPr>
        <p:spPr bwMode="auto">
          <a:xfrm>
            <a:off x="117525" y="3035936"/>
            <a:ext cx="3504256" cy="522287"/>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entrants</a:t>
            </a:r>
            <a:endParaRPr lang="fr-FR" sz="1400" dirty="0">
              <a:solidFill>
                <a:schemeClr val="tx2"/>
              </a:solidFill>
              <a:latin typeface="Arial"/>
              <a:cs typeface="+mn-cs"/>
            </a:endParaRP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PBA formalisés</a:t>
            </a:r>
          </a:p>
        </p:txBody>
      </p:sp>
      <p:pic>
        <p:nvPicPr>
          <p:cNvPr id="29" name="Shape 209" descr="arrow_right">
            <a:extLst>
              <a:ext uri="{FF2B5EF4-FFF2-40B4-BE49-F238E27FC236}">
                <a16:creationId xmlns:a16="http://schemas.microsoft.com/office/drawing/2014/main" id="{3CB5C82F-C8E8-4EA6-91DC-FC2B7EDD1128}"/>
              </a:ext>
            </a:extLst>
          </p:cNvPr>
          <p:cNvPicPr preferRelativeResize="0"/>
          <p:nvPr/>
        </p:nvPicPr>
        <p:blipFill rotWithShape="1">
          <a:blip r:embed="rId2" cstate="print">
            <a:alphaModFix/>
            <a:duotone>
              <a:prstClr val="black"/>
              <a:srgbClr val="790050">
                <a:tint val="45000"/>
                <a:satMod val="400000"/>
              </a:srgbClr>
            </a:duotone>
          </a:blip>
          <a:srcRect/>
          <a:stretch/>
        </p:blipFill>
        <p:spPr>
          <a:xfrm>
            <a:off x="2384804" y="2700198"/>
            <a:ext cx="573365" cy="573365"/>
          </a:xfrm>
          <a:prstGeom prst="rect">
            <a:avLst/>
          </a:prstGeom>
          <a:noFill/>
          <a:ln>
            <a:noFill/>
          </a:ln>
        </p:spPr>
      </p:pic>
      <p:pic>
        <p:nvPicPr>
          <p:cNvPr id="20492" name="Shape 170" descr="MM900336445[1]">
            <a:extLst>
              <a:ext uri="{FF2B5EF4-FFF2-40B4-BE49-F238E27FC236}">
                <a16:creationId xmlns:a16="http://schemas.microsoft.com/office/drawing/2014/main" id="{B7BBFC65-A6A4-4034-BED2-F2B19DF52C52}"/>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3913" y="4413250"/>
            <a:ext cx="687387"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Espace réservé du texte 2">
            <a:extLst>
              <a:ext uri="{FF2B5EF4-FFF2-40B4-BE49-F238E27FC236}">
                <a16:creationId xmlns:a16="http://schemas.microsoft.com/office/drawing/2014/main" id="{19CF0CAA-C315-4C15-BDBF-B70BC1B02CE2}"/>
              </a:ext>
            </a:extLst>
          </p:cNvPr>
          <p:cNvSpPr txBox="1">
            <a:spLocks/>
          </p:cNvSpPr>
          <p:nvPr/>
        </p:nvSpPr>
        <p:spPr bwMode="auto">
          <a:xfrm>
            <a:off x="9732963" y="5283200"/>
            <a:ext cx="2459037" cy="1555750"/>
          </a:xfrm>
          <a:prstGeom prst="rect">
            <a:avLst/>
          </a:prstGeom>
          <a:noFill/>
          <a:ln w="9525">
            <a:noFill/>
            <a:miter lim="800000"/>
            <a:headEnd/>
            <a:tailEnd/>
          </a:ln>
        </p:spPr>
        <p:txBody>
          <a:bodyPr lIns="0" tIns="0" rIns="0" bIns="0"/>
          <a:lstStyle/>
          <a:p>
            <a:pPr marL="243411" indent="-243411" algn="ctr" defTabSz="914400">
              <a:spcBef>
                <a:spcPts val="444"/>
              </a:spcBef>
              <a:buClr>
                <a:srgbClr val="009AA6"/>
              </a:buClr>
              <a:buSzPct val="110000"/>
              <a:defRPr/>
            </a:pPr>
            <a:r>
              <a:rPr lang="fr-FR" sz="1600" dirty="0">
                <a:solidFill>
                  <a:schemeClr val="tx2"/>
                </a:solidFill>
                <a:latin typeface="Arial"/>
                <a:cs typeface="+mn-cs"/>
              </a:rPr>
              <a:t>Les sorties</a:t>
            </a: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Offres de services en accord avec la demande</a:t>
            </a:r>
          </a:p>
          <a:p>
            <a:pPr marL="720686" lvl="1" indent="-249948" defTabSz="914400">
              <a:spcBef>
                <a:spcPct val="20000"/>
              </a:spcBef>
              <a:buClr>
                <a:srgbClr val="3C3732"/>
              </a:buClr>
              <a:buSzPct val="100000"/>
              <a:buFont typeface="Arial" pitchFamily="34" charset="0"/>
              <a:buChar char="•"/>
              <a:defRPr/>
            </a:pPr>
            <a:r>
              <a:rPr lang="fr-FR" sz="1200" dirty="0">
                <a:solidFill>
                  <a:srgbClr val="3C3732"/>
                </a:solidFill>
                <a:latin typeface="Arial"/>
                <a:cs typeface="+mn-cs"/>
              </a:rPr>
              <a:t>Accords avec les clients</a:t>
            </a:r>
          </a:p>
        </p:txBody>
      </p:sp>
      <p:sp>
        <p:nvSpPr>
          <p:cNvPr id="47" name="AutoShape 11">
            <a:extLst>
              <a:ext uri="{FF2B5EF4-FFF2-40B4-BE49-F238E27FC236}">
                <a16:creationId xmlns:a16="http://schemas.microsoft.com/office/drawing/2014/main" id="{5CE18F83-DCEA-4BA3-9DA4-6324FA3B4F34}"/>
              </a:ext>
            </a:extLst>
          </p:cNvPr>
          <p:cNvSpPr>
            <a:spLocks noChangeArrowheads="1"/>
          </p:cNvSpPr>
          <p:nvPr/>
        </p:nvSpPr>
        <p:spPr bwMode="auto">
          <a:xfrm>
            <a:off x="262558" y="2257425"/>
            <a:ext cx="4995242" cy="29527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p>
            <a:pPr algn="ctr" defTabSz="966788" fontAlgn="auto">
              <a:spcBef>
                <a:spcPts val="0"/>
              </a:spcBef>
              <a:spcAft>
                <a:spcPts val="0"/>
              </a:spcAft>
            </a:pPr>
            <a:r>
              <a:rPr lang="fr-FR" altLang="fr-FR" sz="900" b="1" kern="0">
                <a:solidFill>
                  <a:prstClr val="white"/>
                </a:solidFill>
                <a:latin typeface="Arial" panose="020B0604020202020204" pitchFamily="34" charset="0"/>
              </a:rPr>
              <a:t>Piloter le processus</a:t>
            </a:r>
          </a:p>
        </p:txBody>
      </p:sp>
      <p:cxnSp>
        <p:nvCxnSpPr>
          <p:cNvPr id="48" name="Connecteur droit avec flèche 19">
            <a:extLst>
              <a:ext uri="{FF2B5EF4-FFF2-40B4-BE49-F238E27FC236}">
                <a16:creationId xmlns:a16="http://schemas.microsoft.com/office/drawing/2014/main" id="{7C712A90-6D0F-4C1A-9CCD-807DD1F67B6A}"/>
              </a:ext>
            </a:extLst>
          </p:cNvPr>
          <p:cNvCxnSpPr>
            <a:cxnSpLocks noChangeShapeType="1"/>
          </p:cNvCxnSpPr>
          <p:nvPr/>
        </p:nvCxnSpPr>
        <p:spPr bwMode="auto">
          <a:xfrm flipV="1">
            <a:off x="117525" y="1695678"/>
            <a:ext cx="5232400" cy="9418"/>
          </a:xfrm>
          <a:prstGeom prst="straightConnector1">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cxnSp>
      <p:sp>
        <p:nvSpPr>
          <p:cNvPr id="49" name="AutoShape 11">
            <a:extLst>
              <a:ext uri="{FF2B5EF4-FFF2-40B4-BE49-F238E27FC236}">
                <a16:creationId xmlns:a16="http://schemas.microsoft.com/office/drawing/2014/main" id="{907BAF8A-00AA-4CCD-9A24-B480CF7BDC47}"/>
              </a:ext>
            </a:extLst>
          </p:cNvPr>
          <p:cNvSpPr>
            <a:spLocks noChangeArrowheads="1"/>
          </p:cNvSpPr>
          <p:nvPr/>
        </p:nvSpPr>
        <p:spPr bwMode="auto">
          <a:xfrm>
            <a:off x="299217" y="1203553"/>
            <a:ext cx="1082891" cy="1031056"/>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Définir les profils d’utilisateur en lien avec les services</a:t>
            </a:r>
          </a:p>
        </p:txBody>
      </p:sp>
      <p:sp>
        <p:nvSpPr>
          <p:cNvPr id="50" name="AutoShape 11">
            <a:extLst>
              <a:ext uri="{FF2B5EF4-FFF2-40B4-BE49-F238E27FC236}">
                <a16:creationId xmlns:a16="http://schemas.microsoft.com/office/drawing/2014/main" id="{0572115B-1396-4E80-B3CA-37626FFA9DD4}"/>
              </a:ext>
            </a:extLst>
          </p:cNvPr>
          <p:cNvSpPr>
            <a:spLocks noChangeArrowheads="1"/>
          </p:cNvSpPr>
          <p:nvPr/>
        </p:nvSpPr>
        <p:spPr bwMode="auto">
          <a:xfrm>
            <a:off x="1548796" y="1203553"/>
            <a:ext cx="1133189" cy="1044985"/>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Associer des schéma d’activité métier pour chaque profil utilisateur  </a:t>
            </a:r>
          </a:p>
        </p:txBody>
      </p:sp>
      <p:sp>
        <p:nvSpPr>
          <p:cNvPr id="51" name="AutoShape 11">
            <a:extLst>
              <a:ext uri="{FF2B5EF4-FFF2-40B4-BE49-F238E27FC236}">
                <a16:creationId xmlns:a16="http://schemas.microsoft.com/office/drawing/2014/main" id="{DD83DBBB-9F1B-4A69-9348-06A1AA39AF4F}"/>
              </a:ext>
            </a:extLst>
          </p:cNvPr>
          <p:cNvSpPr>
            <a:spLocks noChangeArrowheads="1"/>
          </p:cNvSpPr>
          <p:nvPr/>
        </p:nvSpPr>
        <p:spPr bwMode="auto">
          <a:xfrm>
            <a:off x="2530374" y="826843"/>
            <a:ext cx="1867985" cy="245928"/>
          </a:xfrm>
          <a:prstGeom prst="roundRect">
            <a:avLst>
              <a:gd name="adj" fmla="val 16667"/>
            </a:avLst>
          </a:prstGeom>
          <a:solidFill>
            <a:srgbClr val="790050"/>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pPr>
            <a:r>
              <a:rPr lang="fr-FR" altLang="fr-FR" sz="847" b="1" kern="0" dirty="0">
                <a:solidFill>
                  <a:prstClr val="white"/>
                </a:solidFill>
              </a:rPr>
              <a:t>Gestion de la capacité</a:t>
            </a:r>
          </a:p>
        </p:txBody>
      </p:sp>
      <p:sp>
        <p:nvSpPr>
          <p:cNvPr id="52" name="AutoShape 11">
            <a:extLst>
              <a:ext uri="{FF2B5EF4-FFF2-40B4-BE49-F238E27FC236}">
                <a16:creationId xmlns:a16="http://schemas.microsoft.com/office/drawing/2014/main" id="{9C7A0682-1D61-4462-99C6-7CE2C9633913}"/>
              </a:ext>
            </a:extLst>
          </p:cNvPr>
          <p:cNvSpPr>
            <a:spLocks noChangeArrowheads="1"/>
          </p:cNvSpPr>
          <p:nvPr/>
        </p:nvSpPr>
        <p:spPr bwMode="auto">
          <a:xfrm>
            <a:off x="4208484" y="1203554"/>
            <a:ext cx="915794" cy="1011234"/>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Présenter / négocier l’offre de service</a:t>
            </a:r>
          </a:p>
        </p:txBody>
      </p:sp>
      <p:sp>
        <p:nvSpPr>
          <p:cNvPr id="53" name="AutoShape 11">
            <a:extLst>
              <a:ext uri="{FF2B5EF4-FFF2-40B4-BE49-F238E27FC236}">
                <a16:creationId xmlns:a16="http://schemas.microsoft.com/office/drawing/2014/main" id="{44C4C51E-B221-453E-B780-548F7BC8E738}"/>
              </a:ext>
            </a:extLst>
          </p:cNvPr>
          <p:cNvSpPr>
            <a:spLocks noChangeArrowheads="1"/>
          </p:cNvSpPr>
          <p:nvPr/>
        </p:nvSpPr>
        <p:spPr bwMode="auto">
          <a:xfrm>
            <a:off x="2815829" y="1207138"/>
            <a:ext cx="1297076" cy="1031056"/>
          </a:xfrm>
          <a:prstGeom prst="roundRect">
            <a:avLst>
              <a:gd name="adj" fmla="val 16667"/>
            </a:avLst>
          </a:prstGeom>
          <a:solidFill>
            <a:schemeClr val="tx2">
              <a:lumMod val="60000"/>
              <a:lumOff val="40000"/>
            </a:schemeClr>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pPr>
            <a:r>
              <a:rPr lang="fr-FR" sz="900" b="1" kern="0" dirty="0">
                <a:solidFill>
                  <a:prstClr val="white"/>
                </a:solidFill>
              </a:rPr>
              <a:t>Adapter l’offre de service aux schémas d’activité métier - </a:t>
            </a:r>
          </a:p>
          <a:p>
            <a:pPr algn="ctr" fontAlgn="auto">
              <a:spcBef>
                <a:spcPts val="0"/>
              </a:spcBef>
              <a:spcAft>
                <a:spcPts val="0"/>
              </a:spcAft>
            </a:pPr>
            <a:r>
              <a:rPr lang="fr-FR" sz="900" b="1" kern="0" dirty="0">
                <a:solidFill>
                  <a:prstClr val="white"/>
                </a:solidFill>
              </a:rPr>
              <a:t>Influencer la demande </a:t>
            </a:r>
          </a:p>
        </p:txBody>
      </p:sp>
      <p:cxnSp>
        <p:nvCxnSpPr>
          <p:cNvPr id="54" name="Connecteur droit avec flèche 53">
            <a:extLst>
              <a:ext uri="{FF2B5EF4-FFF2-40B4-BE49-F238E27FC236}">
                <a16:creationId xmlns:a16="http://schemas.microsoft.com/office/drawing/2014/main" id="{2F70CFC2-7E90-4031-B2F1-55DB2B7AC1DD}"/>
              </a:ext>
            </a:extLst>
          </p:cNvPr>
          <p:cNvCxnSpPr>
            <a:cxnSpLocks/>
            <a:stCxn id="51" idx="2"/>
            <a:endCxn id="53" idx="0"/>
          </p:cNvCxnSpPr>
          <p:nvPr/>
        </p:nvCxnSpPr>
        <p:spPr>
          <a:xfrm>
            <a:off x="3464367" y="1072771"/>
            <a:ext cx="0" cy="134367"/>
          </a:xfrm>
          <a:prstGeom prst="straightConnector1">
            <a:avLst/>
          </a:prstGeom>
          <a:noFill/>
          <a:ln w="28575">
            <a:solidFill>
              <a:srgbClr val="790050"/>
            </a:solidFill>
            <a:round/>
            <a:headEnd/>
            <a:tailEnd type="triangle" w="med" len="med"/>
          </a:ln>
          <a:extLst>
            <a:ext uri="{909E8E84-426E-40DD-AFC4-6F175D3DCCD1}">
              <a14:hiddenFill xmlns:a14="http://schemas.microsoft.com/office/drawing/2010/main">
                <a:noFill/>
              </a14:hiddenFill>
            </a:ext>
          </a:extLst>
        </p:spPr>
      </p:cxnSp>
      <p:sp>
        <p:nvSpPr>
          <p:cNvPr id="25" name="Espace réservé du texte 2">
            <a:extLst>
              <a:ext uri="{FF2B5EF4-FFF2-40B4-BE49-F238E27FC236}">
                <a16:creationId xmlns:a16="http://schemas.microsoft.com/office/drawing/2014/main" id="{FF1A3BFC-87C1-4D53-881B-8A53207B2B41}"/>
              </a:ext>
            </a:extLst>
          </p:cNvPr>
          <p:cNvSpPr txBox="1">
            <a:spLocks/>
          </p:cNvSpPr>
          <p:nvPr/>
        </p:nvSpPr>
        <p:spPr bwMode="auto">
          <a:xfrm>
            <a:off x="-175519" y="874761"/>
            <a:ext cx="121920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algn="r" defTabSz="914400" eaLnBrk="1" hangingPunct="1">
              <a:spcBef>
                <a:spcPts val="450"/>
              </a:spcBef>
              <a:buClr>
                <a:srgbClr val="009AA6"/>
              </a:buClr>
              <a:buSzPct val="110000"/>
              <a:buFont typeface="Arial" panose="020B0604020202020204" pitchFamily="34" charset="0"/>
              <a:buNone/>
            </a:pPr>
            <a:r>
              <a:rPr lang="fr-FR" altLang="fr-FR" sz="1600" dirty="0">
                <a:solidFill>
                  <a:schemeClr val="tx2"/>
                </a:solidFill>
                <a:latin typeface="Arial" panose="020B0604020202020204" pitchFamily="34" charset="0"/>
              </a:rPr>
              <a:t>Activité</a:t>
            </a:r>
            <a:r>
              <a:rPr lang="fr-FR" altLang="fr-FR" sz="1600" dirty="0">
                <a:solidFill>
                  <a:srgbClr val="009AA6"/>
                </a:solidFill>
                <a:latin typeface="Arial" panose="020B0604020202020204" pitchFamily="34" charset="0"/>
              </a:rPr>
              <a:t> </a:t>
            </a:r>
            <a:r>
              <a:rPr lang="fr-FR" altLang="fr-FR" sz="1600" b="1" dirty="0">
                <a:solidFill>
                  <a:srgbClr val="790050"/>
                </a:solidFill>
                <a:latin typeface="Arial" panose="020B0604020202020204" pitchFamily="34" charset="0"/>
              </a:rPr>
              <a:t>« Présenter / négocier l’offre de service »</a:t>
            </a:r>
            <a:r>
              <a:rPr lang="fr-FR" altLang="fr-FR" sz="1600" dirty="0">
                <a:solidFill>
                  <a:srgbClr val="009AA6"/>
                </a:solidFill>
                <a:latin typeface="Arial" panose="020B0604020202020204" pitchFamily="34" charset="0"/>
              </a:rPr>
              <a:t> </a:t>
            </a:r>
            <a:r>
              <a:rPr lang="fr-FR" altLang="fr-FR" sz="1600" dirty="0">
                <a:solidFill>
                  <a:schemeClr val="tx2"/>
                </a:solidFill>
                <a:latin typeface="Arial" panose="020B0604020202020204" pitchFamily="34" charset="0"/>
              </a:rPr>
              <a:t>et sous-activités  </a:t>
            </a:r>
          </a:p>
        </p:txBody>
      </p:sp>
      <p:cxnSp>
        <p:nvCxnSpPr>
          <p:cNvPr id="23" name="Connecteur droit avec flèche 19">
            <a:extLst>
              <a:ext uri="{FF2B5EF4-FFF2-40B4-BE49-F238E27FC236}">
                <a16:creationId xmlns:a16="http://schemas.microsoft.com/office/drawing/2014/main" id="{470FB1C5-2087-4E52-8A55-B32B629792FB}"/>
              </a:ext>
            </a:extLst>
          </p:cNvPr>
          <p:cNvCxnSpPr>
            <a:cxnSpLocks noChangeShapeType="1"/>
          </p:cNvCxnSpPr>
          <p:nvPr/>
        </p:nvCxnSpPr>
        <p:spPr bwMode="auto">
          <a:xfrm>
            <a:off x="1702718" y="4702968"/>
            <a:ext cx="7704856" cy="0"/>
          </a:xfrm>
          <a:prstGeom prst="straightConnector1">
            <a:avLst/>
          </a:prstGeom>
          <a:noFill/>
          <a:ln w="38100" algn="ctr">
            <a:solidFill>
              <a:srgbClr val="790050"/>
            </a:solidFill>
            <a:round/>
            <a:headEnd/>
            <a:tailEnd type="arrow" w="med" len="med"/>
          </a:ln>
          <a:extLst>
            <a:ext uri="{909E8E84-426E-40DD-AFC4-6F175D3DCCD1}">
              <a14:hiddenFill xmlns:a14="http://schemas.microsoft.com/office/drawing/2010/main">
                <a:noFill/>
              </a14:hiddenFill>
            </a:ext>
          </a:extLst>
        </p:spPr>
      </p:cxnSp>
      <p:sp>
        <p:nvSpPr>
          <p:cNvPr id="24" name="AutoShape 11">
            <a:extLst>
              <a:ext uri="{FF2B5EF4-FFF2-40B4-BE49-F238E27FC236}">
                <a16:creationId xmlns:a16="http://schemas.microsoft.com/office/drawing/2014/main" id="{25551209-3ABC-4FFA-AC67-035918D19696}"/>
              </a:ext>
            </a:extLst>
          </p:cNvPr>
          <p:cNvSpPr>
            <a:spLocks noChangeArrowheads="1"/>
          </p:cNvSpPr>
          <p:nvPr/>
        </p:nvSpPr>
        <p:spPr bwMode="auto">
          <a:xfrm>
            <a:off x="2976701" y="4056062"/>
            <a:ext cx="1963098" cy="1227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Présenter les offres aux métiers</a:t>
            </a:r>
          </a:p>
        </p:txBody>
      </p:sp>
      <p:sp>
        <p:nvSpPr>
          <p:cNvPr id="32" name="AutoShape 11">
            <a:extLst>
              <a:ext uri="{FF2B5EF4-FFF2-40B4-BE49-F238E27FC236}">
                <a16:creationId xmlns:a16="http://schemas.microsoft.com/office/drawing/2014/main" id="{BBF21DD3-5A9C-4D95-9FFA-F31894F9DCE3}"/>
              </a:ext>
            </a:extLst>
          </p:cNvPr>
          <p:cNvSpPr>
            <a:spLocks noChangeArrowheads="1"/>
          </p:cNvSpPr>
          <p:nvPr/>
        </p:nvSpPr>
        <p:spPr bwMode="auto">
          <a:xfrm>
            <a:off x="6249037" y="4056061"/>
            <a:ext cx="2196784" cy="1227137"/>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fontAlgn="auto">
              <a:spcBef>
                <a:spcPts val="0"/>
              </a:spcBef>
              <a:spcAft>
                <a:spcPts val="0"/>
              </a:spcAft>
              <a:defRPr/>
            </a:pPr>
            <a:r>
              <a:rPr lang="fr-FR" sz="1400" b="1" kern="0" dirty="0">
                <a:solidFill>
                  <a:prstClr val="white"/>
                </a:solidFill>
              </a:rPr>
              <a:t>Négocier pour adapter les offres ou les besoins d’usage des services</a:t>
            </a:r>
          </a:p>
        </p:txBody>
      </p:sp>
    </p:spTree>
    <p:extLst>
      <p:ext uri="{BB962C8B-B14F-4D97-AF65-F5344CB8AC3E}">
        <p14:creationId xmlns:p14="http://schemas.microsoft.com/office/powerpoint/2010/main" val="39142227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842088C9-068A-49FE-B823-8247C4BD1D6E}"/>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indicateurs</a:t>
            </a:r>
          </a:p>
        </p:txBody>
      </p:sp>
      <p:sp>
        <p:nvSpPr>
          <p:cNvPr id="8" name="AutoShape 11">
            <a:extLst>
              <a:ext uri="{FF2B5EF4-FFF2-40B4-BE49-F238E27FC236}">
                <a16:creationId xmlns:a16="http://schemas.microsoft.com/office/drawing/2014/main" id="{D13CF909-3A2D-4E8E-ADB2-9ADB525885A7}"/>
              </a:ext>
            </a:extLst>
          </p:cNvPr>
          <p:cNvSpPr>
            <a:spLocks noChangeArrowheads="1"/>
          </p:cNvSpPr>
          <p:nvPr/>
        </p:nvSpPr>
        <p:spPr bwMode="auto">
          <a:xfrm>
            <a:off x="2290763" y="2112963"/>
            <a:ext cx="2239962" cy="38417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1 </a:t>
            </a:r>
          </a:p>
        </p:txBody>
      </p:sp>
      <p:sp>
        <p:nvSpPr>
          <p:cNvPr id="31748" name="Espace réservé du texte 2">
            <a:extLst>
              <a:ext uri="{FF2B5EF4-FFF2-40B4-BE49-F238E27FC236}">
                <a16:creationId xmlns:a16="http://schemas.microsoft.com/office/drawing/2014/main" id="{FB48CACE-888B-4A15-AF48-7E1543A961D5}"/>
              </a:ext>
            </a:extLst>
          </p:cNvPr>
          <p:cNvSpPr txBox="1">
            <a:spLocks/>
          </p:cNvSpPr>
          <p:nvPr/>
        </p:nvSpPr>
        <p:spPr bwMode="auto">
          <a:xfrm>
            <a:off x="2319338" y="2784475"/>
            <a:ext cx="222567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10" name="AutoShape 11">
            <a:extLst>
              <a:ext uri="{FF2B5EF4-FFF2-40B4-BE49-F238E27FC236}">
                <a16:creationId xmlns:a16="http://schemas.microsoft.com/office/drawing/2014/main" id="{1E6F3C26-A203-44B1-9364-5D837E8F4A72}"/>
              </a:ext>
            </a:extLst>
          </p:cNvPr>
          <p:cNvSpPr>
            <a:spLocks noChangeArrowheads="1"/>
          </p:cNvSpPr>
          <p:nvPr/>
        </p:nvSpPr>
        <p:spPr bwMode="auto">
          <a:xfrm>
            <a:off x="7273925" y="2089150"/>
            <a:ext cx="2241550" cy="382588"/>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2 </a:t>
            </a:r>
          </a:p>
        </p:txBody>
      </p:sp>
      <p:sp>
        <p:nvSpPr>
          <p:cNvPr id="31750" name="Espace réservé du texte 2">
            <a:extLst>
              <a:ext uri="{FF2B5EF4-FFF2-40B4-BE49-F238E27FC236}">
                <a16:creationId xmlns:a16="http://schemas.microsoft.com/office/drawing/2014/main" id="{34721C5F-82E2-4122-9E3F-023681E4E7F5}"/>
              </a:ext>
            </a:extLst>
          </p:cNvPr>
          <p:cNvSpPr txBox="1">
            <a:spLocks/>
          </p:cNvSpPr>
          <p:nvPr/>
        </p:nvSpPr>
        <p:spPr bwMode="auto">
          <a:xfrm>
            <a:off x="7456488" y="2911475"/>
            <a:ext cx="222408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12" name="AutoShape 11">
            <a:extLst>
              <a:ext uri="{FF2B5EF4-FFF2-40B4-BE49-F238E27FC236}">
                <a16:creationId xmlns:a16="http://schemas.microsoft.com/office/drawing/2014/main" id="{F4A1B7A6-082B-4B60-A2A5-D729E723BC80}"/>
              </a:ext>
            </a:extLst>
          </p:cNvPr>
          <p:cNvSpPr>
            <a:spLocks noChangeArrowheads="1"/>
          </p:cNvSpPr>
          <p:nvPr/>
        </p:nvSpPr>
        <p:spPr bwMode="auto">
          <a:xfrm>
            <a:off x="2292350" y="4149725"/>
            <a:ext cx="2241550" cy="38417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3 </a:t>
            </a:r>
          </a:p>
        </p:txBody>
      </p:sp>
      <p:sp>
        <p:nvSpPr>
          <p:cNvPr id="31752" name="Espace réservé du texte 2">
            <a:extLst>
              <a:ext uri="{FF2B5EF4-FFF2-40B4-BE49-F238E27FC236}">
                <a16:creationId xmlns:a16="http://schemas.microsoft.com/office/drawing/2014/main" id="{721465D1-E5B9-48D6-8F2D-9C7ADD02FBD2}"/>
              </a:ext>
            </a:extLst>
          </p:cNvPr>
          <p:cNvSpPr txBox="1">
            <a:spLocks/>
          </p:cNvSpPr>
          <p:nvPr/>
        </p:nvSpPr>
        <p:spPr bwMode="auto">
          <a:xfrm>
            <a:off x="2322513" y="4819650"/>
            <a:ext cx="222408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14" name="AutoShape 11">
            <a:extLst>
              <a:ext uri="{FF2B5EF4-FFF2-40B4-BE49-F238E27FC236}">
                <a16:creationId xmlns:a16="http://schemas.microsoft.com/office/drawing/2014/main" id="{2D41EE6D-E75F-42FD-BEE5-3CA4E992B2B0}"/>
              </a:ext>
            </a:extLst>
          </p:cNvPr>
          <p:cNvSpPr>
            <a:spLocks noChangeArrowheads="1"/>
          </p:cNvSpPr>
          <p:nvPr/>
        </p:nvSpPr>
        <p:spPr bwMode="auto">
          <a:xfrm>
            <a:off x="7304088" y="4151313"/>
            <a:ext cx="2239962" cy="384175"/>
          </a:xfrm>
          <a:prstGeom prst="roundRect">
            <a:avLst>
              <a:gd name="adj" fmla="val 16667"/>
            </a:avLst>
          </a:prstGeom>
          <a:solidFill>
            <a:schemeClr val="tx2"/>
          </a:solidFill>
          <a:ln w="31750">
            <a:solidFill>
              <a:sysClr val="window" lastClr="FFFFFF"/>
            </a:solidFill>
            <a:round/>
            <a:headEnd/>
            <a:tailEnd/>
          </a:ln>
        </p:spPr>
        <p:txBody>
          <a:bodyPr anchor="ctr"/>
          <a:lstStyle>
            <a:lvl1pPr defTabSz="966788" eaLnBrk="0" hangingPunct="0">
              <a:defRPr sz="1900">
                <a:solidFill>
                  <a:schemeClr val="tx1"/>
                </a:solidFill>
                <a:latin typeface="Arial" panose="020B0604020202020204" pitchFamily="34" charset="0"/>
                <a:cs typeface="Arial" panose="020B0604020202020204" pitchFamily="34" charset="0"/>
              </a:defRPr>
            </a:lvl1pPr>
            <a:lvl2pPr marL="742950" indent="-285750" defTabSz="966788" eaLnBrk="0" hangingPunct="0">
              <a:defRPr sz="1900">
                <a:solidFill>
                  <a:schemeClr val="tx1"/>
                </a:solidFill>
                <a:latin typeface="Arial" panose="020B0604020202020204" pitchFamily="34" charset="0"/>
                <a:cs typeface="Arial" panose="020B0604020202020204" pitchFamily="34" charset="0"/>
              </a:defRPr>
            </a:lvl2pPr>
            <a:lvl3pPr marL="1143000" indent="-228600" defTabSz="966788" eaLnBrk="0" hangingPunct="0">
              <a:defRPr sz="1900">
                <a:solidFill>
                  <a:schemeClr val="tx1"/>
                </a:solidFill>
                <a:latin typeface="Arial" panose="020B0604020202020204" pitchFamily="34" charset="0"/>
                <a:cs typeface="Arial" panose="020B0604020202020204" pitchFamily="34" charset="0"/>
              </a:defRPr>
            </a:lvl3pPr>
            <a:lvl4pPr marL="1600200" indent="-228600" defTabSz="966788" eaLnBrk="0" hangingPunct="0">
              <a:defRPr sz="1900">
                <a:solidFill>
                  <a:schemeClr val="tx1"/>
                </a:solidFill>
                <a:latin typeface="Arial" panose="020B0604020202020204" pitchFamily="34" charset="0"/>
                <a:cs typeface="Arial" panose="020B0604020202020204" pitchFamily="34" charset="0"/>
              </a:defRPr>
            </a:lvl4pPr>
            <a:lvl5pPr marL="2057400" indent="-228600" defTabSz="966788" eaLnBrk="0" hangingPunct="0">
              <a:defRPr sz="1900">
                <a:solidFill>
                  <a:schemeClr val="tx1"/>
                </a:solidFill>
                <a:latin typeface="Arial" panose="020B0604020202020204" pitchFamily="34" charset="0"/>
                <a:cs typeface="Arial" panose="020B0604020202020204" pitchFamily="34" charset="0"/>
              </a:defRPr>
            </a:lvl5pPr>
            <a:lvl6pPr marL="25146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6pPr>
            <a:lvl7pPr marL="29718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7pPr>
            <a:lvl8pPr marL="34290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8pPr>
            <a:lvl9pPr marL="3886200" indent="-228600" algn="ctr" defTabSz="966788" eaLnBrk="0" fontAlgn="base" hangingPunct="0">
              <a:spcBef>
                <a:spcPct val="0"/>
              </a:spcBef>
              <a:spcAft>
                <a:spcPct val="0"/>
              </a:spcAft>
              <a:defRPr sz="1900">
                <a:solidFill>
                  <a:schemeClr val="tx1"/>
                </a:solidFill>
                <a:latin typeface="Arial" panose="020B0604020202020204" pitchFamily="34" charset="0"/>
                <a:cs typeface="Arial" panose="020B0604020202020204" pitchFamily="34" charset="0"/>
              </a:defRPr>
            </a:lvl9pPr>
          </a:lstStyle>
          <a:p>
            <a:pPr algn="ctr" eaLnBrk="1" fontAlgn="auto" hangingPunct="1">
              <a:spcBef>
                <a:spcPts val="0"/>
              </a:spcBef>
              <a:spcAft>
                <a:spcPts val="0"/>
              </a:spcAft>
              <a:defRPr/>
            </a:pPr>
            <a:r>
              <a:rPr lang="fr-FR" altLang="fr-FR" sz="1317" b="1" kern="0" dirty="0">
                <a:solidFill>
                  <a:prstClr val="white"/>
                </a:solidFill>
              </a:rPr>
              <a:t>Thématique 4</a:t>
            </a:r>
          </a:p>
        </p:txBody>
      </p:sp>
      <p:sp>
        <p:nvSpPr>
          <p:cNvPr id="31754" name="Espace réservé du texte 2">
            <a:extLst>
              <a:ext uri="{FF2B5EF4-FFF2-40B4-BE49-F238E27FC236}">
                <a16:creationId xmlns:a16="http://schemas.microsoft.com/office/drawing/2014/main" id="{DDF16001-B555-4BC1-A5B8-151A0A62F974}"/>
              </a:ext>
            </a:extLst>
          </p:cNvPr>
          <p:cNvSpPr txBox="1">
            <a:spLocks/>
          </p:cNvSpPr>
          <p:nvPr/>
        </p:nvSpPr>
        <p:spPr bwMode="auto">
          <a:xfrm>
            <a:off x="7332663" y="4822825"/>
            <a:ext cx="222567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1</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2</a:t>
            </a:r>
          </a:p>
          <a:p>
            <a:pPr lvl="1" defTabSz="914400" eaLnBrk="1" hangingPunct="1">
              <a:buClr>
                <a:srgbClr val="3C3732"/>
              </a:buClr>
              <a:buFont typeface="Arial" panose="020B0604020202020204" pitchFamily="34" charset="0"/>
              <a:buChar char="•"/>
            </a:pPr>
            <a:r>
              <a:rPr lang="fr-FR" altLang="fr-FR" sz="1400">
                <a:solidFill>
                  <a:srgbClr val="3C3732"/>
                </a:solidFill>
                <a:latin typeface="Arial" panose="020B0604020202020204" pitchFamily="34" charset="0"/>
              </a:rPr>
              <a:t>Indicateur 3</a:t>
            </a:r>
          </a:p>
        </p:txBody>
      </p:sp>
      <p:sp>
        <p:nvSpPr>
          <p:cNvPr id="31755" name="Espace réservé du texte 2">
            <a:extLst>
              <a:ext uri="{FF2B5EF4-FFF2-40B4-BE49-F238E27FC236}">
                <a16:creationId xmlns:a16="http://schemas.microsoft.com/office/drawing/2014/main" id="{86A8AFF8-D9CE-495B-B371-AB8BDE71B15B}"/>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dirty="0">
                <a:solidFill>
                  <a:schemeClr val="tx2"/>
                </a:solidFill>
                <a:latin typeface="Arial" panose="020B0604020202020204" pitchFamily="34" charset="0"/>
              </a:rPr>
              <a:t>SYNTHESE DES INDICATEURS : Aucun indicateur défini</a:t>
            </a:r>
          </a:p>
        </p:txBody>
      </p:sp>
    </p:spTree>
    <p:extLst>
      <p:ext uri="{BB962C8B-B14F-4D97-AF65-F5344CB8AC3E}">
        <p14:creationId xmlns:p14="http://schemas.microsoft.com/office/powerpoint/2010/main" val="3765964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EBF3AA29-053B-475E-80D1-767266B0B832}"/>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indicateurs</a:t>
            </a:r>
          </a:p>
        </p:txBody>
      </p:sp>
      <p:sp>
        <p:nvSpPr>
          <p:cNvPr id="32771" name="Espace réservé du texte 2">
            <a:extLst>
              <a:ext uri="{FF2B5EF4-FFF2-40B4-BE49-F238E27FC236}">
                <a16:creationId xmlns:a16="http://schemas.microsoft.com/office/drawing/2014/main" id="{4FDC930A-7CD4-4B99-8E2E-05D66D2B3629}"/>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a:solidFill>
                  <a:schemeClr val="tx2"/>
                </a:solidFill>
                <a:latin typeface="Arial" panose="020B0604020202020204" pitchFamily="34" charset="0"/>
              </a:rPr>
              <a:t>DESCRIPTION PAR INDICATEUR</a:t>
            </a:r>
          </a:p>
        </p:txBody>
      </p:sp>
      <p:graphicFrame>
        <p:nvGraphicFramePr>
          <p:cNvPr id="17" name="Tableau 16">
            <a:extLst>
              <a:ext uri="{FF2B5EF4-FFF2-40B4-BE49-F238E27FC236}">
                <a16:creationId xmlns:a16="http://schemas.microsoft.com/office/drawing/2014/main" id="{8135EBCC-DC5B-442D-81F0-35C04875FC3C}"/>
              </a:ext>
            </a:extLst>
          </p:cNvPr>
          <p:cNvGraphicFramePr>
            <a:graphicFrameLocks noGrp="1"/>
          </p:cNvGraphicFramePr>
          <p:nvPr/>
        </p:nvGraphicFramePr>
        <p:xfrm>
          <a:off x="1058863" y="1816100"/>
          <a:ext cx="10074274" cy="4494213"/>
        </p:xfrm>
        <a:graphic>
          <a:graphicData uri="http://schemas.openxmlformats.org/drawingml/2006/table">
            <a:tbl>
              <a:tblPr>
                <a:noFill/>
              </a:tblPr>
              <a:tblGrid>
                <a:gridCol w="2917302">
                  <a:extLst>
                    <a:ext uri="{9D8B030D-6E8A-4147-A177-3AD203B41FA5}">
                      <a16:colId xmlns:a16="http://schemas.microsoft.com/office/drawing/2014/main" val="20000"/>
                    </a:ext>
                  </a:extLst>
                </a:gridCol>
                <a:gridCol w="1444377">
                  <a:extLst>
                    <a:ext uri="{9D8B030D-6E8A-4147-A177-3AD203B41FA5}">
                      <a16:colId xmlns:a16="http://schemas.microsoft.com/office/drawing/2014/main" val="20001"/>
                    </a:ext>
                  </a:extLst>
                </a:gridCol>
                <a:gridCol w="762493">
                  <a:extLst>
                    <a:ext uri="{9D8B030D-6E8A-4147-A177-3AD203B41FA5}">
                      <a16:colId xmlns:a16="http://schemas.microsoft.com/office/drawing/2014/main" val="20002"/>
                    </a:ext>
                  </a:extLst>
                </a:gridCol>
                <a:gridCol w="1370915">
                  <a:extLst>
                    <a:ext uri="{9D8B030D-6E8A-4147-A177-3AD203B41FA5}">
                      <a16:colId xmlns:a16="http://schemas.microsoft.com/office/drawing/2014/main" val="20003"/>
                    </a:ext>
                  </a:extLst>
                </a:gridCol>
                <a:gridCol w="1145341">
                  <a:extLst>
                    <a:ext uri="{9D8B030D-6E8A-4147-A177-3AD203B41FA5}">
                      <a16:colId xmlns:a16="http://schemas.microsoft.com/office/drawing/2014/main" val="20004"/>
                    </a:ext>
                  </a:extLst>
                </a:gridCol>
                <a:gridCol w="762493">
                  <a:extLst>
                    <a:ext uri="{9D8B030D-6E8A-4147-A177-3AD203B41FA5}">
                      <a16:colId xmlns:a16="http://schemas.microsoft.com/office/drawing/2014/main" val="20005"/>
                    </a:ext>
                  </a:extLst>
                </a:gridCol>
                <a:gridCol w="1671353">
                  <a:extLst>
                    <a:ext uri="{9D8B030D-6E8A-4147-A177-3AD203B41FA5}">
                      <a16:colId xmlns:a16="http://schemas.microsoft.com/office/drawing/2014/main" val="20006"/>
                    </a:ext>
                  </a:extLst>
                </a:gridCol>
              </a:tblGrid>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FFFFFF"/>
                        </a:buClr>
                        <a:buSzPct val="25000"/>
                        <a:buFont typeface="Calibri"/>
                        <a:buNone/>
                      </a:pPr>
                      <a:r>
                        <a:rPr lang="fr-FR" sz="1400" b="1" u="none" strike="noStrike" cap="none" dirty="0">
                          <a:solidFill>
                            <a:srgbClr val="FFFFFF"/>
                          </a:solidFill>
                          <a:latin typeface="+mj-lt"/>
                          <a:ea typeface="Calibri"/>
                          <a:cs typeface="Calibri"/>
                          <a:sym typeface="Calibri"/>
                        </a:rPr>
                        <a:t>Indicateur 1</a:t>
                      </a:r>
                    </a:p>
                  </a:txBody>
                  <a:tcPr marL="58200" marR="58200" marT="0" marB="0">
                    <a:lnL w="12700" cap="flat" cmpd="sng">
                      <a:solidFill>
                        <a:srgbClr val="FFFFFF"/>
                      </a:solidFill>
                      <a:prstDash val="solid"/>
                      <a:round/>
                      <a:headEnd type="none" w="med" len="med"/>
                      <a:tailEnd type="none" w="med" len="med"/>
                    </a:lnL>
                    <a:lnR w="9525" cap="flat" cmpd="sng">
                      <a:solidFill>
                        <a:srgbClr val="000000">
                          <a:alpha val="0"/>
                        </a:srgbClr>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0504D"/>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FFFFFF"/>
                        </a:buClr>
                        <a:buSzPct val="25000"/>
                        <a:buFont typeface="Calibri"/>
                        <a:buNone/>
                      </a:pPr>
                      <a:r>
                        <a:rPr lang="fr-FR" sz="1400" b="1" u="none" strike="noStrike" cap="none" dirty="0">
                          <a:solidFill>
                            <a:srgbClr val="FFFFFF"/>
                          </a:solidFill>
                          <a:latin typeface="+mj-lt"/>
                          <a:ea typeface="Calibri"/>
                          <a:cs typeface="Calibri"/>
                          <a:sym typeface="Calibri"/>
                        </a:rPr>
                        <a:t>Libellé Indicateur 1</a:t>
                      </a:r>
                    </a:p>
                  </a:txBody>
                  <a:tcPr marL="58200" marR="58200" marT="0" marB="0">
                    <a:lnL w="9525" cap="flat" cmpd="sng">
                      <a:solidFill>
                        <a:srgbClr val="000000">
                          <a:alpha val="0"/>
                        </a:srgbClr>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C0504D"/>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0"/>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Objectifs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1"/>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Classification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2"/>
                  </a:ext>
                </a:extLst>
              </a:tr>
              <a:tr h="540458">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Données et formules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sng" strike="noStrike" cap="none" dirty="0">
                          <a:solidFill>
                            <a:srgbClr val="1F497D"/>
                          </a:solidFill>
                          <a:latin typeface="+mj-lt"/>
                          <a:ea typeface="Calibri"/>
                          <a:cs typeface="Calibri"/>
                          <a:sym typeface="Calibri"/>
                        </a:rPr>
                        <a:t>Formule</a:t>
                      </a:r>
                      <a:r>
                        <a:rPr lang="fr-FR" sz="1200" b="0" u="none" strike="noStrike" cap="none" dirty="0">
                          <a:solidFill>
                            <a:srgbClr val="1F497D"/>
                          </a:solidFill>
                          <a:latin typeface="+mj-lt"/>
                          <a:ea typeface="Calibri"/>
                          <a:cs typeface="Calibri"/>
                          <a:sym typeface="Calibri"/>
                        </a:rPr>
                        <a:t> =  </a:t>
                      </a:r>
                    </a:p>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3"/>
                  </a:ext>
                </a:extLst>
              </a:tr>
              <a:tr h="270229">
                <a:tc row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Mode de collecte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6">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sng" strike="noStrike" cap="none" dirty="0">
                          <a:solidFill>
                            <a:srgbClr val="1F497D"/>
                          </a:solidFill>
                          <a:latin typeface="+mj-lt"/>
                          <a:ea typeface="Calibri"/>
                          <a:cs typeface="Calibri"/>
                          <a:sym typeface="Calibri"/>
                        </a:rPr>
                        <a:t>Périodicité de l’indicateur</a:t>
                      </a:r>
                      <a:r>
                        <a:rPr lang="fr-FR" sz="1200" b="0" u="none" strike="noStrike" cap="none" dirty="0">
                          <a:solidFill>
                            <a:srgbClr val="1F497D"/>
                          </a:solidFill>
                          <a:latin typeface="+mj-lt"/>
                          <a:ea typeface="Calibri"/>
                          <a:cs typeface="Calibri"/>
                          <a:sym typeface="Calibri"/>
                        </a:rPr>
                        <a:t> :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4"/>
                  </a:ext>
                </a:extLst>
              </a:tr>
              <a:tr h="270229">
                <a:tc vMerge="1">
                  <a:txBody>
                    <a:bodyPr/>
                    <a:lstStyle/>
                    <a:p>
                      <a:endParaRPr lang="fr-FR"/>
                    </a:p>
                  </a:txBody>
                  <a:tcPr/>
                </a:tc>
                <a:tc gridSpan="3">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tc gridSpan="3">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10005"/>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Cible et seuils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Cible =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ID =&lt; xxx</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xxx &lt; ID&lt; xxx</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hMerge="1">
                  <a:txBody>
                    <a:bodyPr/>
                    <a:lstStyle/>
                    <a:p>
                      <a:endParaRPr lang="fr-FR"/>
                    </a:p>
                  </a:txBody>
                  <a:tcPr/>
                </a:tc>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ctr" rtl="0">
                        <a:lnSpc>
                          <a:spcPct val="100000"/>
                        </a:lnSpc>
                        <a:spcBef>
                          <a:spcPts val="0"/>
                        </a:spcBef>
                        <a:spcAft>
                          <a:spcPts val="0"/>
                        </a:spcAft>
                        <a:buClr>
                          <a:srgbClr val="1F497D"/>
                        </a:buClr>
                        <a:buSzPct val="25000"/>
                        <a:buFont typeface="Calibri"/>
                        <a:buNone/>
                      </a:pPr>
                      <a:r>
                        <a:rPr lang="fr-FR" sz="1200" b="0" u="none" strike="noStrike" cap="none" dirty="0">
                          <a:solidFill>
                            <a:srgbClr val="1F497D"/>
                          </a:solidFill>
                          <a:latin typeface="+mj-lt"/>
                          <a:ea typeface="Calibri"/>
                          <a:cs typeface="Calibri"/>
                          <a:sym typeface="Calibri"/>
                        </a:rPr>
                        <a:t>ID &gt;= xxx</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10006"/>
                  </a:ext>
                </a:extLst>
              </a:tr>
              <a:tr h="711007">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Mode d’exploitation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Suivi opérationnel</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Pilotage du processus</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Suivi stratégique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fr-FR"/>
                    </a:p>
                  </a:txBody>
                  <a:tcPr/>
                </a:tc>
                <a:extLst>
                  <a:ext uri="{0D108BD9-81ED-4DB2-BD59-A6C34878D82A}">
                    <a16:rowId xmlns:a16="http://schemas.microsoft.com/office/drawing/2014/main" val="10007"/>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Responsable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08"/>
                  </a:ext>
                </a:extLst>
              </a:tr>
              <a:tr h="540458">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Périodicité de la diffusion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09"/>
                  </a:ext>
                </a:extLst>
              </a:tr>
              <a:tr h="540458">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Lieu de stockage de l’analyse</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10"/>
                  </a:ext>
                </a:extLst>
              </a:tr>
              <a:tr h="270229">
                <a:tc>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0" marR="0" lvl="0" indent="0" algn="l" rtl="0">
                        <a:lnSpc>
                          <a:spcPct val="100000"/>
                        </a:lnSpc>
                        <a:spcBef>
                          <a:spcPts val="0"/>
                        </a:spcBef>
                        <a:spcAft>
                          <a:spcPts val="0"/>
                        </a:spcAft>
                        <a:buClr>
                          <a:srgbClr val="1F497D"/>
                        </a:buClr>
                        <a:buSzPct val="25000"/>
                        <a:buFont typeface="Calibri"/>
                        <a:buNone/>
                      </a:pPr>
                      <a:r>
                        <a:rPr lang="fr-FR" sz="1400" b="1" u="none" strike="noStrike" cap="none" dirty="0">
                          <a:solidFill>
                            <a:schemeClr val="bg1"/>
                          </a:solidFill>
                          <a:latin typeface="+mj-lt"/>
                          <a:ea typeface="Calibri"/>
                          <a:cs typeface="Calibri"/>
                          <a:sym typeface="Calibri"/>
                        </a:rPr>
                        <a:t>Liste de diffusion</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tc gridSpan="2">
                  <a:txBody>
                    <a:bodyPr/>
                    <a:lstStyle>
                      <a:lvl1pPr marL="0" algn="l" defTabSz="1088502" rtl="0" eaLnBrk="1" latinLnBrk="0" hangingPunct="1">
                        <a:defRPr sz="2100" kern="1200">
                          <a:solidFill>
                            <a:schemeClr val="tx1"/>
                          </a:solidFill>
                          <a:latin typeface="Arial"/>
                        </a:defRPr>
                      </a:lvl1pPr>
                      <a:lvl2pPr marL="544251" algn="l" defTabSz="1088502" rtl="0" eaLnBrk="1" latinLnBrk="0" hangingPunct="1">
                        <a:defRPr sz="2100" kern="1200">
                          <a:solidFill>
                            <a:schemeClr val="tx1"/>
                          </a:solidFill>
                          <a:latin typeface="Arial"/>
                        </a:defRPr>
                      </a:lvl2pPr>
                      <a:lvl3pPr marL="1088502" algn="l" defTabSz="1088502" rtl="0" eaLnBrk="1" latinLnBrk="0" hangingPunct="1">
                        <a:defRPr sz="2100" kern="1200">
                          <a:solidFill>
                            <a:schemeClr val="tx1"/>
                          </a:solidFill>
                          <a:latin typeface="Arial"/>
                        </a:defRPr>
                      </a:lvl3pPr>
                      <a:lvl4pPr marL="1632753" algn="l" defTabSz="1088502" rtl="0" eaLnBrk="1" latinLnBrk="0" hangingPunct="1">
                        <a:defRPr sz="2100" kern="1200">
                          <a:solidFill>
                            <a:schemeClr val="tx1"/>
                          </a:solidFill>
                          <a:latin typeface="Arial"/>
                        </a:defRPr>
                      </a:lvl4pPr>
                      <a:lvl5pPr marL="2177004" algn="l" defTabSz="1088502" rtl="0" eaLnBrk="1" latinLnBrk="0" hangingPunct="1">
                        <a:defRPr sz="2100" kern="1200">
                          <a:solidFill>
                            <a:schemeClr val="tx1"/>
                          </a:solidFill>
                          <a:latin typeface="Arial"/>
                        </a:defRPr>
                      </a:lvl5pPr>
                      <a:lvl6pPr marL="2721254" algn="l" defTabSz="1088502" rtl="0" eaLnBrk="1" latinLnBrk="0" hangingPunct="1">
                        <a:defRPr sz="2100" kern="1200">
                          <a:solidFill>
                            <a:schemeClr val="tx1"/>
                          </a:solidFill>
                          <a:latin typeface="Arial"/>
                        </a:defRPr>
                      </a:lvl6pPr>
                      <a:lvl7pPr marL="3265505" algn="l" defTabSz="1088502" rtl="0" eaLnBrk="1" latinLnBrk="0" hangingPunct="1">
                        <a:defRPr sz="2100" kern="1200">
                          <a:solidFill>
                            <a:schemeClr val="tx1"/>
                          </a:solidFill>
                          <a:latin typeface="Arial"/>
                        </a:defRPr>
                      </a:lvl7pPr>
                      <a:lvl8pPr marL="3809756" algn="l" defTabSz="1088502" rtl="0" eaLnBrk="1" latinLnBrk="0" hangingPunct="1">
                        <a:defRPr sz="2100" kern="1200">
                          <a:solidFill>
                            <a:schemeClr val="tx1"/>
                          </a:solidFill>
                          <a:latin typeface="Arial"/>
                        </a:defRPr>
                      </a:lvl8pPr>
                      <a:lvl9pPr marL="4354007" algn="l" defTabSz="1088502" rtl="0" eaLnBrk="1" latinLnBrk="0" hangingPunct="1">
                        <a:defRPr sz="2100" kern="1200">
                          <a:solidFill>
                            <a:schemeClr val="tx1"/>
                          </a:solidFill>
                          <a:latin typeface="Arial"/>
                        </a:defRPr>
                      </a:lvl9pPr>
                    </a:lstStyle>
                    <a:p>
                      <a:pPr marL="269875" marR="0" lvl="0" indent="174625" algn="l" rtl="0">
                        <a:lnSpc>
                          <a:spcPct val="100000"/>
                        </a:lnSpc>
                        <a:spcBef>
                          <a:spcPts val="0"/>
                        </a:spcBef>
                        <a:spcAft>
                          <a:spcPts val="0"/>
                        </a:spcAft>
                        <a:buClr>
                          <a:srgbClr val="1F497D"/>
                        </a:buClr>
                        <a:buSzPct val="25000"/>
                        <a:buFont typeface="Calibri"/>
                        <a:buNone/>
                      </a:pPr>
                      <a:r>
                        <a:rPr lang="fr-FR" sz="1600" b="0" u="none" strike="noStrike" cap="none" dirty="0">
                          <a:solidFill>
                            <a:srgbClr val="1F497D"/>
                          </a:solidFill>
                          <a:latin typeface="+mj-lt"/>
                          <a:ea typeface="Calibri"/>
                          <a:cs typeface="Calibri"/>
                          <a:sym typeface="Calibri"/>
                        </a:rPr>
                        <a:t> </a:t>
                      </a:r>
                    </a:p>
                  </a:txBody>
                  <a:tcPr marL="58200" marR="58200" marT="0" marB="0" anchor="ctr">
                    <a:lnL w="12700" cap="flat" cmpd="sng">
                      <a:solidFill>
                        <a:srgbClr val="FFFFFF"/>
                      </a:solidFill>
                      <a:prstDash val="solid"/>
                      <a:round/>
                      <a:headEnd type="none" w="med" len="med"/>
                      <a:tailEnd type="none" w="med" len="med"/>
                    </a:lnL>
                    <a:lnR w="12700" cap="flat" cmpd="sng">
                      <a:solidFill>
                        <a:srgbClr val="FFFFFF"/>
                      </a:solidFill>
                      <a:prstDash val="solid"/>
                      <a:round/>
                      <a:headEnd type="none" w="med" len="med"/>
                      <a:tailEnd type="none" w="med" len="med"/>
                    </a:lnR>
                    <a:lnT w="12700" cap="flat" cmpd="sng">
                      <a:solidFill>
                        <a:srgbClr val="FFFFFF"/>
                      </a:solidFill>
                      <a:prstDash val="solid"/>
                      <a:round/>
                      <a:headEnd type="none" w="med" len="med"/>
                      <a:tailEnd type="none" w="med" len="med"/>
                    </a:lnT>
                    <a:lnB w="12700" cap="flat" cmpd="sng">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DAEEF3"/>
                    </a:solidFill>
                  </a:tcPr>
                </a:tc>
                <a:tc hMerge="1">
                  <a:txBody>
                    <a:bodyPr/>
                    <a:lstStyle/>
                    <a:p>
                      <a:endParaRPr lang="fr-F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3803422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2">
            <a:extLst>
              <a:ext uri="{FF2B5EF4-FFF2-40B4-BE49-F238E27FC236}">
                <a16:creationId xmlns:a16="http://schemas.microsoft.com/office/drawing/2014/main" id="{38348DF4-3B7F-4F23-974C-B0250B3FC3F7}"/>
              </a:ext>
            </a:extLst>
          </p:cNvPr>
          <p:cNvSpPr txBox="1">
            <a:spLocks/>
          </p:cNvSpPr>
          <p:nvPr/>
        </p:nvSpPr>
        <p:spPr bwMode="auto">
          <a:xfrm>
            <a:off x="561975" y="585788"/>
            <a:ext cx="11069638" cy="1403350"/>
          </a:xfrm>
          <a:prstGeom prst="rect">
            <a:avLst/>
          </a:prstGeom>
          <a:solidFill>
            <a:schemeClr val="tx2"/>
          </a:solidFill>
          <a:ln w="9525">
            <a:noFill/>
            <a:miter lim="800000"/>
            <a:headEnd/>
            <a:tailEnd/>
          </a:ln>
        </p:spPr>
        <p:txBody>
          <a:bodyPr lIns="180000" tIns="36000" rIns="180000" bIns="36000">
            <a:spAutoFit/>
          </a:bodyPr>
          <a:lstStyle>
            <a:lvl1pPr algn="l" rtl="0" eaLnBrk="1" fontAlgn="base" hangingPunct="1">
              <a:lnSpc>
                <a:spcPct val="90000"/>
              </a:lnSpc>
              <a:spcBef>
                <a:spcPct val="0"/>
              </a:spcBef>
              <a:spcAft>
                <a:spcPct val="0"/>
              </a:spcAft>
              <a:defRPr sz="4800" b="0" kern="1200" cap="all" baseline="0">
                <a:solidFill>
                  <a:srgbClr val="FFFFFF"/>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sz="3600">
                <a:latin typeface="Arial"/>
              </a:rPr>
              <a:t>Support de description du processus</a:t>
            </a:r>
            <a:r>
              <a:rPr lang="fr-FR">
                <a:latin typeface="Arial"/>
              </a:rPr>
              <a:t/>
            </a:r>
            <a:br>
              <a:rPr lang="fr-FR">
                <a:latin typeface="Arial"/>
              </a:rPr>
            </a:br>
            <a:r>
              <a:rPr lang="fr-FR" sz="2400">
                <a:latin typeface="Arial"/>
              </a:rPr>
              <a:t>Principes, Règles, Activités</a:t>
            </a:r>
            <a:endParaRPr lang="fr-FR" sz="1600" dirty="0">
              <a:latin typeface="Arial"/>
            </a:endParaRPr>
          </a:p>
        </p:txBody>
      </p:sp>
      <p:sp>
        <p:nvSpPr>
          <p:cNvPr id="9" name="Espace réservé du texte 3">
            <a:extLst>
              <a:ext uri="{FF2B5EF4-FFF2-40B4-BE49-F238E27FC236}">
                <a16:creationId xmlns:a16="http://schemas.microsoft.com/office/drawing/2014/main" id="{6F9694EC-8E77-4168-BE6D-6F2BA93E0A2C}"/>
              </a:ext>
            </a:extLst>
          </p:cNvPr>
          <p:cNvSpPr txBox="1">
            <a:spLocks/>
          </p:cNvSpPr>
          <p:nvPr/>
        </p:nvSpPr>
        <p:spPr bwMode="auto">
          <a:xfrm>
            <a:off x="561975" y="2386013"/>
            <a:ext cx="11069638" cy="1674305"/>
          </a:xfrm>
          <a:prstGeom prst="rect">
            <a:avLst/>
          </a:prstGeom>
          <a:solidFill>
            <a:schemeClr val="bg2"/>
          </a:solidFill>
          <a:ln w="9525">
            <a:noFill/>
            <a:miter lim="800000"/>
            <a:headEnd/>
            <a:tailEnd/>
          </a:ln>
        </p:spPr>
        <p:txBody>
          <a:bodyPr lIns="0" tIns="0" rIns="0" bIns="0">
            <a:spAutoFit/>
          </a:bodyPr>
          <a:lstStyle>
            <a:lvl1pPr marL="0" indent="0" algn="l" rtl="0" eaLnBrk="1" fontAlgn="base" hangingPunct="1">
              <a:spcBef>
                <a:spcPct val="20000"/>
              </a:spcBef>
              <a:spcAft>
                <a:spcPct val="0"/>
              </a:spcAft>
              <a:buClr>
                <a:schemeClr val="accent1"/>
              </a:buClr>
              <a:defRPr sz="3200" b="0" kern="1200" cap="all" baseline="0">
                <a:solidFill>
                  <a:srgbClr val="FFFFFF"/>
                </a:solidFill>
                <a:latin typeface="+mn-lt"/>
                <a:ea typeface="+mn-ea"/>
                <a:cs typeface="+mn-cs"/>
              </a:defRPr>
            </a:lvl1pPr>
            <a:lvl2pPr marL="519488" indent="-259744" algn="l" rtl="0" eaLnBrk="1" fontAlgn="base" hangingPunct="1">
              <a:spcBef>
                <a:spcPct val="20000"/>
              </a:spcBef>
              <a:spcAft>
                <a:spcPct val="0"/>
              </a:spcAft>
              <a:buClr>
                <a:schemeClr val="accent1"/>
              </a:buClr>
              <a:buSzPct val="110000"/>
              <a:buFont typeface="Arial" pitchFamily="34" charset="0"/>
              <a:buChar char="•"/>
              <a:defRPr sz="3200" b="0" kern="1200">
                <a:solidFill>
                  <a:srgbClr val="FFFFFF"/>
                </a:solidFill>
                <a:latin typeface="+mn-lt"/>
                <a:ea typeface="+mn-ea"/>
                <a:cs typeface="+mn-cs"/>
              </a:defRPr>
            </a:lvl2pPr>
            <a:lvl3pPr marL="1038977" indent="-259744" algn="l" rtl="0" eaLnBrk="1" fontAlgn="base" hangingPunct="1">
              <a:spcBef>
                <a:spcPct val="20000"/>
              </a:spcBef>
              <a:spcAft>
                <a:spcPct val="0"/>
              </a:spcAft>
              <a:buClr>
                <a:schemeClr val="tx1"/>
              </a:buClr>
              <a:buFont typeface="Arial" pitchFamily="34" charset="0"/>
              <a:buChar char="•"/>
              <a:defRPr sz="3200" b="0" kern="1200">
                <a:solidFill>
                  <a:srgbClr val="FFFFFF"/>
                </a:solidFill>
                <a:latin typeface="+mn-lt"/>
                <a:ea typeface="+mn-ea"/>
                <a:cs typeface="+mn-cs"/>
              </a:defRPr>
            </a:lvl3pPr>
            <a:lvl4pPr marL="1563877" indent="-263352"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4pPr>
            <a:lvl5pPr marL="2339502" indent="-261548" algn="l" rtl="0" eaLnBrk="1" fontAlgn="base" hangingPunct="1">
              <a:spcBef>
                <a:spcPct val="20000"/>
              </a:spcBef>
              <a:spcAft>
                <a:spcPct val="0"/>
              </a:spcAft>
              <a:buClr>
                <a:schemeClr val="tx1"/>
              </a:buClr>
              <a:buFont typeface="Arial" charset="0"/>
              <a:buChar char="–"/>
              <a:defRPr sz="3200" b="0" kern="1200">
                <a:solidFill>
                  <a:srgbClr val="FFFFFF"/>
                </a:solidFill>
                <a:latin typeface="+mn-lt"/>
                <a:ea typeface="+mn-ea"/>
                <a:cs typeface="+mn-cs"/>
              </a:defRPr>
            </a:lvl5pPr>
            <a:lvl6pPr marL="2857185"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6pPr>
            <a:lvl7pPr marL="3376673"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7pPr>
            <a:lvl8pPr marL="3896161"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8pPr>
            <a:lvl9pPr marL="4415650" indent="-259744" algn="l" defTabSz="1038977" rtl="0" eaLnBrk="1" latinLnBrk="0" hangingPunct="1">
              <a:spcBef>
                <a:spcPct val="20000"/>
              </a:spcBef>
              <a:buFont typeface="Arial" pitchFamily="34" charset="0"/>
              <a:buChar char="•"/>
              <a:defRPr sz="2267" kern="1200">
                <a:solidFill>
                  <a:schemeClr val="tx1"/>
                </a:solidFill>
                <a:latin typeface="+mn-lt"/>
                <a:ea typeface="+mn-ea"/>
                <a:cs typeface="+mn-cs"/>
              </a:defRPr>
            </a:lvl9pPr>
          </a:lstStyle>
          <a:p>
            <a:pPr defTabSz="914400">
              <a:buClr>
                <a:srgbClr val="009AA6"/>
              </a:buClr>
              <a:defRPr/>
            </a:pPr>
            <a:r>
              <a:rPr lang="fr-FR" dirty="0">
                <a:solidFill>
                  <a:schemeClr val="tx2"/>
                </a:solidFill>
                <a:latin typeface="Arial"/>
              </a:rPr>
              <a:t>Processus: Gestion DE LA CONNAISSANCE</a:t>
            </a:r>
          </a:p>
          <a:p>
            <a:pPr defTabSz="914400">
              <a:buClr>
                <a:srgbClr val="009AA6"/>
              </a:buClr>
              <a:defRPr/>
            </a:pPr>
            <a:endParaRPr lang="fr-FR" dirty="0">
              <a:solidFill>
                <a:schemeClr val="tx2"/>
              </a:solidFill>
              <a:latin typeface="Arial"/>
            </a:endParaRPr>
          </a:p>
          <a:p>
            <a:pPr defTabSz="914400">
              <a:buClr>
                <a:srgbClr val="009AA6"/>
              </a:buClr>
              <a:defRPr/>
            </a:pPr>
            <a:endParaRPr lang="fr-FR" dirty="0">
              <a:solidFill>
                <a:schemeClr val="tx2"/>
              </a:solidFill>
              <a:latin typeface="Arial"/>
            </a:endParaRPr>
          </a:p>
        </p:txBody>
      </p:sp>
    </p:spTree>
    <p:extLst>
      <p:ext uri="{BB962C8B-B14F-4D97-AF65-F5344CB8AC3E}">
        <p14:creationId xmlns:p14="http://schemas.microsoft.com/office/powerpoint/2010/main" val="24040508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re 5">
            <a:extLst>
              <a:ext uri="{FF2B5EF4-FFF2-40B4-BE49-F238E27FC236}">
                <a16:creationId xmlns:a16="http://schemas.microsoft.com/office/drawing/2014/main" id="{8791602A-393F-446F-8194-E5D523863061}"/>
              </a:ext>
            </a:extLst>
          </p:cNvPr>
          <p:cNvSpPr txBox="1">
            <a:spLocks/>
          </p:cNvSpPr>
          <p:nvPr/>
        </p:nvSpPr>
        <p:spPr bwMode="auto">
          <a:xfrm>
            <a:off x="0" y="-3175"/>
            <a:ext cx="3724275" cy="831850"/>
          </a:xfrm>
          <a:prstGeom prst="rect">
            <a:avLst/>
          </a:prstGeom>
          <a:solidFill>
            <a:srgbClr val="3C3732">
              <a:lumMod val="20000"/>
              <a:lumOff val="80000"/>
            </a:srgbClr>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tx2"/>
                </a:solidFill>
                <a:latin typeface="Arial"/>
              </a:rPr>
              <a:t>Carte d’environnement</a:t>
            </a:r>
          </a:p>
        </p:txBody>
      </p:sp>
      <p:sp>
        <p:nvSpPr>
          <p:cNvPr id="64" name="ZoneTexte 63">
            <a:extLst>
              <a:ext uri="{FF2B5EF4-FFF2-40B4-BE49-F238E27FC236}">
                <a16:creationId xmlns:a16="http://schemas.microsoft.com/office/drawing/2014/main" id="{98132F2E-C4CD-43FB-9A37-A33061A7E9D1}"/>
              </a:ext>
            </a:extLst>
          </p:cNvPr>
          <p:cNvSpPr txBox="1"/>
          <p:nvPr/>
        </p:nvSpPr>
        <p:spPr>
          <a:xfrm>
            <a:off x="406574" y="1125538"/>
            <a:ext cx="11233248" cy="707886"/>
          </a:xfrm>
          <a:prstGeom prst="rect">
            <a:avLst/>
          </a:prstGeom>
          <a:noFill/>
        </p:spPr>
        <p:txBody>
          <a:bodyPr wrap="square">
            <a:spAutoFit/>
          </a:bodyPr>
          <a:lstStyle/>
          <a:p>
            <a:r>
              <a:rPr lang="fr-FR" dirty="0"/>
              <a:t>Le processus de gestion des connaissances a pour objectifs de créer la connaissance à partir des bases de données et d’aider à la prise de décision</a:t>
            </a:r>
          </a:p>
        </p:txBody>
      </p:sp>
      <p:pic>
        <p:nvPicPr>
          <p:cNvPr id="67" name="Image 66">
            <a:extLst>
              <a:ext uri="{FF2B5EF4-FFF2-40B4-BE49-F238E27FC236}">
                <a16:creationId xmlns:a16="http://schemas.microsoft.com/office/drawing/2014/main" id="{2D8E47DD-A69B-4828-B808-EEB846ABD3B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18742" y="1654904"/>
            <a:ext cx="7704856" cy="4996838"/>
          </a:xfrm>
          <a:prstGeom prst="rect">
            <a:avLst/>
          </a:prstGeom>
        </p:spPr>
      </p:pic>
    </p:spTree>
    <p:extLst>
      <p:ext uri="{BB962C8B-B14F-4D97-AF65-F5344CB8AC3E}">
        <p14:creationId xmlns:p14="http://schemas.microsoft.com/office/powerpoint/2010/main" val="35255379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879E9119-99F4-4157-A172-B06C67C3D157}"/>
              </a:ext>
            </a:extLst>
          </p:cNvPr>
          <p:cNvSpPr txBox="1">
            <a:spLocks/>
          </p:cNvSpPr>
          <p:nvPr/>
        </p:nvSpPr>
        <p:spPr bwMode="auto">
          <a:xfrm>
            <a:off x="0" y="4763"/>
            <a:ext cx="12192000" cy="831850"/>
          </a:xfrm>
          <a:prstGeom prst="rect">
            <a:avLst/>
          </a:prstGeom>
          <a:solidFill>
            <a:schemeClr val="tx2"/>
          </a:solidFill>
          <a:ln w="9525">
            <a:noFill/>
            <a:miter lim="800000"/>
            <a:headEnd/>
            <a:tailEnd/>
          </a:ln>
        </p:spPr>
        <p:txBody>
          <a:bodyPr lIns="180000" tIns="36000" rIns="180000" bIns="36000" anchor="ctr">
            <a:normAutofit/>
          </a:bodyPr>
          <a:lstStyle>
            <a:lvl1pPr algn="l" rtl="0" eaLnBrk="1" fontAlgn="base" hangingPunct="1">
              <a:lnSpc>
                <a:spcPct val="90000"/>
              </a:lnSpc>
              <a:spcBef>
                <a:spcPct val="0"/>
              </a:spcBef>
              <a:spcAft>
                <a:spcPct val="0"/>
              </a:spcAft>
              <a:defRPr sz="2133" b="0" kern="1200" cap="all" baseline="0">
                <a:solidFill>
                  <a:schemeClr val="accent1"/>
                </a:solidFill>
                <a:latin typeface="+mj-lt"/>
                <a:ea typeface="+mj-ea"/>
                <a:cs typeface="+mj-cs"/>
              </a:defRPr>
            </a:lvl1pPr>
            <a:lvl2pPr algn="l" rtl="0" eaLnBrk="1" fontAlgn="base" hangingPunct="1">
              <a:spcBef>
                <a:spcPct val="0"/>
              </a:spcBef>
              <a:spcAft>
                <a:spcPct val="0"/>
              </a:spcAft>
              <a:defRPr sz="2667" b="1">
                <a:solidFill>
                  <a:schemeClr val="tx2"/>
                </a:solidFill>
                <a:latin typeface="Arial" charset="0"/>
              </a:defRPr>
            </a:lvl2pPr>
            <a:lvl3pPr algn="l" rtl="0" eaLnBrk="1" fontAlgn="base" hangingPunct="1">
              <a:spcBef>
                <a:spcPct val="0"/>
              </a:spcBef>
              <a:spcAft>
                <a:spcPct val="0"/>
              </a:spcAft>
              <a:defRPr sz="2667" b="1">
                <a:solidFill>
                  <a:schemeClr val="tx2"/>
                </a:solidFill>
                <a:latin typeface="Arial" charset="0"/>
              </a:defRPr>
            </a:lvl3pPr>
            <a:lvl4pPr algn="l" rtl="0" eaLnBrk="1" fontAlgn="base" hangingPunct="1">
              <a:spcBef>
                <a:spcPct val="0"/>
              </a:spcBef>
              <a:spcAft>
                <a:spcPct val="0"/>
              </a:spcAft>
              <a:defRPr sz="2667" b="1">
                <a:solidFill>
                  <a:schemeClr val="tx2"/>
                </a:solidFill>
                <a:latin typeface="Arial" charset="0"/>
              </a:defRPr>
            </a:lvl4pPr>
            <a:lvl5pPr algn="l" rtl="0" eaLnBrk="1" fontAlgn="base" hangingPunct="1">
              <a:spcBef>
                <a:spcPct val="0"/>
              </a:spcBef>
              <a:spcAft>
                <a:spcPct val="0"/>
              </a:spcAft>
              <a:defRPr sz="2667" b="1">
                <a:solidFill>
                  <a:schemeClr val="tx2"/>
                </a:solidFill>
                <a:latin typeface="Arial" charset="0"/>
              </a:defRPr>
            </a:lvl5pPr>
            <a:lvl6pPr marL="519488" algn="l" rtl="0" eaLnBrk="1" fontAlgn="base" hangingPunct="1">
              <a:spcBef>
                <a:spcPct val="0"/>
              </a:spcBef>
              <a:spcAft>
                <a:spcPct val="0"/>
              </a:spcAft>
              <a:defRPr sz="2667" b="1">
                <a:solidFill>
                  <a:schemeClr val="tx2"/>
                </a:solidFill>
                <a:latin typeface="Arial" charset="0"/>
              </a:defRPr>
            </a:lvl6pPr>
            <a:lvl7pPr marL="1038977" algn="l" rtl="0" eaLnBrk="1" fontAlgn="base" hangingPunct="1">
              <a:spcBef>
                <a:spcPct val="0"/>
              </a:spcBef>
              <a:spcAft>
                <a:spcPct val="0"/>
              </a:spcAft>
              <a:defRPr sz="2667" b="1">
                <a:solidFill>
                  <a:schemeClr val="tx2"/>
                </a:solidFill>
                <a:latin typeface="Arial" charset="0"/>
              </a:defRPr>
            </a:lvl7pPr>
            <a:lvl8pPr marL="1558465" algn="l" rtl="0" eaLnBrk="1" fontAlgn="base" hangingPunct="1">
              <a:spcBef>
                <a:spcPct val="0"/>
              </a:spcBef>
              <a:spcAft>
                <a:spcPct val="0"/>
              </a:spcAft>
              <a:defRPr sz="2667" b="1">
                <a:solidFill>
                  <a:schemeClr val="tx2"/>
                </a:solidFill>
                <a:latin typeface="Arial" charset="0"/>
              </a:defRPr>
            </a:lvl8pPr>
            <a:lvl9pPr marL="2077952" algn="l" rtl="0" eaLnBrk="1" fontAlgn="base" hangingPunct="1">
              <a:spcBef>
                <a:spcPct val="0"/>
              </a:spcBef>
              <a:spcAft>
                <a:spcPct val="0"/>
              </a:spcAft>
              <a:defRPr sz="2667" b="1">
                <a:solidFill>
                  <a:schemeClr val="tx2"/>
                </a:solidFill>
                <a:latin typeface="Arial" charset="0"/>
              </a:defRPr>
            </a:lvl9pPr>
          </a:lstStyle>
          <a:p>
            <a:pPr defTabSz="914400">
              <a:defRPr/>
            </a:pPr>
            <a:r>
              <a:rPr lang="fr-FR" dirty="0">
                <a:solidFill>
                  <a:schemeClr val="bg1"/>
                </a:solidFill>
                <a:latin typeface="Arial"/>
              </a:rPr>
              <a:t> Principes et règles du processus</a:t>
            </a:r>
          </a:p>
        </p:txBody>
      </p:sp>
      <p:sp>
        <p:nvSpPr>
          <p:cNvPr id="9219" name="Espace réservé du texte 2">
            <a:extLst>
              <a:ext uri="{FF2B5EF4-FFF2-40B4-BE49-F238E27FC236}">
                <a16:creationId xmlns:a16="http://schemas.microsoft.com/office/drawing/2014/main" id="{18F13D0F-185C-49F2-A683-2461537A5E0F}"/>
              </a:ext>
            </a:extLst>
          </p:cNvPr>
          <p:cNvSpPr txBox="1">
            <a:spLocks/>
          </p:cNvSpPr>
          <p:nvPr/>
        </p:nvSpPr>
        <p:spPr bwMode="auto">
          <a:xfrm>
            <a:off x="163513" y="1231900"/>
            <a:ext cx="114760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42888" indent="-242888" eaLnBrk="0" hangingPunct="0">
              <a:spcBef>
                <a:spcPct val="20000"/>
              </a:spcBef>
              <a:buFont typeface="Arial" panose="020B0604020202020204" pitchFamily="34" charset="0"/>
              <a:buChar char="•"/>
              <a:defRPr sz="3800">
                <a:solidFill>
                  <a:schemeClr val="tx1"/>
                </a:solidFill>
                <a:latin typeface="Calibri" panose="020F0502020204030204" pitchFamily="34" charset="0"/>
              </a:defRPr>
            </a:lvl1pPr>
            <a:lvl2pPr marL="719138" indent="-249238" eaLnBrk="0" hangingPunct="0">
              <a:spcBef>
                <a:spcPct val="20000"/>
              </a:spcBef>
              <a:buFont typeface="Arial" panose="020B0604020202020204" pitchFamily="34" charset="0"/>
              <a:buChar char="–"/>
              <a:defRPr sz="3300">
                <a:solidFill>
                  <a:schemeClr val="tx1"/>
                </a:solidFill>
                <a:latin typeface="Calibri" panose="020F0502020204030204" pitchFamily="34" charset="0"/>
              </a:defRPr>
            </a:lvl2pPr>
            <a:lvl3pPr marL="1249363" indent="-265113" eaLnBrk="0" hangingPunct="0">
              <a:spcBef>
                <a:spcPct val="20000"/>
              </a:spcBef>
              <a:buFont typeface="Arial" panose="020B0604020202020204" pitchFamily="34" charset="0"/>
              <a:buChar char="•"/>
              <a:defRPr sz="2900">
                <a:solidFill>
                  <a:schemeClr val="tx1"/>
                </a:solidFill>
                <a:latin typeface="Calibri" panose="020F0502020204030204" pitchFamily="34" charset="0"/>
              </a:defRPr>
            </a:lvl3pPr>
            <a:lvl4pPr marL="17859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4pPr>
            <a:lvl5pPr marL="2382838" indent="-265113"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5pPr>
            <a:lvl6pPr marL="28400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6pPr>
            <a:lvl7pPr marL="32972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7pPr>
            <a:lvl8pPr marL="37544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8pPr>
            <a:lvl9pPr marL="4211638" indent="-265113" eaLnBrk="0" fontAlgn="base" hangingPunct="0">
              <a:spcBef>
                <a:spcPct val="20000"/>
              </a:spcBef>
              <a:spcAft>
                <a:spcPct val="0"/>
              </a:spcAft>
              <a:buFont typeface="Arial" panose="020B0604020202020204" pitchFamily="34" charset="0"/>
              <a:buChar char="»"/>
              <a:defRPr sz="2400">
                <a:solidFill>
                  <a:schemeClr val="tx1"/>
                </a:solidFill>
                <a:latin typeface="Calibri" panose="020F0502020204030204" pitchFamily="34" charset="0"/>
              </a:defRPr>
            </a:lvl9pPr>
          </a:lstStyle>
          <a:p>
            <a:pPr defTabSz="914400" eaLnBrk="1" hangingPunct="1">
              <a:spcBef>
                <a:spcPts val="450"/>
              </a:spcBef>
              <a:buClr>
                <a:schemeClr val="tx2"/>
              </a:buClr>
              <a:buSzPct val="110000"/>
              <a:buFont typeface="Wingdings" panose="05000000000000000000" pitchFamily="2" charset="2"/>
              <a:buChar char="§"/>
            </a:pPr>
            <a:r>
              <a:rPr lang="fr-FR" altLang="fr-FR" sz="1600" dirty="0">
                <a:solidFill>
                  <a:schemeClr val="tx2"/>
                </a:solidFill>
                <a:latin typeface="Arial" panose="020B0604020202020204" pitchFamily="34" charset="0"/>
              </a:rPr>
              <a:t>PRINCIPES : reste à définir</a:t>
            </a:r>
          </a:p>
        </p:txBody>
      </p:sp>
      <p:sp>
        <p:nvSpPr>
          <p:cNvPr id="2" name="ZoneTexte 1">
            <a:extLst>
              <a:ext uri="{FF2B5EF4-FFF2-40B4-BE49-F238E27FC236}">
                <a16:creationId xmlns:a16="http://schemas.microsoft.com/office/drawing/2014/main" id="{17D2DF89-FAFB-4E7E-9ABD-110A6896AA91}"/>
              </a:ext>
            </a:extLst>
          </p:cNvPr>
          <p:cNvSpPr txBox="1"/>
          <p:nvPr/>
        </p:nvSpPr>
        <p:spPr>
          <a:xfrm>
            <a:off x="174557" y="1701602"/>
            <a:ext cx="11307436" cy="3477875"/>
          </a:xfrm>
          <a:prstGeom prst="rect">
            <a:avLst/>
          </a:prstGeom>
          <a:noFill/>
        </p:spPr>
        <p:txBody>
          <a:bodyPr wrap="square" rtlCol="0">
            <a:spAutoFit/>
          </a:bodyPr>
          <a:lstStyle/>
          <a:p>
            <a:pPr indent="-61913" algn="just"/>
            <a:r>
              <a:rPr lang="fr-FR" dirty="0"/>
              <a:t>Le Groupe TORPIER est conscient de l’importance de mettre en place des pratiques de gestion de la connaissance. C’est prévu dans le cadre du SDSI.</a:t>
            </a:r>
          </a:p>
          <a:p>
            <a:pPr indent="-61913" algn="just"/>
            <a:r>
              <a:rPr lang="fr-FR" dirty="0"/>
              <a:t> </a:t>
            </a:r>
          </a:p>
          <a:p>
            <a:pPr indent="-61913" algn="just"/>
            <a:r>
              <a:rPr lang="fr-FR" dirty="0"/>
              <a:t>Il est d’ors et déjà identifié que le processus impliquera les activités suivantes : </a:t>
            </a:r>
          </a:p>
          <a:p>
            <a:pPr marL="800100" lvl="1" indent="-342900">
              <a:buFont typeface="Arial" panose="020B0604020202020204" pitchFamily="34" charset="0"/>
              <a:buChar char="•"/>
            </a:pPr>
            <a:r>
              <a:rPr lang="fr-FR" dirty="0"/>
              <a:t>Collecte des données utiles à la gestion des services</a:t>
            </a:r>
          </a:p>
          <a:p>
            <a:pPr marL="800100" lvl="1" indent="-342900">
              <a:buFont typeface="Arial" panose="020B0604020202020204" pitchFamily="34" charset="0"/>
              <a:buChar char="•"/>
            </a:pPr>
            <a:r>
              <a:rPr lang="fr-FR" dirty="0"/>
              <a:t>Stockage des données</a:t>
            </a:r>
          </a:p>
          <a:p>
            <a:pPr marL="800100" lvl="1" indent="-342900">
              <a:buFont typeface="Arial" panose="020B0604020202020204" pitchFamily="34" charset="0"/>
              <a:buChar char="•"/>
            </a:pPr>
            <a:r>
              <a:rPr lang="fr-FR" dirty="0"/>
              <a:t>Traitement des données en informations</a:t>
            </a:r>
          </a:p>
          <a:p>
            <a:pPr marL="800100" lvl="1" indent="-342900">
              <a:buFont typeface="Arial" panose="020B0604020202020204" pitchFamily="34" charset="0"/>
              <a:buChar char="•"/>
            </a:pPr>
            <a:r>
              <a:rPr lang="fr-FR" dirty="0"/>
              <a:t>Présentation des informations pour en faire des connaissances et prendre les décisions adaptées</a:t>
            </a:r>
          </a:p>
          <a:p>
            <a:pPr marL="800100" lvl="1" indent="-342900">
              <a:buFont typeface="Arial" panose="020B0604020202020204" pitchFamily="34" charset="0"/>
              <a:buChar char="•"/>
            </a:pPr>
            <a:r>
              <a:rPr lang="fr-FR" dirty="0"/>
              <a:t>Définition et mise en œuvre des instances de gestion de la connaissance</a:t>
            </a:r>
          </a:p>
          <a:p>
            <a:pPr algn="just"/>
            <a:endParaRPr lang="fr-FR" dirty="0"/>
          </a:p>
          <a:p>
            <a:pPr algn="just"/>
            <a:r>
              <a:rPr lang="fr-FR" dirty="0"/>
              <a:t>Reste à en définir la démarche et les modalités</a:t>
            </a:r>
            <a:endParaRPr lang="en-GB" dirty="0"/>
          </a:p>
        </p:txBody>
      </p:sp>
    </p:spTree>
    <p:extLst>
      <p:ext uri="{BB962C8B-B14F-4D97-AF65-F5344CB8AC3E}">
        <p14:creationId xmlns:p14="http://schemas.microsoft.com/office/powerpoint/2010/main" val="171948062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9BAC606B067744998252C87DAD935C5" ma:contentTypeVersion="9" ma:contentTypeDescription="Crée un document." ma:contentTypeScope="" ma:versionID="b5e0f87635a1d60551770770ae8e0e90">
  <xsd:schema xmlns:xsd="http://www.w3.org/2001/XMLSchema" xmlns:xs="http://www.w3.org/2001/XMLSchema" xmlns:p="http://schemas.microsoft.com/office/2006/metadata/properties" xmlns:ns2="32548cb5-7b3f-4baf-81bb-c65e39a20e18" targetNamespace="http://schemas.microsoft.com/office/2006/metadata/properties" ma:root="true" ma:fieldsID="e402a7fb6feed7eec222e6c7b7f93718" ns2:_="">
    <xsd:import namespace="32548cb5-7b3f-4baf-81bb-c65e39a20e1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548cb5-7b3f-4baf-81bb-c65e39a20e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E8A122D-D4DA-424A-A205-8C3ACEDFE549}"/>
</file>

<file path=customXml/itemProps2.xml><?xml version="1.0" encoding="utf-8"?>
<ds:datastoreItem xmlns:ds="http://schemas.openxmlformats.org/officeDocument/2006/customXml" ds:itemID="{9061C3E4-4166-487E-BFD1-D536A44A151D}"/>
</file>

<file path=customXml/itemProps3.xml><?xml version="1.0" encoding="utf-8"?>
<ds:datastoreItem xmlns:ds="http://schemas.openxmlformats.org/officeDocument/2006/customXml" ds:itemID="{F7D21959-1CC2-4462-9628-0CFE62D299ED}"/>
</file>

<file path=docProps/app.xml><?xml version="1.0" encoding="utf-8"?>
<Properties xmlns="http://schemas.openxmlformats.org/officeDocument/2006/extended-properties" xmlns:vt="http://schemas.openxmlformats.org/officeDocument/2006/docPropsVTypes">
  <TotalTime>273</TotalTime>
  <Words>8731</Words>
  <Application>Microsoft Office PowerPoint</Application>
  <PresentationFormat>Personnalisé</PresentationFormat>
  <Paragraphs>1382</Paragraphs>
  <Slides>76</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76</vt:i4>
      </vt:variant>
    </vt:vector>
  </HeadingPairs>
  <TitlesOfParts>
    <vt:vector size="83" baseType="lpstr">
      <vt:lpstr>Arial</vt:lpstr>
      <vt:lpstr>Calibri</vt:lpstr>
      <vt:lpstr>Cambria</vt:lpstr>
      <vt:lpstr>Courier New</vt:lpstr>
      <vt:lpstr>Times New Roman</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SNCF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ROBLES Heidi (EXT wit-conseil.com)</dc:creator>
  <cp:lastModifiedBy>DHAUTEL Valérie</cp:lastModifiedBy>
  <cp:revision>15</cp:revision>
  <cp:lastPrinted>2020-07-21T12:49:05Z</cp:lastPrinted>
  <dcterms:created xsi:type="dcterms:W3CDTF">2020-06-09T07:16:57Z</dcterms:created>
  <dcterms:modified xsi:type="dcterms:W3CDTF">2021-08-26T07:38:08Z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0x01010049BAC606B067744998252C87DAD935C5</vt:lpwstr>
  </property>
</Properties>
</file>